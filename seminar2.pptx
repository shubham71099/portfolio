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2.svg" ContentType="image/svg+xml"/>
  <Override PartName="/ppt/media/image1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313" r:id="rId3"/>
    <p:sldId id="256" r:id="rId4"/>
    <p:sldId id="263" r:id="rId6"/>
    <p:sldId id="281" r:id="rId7"/>
    <p:sldId id="269" r:id="rId8"/>
    <p:sldId id="312" r:id="rId9"/>
    <p:sldId id="288" r:id="rId10"/>
    <p:sldId id="277" r:id="rId11"/>
    <p:sldId id="274" r:id="rId12"/>
    <p:sldId id="259" r:id="rId13"/>
    <p:sldId id="310" r:id="rId14"/>
  </p:sldIdLst>
  <p:sldSz cx="9144000" cy="5143500"/>
  <p:notesSz cx="6858000" cy="9144000"/>
  <p:embeddedFontLst>
    <p:embeddedFont>
      <p:font typeface="Roboto" panose="02000000000000000000"/>
      <p:regular r:id="rId18"/>
    </p:embeddedFont>
    <p:embeddedFont>
      <p:font typeface="Montserrat ExtraBold"/>
      <p:regular r:id="rId19"/>
    </p:embeddedFont>
    <p:embeddedFont>
      <p:font typeface="Montserrat SemiBold"/>
      <p:regular r:id="rId20"/>
    </p:embeddedFont>
    <p:embeddedFont>
      <p:font typeface="Roboto Black" panose="02000000000000000000"/>
      <p:bold r:id="rId21"/>
      <p:boldItalic r:id="rId22"/>
    </p:embeddedFont>
    <p:embeddedFont>
      <p:font typeface="Montserrat Black"/>
      <p:regular r:id="rId23"/>
    </p:embeddedFont>
    <p:embeddedFont>
      <p:font typeface="Roboto Medium" panose="02000000000000000000"/>
      <p:regular r:id="rId24"/>
    </p:embeddedFont>
    <p:embeddedFont>
      <p:font typeface="Algerian" panose="04020705040A02060702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91" userDrawn="1">
          <p15:clr>
            <a:srgbClr val="9AA0A6"/>
          </p15:clr>
        </p15:guide>
        <p15:guide id="2" pos="2797" userDrawn="1">
          <p15:clr>
            <a:srgbClr val="9AA0A6"/>
          </p15:clr>
        </p15:guide>
        <p15:guide id="3" orient="horz" pos="527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D0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791"/>
        <p:guide pos="2797"/>
        <p:guide orient="horz" pos="527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a18ca45c72_2_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a18ca45c72_2_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a98c05f39a_0_11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a98c05f39a_0_11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a8e9b3e232_0_2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a8e9b3e232_0_2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a18ca45c72_2_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a18ca45c72_2_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22" name="Shape 5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" name="Google Shape;5223;ga98c05f39a_0_53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4" name="Google Shape;5224;ga98c05f39a_0_53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a8e9b3e232_0_16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6" name="Google Shape;1586;ga8e9b3e232_0_16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a8e9b3e232_0_11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a8e9b3e232_0_11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9c57126754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9c57126754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://www.freepik.com/" TargetMode="External"/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accent1"/>
        </a:solidFill>
        <a:effectLst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713225" y="1096800"/>
            <a:ext cx="4008300" cy="245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713225" y="3550100"/>
            <a:ext cx="3861600" cy="3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10800000">
            <a:off x="4574750" y="-1700"/>
            <a:ext cx="4582500" cy="5149800"/>
          </a:xfrm>
          <a:prstGeom prst="homePlate">
            <a:avLst>
              <a:gd name="adj" fmla="val 163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accent1"/>
        </a:solidFill>
        <a:effectLst/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713225" y="809450"/>
            <a:ext cx="1012500" cy="819600"/>
          </a:xfrm>
          <a:prstGeom prst="homePlate">
            <a:avLst>
              <a:gd name="adj" fmla="val 3191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1697400"/>
            <a:ext cx="3094800" cy="10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A68C8"/>
              </a:buClr>
              <a:buSzPts val="3600"/>
              <a:buFont typeface="Montserrat ExtraBold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type="subTitle" idx="1"/>
          </p:nvPr>
        </p:nvSpPr>
        <p:spPr>
          <a:xfrm>
            <a:off x="713225" y="2588925"/>
            <a:ext cx="25104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title" idx="2" hasCustomPrompt="1"/>
          </p:nvPr>
        </p:nvSpPr>
        <p:spPr>
          <a:xfrm>
            <a:off x="713225" y="892600"/>
            <a:ext cx="9288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Montserrat ExtraBold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/>
          <p:nvPr/>
        </p:nvSpPr>
        <p:spPr>
          <a:xfrm rot="10800000">
            <a:off x="4574750" y="-1700"/>
            <a:ext cx="4582500" cy="5149800"/>
          </a:xfrm>
          <a:prstGeom prst="homePlate">
            <a:avLst>
              <a:gd name="adj" fmla="val 163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subTitle" idx="1"/>
          </p:nvPr>
        </p:nvSpPr>
        <p:spPr>
          <a:xfrm>
            <a:off x="713250" y="1184862"/>
            <a:ext cx="7717500" cy="34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AutoNum type="arabicPeriod"/>
              <a:defRPr sz="1150"/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AutoNum type="alphaLcPeriod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AutoNum type="romanLcPeriod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AutoNum type="arabicPeriod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AutoNum type="alphaLcPeriod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AutoNum type="romanLcPeriod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AutoNum type="arabicPeriod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AutoNum type="alphaLcPeriod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200"/>
              <a:buFont typeface="Montserrat Medium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bg>
      <p:bgPr>
        <a:solidFill>
          <a:schemeClr val="accent1"/>
        </a:solidFill>
        <a:effectLst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-1700"/>
            <a:ext cx="9144000" cy="5149800"/>
          </a:xfrm>
          <a:prstGeom prst="homePlate">
            <a:avLst>
              <a:gd name="adj" fmla="val 133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subTitle" idx="1"/>
          </p:nvPr>
        </p:nvSpPr>
        <p:spPr>
          <a:xfrm>
            <a:off x="1322969" y="2813075"/>
            <a:ext cx="27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type="subTitle" idx="2"/>
          </p:nvPr>
        </p:nvSpPr>
        <p:spPr>
          <a:xfrm>
            <a:off x="5024131" y="2813075"/>
            <a:ext cx="27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subTitle" idx="3"/>
          </p:nvPr>
        </p:nvSpPr>
        <p:spPr>
          <a:xfrm>
            <a:off x="1322969" y="3233100"/>
            <a:ext cx="2796900" cy="14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subTitle" idx="4"/>
          </p:nvPr>
        </p:nvSpPr>
        <p:spPr>
          <a:xfrm>
            <a:off x="5025631" y="3233094"/>
            <a:ext cx="2793900" cy="14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title" idx="5" hasCustomPrompt="1"/>
          </p:nvPr>
        </p:nvSpPr>
        <p:spPr>
          <a:xfrm>
            <a:off x="2464086" y="1865376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29" name="Google Shape;29;p5"/>
          <p:cNvSpPr txBox="1"/>
          <p:nvPr>
            <p:ph type="title" idx="6" hasCustomPrompt="1"/>
          </p:nvPr>
        </p:nvSpPr>
        <p:spPr>
          <a:xfrm>
            <a:off x="6163212" y="1860426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713250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714675" y="421325"/>
            <a:ext cx="38589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type="subTitle" idx="1"/>
          </p:nvPr>
        </p:nvSpPr>
        <p:spPr>
          <a:xfrm>
            <a:off x="714675" y="2445774"/>
            <a:ext cx="3858900" cy="21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Char char="●"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 rot="5400000">
            <a:off x="2134325" y="-143550"/>
            <a:ext cx="4866300" cy="5149800"/>
          </a:xfrm>
          <a:prstGeom prst="homePlate">
            <a:avLst>
              <a:gd name="adj" fmla="val 163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2193775" y="1797800"/>
            <a:ext cx="4756500" cy="13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713225" y="44805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9"/>
          <p:cNvSpPr txBox="1"/>
          <p:nvPr>
            <p:ph type="subTitle" idx="1"/>
          </p:nvPr>
        </p:nvSpPr>
        <p:spPr>
          <a:xfrm>
            <a:off x="713225" y="1945371"/>
            <a:ext cx="3845400" cy="25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2"/>
        </a:solidFill>
        <a:effectLst/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120825" y="539500"/>
            <a:ext cx="3309900" cy="13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A68C8"/>
              </a:buClr>
              <a:buSzPts val="4000"/>
              <a:buFont typeface="Montserrat Black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1"/>
        </a:solidFill>
        <a:effectLst/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0" y="1516350"/>
            <a:ext cx="8430600" cy="2110800"/>
          </a:xfrm>
          <a:prstGeom prst="homePlate">
            <a:avLst>
              <a:gd name="adj" fmla="val 3564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713250" y="1694470"/>
            <a:ext cx="77175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subTitle" idx="1"/>
          </p:nvPr>
        </p:nvSpPr>
        <p:spPr>
          <a:xfrm>
            <a:off x="2179500" y="2921030"/>
            <a:ext cx="47850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_4_1_1_1_1_1">
    <p:bg>
      <p:bgPr>
        <a:solidFill>
          <a:schemeClr val="lt1"/>
        </a:solidFill>
        <a:effectLst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709625" y="1160390"/>
            <a:ext cx="34290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type="subTitle" idx="1"/>
          </p:nvPr>
        </p:nvSpPr>
        <p:spPr>
          <a:xfrm>
            <a:off x="713225" y="3043225"/>
            <a:ext cx="26340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_1">
    <p:bg>
      <p:bgPr>
        <a:solidFill>
          <a:schemeClr val="accent1"/>
        </a:solidFill>
        <a:effectLst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-1700"/>
            <a:ext cx="9144000" cy="5149800"/>
          </a:xfrm>
          <a:prstGeom prst="homePlate">
            <a:avLst>
              <a:gd name="adj" fmla="val 133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14"/>
          <p:cNvSpPr txBox="1"/>
          <p:nvPr>
            <p:ph type="title"/>
          </p:nvPr>
        </p:nvSpPr>
        <p:spPr>
          <a:xfrm>
            <a:off x="713225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ExtraBold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type="subTitle" idx="1"/>
          </p:nvPr>
        </p:nvSpPr>
        <p:spPr>
          <a:xfrm>
            <a:off x="712956" y="2816352"/>
            <a:ext cx="236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type="subTitle" idx="2"/>
          </p:nvPr>
        </p:nvSpPr>
        <p:spPr>
          <a:xfrm>
            <a:off x="3387494" y="2816352"/>
            <a:ext cx="236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type="subTitle" idx="3"/>
          </p:nvPr>
        </p:nvSpPr>
        <p:spPr>
          <a:xfrm>
            <a:off x="6061644" y="2816352"/>
            <a:ext cx="236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type="subTitle" idx="4"/>
          </p:nvPr>
        </p:nvSpPr>
        <p:spPr>
          <a:xfrm>
            <a:off x="713556" y="3230198"/>
            <a:ext cx="23682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subTitle" idx="5"/>
          </p:nvPr>
        </p:nvSpPr>
        <p:spPr>
          <a:xfrm>
            <a:off x="3388244" y="3230198"/>
            <a:ext cx="23682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subTitle" idx="6"/>
          </p:nvPr>
        </p:nvSpPr>
        <p:spPr>
          <a:xfrm>
            <a:off x="6061494" y="3230198"/>
            <a:ext cx="23682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type="title" idx="7" hasCustomPrompt="1"/>
          </p:nvPr>
        </p:nvSpPr>
        <p:spPr>
          <a:xfrm>
            <a:off x="1632473" y="1880227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4"/>
          <p:cNvSpPr txBox="1"/>
          <p:nvPr>
            <p:ph type="title" idx="8" hasCustomPrompt="1"/>
          </p:nvPr>
        </p:nvSpPr>
        <p:spPr>
          <a:xfrm>
            <a:off x="6982227" y="1878714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4"/>
          <p:cNvSpPr txBox="1"/>
          <p:nvPr>
            <p:ph type="title" idx="9" hasCustomPrompt="1"/>
          </p:nvPr>
        </p:nvSpPr>
        <p:spPr>
          <a:xfrm>
            <a:off x="4306998" y="1880227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_1_1">
    <p:bg>
      <p:bgPr>
        <a:solidFill>
          <a:schemeClr val="accent1"/>
        </a:solidFill>
        <a:effectLst/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-1700"/>
            <a:ext cx="9144000" cy="5149800"/>
          </a:xfrm>
          <a:prstGeom prst="homePlate">
            <a:avLst>
              <a:gd name="adj" fmla="val 133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713225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type="subTitle" idx="1"/>
          </p:nvPr>
        </p:nvSpPr>
        <p:spPr>
          <a:xfrm>
            <a:off x="709487" y="2812190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type="subTitle" idx="2"/>
          </p:nvPr>
        </p:nvSpPr>
        <p:spPr>
          <a:xfrm>
            <a:off x="2728437" y="2812190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type="subTitle" idx="3"/>
          </p:nvPr>
        </p:nvSpPr>
        <p:spPr>
          <a:xfrm>
            <a:off x="4755775" y="2812190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type="subTitle" idx="4"/>
          </p:nvPr>
        </p:nvSpPr>
        <p:spPr>
          <a:xfrm>
            <a:off x="6779175" y="2812190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type="subTitle" idx="5"/>
          </p:nvPr>
        </p:nvSpPr>
        <p:spPr>
          <a:xfrm>
            <a:off x="604788" y="3225975"/>
            <a:ext cx="18567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type="subTitle" idx="6"/>
          </p:nvPr>
        </p:nvSpPr>
        <p:spPr>
          <a:xfrm>
            <a:off x="2623738" y="3225975"/>
            <a:ext cx="18567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subTitle" idx="7"/>
          </p:nvPr>
        </p:nvSpPr>
        <p:spPr>
          <a:xfrm>
            <a:off x="4651125" y="3225975"/>
            <a:ext cx="18567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type="subTitle" idx="8"/>
          </p:nvPr>
        </p:nvSpPr>
        <p:spPr>
          <a:xfrm>
            <a:off x="6674475" y="3225975"/>
            <a:ext cx="18567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type="title" idx="9" hasCustomPrompt="1"/>
          </p:nvPr>
        </p:nvSpPr>
        <p:spPr>
          <a:xfrm>
            <a:off x="1272880" y="1864032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5"/>
          <p:cNvSpPr txBox="1"/>
          <p:nvPr>
            <p:ph type="title" idx="13" hasCustomPrompt="1"/>
          </p:nvPr>
        </p:nvSpPr>
        <p:spPr>
          <a:xfrm>
            <a:off x="5319184" y="1862518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5"/>
          <p:cNvSpPr txBox="1"/>
          <p:nvPr>
            <p:ph type="title" idx="14" hasCustomPrompt="1"/>
          </p:nvPr>
        </p:nvSpPr>
        <p:spPr>
          <a:xfrm>
            <a:off x="3296780" y="1864032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5"/>
          <p:cNvSpPr txBox="1"/>
          <p:nvPr>
            <p:ph type="title" idx="15" hasCustomPrompt="1"/>
          </p:nvPr>
        </p:nvSpPr>
        <p:spPr>
          <a:xfrm>
            <a:off x="7341583" y="1862518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4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CUSTOM_2">
    <p:bg>
      <p:bgPr>
        <a:solidFill>
          <a:schemeClr val="accent1"/>
        </a:solidFill>
        <a:effectLst/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-1700"/>
            <a:ext cx="9144000" cy="5149800"/>
          </a:xfrm>
          <a:prstGeom prst="homePlate">
            <a:avLst>
              <a:gd name="adj" fmla="val 133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713250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81" name="Google Shape;81;p16"/>
          <p:cNvSpPr txBox="1"/>
          <p:nvPr/>
        </p:nvSpPr>
        <p:spPr>
          <a:xfrm>
            <a:off x="1742693" y="1765200"/>
            <a:ext cx="28293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" name="Google Shape;82;p16"/>
          <p:cNvSpPr txBox="1"/>
          <p:nvPr>
            <p:ph type="subTitle" idx="1"/>
          </p:nvPr>
        </p:nvSpPr>
        <p:spPr>
          <a:xfrm>
            <a:off x="1978890" y="1779022"/>
            <a:ext cx="23793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type="subTitle" idx="2"/>
          </p:nvPr>
        </p:nvSpPr>
        <p:spPr>
          <a:xfrm>
            <a:off x="1978890" y="2182450"/>
            <a:ext cx="23793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/>
        </p:nvSpPr>
        <p:spPr>
          <a:xfrm>
            <a:off x="5601418" y="1765200"/>
            <a:ext cx="28293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" name="Google Shape;85;p16"/>
          <p:cNvSpPr txBox="1"/>
          <p:nvPr>
            <p:ph type="subTitle" idx="3"/>
          </p:nvPr>
        </p:nvSpPr>
        <p:spPr>
          <a:xfrm>
            <a:off x="5837615" y="1779022"/>
            <a:ext cx="23772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type="subTitle" idx="4"/>
          </p:nvPr>
        </p:nvSpPr>
        <p:spPr>
          <a:xfrm>
            <a:off x="5837615" y="2182447"/>
            <a:ext cx="23772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/>
        </p:nvSpPr>
        <p:spPr>
          <a:xfrm>
            <a:off x="1745068" y="3155942"/>
            <a:ext cx="28293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" name="Google Shape;88;p16"/>
          <p:cNvSpPr txBox="1"/>
          <p:nvPr>
            <p:ph type="subTitle" idx="5"/>
          </p:nvPr>
        </p:nvSpPr>
        <p:spPr>
          <a:xfrm>
            <a:off x="1981265" y="3162606"/>
            <a:ext cx="23793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type="subTitle" idx="6"/>
          </p:nvPr>
        </p:nvSpPr>
        <p:spPr>
          <a:xfrm>
            <a:off x="1981265" y="3566032"/>
            <a:ext cx="23793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/>
        </p:nvSpPr>
        <p:spPr>
          <a:xfrm>
            <a:off x="5603793" y="3155942"/>
            <a:ext cx="28293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6"/>
          <p:cNvSpPr txBox="1"/>
          <p:nvPr>
            <p:ph type="subTitle" idx="7"/>
          </p:nvPr>
        </p:nvSpPr>
        <p:spPr>
          <a:xfrm>
            <a:off x="5839610" y="3162608"/>
            <a:ext cx="23772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type="subTitle" idx="8"/>
          </p:nvPr>
        </p:nvSpPr>
        <p:spPr>
          <a:xfrm>
            <a:off x="5839610" y="3566033"/>
            <a:ext cx="23772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type="title" idx="9" hasCustomPrompt="1"/>
          </p:nvPr>
        </p:nvSpPr>
        <p:spPr>
          <a:xfrm>
            <a:off x="1097280" y="1844061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6"/>
          <p:cNvSpPr txBox="1"/>
          <p:nvPr>
            <p:ph type="title" idx="13" hasCustomPrompt="1"/>
          </p:nvPr>
        </p:nvSpPr>
        <p:spPr>
          <a:xfrm>
            <a:off x="4956048" y="1849011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6"/>
          <p:cNvSpPr txBox="1"/>
          <p:nvPr>
            <p:ph type="title" idx="14" hasCustomPrompt="1"/>
          </p:nvPr>
        </p:nvSpPr>
        <p:spPr>
          <a:xfrm>
            <a:off x="1097280" y="3233949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6"/>
          <p:cNvSpPr txBox="1"/>
          <p:nvPr>
            <p:ph type="title" idx="15" hasCustomPrompt="1"/>
          </p:nvPr>
        </p:nvSpPr>
        <p:spPr>
          <a:xfrm>
            <a:off x="4956048" y="3233949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 sz="3200" b="0"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Montserrat Black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5_1_1_1">
    <p:bg>
      <p:bgPr>
        <a:solidFill>
          <a:schemeClr val="accent1"/>
        </a:solidFill>
        <a:effectLst/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0" y="-1700"/>
            <a:ext cx="9144000" cy="5149800"/>
          </a:xfrm>
          <a:prstGeom prst="homePlate">
            <a:avLst>
              <a:gd name="adj" fmla="val 133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17"/>
          <p:cNvSpPr txBox="1"/>
          <p:nvPr>
            <p:ph type="title"/>
          </p:nvPr>
        </p:nvSpPr>
        <p:spPr>
          <a:xfrm>
            <a:off x="713225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type="subTitle" idx="1"/>
          </p:nvPr>
        </p:nvSpPr>
        <p:spPr>
          <a:xfrm>
            <a:off x="713487" y="2962488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type="subTitle" idx="2"/>
          </p:nvPr>
        </p:nvSpPr>
        <p:spPr>
          <a:xfrm>
            <a:off x="2733352" y="2962488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type="subTitle" idx="3"/>
          </p:nvPr>
        </p:nvSpPr>
        <p:spPr>
          <a:xfrm>
            <a:off x="4760694" y="2962488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type="subTitle" idx="4"/>
          </p:nvPr>
        </p:nvSpPr>
        <p:spPr>
          <a:xfrm>
            <a:off x="6783175" y="2962488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type="subTitle" idx="5"/>
          </p:nvPr>
        </p:nvSpPr>
        <p:spPr>
          <a:xfrm>
            <a:off x="714237" y="3381247"/>
            <a:ext cx="1645800" cy="11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type="subTitle" idx="6"/>
          </p:nvPr>
        </p:nvSpPr>
        <p:spPr>
          <a:xfrm>
            <a:off x="2734102" y="3381247"/>
            <a:ext cx="1645800" cy="11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type="subTitle" idx="7"/>
          </p:nvPr>
        </p:nvSpPr>
        <p:spPr>
          <a:xfrm>
            <a:off x="4761444" y="3381247"/>
            <a:ext cx="1645800" cy="11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type="subTitle" idx="8"/>
          </p:nvPr>
        </p:nvSpPr>
        <p:spPr>
          <a:xfrm>
            <a:off x="6783925" y="3381247"/>
            <a:ext cx="1645800" cy="11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_1_2">
    <p:bg>
      <p:bgPr>
        <a:solidFill>
          <a:schemeClr val="accent1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0" y="-1700"/>
            <a:ext cx="9144000" cy="5149800"/>
          </a:xfrm>
          <a:prstGeom prst="homePlate">
            <a:avLst>
              <a:gd name="adj" fmla="val 133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1897350" y="448056"/>
            <a:ext cx="534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type="subTitle" idx="1"/>
          </p:nvPr>
        </p:nvSpPr>
        <p:spPr>
          <a:xfrm>
            <a:off x="1212425" y="3572627"/>
            <a:ext cx="1644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type="subTitle" idx="2"/>
          </p:nvPr>
        </p:nvSpPr>
        <p:spPr>
          <a:xfrm>
            <a:off x="3750104" y="3572624"/>
            <a:ext cx="1644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type="subTitle" idx="3"/>
          </p:nvPr>
        </p:nvSpPr>
        <p:spPr>
          <a:xfrm>
            <a:off x="6287575" y="3572624"/>
            <a:ext cx="1644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type="subTitle" idx="4"/>
          </p:nvPr>
        </p:nvSpPr>
        <p:spPr>
          <a:xfrm>
            <a:off x="1212425" y="1741650"/>
            <a:ext cx="1644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type="subTitle" idx="5"/>
          </p:nvPr>
        </p:nvSpPr>
        <p:spPr>
          <a:xfrm>
            <a:off x="3750000" y="1741650"/>
            <a:ext cx="1644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type="subTitle" idx="6"/>
          </p:nvPr>
        </p:nvSpPr>
        <p:spPr>
          <a:xfrm>
            <a:off x="6287575" y="1741650"/>
            <a:ext cx="1644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type="subTitle" idx="7"/>
          </p:nvPr>
        </p:nvSpPr>
        <p:spPr>
          <a:xfrm>
            <a:off x="1212850" y="2164923"/>
            <a:ext cx="16434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type="subTitle" idx="8"/>
          </p:nvPr>
        </p:nvSpPr>
        <p:spPr>
          <a:xfrm>
            <a:off x="3750520" y="2164925"/>
            <a:ext cx="16434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type="subTitle" idx="9"/>
          </p:nvPr>
        </p:nvSpPr>
        <p:spPr>
          <a:xfrm>
            <a:off x="6287991" y="2164925"/>
            <a:ext cx="16431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type="subTitle" idx="13"/>
          </p:nvPr>
        </p:nvSpPr>
        <p:spPr>
          <a:xfrm>
            <a:off x="1212841" y="3992200"/>
            <a:ext cx="16434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type="subTitle" idx="14"/>
          </p:nvPr>
        </p:nvSpPr>
        <p:spPr>
          <a:xfrm>
            <a:off x="3750520" y="3992197"/>
            <a:ext cx="16434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type="subTitle" idx="15"/>
          </p:nvPr>
        </p:nvSpPr>
        <p:spPr>
          <a:xfrm>
            <a:off x="6287991" y="3992197"/>
            <a:ext cx="16431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bg>
      <p:bgPr>
        <a:solidFill>
          <a:schemeClr val="lt1"/>
        </a:solidFill>
        <a:effectLst/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4572000" y="1538700"/>
            <a:ext cx="3858900" cy="10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Montserrat Black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type="subTitle" idx="1"/>
          </p:nvPr>
        </p:nvSpPr>
        <p:spPr>
          <a:xfrm>
            <a:off x="5077550" y="2571600"/>
            <a:ext cx="3353400" cy="123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_4_1_1_1_2">
    <p:bg>
      <p:bgPr>
        <a:solidFill>
          <a:schemeClr val="accent1"/>
        </a:solidFill>
        <a:effectLst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 rot="5400000">
            <a:off x="2134325" y="-143550"/>
            <a:ext cx="4866300" cy="5149800"/>
          </a:xfrm>
          <a:prstGeom prst="homePlate">
            <a:avLst>
              <a:gd name="adj" fmla="val 163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20"/>
          <p:cNvSpPr txBox="1"/>
          <p:nvPr>
            <p:ph type="title" hasCustomPrompt="1"/>
          </p:nvPr>
        </p:nvSpPr>
        <p:spPr>
          <a:xfrm>
            <a:off x="2012132" y="539500"/>
            <a:ext cx="51198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129" name="Google Shape;129;p20"/>
          <p:cNvSpPr txBox="1"/>
          <p:nvPr>
            <p:ph type="subTitle" idx="1"/>
          </p:nvPr>
        </p:nvSpPr>
        <p:spPr>
          <a:xfrm>
            <a:off x="2012000" y="1291297"/>
            <a:ext cx="51198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type="title" idx="2" hasCustomPrompt="1"/>
          </p:nvPr>
        </p:nvSpPr>
        <p:spPr>
          <a:xfrm>
            <a:off x="2012132" y="1767241"/>
            <a:ext cx="51198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20"/>
          <p:cNvSpPr txBox="1"/>
          <p:nvPr>
            <p:ph type="subTitle" idx="3"/>
          </p:nvPr>
        </p:nvSpPr>
        <p:spPr>
          <a:xfrm>
            <a:off x="2012000" y="2517848"/>
            <a:ext cx="51198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type="title" idx="4" hasCustomPrompt="1"/>
          </p:nvPr>
        </p:nvSpPr>
        <p:spPr>
          <a:xfrm>
            <a:off x="2012042" y="2959856"/>
            <a:ext cx="51198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 sz="4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20"/>
          <p:cNvSpPr txBox="1"/>
          <p:nvPr>
            <p:ph type="subTitle" idx="5"/>
          </p:nvPr>
        </p:nvSpPr>
        <p:spPr>
          <a:xfrm>
            <a:off x="2012000" y="3711650"/>
            <a:ext cx="51198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Roboto" panose="020000000000000000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MAIN_POINT_1">
    <p:bg>
      <p:bgPr>
        <a:solidFill>
          <a:schemeClr val="accent1"/>
        </a:solidFill>
        <a:effectLst/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 rot="5400000">
            <a:off x="2134325" y="-143550"/>
            <a:ext cx="4866300" cy="5149800"/>
          </a:xfrm>
          <a:prstGeom prst="homePlate">
            <a:avLst>
              <a:gd name="adj" fmla="val 163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21"/>
          <p:cNvSpPr txBox="1"/>
          <p:nvPr>
            <p:ph type="subTitle" idx="1"/>
          </p:nvPr>
        </p:nvSpPr>
        <p:spPr>
          <a:xfrm>
            <a:off x="2638025" y="3374136"/>
            <a:ext cx="3858900" cy="8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2255975" y="1340325"/>
            <a:ext cx="4647000" cy="194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ONLY_1_1_1">
    <p:bg>
      <p:bgPr>
        <a:solidFill>
          <a:schemeClr val="accent1"/>
        </a:solidFill>
        <a:effectLst/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0" y="-1700"/>
            <a:ext cx="9144000" cy="5149800"/>
          </a:xfrm>
          <a:prstGeom prst="homePlate">
            <a:avLst>
              <a:gd name="adj" fmla="val 133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713025" y="448050"/>
            <a:ext cx="776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type="subTitle" idx="1"/>
          </p:nvPr>
        </p:nvSpPr>
        <p:spPr>
          <a:xfrm>
            <a:off x="711650" y="2618151"/>
            <a:ext cx="23955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ONLY_1_1_1_2">
    <p:bg>
      <p:bgPr>
        <a:solidFill>
          <a:schemeClr val="accent1"/>
        </a:solidFill>
        <a:effectLst/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 flipH="1">
            <a:off x="0" y="-1700"/>
            <a:ext cx="9144000" cy="5149800"/>
          </a:xfrm>
          <a:prstGeom prst="homePlate">
            <a:avLst>
              <a:gd name="adj" fmla="val 133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23"/>
          <p:cNvSpPr txBox="1"/>
          <p:nvPr>
            <p:ph type="title"/>
          </p:nvPr>
        </p:nvSpPr>
        <p:spPr>
          <a:xfrm>
            <a:off x="713225" y="448050"/>
            <a:ext cx="77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type="subTitle" idx="1"/>
          </p:nvPr>
        </p:nvSpPr>
        <p:spPr>
          <a:xfrm>
            <a:off x="6020225" y="2618229"/>
            <a:ext cx="24105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8">
    <p:bg>
      <p:bgPr>
        <a:solidFill>
          <a:schemeClr val="accent1"/>
        </a:solid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/>
          <p:nvPr/>
        </p:nvSpPr>
        <p:spPr>
          <a:xfrm flipH="1">
            <a:off x="7431525" y="809450"/>
            <a:ext cx="1012500" cy="819600"/>
          </a:xfrm>
          <a:prstGeom prst="homePlate">
            <a:avLst>
              <a:gd name="adj" fmla="val 3191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48" name="Google Shape;148;p24"/>
          <p:cNvSpPr txBox="1"/>
          <p:nvPr>
            <p:ph type="title"/>
          </p:nvPr>
        </p:nvSpPr>
        <p:spPr>
          <a:xfrm>
            <a:off x="5000000" y="1697400"/>
            <a:ext cx="3430800" cy="10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BA68C8"/>
              </a:buClr>
              <a:buSzPts val="3600"/>
              <a:buFont typeface="Montserrat ExtraBold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49" name="Google Shape;149;p24"/>
          <p:cNvSpPr txBox="1"/>
          <p:nvPr>
            <p:ph type="subTitle" idx="1"/>
          </p:nvPr>
        </p:nvSpPr>
        <p:spPr>
          <a:xfrm>
            <a:off x="5920325" y="2591725"/>
            <a:ext cx="25104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Roboto" panose="02000000000000000000"/>
              <a:buNone/>
              <a:defRPr sz="1400"/>
            </a:lvl1pPr>
            <a:lvl2pPr lvl="1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type="title" idx="2" hasCustomPrompt="1"/>
          </p:nvPr>
        </p:nvSpPr>
        <p:spPr>
          <a:xfrm>
            <a:off x="7501925" y="892600"/>
            <a:ext cx="9288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Montserrat ExtraBold"/>
              <a:buNone/>
              <a:defRPr sz="3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t>xx%</a:t>
            </a:r>
          </a:p>
        </p:txBody>
      </p:sp>
      <p:sp>
        <p:nvSpPr>
          <p:cNvPr id="151" name="Google Shape;151;p24"/>
          <p:cNvSpPr/>
          <p:nvPr/>
        </p:nvSpPr>
        <p:spPr>
          <a:xfrm rot="10800000" flipH="1">
            <a:off x="0" y="-1700"/>
            <a:ext cx="4582500" cy="5149800"/>
          </a:xfrm>
          <a:prstGeom prst="homePlate">
            <a:avLst>
              <a:gd name="adj" fmla="val 163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720400" y="707100"/>
            <a:ext cx="3858900" cy="6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Montserrat ExtraBold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type="subTitle" idx="1"/>
          </p:nvPr>
        </p:nvSpPr>
        <p:spPr>
          <a:xfrm>
            <a:off x="720400" y="1480950"/>
            <a:ext cx="26331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/>
        </p:nvSpPr>
        <p:spPr>
          <a:xfrm>
            <a:off x="720400" y="3357050"/>
            <a:ext cx="30000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This presentation template was created by </a:t>
            </a:r>
            <a:r>
              <a:rPr lang="en-GB" sz="1100" b="1">
                <a:solidFill>
                  <a:schemeClr val="dk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2"/>
              </a:rPr>
              <a:t>Slidesgo</a:t>
            </a:r>
            <a:r>
              <a:rPr lang="en-GB" sz="11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including icons by</a:t>
            </a:r>
            <a:r>
              <a:rPr lang="en-GB" sz="1100" b="1" u="sng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GB" sz="1100" b="1">
                <a:solidFill>
                  <a:schemeClr val="dk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3"/>
              </a:rPr>
              <a:t>Flaticon</a:t>
            </a:r>
            <a:r>
              <a:rPr lang="en-GB" sz="11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and infographics &amp; images by </a:t>
            </a:r>
            <a:r>
              <a:rPr lang="en-GB" sz="1100" b="1">
                <a:solidFill>
                  <a:schemeClr val="dk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4"/>
              </a:rPr>
              <a:t>Freepik</a:t>
            </a:r>
            <a:r>
              <a:rPr lang="en-GB" sz="11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and illustrations by </a:t>
            </a:r>
            <a:r>
              <a:rPr lang="en-GB" sz="1100" b="1">
                <a:solidFill>
                  <a:schemeClr val="hlink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5"/>
              </a:rPr>
              <a:t>Stories</a:t>
            </a:r>
            <a:endParaRPr sz="11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2_1">
    <p:bg>
      <p:bgPr>
        <a:solidFill>
          <a:schemeClr val="lt1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713250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58" name="Google Shape;158;p26"/>
          <p:cNvSpPr txBox="1"/>
          <p:nvPr>
            <p:ph type="subTitle" idx="1"/>
          </p:nvPr>
        </p:nvSpPr>
        <p:spPr>
          <a:xfrm>
            <a:off x="722376" y="1280160"/>
            <a:ext cx="7717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type="subTitle" idx="2"/>
          </p:nvPr>
        </p:nvSpPr>
        <p:spPr>
          <a:xfrm>
            <a:off x="703400" y="4096512"/>
            <a:ext cx="23043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type="subTitle" idx="3"/>
          </p:nvPr>
        </p:nvSpPr>
        <p:spPr>
          <a:xfrm>
            <a:off x="3418544" y="4096512"/>
            <a:ext cx="23043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type="subTitle" idx="4"/>
          </p:nvPr>
        </p:nvSpPr>
        <p:spPr>
          <a:xfrm>
            <a:off x="6133675" y="4096512"/>
            <a:ext cx="23043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6_2_2">
    <p:bg>
      <p:bgPr>
        <a:solidFill>
          <a:schemeClr val="lt1"/>
        </a:solidFill>
        <a:effectLst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722625" y="448056"/>
            <a:ext cx="385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type="subTitle" idx="1"/>
          </p:nvPr>
        </p:nvSpPr>
        <p:spPr>
          <a:xfrm>
            <a:off x="5024125" y="1674047"/>
            <a:ext cx="3406500" cy="30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Medium" panose="02000000000000000000"/>
              <a:buChar char="●"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○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■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●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○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■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●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○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Roboto Medium" panose="02000000000000000000"/>
              <a:buChar char="■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9pPr>
          </a:lstStyle>
          <a:p/>
        </p:txBody>
      </p:sp>
      <p:sp>
        <p:nvSpPr>
          <p:cNvPr id="165" name="Google Shape;165;p27"/>
          <p:cNvSpPr txBox="1"/>
          <p:nvPr>
            <p:ph type="subTitle" idx="2"/>
          </p:nvPr>
        </p:nvSpPr>
        <p:spPr>
          <a:xfrm>
            <a:off x="713225" y="1674047"/>
            <a:ext cx="3406500" cy="30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Medium" panose="02000000000000000000"/>
              <a:buChar char="●"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○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■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●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○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■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●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Roboto Medium" panose="02000000000000000000"/>
              <a:buChar char="○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Roboto Medium" panose="02000000000000000000"/>
              <a:buChar char="■"/>
              <a:defRPr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type="subTitle" idx="3"/>
          </p:nvPr>
        </p:nvSpPr>
        <p:spPr>
          <a:xfrm>
            <a:off x="722625" y="1435725"/>
            <a:ext cx="1607400" cy="34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9pPr>
          </a:lstStyle>
          <a:p/>
        </p:txBody>
      </p:sp>
      <p:sp>
        <p:nvSpPr>
          <p:cNvPr id="167" name="Google Shape;167;p27"/>
          <p:cNvSpPr txBox="1"/>
          <p:nvPr>
            <p:ph type="subTitle" idx="4"/>
          </p:nvPr>
        </p:nvSpPr>
        <p:spPr>
          <a:xfrm>
            <a:off x="5021300" y="1437510"/>
            <a:ext cx="16074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Roboto Medium" panose="02000000000000000000"/>
              <a:buNone/>
              <a:defRPr sz="16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defRPr>
            </a:lvl9pPr>
          </a:lstStyle>
          <a:p/>
        </p:txBody>
      </p:sp>
      <p:sp>
        <p:nvSpPr>
          <p:cNvPr id="168" name="Google Shape;168;p27"/>
          <p:cNvSpPr/>
          <p:nvPr/>
        </p:nvSpPr>
        <p:spPr>
          <a:xfrm rot="10800000">
            <a:off x="4044350" y="-1700"/>
            <a:ext cx="5112900" cy="5149800"/>
          </a:xfrm>
          <a:prstGeom prst="homePlate">
            <a:avLst>
              <a:gd name="adj" fmla="val 1639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accent1"/>
        </a:soli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/>
          <p:nvPr/>
        </p:nvSpPr>
        <p:spPr>
          <a:xfrm rot="10800000">
            <a:off x="4574750" y="-1700"/>
            <a:ext cx="4582500" cy="5149800"/>
          </a:xfrm>
          <a:prstGeom prst="homePlate">
            <a:avLst>
              <a:gd name="adj" fmla="val 163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jpeg"/><Relationship Id="rId7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jpeg"/><Relationship Id="rId4" Type="http://schemas.openxmlformats.org/officeDocument/2006/relationships/image" Target="../media/image7.svg"/><Relationship Id="rId3" Type="http://schemas.openxmlformats.org/officeDocument/2006/relationships/image" Target="../media/image6.jpeg"/><Relationship Id="rId2" Type="http://schemas.openxmlformats.org/officeDocument/2006/relationships/image" Target="../media/image5.sv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7.xml"/><Relationship Id="rId11" Type="http://schemas.openxmlformats.org/officeDocument/2006/relationships/image" Target="../media/image14.svg"/><Relationship Id="rId10" Type="http://schemas.openxmlformats.org/officeDocument/2006/relationships/image" Target="../media/image13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Google Shape;291;p1"/>
          <p:cNvPicPr preferRelativeResize="0"/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0" y="0"/>
            <a:ext cx="2804795" cy="13188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22" name="Google Shape;292;p1"/>
          <p:cNvPicPr preferRelativeResize="0"/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7615555" y="-635"/>
            <a:ext cx="1528445" cy="1318895"/>
          </a:xfrm>
          <a:prstGeom prst="rect">
            <a:avLst/>
          </a:prstGeom>
          <a:noFill/>
          <a:ln>
            <a:solidFill>
              <a:srgbClr val="61D095"/>
            </a:solidFill>
          </a:ln>
        </p:spPr>
      </p:pic>
      <p:sp>
        <p:nvSpPr>
          <p:cNvPr id="23" name="Text Box 22"/>
          <p:cNvSpPr txBox="1"/>
          <p:nvPr/>
        </p:nvSpPr>
        <p:spPr>
          <a:xfrm>
            <a:off x="2397760" y="1892300"/>
            <a:ext cx="4348480" cy="137287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tx1"/>
                </a:solidFill>
                <a:latin typeface="Algerian" panose="04020705040A02060702" charset="0"/>
                <a:cs typeface="Algerian" panose="04020705040A02060702" charset="0"/>
                <a:sym typeface="+mn-ea"/>
              </a:rPr>
              <a:t>Content Marketing </a:t>
            </a:r>
            <a:endParaRPr lang="en-US" sz="2400" b="1">
              <a:solidFill>
                <a:schemeClr val="tx1"/>
              </a:solidFill>
              <a:latin typeface="Algerian" panose="04020705040A02060702" charset="0"/>
              <a:cs typeface="Algerian" panose="04020705040A02060702" charset="0"/>
              <a:sym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50" dirty="0" smtClean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  <a:sym typeface="+mn-ea"/>
              </a:rPr>
              <a:t>In </a:t>
            </a:r>
            <a:endParaRPr lang="en-US" sz="2400" b="1" spc="50" dirty="0" smtClean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charset="0"/>
              <a:cs typeface="Algerian" panose="04020705040A02060702" charset="0"/>
              <a:sym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50" dirty="0" smtClean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charset="0"/>
                <a:cs typeface="Algerian" panose="04020705040A02060702" charset="0"/>
                <a:sym typeface="+mn-ea"/>
              </a:rPr>
              <a:t>Digital Marketing</a:t>
            </a:r>
            <a:endParaRPr lang="en-US" sz="2400" b="1" spc="50" dirty="0" smtClean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  <p:sp>
        <p:nvSpPr>
          <p:cNvPr id="24" name="Content Placeholder 17"/>
          <p:cNvSpPr>
            <a:spLocks noGrp="1"/>
          </p:cNvSpPr>
          <p:nvPr/>
        </p:nvSpPr>
        <p:spPr>
          <a:xfrm>
            <a:off x="3262630" y="4054475"/>
            <a:ext cx="2618740" cy="933450"/>
          </a:xfrm>
          <a:prstGeom prst="rect">
            <a:avLst/>
          </a:prstGeom>
          <a:ln>
            <a:solidFill>
              <a:srgbClr val="61D095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14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14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Apurva Jain </a:t>
            </a:r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(ET23MTCA019)</a:t>
            </a:r>
            <a:endPara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Sakshi Patel (</a:t>
            </a:r>
            <a:r>
              <a:rPr 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ET23MTCA042</a:t>
            </a:r>
            <a:r>
              <a:rPr lang="en-US" sz="1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Google Shape;293;p1"/>
          <p:cNvSpPr txBox="1"/>
          <p:nvPr/>
        </p:nvSpPr>
        <p:spPr>
          <a:xfrm>
            <a:off x="2245360" y="12700"/>
            <a:ext cx="5370195" cy="164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6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Sarvajanik</a:t>
            </a:r>
            <a:r>
              <a:rPr 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 </a:t>
            </a:r>
            <a:r>
              <a:rPr lang="en-US" sz="1600" b="1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 Education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Society</a:t>
            </a:r>
            <a:b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</a:b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       </a:t>
            </a:r>
            <a:r>
              <a:rPr lang="en-US" sz="1600" b="1" i="0" u="none" strike="noStrike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Sarvajanik</a:t>
            </a:r>
            <a:r>
              <a:rPr lang="en-US" sz="1600" b="1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 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College of Engineering &amp; Technology, </a:t>
            </a:r>
            <a:r>
              <a:rPr lang="en-US" sz="1600" b="1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 </a:t>
            </a:r>
            <a:r>
              <a:rPr lang="en-US" sz="1600" b="1" i="0" u="none" strike="noStrike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Surat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.</a:t>
            </a:r>
            <a:b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</a:b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Master of Computer Applications </a:t>
            </a:r>
            <a:b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</a:b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Academic Year: 2024– </a:t>
            </a:r>
            <a:r>
              <a:rPr 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25</a:t>
            </a:r>
            <a:endParaRPr lang="en-US" sz="1600" b="1" dirty="0" smtClean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20320" y="618490"/>
            <a:ext cx="5551805" cy="3387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Content </a:t>
            </a:r>
            <a:br>
              <a:rPr lang="en-US" altLang="en-GB"/>
            </a:br>
            <a:r>
              <a:rPr lang="en-US" altLang="en-GB"/>
              <a:t>Marketing</a:t>
            </a:r>
            <a:br>
              <a:rPr lang="en-US" altLang="en-GB"/>
            </a:br>
            <a:r>
              <a:rPr lang="en-US" altLang="en-GB"/>
              <a:t>IN</a:t>
            </a:r>
            <a:br>
              <a:rPr lang="en-US" altLang="en-GB"/>
            </a:br>
            <a:r>
              <a:rPr lang="en-US" altLang="en-GB"/>
              <a:t>Digital </a:t>
            </a:r>
            <a:br>
              <a:rPr lang="en-US" altLang="en-GB"/>
            </a:br>
            <a:r>
              <a:rPr lang="en-US" altLang="en-GB"/>
              <a:t>Marketing</a:t>
            </a:r>
            <a:endParaRPr lang="en-US" altLang="en-GB"/>
          </a:p>
        </p:txBody>
      </p:sp>
      <p:grpSp>
        <p:nvGrpSpPr>
          <p:cNvPr id="181" name="Google Shape;181;p31"/>
          <p:cNvGrpSpPr/>
          <p:nvPr/>
        </p:nvGrpSpPr>
        <p:grpSpPr>
          <a:xfrm>
            <a:off x="5176643" y="815392"/>
            <a:ext cx="3254079" cy="3414617"/>
            <a:chOff x="1313775" y="238125"/>
            <a:chExt cx="4992450" cy="5238750"/>
          </a:xfrm>
        </p:grpSpPr>
        <p:sp>
          <p:nvSpPr>
            <p:cNvPr id="182" name="Google Shape;182;p31"/>
            <p:cNvSpPr/>
            <p:nvPr/>
          </p:nvSpPr>
          <p:spPr>
            <a:xfrm>
              <a:off x="1456675" y="1987350"/>
              <a:ext cx="712850" cy="713750"/>
            </a:xfrm>
            <a:custGeom>
              <a:avLst/>
              <a:gdLst/>
              <a:ahLst/>
              <a:cxnLst/>
              <a:rect l="l" t="t" r="r" b="b"/>
              <a:pathLst>
                <a:path w="28514" h="28550" extrusionOk="0">
                  <a:moveTo>
                    <a:pt x="14168" y="1"/>
                  </a:moveTo>
                  <a:lnTo>
                    <a:pt x="13484" y="37"/>
                  </a:lnTo>
                  <a:lnTo>
                    <a:pt x="12765" y="109"/>
                  </a:lnTo>
                  <a:lnTo>
                    <a:pt x="12082" y="181"/>
                  </a:lnTo>
                  <a:lnTo>
                    <a:pt x="11363" y="324"/>
                  </a:lnTo>
                  <a:lnTo>
                    <a:pt x="10680" y="468"/>
                  </a:lnTo>
                  <a:lnTo>
                    <a:pt x="9997" y="684"/>
                  </a:lnTo>
                  <a:lnTo>
                    <a:pt x="9278" y="900"/>
                  </a:lnTo>
                  <a:lnTo>
                    <a:pt x="8594" y="1187"/>
                  </a:lnTo>
                  <a:lnTo>
                    <a:pt x="7947" y="1511"/>
                  </a:lnTo>
                  <a:lnTo>
                    <a:pt x="7300" y="1835"/>
                  </a:lnTo>
                  <a:lnTo>
                    <a:pt x="6689" y="2194"/>
                  </a:lnTo>
                  <a:lnTo>
                    <a:pt x="6113" y="2590"/>
                  </a:lnTo>
                  <a:lnTo>
                    <a:pt x="5538" y="2985"/>
                  </a:lnTo>
                  <a:lnTo>
                    <a:pt x="4999" y="3453"/>
                  </a:lnTo>
                  <a:lnTo>
                    <a:pt x="4459" y="3920"/>
                  </a:lnTo>
                  <a:lnTo>
                    <a:pt x="3992" y="4387"/>
                  </a:lnTo>
                  <a:lnTo>
                    <a:pt x="3525" y="4891"/>
                  </a:lnTo>
                  <a:lnTo>
                    <a:pt x="3093" y="5430"/>
                  </a:lnTo>
                  <a:lnTo>
                    <a:pt x="2662" y="5970"/>
                  </a:lnTo>
                  <a:lnTo>
                    <a:pt x="2266" y="6545"/>
                  </a:lnTo>
                  <a:lnTo>
                    <a:pt x="1907" y="7120"/>
                  </a:lnTo>
                  <a:lnTo>
                    <a:pt x="1583" y="7731"/>
                  </a:lnTo>
                  <a:lnTo>
                    <a:pt x="1295" y="8343"/>
                  </a:lnTo>
                  <a:lnTo>
                    <a:pt x="1008" y="8990"/>
                  </a:lnTo>
                  <a:lnTo>
                    <a:pt x="792" y="9637"/>
                  </a:lnTo>
                  <a:lnTo>
                    <a:pt x="576" y="10284"/>
                  </a:lnTo>
                  <a:lnTo>
                    <a:pt x="396" y="10931"/>
                  </a:lnTo>
                  <a:lnTo>
                    <a:pt x="253" y="11615"/>
                  </a:lnTo>
                  <a:lnTo>
                    <a:pt x="145" y="12298"/>
                  </a:lnTo>
                  <a:lnTo>
                    <a:pt x="73" y="12981"/>
                  </a:lnTo>
                  <a:lnTo>
                    <a:pt x="1" y="13664"/>
                  </a:lnTo>
                  <a:lnTo>
                    <a:pt x="1" y="14347"/>
                  </a:lnTo>
                  <a:lnTo>
                    <a:pt x="1" y="15066"/>
                  </a:lnTo>
                  <a:lnTo>
                    <a:pt x="73" y="15749"/>
                  </a:lnTo>
                  <a:lnTo>
                    <a:pt x="181" y="16469"/>
                  </a:lnTo>
                  <a:lnTo>
                    <a:pt x="289" y="17152"/>
                  </a:lnTo>
                  <a:lnTo>
                    <a:pt x="468" y="17871"/>
                  </a:lnTo>
                  <a:lnTo>
                    <a:pt x="648" y="18554"/>
                  </a:lnTo>
                  <a:lnTo>
                    <a:pt x="900" y="19273"/>
                  </a:lnTo>
                  <a:lnTo>
                    <a:pt x="1152" y="19956"/>
                  </a:lnTo>
                  <a:lnTo>
                    <a:pt x="1475" y="20603"/>
                  </a:lnTo>
                  <a:lnTo>
                    <a:pt x="1799" y="21251"/>
                  </a:lnTo>
                  <a:lnTo>
                    <a:pt x="2158" y="21862"/>
                  </a:lnTo>
                  <a:lnTo>
                    <a:pt x="2554" y="22437"/>
                  </a:lnTo>
                  <a:lnTo>
                    <a:pt x="2985" y="23013"/>
                  </a:lnTo>
                  <a:lnTo>
                    <a:pt x="3417" y="23552"/>
                  </a:lnTo>
                  <a:lnTo>
                    <a:pt x="3884" y="24055"/>
                  </a:lnTo>
                  <a:lnTo>
                    <a:pt x="4352" y="24559"/>
                  </a:lnTo>
                  <a:lnTo>
                    <a:pt x="4891" y="25026"/>
                  </a:lnTo>
                  <a:lnTo>
                    <a:pt x="5394" y="25458"/>
                  </a:lnTo>
                  <a:lnTo>
                    <a:pt x="5970" y="25889"/>
                  </a:lnTo>
                  <a:lnTo>
                    <a:pt x="6509" y="26249"/>
                  </a:lnTo>
                  <a:lnTo>
                    <a:pt x="7120" y="26608"/>
                  </a:lnTo>
                  <a:lnTo>
                    <a:pt x="7695" y="26968"/>
                  </a:lnTo>
                  <a:lnTo>
                    <a:pt x="8307" y="27255"/>
                  </a:lnTo>
                  <a:lnTo>
                    <a:pt x="8954" y="27507"/>
                  </a:lnTo>
                  <a:lnTo>
                    <a:pt x="9601" y="27759"/>
                  </a:lnTo>
                  <a:lnTo>
                    <a:pt x="10248" y="27974"/>
                  </a:lnTo>
                  <a:lnTo>
                    <a:pt x="10896" y="28154"/>
                  </a:lnTo>
                  <a:lnTo>
                    <a:pt x="11579" y="28298"/>
                  </a:lnTo>
                  <a:lnTo>
                    <a:pt x="12262" y="28406"/>
                  </a:lnTo>
                  <a:lnTo>
                    <a:pt x="12945" y="28478"/>
                  </a:lnTo>
                  <a:lnTo>
                    <a:pt x="13628" y="28550"/>
                  </a:lnTo>
                  <a:lnTo>
                    <a:pt x="14347" y="28550"/>
                  </a:lnTo>
                  <a:lnTo>
                    <a:pt x="15030" y="28514"/>
                  </a:lnTo>
                  <a:lnTo>
                    <a:pt x="15714" y="28478"/>
                  </a:lnTo>
                  <a:lnTo>
                    <a:pt x="16433" y="28370"/>
                  </a:lnTo>
                  <a:lnTo>
                    <a:pt x="17116" y="28262"/>
                  </a:lnTo>
                  <a:lnTo>
                    <a:pt x="17835" y="28082"/>
                  </a:lnTo>
                  <a:lnTo>
                    <a:pt x="18518" y="27903"/>
                  </a:lnTo>
                  <a:lnTo>
                    <a:pt x="19237" y="27651"/>
                  </a:lnTo>
                  <a:lnTo>
                    <a:pt x="19920" y="27363"/>
                  </a:lnTo>
                  <a:lnTo>
                    <a:pt x="20568" y="27076"/>
                  </a:lnTo>
                  <a:lnTo>
                    <a:pt x="21215" y="26752"/>
                  </a:lnTo>
                  <a:lnTo>
                    <a:pt x="21826" y="26392"/>
                  </a:lnTo>
                  <a:lnTo>
                    <a:pt x="22437" y="25997"/>
                  </a:lnTo>
                  <a:lnTo>
                    <a:pt x="22977" y="25565"/>
                  </a:lnTo>
                  <a:lnTo>
                    <a:pt x="23516" y="25134"/>
                  </a:lnTo>
                  <a:lnTo>
                    <a:pt x="24055" y="24666"/>
                  </a:lnTo>
                  <a:lnTo>
                    <a:pt x="24559" y="24163"/>
                  </a:lnTo>
                  <a:lnTo>
                    <a:pt x="25026" y="23660"/>
                  </a:lnTo>
                  <a:lnTo>
                    <a:pt x="25458" y="23120"/>
                  </a:lnTo>
                  <a:lnTo>
                    <a:pt x="25853" y="22581"/>
                  </a:lnTo>
                  <a:lnTo>
                    <a:pt x="26249" y="22006"/>
                  </a:lnTo>
                  <a:lnTo>
                    <a:pt x="26608" y="21430"/>
                  </a:lnTo>
                  <a:lnTo>
                    <a:pt x="26932" y="20819"/>
                  </a:lnTo>
                  <a:lnTo>
                    <a:pt x="27219" y="20208"/>
                  </a:lnTo>
                  <a:lnTo>
                    <a:pt x="27507" y="19597"/>
                  </a:lnTo>
                  <a:lnTo>
                    <a:pt x="27759" y="18950"/>
                  </a:lnTo>
                  <a:lnTo>
                    <a:pt x="27939" y="18302"/>
                  </a:lnTo>
                  <a:lnTo>
                    <a:pt x="28118" y="17619"/>
                  </a:lnTo>
                  <a:lnTo>
                    <a:pt x="28262" y="16972"/>
                  </a:lnTo>
                  <a:lnTo>
                    <a:pt x="28370" y="16289"/>
                  </a:lnTo>
                  <a:lnTo>
                    <a:pt x="28478" y="15606"/>
                  </a:lnTo>
                  <a:lnTo>
                    <a:pt x="28514" y="14887"/>
                  </a:lnTo>
                  <a:lnTo>
                    <a:pt x="28514" y="14203"/>
                  </a:lnTo>
                  <a:lnTo>
                    <a:pt x="28514" y="13520"/>
                  </a:lnTo>
                  <a:lnTo>
                    <a:pt x="28442" y="12801"/>
                  </a:lnTo>
                  <a:lnTo>
                    <a:pt x="28370" y="12118"/>
                  </a:lnTo>
                  <a:lnTo>
                    <a:pt x="28226" y="11399"/>
                  </a:lnTo>
                  <a:lnTo>
                    <a:pt x="28082" y="10716"/>
                  </a:lnTo>
                  <a:lnTo>
                    <a:pt x="27867" y="9997"/>
                  </a:lnTo>
                  <a:lnTo>
                    <a:pt x="27615" y="9313"/>
                  </a:lnTo>
                  <a:lnTo>
                    <a:pt x="27363" y="8630"/>
                  </a:lnTo>
                  <a:lnTo>
                    <a:pt x="27040" y="7983"/>
                  </a:lnTo>
                  <a:lnTo>
                    <a:pt x="26716" y="7336"/>
                  </a:lnTo>
                  <a:lnTo>
                    <a:pt x="26356" y="6725"/>
                  </a:lnTo>
                  <a:lnTo>
                    <a:pt x="25961" y="6113"/>
                  </a:lnTo>
                  <a:lnTo>
                    <a:pt x="25530" y="5538"/>
                  </a:lnTo>
                  <a:lnTo>
                    <a:pt x="25098" y="4999"/>
                  </a:lnTo>
                  <a:lnTo>
                    <a:pt x="24631" y="4495"/>
                  </a:lnTo>
                  <a:lnTo>
                    <a:pt x="24163" y="3992"/>
                  </a:lnTo>
                  <a:lnTo>
                    <a:pt x="23660" y="3525"/>
                  </a:lnTo>
                  <a:lnTo>
                    <a:pt x="23120" y="3093"/>
                  </a:lnTo>
                  <a:lnTo>
                    <a:pt x="22581" y="2698"/>
                  </a:lnTo>
                  <a:lnTo>
                    <a:pt x="22006" y="2302"/>
                  </a:lnTo>
                  <a:lnTo>
                    <a:pt x="21395" y="1942"/>
                  </a:lnTo>
                  <a:lnTo>
                    <a:pt x="20819" y="1619"/>
                  </a:lnTo>
                  <a:lnTo>
                    <a:pt x="20208" y="1295"/>
                  </a:lnTo>
                  <a:lnTo>
                    <a:pt x="19561" y="1044"/>
                  </a:lnTo>
                  <a:lnTo>
                    <a:pt x="18914" y="792"/>
                  </a:lnTo>
                  <a:lnTo>
                    <a:pt x="18266" y="612"/>
                  </a:lnTo>
                  <a:lnTo>
                    <a:pt x="17619" y="432"/>
                  </a:lnTo>
                  <a:lnTo>
                    <a:pt x="16936" y="289"/>
                  </a:lnTo>
                  <a:lnTo>
                    <a:pt x="16253" y="145"/>
                  </a:lnTo>
                  <a:lnTo>
                    <a:pt x="15570" y="73"/>
                  </a:lnTo>
                  <a:lnTo>
                    <a:pt x="14887" y="37"/>
                  </a:lnTo>
                  <a:lnTo>
                    <a:pt x="141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31"/>
            <p:cNvSpPr/>
            <p:nvPr/>
          </p:nvSpPr>
          <p:spPr>
            <a:xfrm>
              <a:off x="1605000" y="2164450"/>
              <a:ext cx="406325" cy="396425"/>
            </a:xfrm>
            <a:custGeom>
              <a:avLst/>
              <a:gdLst/>
              <a:ahLst/>
              <a:cxnLst/>
              <a:rect l="l" t="t" r="r" b="b"/>
              <a:pathLst>
                <a:path w="16253" h="15857" extrusionOk="0">
                  <a:moveTo>
                    <a:pt x="11902" y="0"/>
                  </a:moveTo>
                  <a:lnTo>
                    <a:pt x="11542" y="36"/>
                  </a:lnTo>
                  <a:lnTo>
                    <a:pt x="11255" y="108"/>
                  </a:lnTo>
                  <a:lnTo>
                    <a:pt x="10931" y="216"/>
                  </a:lnTo>
                  <a:lnTo>
                    <a:pt x="10679" y="360"/>
                  </a:lnTo>
                  <a:lnTo>
                    <a:pt x="10428" y="539"/>
                  </a:lnTo>
                  <a:lnTo>
                    <a:pt x="10176" y="719"/>
                  </a:lnTo>
                  <a:lnTo>
                    <a:pt x="9960" y="971"/>
                  </a:lnTo>
                  <a:lnTo>
                    <a:pt x="9745" y="1187"/>
                  </a:lnTo>
                  <a:lnTo>
                    <a:pt x="9565" y="1474"/>
                  </a:lnTo>
                  <a:lnTo>
                    <a:pt x="9385" y="1726"/>
                  </a:lnTo>
                  <a:lnTo>
                    <a:pt x="9097" y="2337"/>
                  </a:lnTo>
                  <a:lnTo>
                    <a:pt x="8882" y="2949"/>
                  </a:lnTo>
                  <a:lnTo>
                    <a:pt x="8666" y="3596"/>
                  </a:lnTo>
                  <a:lnTo>
                    <a:pt x="8522" y="4207"/>
                  </a:lnTo>
                  <a:lnTo>
                    <a:pt x="8414" y="4818"/>
                  </a:lnTo>
                  <a:lnTo>
                    <a:pt x="8342" y="5322"/>
                  </a:lnTo>
                  <a:lnTo>
                    <a:pt x="8270" y="6149"/>
                  </a:lnTo>
                  <a:lnTo>
                    <a:pt x="8235" y="6436"/>
                  </a:lnTo>
                  <a:lnTo>
                    <a:pt x="8163" y="6149"/>
                  </a:lnTo>
                  <a:lnTo>
                    <a:pt x="7875" y="5393"/>
                  </a:lnTo>
                  <a:lnTo>
                    <a:pt x="7695" y="4890"/>
                  </a:lnTo>
                  <a:lnTo>
                    <a:pt x="7443" y="4351"/>
                  </a:lnTo>
                  <a:lnTo>
                    <a:pt x="7156" y="3775"/>
                  </a:lnTo>
                  <a:lnTo>
                    <a:pt x="6832" y="3200"/>
                  </a:lnTo>
                  <a:lnTo>
                    <a:pt x="6437" y="2661"/>
                  </a:lnTo>
                  <a:lnTo>
                    <a:pt x="6005" y="2122"/>
                  </a:lnTo>
                  <a:lnTo>
                    <a:pt x="5790" y="1906"/>
                  </a:lnTo>
                  <a:lnTo>
                    <a:pt x="5538" y="1690"/>
                  </a:lnTo>
                  <a:lnTo>
                    <a:pt x="5286" y="1510"/>
                  </a:lnTo>
                  <a:lnTo>
                    <a:pt x="5034" y="1330"/>
                  </a:lnTo>
                  <a:lnTo>
                    <a:pt x="4747" y="1187"/>
                  </a:lnTo>
                  <a:lnTo>
                    <a:pt x="4459" y="1079"/>
                  </a:lnTo>
                  <a:lnTo>
                    <a:pt x="4172" y="1007"/>
                  </a:lnTo>
                  <a:lnTo>
                    <a:pt x="3848" y="971"/>
                  </a:lnTo>
                  <a:lnTo>
                    <a:pt x="3524" y="971"/>
                  </a:lnTo>
                  <a:lnTo>
                    <a:pt x="3201" y="1007"/>
                  </a:lnTo>
                  <a:lnTo>
                    <a:pt x="2841" y="1115"/>
                  </a:lnTo>
                  <a:lnTo>
                    <a:pt x="2482" y="1223"/>
                  </a:lnTo>
                  <a:lnTo>
                    <a:pt x="2014" y="1474"/>
                  </a:lnTo>
                  <a:lnTo>
                    <a:pt x="1583" y="1798"/>
                  </a:lnTo>
                  <a:lnTo>
                    <a:pt x="1187" y="2157"/>
                  </a:lnTo>
                  <a:lnTo>
                    <a:pt x="864" y="2589"/>
                  </a:lnTo>
                  <a:lnTo>
                    <a:pt x="576" y="3056"/>
                  </a:lnTo>
                  <a:lnTo>
                    <a:pt x="360" y="3560"/>
                  </a:lnTo>
                  <a:lnTo>
                    <a:pt x="180" y="4135"/>
                  </a:lnTo>
                  <a:lnTo>
                    <a:pt x="73" y="4710"/>
                  </a:lnTo>
                  <a:lnTo>
                    <a:pt x="1" y="5286"/>
                  </a:lnTo>
                  <a:lnTo>
                    <a:pt x="1" y="5933"/>
                  </a:lnTo>
                  <a:lnTo>
                    <a:pt x="73" y="6580"/>
                  </a:lnTo>
                  <a:lnTo>
                    <a:pt x="180" y="7227"/>
                  </a:lnTo>
                  <a:lnTo>
                    <a:pt x="360" y="7874"/>
                  </a:lnTo>
                  <a:lnTo>
                    <a:pt x="612" y="8522"/>
                  </a:lnTo>
                  <a:lnTo>
                    <a:pt x="935" y="9169"/>
                  </a:lnTo>
                  <a:lnTo>
                    <a:pt x="1295" y="9816"/>
                  </a:lnTo>
                  <a:lnTo>
                    <a:pt x="1834" y="10571"/>
                  </a:lnTo>
                  <a:lnTo>
                    <a:pt x="2410" y="11254"/>
                  </a:lnTo>
                  <a:lnTo>
                    <a:pt x="3021" y="11901"/>
                  </a:lnTo>
                  <a:lnTo>
                    <a:pt x="3668" y="12477"/>
                  </a:lnTo>
                  <a:lnTo>
                    <a:pt x="4315" y="13016"/>
                  </a:lnTo>
                  <a:lnTo>
                    <a:pt x="4998" y="13519"/>
                  </a:lnTo>
                  <a:lnTo>
                    <a:pt x="5646" y="13951"/>
                  </a:lnTo>
                  <a:lnTo>
                    <a:pt x="6293" y="14346"/>
                  </a:lnTo>
                  <a:lnTo>
                    <a:pt x="6904" y="14706"/>
                  </a:lnTo>
                  <a:lnTo>
                    <a:pt x="7479" y="15030"/>
                  </a:lnTo>
                  <a:lnTo>
                    <a:pt x="8450" y="15497"/>
                  </a:lnTo>
                  <a:lnTo>
                    <a:pt x="9097" y="15749"/>
                  </a:lnTo>
                  <a:lnTo>
                    <a:pt x="9349" y="15857"/>
                  </a:lnTo>
                  <a:lnTo>
                    <a:pt x="9529" y="15713"/>
                  </a:lnTo>
                  <a:lnTo>
                    <a:pt x="10104" y="15281"/>
                  </a:lnTo>
                  <a:lnTo>
                    <a:pt x="10931" y="14598"/>
                  </a:lnTo>
                  <a:lnTo>
                    <a:pt x="11435" y="14203"/>
                  </a:lnTo>
                  <a:lnTo>
                    <a:pt x="11938" y="13699"/>
                  </a:lnTo>
                  <a:lnTo>
                    <a:pt x="12477" y="13160"/>
                  </a:lnTo>
                  <a:lnTo>
                    <a:pt x="13017" y="12585"/>
                  </a:lnTo>
                  <a:lnTo>
                    <a:pt x="13556" y="11937"/>
                  </a:lnTo>
                  <a:lnTo>
                    <a:pt x="14059" y="11254"/>
                  </a:lnTo>
                  <a:lnTo>
                    <a:pt x="14563" y="10535"/>
                  </a:lnTo>
                  <a:lnTo>
                    <a:pt x="15030" y="9780"/>
                  </a:lnTo>
                  <a:lnTo>
                    <a:pt x="15426" y="8989"/>
                  </a:lnTo>
                  <a:lnTo>
                    <a:pt x="15749" y="8126"/>
                  </a:lnTo>
                  <a:lnTo>
                    <a:pt x="15965" y="7407"/>
                  </a:lnTo>
                  <a:lnTo>
                    <a:pt x="16145" y="6724"/>
                  </a:lnTo>
                  <a:lnTo>
                    <a:pt x="16217" y="6005"/>
                  </a:lnTo>
                  <a:lnTo>
                    <a:pt x="16253" y="5322"/>
                  </a:lnTo>
                  <a:lnTo>
                    <a:pt x="16217" y="4674"/>
                  </a:lnTo>
                  <a:lnTo>
                    <a:pt x="16145" y="4027"/>
                  </a:lnTo>
                  <a:lnTo>
                    <a:pt x="16001" y="3416"/>
                  </a:lnTo>
                  <a:lnTo>
                    <a:pt x="15785" y="2841"/>
                  </a:lnTo>
                  <a:lnTo>
                    <a:pt x="15534" y="2301"/>
                  </a:lnTo>
                  <a:lnTo>
                    <a:pt x="15246" y="1834"/>
                  </a:lnTo>
                  <a:lnTo>
                    <a:pt x="14922" y="1366"/>
                  </a:lnTo>
                  <a:lnTo>
                    <a:pt x="14527" y="1007"/>
                  </a:lnTo>
                  <a:lnTo>
                    <a:pt x="14131" y="647"/>
                  </a:lnTo>
                  <a:lnTo>
                    <a:pt x="13664" y="396"/>
                  </a:lnTo>
                  <a:lnTo>
                    <a:pt x="13160" y="180"/>
                  </a:lnTo>
                  <a:lnTo>
                    <a:pt x="12621" y="36"/>
                  </a:lnTo>
                  <a:lnTo>
                    <a:pt x="122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31"/>
            <p:cNvSpPr/>
            <p:nvPr/>
          </p:nvSpPr>
          <p:spPr>
            <a:xfrm>
              <a:off x="5363275" y="2779275"/>
              <a:ext cx="712850" cy="712850"/>
            </a:xfrm>
            <a:custGeom>
              <a:avLst/>
              <a:gdLst/>
              <a:ahLst/>
              <a:cxnLst/>
              <a:rect l="l" t="t" r="r" b="b"/>
              <a:pathLst>
                <a:path w="28514" h="28514" extrusionOk="0">
                  <a:moveTo>
                    <a:pt x="13520" y="1"/>
                  </a:moveTo>
                  <a:lnTo>
                    <a:pt x="12801" y="73"/>
                  </a:lnTo>
                  <a:lnTo>
                    <a:pt x="12082" y="145"/>
                  </a:lnTo>
                  <a:lnTo>
                    <a:pt x="11362" y="289"/>
                  </a:lnTo>
                  <a:lnTo>
                    <a:pt x="10643" y="432"/>
                  </a:lnTo>
                  <a:lnTo>
                    <a:pt x="9960" y="648"/>
                  </a:lnTo>
                  <a:lnTo>
                    <a:pt x="9277" y="864"/>
                  </a:lnTo>
                  <a:lnTo>
                    <a:pt x="8630" y="1151"/>
                  </a:lnTo>
                  <a:lnTo>
                    <a:pt x="7983" y="1439"/>
                  </a:lnTo>
                  <a:lnTo>
                    <a:pt x="7371" y="1763"/>
                  </a:lnTo>
                  <a:lnTo>
                    <a:pt x="6760" y="2122"/>
                  </a:lnTo>
                  <a:lnTo>
                    <a:pt x="6185" y="2482"/>
                  </a:lnTo>
                  <a:lnTo>
                    <a:pt x="5610" y="2913"/>
                  </a:lnTo>
                  <a:lnTo>
                    <a:pt x="5070" y="3309"/>
                  </a:lnTo>
                  <a:lnTo>
                    <a:pt x="4567" y="3776"/>
                  </a:lnTo>
                  <a:lnTo>
                    <a:pt x="4063" y="4244"/>
                  </a:lnTo>
                  <a:lnTo>
                    <a:pt x="3596" y="4747"/>
                  </a:lnTo>
                  <a:lnTo>
                    <a:pt x="3165" y="5286"/>
                  </a:lnTo>
                  <a:lnTo>
                    <a:pt x="2733" y="5826"/>
                  </a:lnTo>
                  <a:lnTo>
                    <a:pt x="2374" y="6401"/>
                  </a:lnTo>
                  <a:lnTo>
                    <a:pt x="1978" y="6976"/>
                  </a:lnTo>
                  <a:lnTo>
                    <a:pt x="1654" y="7552"/>
                  </a:lnTo>
                  <a:lnTo>
                    <a:pt x="1367" y="8163"/>
                  </a:lnTo>
                  <a:lnTo>
                    <a:pt x="1079" y="8810"/>
                  </a:lnTo>
                  <a:lnTo>
                    <a:pt x="827" y="9457"/>
                  </a:lnTo>
                  <a:lnTo>
                    <a:pt x="612" y="10104"/>
                  </a:lnTo>
                  <a:lnTo>
                    <a:pt x="432" y="10788"/>
                  </a:lnTo>
                  <a:lnTo>
                    <a:pt x="252" y="11471"/>
                  </a:lnTo>
                  <a:lnTo>
                    <a:pt x="144" y="12154"/>
                  </a:lnTo>
                  <a:lnTo>
                    <a:pt x="72" y="12837"/>
                  </a:lnTo>
                  <a:lnTo>
                    <a:pt x="0" y="13556"/>
                  </a:lnTo>
                  <a:lnTo>
                    <a:pt x="0" y="14275"/>
                  </a:lnTo>
                  <a:lnTo>
                    <a:pt x="0" y="14994"/>
                  </a:lnTo>
                  <a:lnTo>
                    <a:pt x="72" y="15714"/>
                  </a:lnTo>
                  <a:lnTo>
                    <a:pt x="180" y="16433"/>
                  </a:lnTo>
                  <a:lnTo>
                    <a:pt x="288" y="17152"/>
                  </a:lnTo>
                  <a:lnTo>
                    <a:pt x="468" y="17871"/>
                  </a:lnTo>
                  <a:lnTo>
                    <a:pt x="648" y="18554"/>
                  </a:lnTo>
                  <a:lnTo>
                    <a:pt x="899" y="19237"/>
                  </a:lnTo>
                  <a:lnTo>
                    <a:pt x="1151" y="19884"/>
                  </a:lnTo>
                  <a:lnTo>
                    <a:pt x="1439" y="20532"/>
                  </a:lnTo>
                  <a:lnTo>
                    <a:pt x="1762" y="21143"/>
                  </a:lnTo>
                  <a:lnTo>
                    <a:pt x="2122" y="21754"/>
                  </a:lnTo>
                  <a:lnTo>
                    <a:pt x="2517" y="22329"/>
                  </a:lnTo>
                  <a:lnTo>
                    <a:pt x="2913" y="22869"/>
                  </a:lnTo>
                  <a:lnTo>
                    <a:pt x="3344" y="23408"/>
                  </a:lnTo>
                  <a:lnTo>
                    <a:pt x="3776" y="23947"/>
                  </a:lnTo>
                  <a:lnTo>
                    <a:pt x="4279" y="24415"/>
                  </a:lnTo>
                  <a:lnTo>
                    <a:pt x="4783" y="24882"/>
                  </a:lnTo>
                  <a:lnTo>
                    <a:pt x="5286" y="25350"/>
                  </a:lnTo>
                  <a:lnTo>
                    <a:pt x="5825" y="25745"/>
                  </a:lnTo>
                  <a:lnTo>
                    <a:pt x="6401" y="26141"/>
                  </a:lnTo>
                  <a:lnTo>
                    <a:pt x="6976" y="26500"/>
                  </a:lnTo>
                  <a:lnTo>
                    <a:pt x="7587" y="26860"/>
                  </a:lnTo>
                  <a:lnTo>
                    <a:pt x="8198" y="27147"/>
                  </a:lnTo>
                  <a:lnTo>
                    <a:pt x="8810" y="27435"/>
                  </a:lnTo>
                  <a:lnTo>
                    <a:pt x="9457" y="27687"/>
                  </a:lnTo>
                  <a:lnTo>
                    <a:pt x="10104" y="27903"/>
                  </a:lnTo>
                  <a:lnTo>
                    <a:pt x="10787" y="28082"/>
                  </a:lnTo>
                  <a:lnTo>
                    <a:pt x="11470" y="28226"/>
                  </a:lnTo>
                  <a:lnTo>
                    <a:pt x="12153" y="28370"/>
                  </a:lnTo>
                  <a:lnTo>
                    <a:pt x="12837" y="28442"/>
                  </a:lnTo>
                  <a:lnTo>
                    <a:pt x="13556" y="28514"/>
                  </a:lnTo>
                  <a:lnTo>
                    <a:pt x="14275" y="28514"/>
                  </a:lnTo>
                  <a:lnTo>
                    <a:pt x="14994" y="28478"/>
                  </a:lnTo>
                  <a:lnTo>
                    <a:pt x="15713" y="28442"/>
                  </a:lnTo>
                  <a:lnTo>
                    <a:pt x="16432" y="28334"/>
                  </a:lnTo>
                  <a:lnTo>
                    <a:pt x="17008" y="28262"/>
                  </a:lnTo>
                  <a:lnTo>
                    <a:pt x="17547" y="28118"/>
                  </a:lnTo>
                  <a:lnTo>
                    <a:pt x="18086" y="27974"/>
                  </a:lnTo>
                  <a:lnTo>
                    <a:pt x="18626" y="27831"/>
                  </a:lnTo>
                  <a:lnTo>
                    <a:pt x="19129" y="27651"/>
                  </a:lnTo>
                  <a:lnTo>
                    <a:pt x="19668" y="27435"/>
                  </a:lnTo>
                  <a:lnTo>
                    <a:pt x="20172" y="27219"/>
                  </a:lnTo>
                  <a:lnTo>
                    <a:pt x="20675" y="26968"/>
                  </a:lnTo>
                  <a:lnTo>
                    <a:pt x="21178" y="26716"/>
                  </a:lnTo>
                  <a:lnTo>
                    <a:pt x="21682" y="26428"/>
                  </a:lnTo>
                  <a:lnTo>
                    <a:pt x="22185" y="26105"/>
                  </a:lnTo>
                  <a:lnTo>
                    <a:pt x="22653" y="25781"/>
                  </a:lnTo>
                  <a:lnTo>
                    <a:pt x="23084" y="25458"/>
                  </a:lnTo>
                  <a:lnTo>
                    <a:pt x="23516" y="25098"/>
                  </a:lnTo>
                  <a:lnTo>
                    <a:pt x="23947" y="24738"/>
                  </a:lnTo>
                  <a:lnTo>
                    <a:pt x="24342" y="24343"/>
                  </a:lnTo>
                  <a:lnTo>
                    <a:pt x="24738" y="23947"/>
                  </a:lnTo>
                  <a:lnTo>
                    <a:pt x="25098" y="23516"/>
                  </a:lnTo>
                  <a:lnTo>
                    <a:pt x="25781" y="22653"/>
                  </a:lnTo>
                  <a:lnTo>
                    <a:pt x="26392" y="21718"/>
                  </a:lnTo>
                  <a:lnTo>
                    <a:pt x="26931" y="20783"/>
                  </a:lnTo>
                  <a:lnTo>
                    <a:pt x="27399" y="19777"/>
                  </a:lnTo>
                  <a:lnTo>
                    <a:pt x="27794" y="18734"/>
                  </a:lnTo>
                  <a:lnTo>
                    <a:pt x="28118" y="17655"/>
                  </a:lnTo>
                  <a:lnTo>
                    <a:pt x="28226" y="17116"/>
                  </a:lnTo>
                  <a:lnTo>
                    <a:pt x="28334" y="16576"/>
                  </a:lnTo>
                  <a:lnTo>
                    <a:pt x="28405" y="16037"/>
                  </a:lnTo>
                  <a:lnTo>
                    <a:pt x="28477" y="15462"/>
                  </a:lnTo>
                  <a:lnTo>
                    <a:pt x="28513" y="14922"/>
                  </a:lnTo>
                  <a:lnTo>
                    <a:pt x="28513" y="14347"/>
                  </a:lnTo>
                  <a:lnTo>
                    <a:pt x="28513" y="13772"/>
                  </a:lnTo>
                  <a:lnTo>
                    <a:pt x="28477" y="13197"/>
                  </a:lnTo>
                  <a:lnTo>
                    <a:pt x="28441" y="12621"/>
                  </a:lnTo>
                  <a:lnTo>
                    <a:pt x="28370" y="12082"/>
                  </a:lnTo>
                  <a:lnTo>
                    <a:pt x="28226" y="11327"/>
                  </a:lnTo>
                  <a:lnTo>
                    <a:pt x="28046" y="10644"/>
                  </a:lnTo>
                  <a:lnTo>
                    <a:pt x="27866" y="9961"/>
                  </a:lnTo>
                  <a:lnTo>
                    <a:pt x="27614" y="9277"/>
                  </a:lnTo>
                  <a:lnTo>
                    <a:pt x="27363" y="8594"/>
                  </a:lnTo>
                  <a:lnTo>
                    <a:pt x="27075" y="7983"/>
                  </a:lnTo>
                  <a:lnTo>
                    <a:pt x="26752" y="7336"/>
                  </a:lnTo>
                  <a:lnTo>
                    <a:pt x="26392" y="6761"/>
                  </a:lnTo>
                  <a:lnTo>
                    <a:pt x="26032" y="6185"/>
                  </a:lnTo>
                  <a:lnTo>
                    <a:pt x="25601" y="5610"/>
                  </a:lnTo>
                  <a:lnTo>
                    <a:pt x="25169" y="5071"/>
                  </a:lnTo>
                  <a:lnTo>
                    <a:pt x="24738" y="4567"/>
                  </a:lnTo>
                  <a:lnTo>
                    <a:pt x="24235" y="4064"/>
                  </a:lnTo>
                  <a:lnTo>
                    <a:pt x="23731" y="3596"/>
                  </a:lnTo>
                  <a:lnTo>
                    <a:pt x="23228" y="3165"/>
                  </a:lnTo>
                  <a:lnTo>
                    <a:pt x="22689" y="2733"/>
                  </a:lnTo>
                  <a:lnTo>
                    <a:pt x="22113" y="2338"/>
                  </a:lnTo>
                  <a:lnTo>
                    <a:pt x="21538" y="1978"/>
                  </a:lnTo>
                  <a:lnTo>
                    <a:pt x="20927" y="1655"/>
                  </a:lnTo>
                  <a:lnTo>
                    <a:pt x="20315" y="1331"/>
                  </a:lnTo>
                  <a:lnTo>
                    <a:pt x="19704" y="1080"/>
                  </a:lnTo>
                  <a:lnTo>
                    <a:pt x="19057" y="828"/>
                  </a:lnTo>
                  <a:lnTo>
                    <a:pt x="18410" y="612"/>
                  </a:lnTo>
                  <a:lnTo>
                    <a:pt x="17727" y="396"/>
                  </a:lnTo>
                  <a:lnTo>
                    <a:pt x="17043" y="253"/>
                  </a:lnTo>
                  <a:lnTo>
                    <a:pt x="16360" y="145"/>
                  </a:lnTo>
                  <a:lnTo>
                    <a:pt x="15677" y="37"/>
                  </a:lnTo>
                  <a:lnTo>
                    <a:pt x="149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31"/>
            <p:cNvSpPr/>
            <p:nvPr/>
          </p:nvSpPr>
          <p:spPr>
            <a:xfrm>
              <a:off x="5614975" y="2986925"/>
              <a:ext cx="216650" cy="216650"/>
            </a:xfrm>
            <a:custGeom>
              <a:avLst/>
              <a:gdLst/>
              <a:ahLst/>
              <a:cxnLst/>
              <a:rect l="l" t="t" r="r" b="b"/>
              <a:pathLst>
                <a:path w="8666" h="8666" extrusionOk="0">
                  <a:moveTo>
                    <a:pt x="3811" y="1"/>
                  </a:moveTo>
                  <a:lnTo>
                    <a:pt x="3416" y="73"/>
                  </a:lnTo>
                  <a:lnTo>
                    <a:pt x="2984" y="180"/>
                  </a:lnTo>
                  <a:lnTo>
                    <a:pt x="2589" y="324"/>
                  </a:lnTo>
                  <a:lnTo>
                    <a:pt x="2229" y="540"/>
                  </a:lnTo>
                  <a:lnTo>
                    <a:pt x="1870" y="756"/>
                  </a:lnTo>
                  <a:lnTo>
                    <a:pt x="1546" y="1007"/>
                  </a:lnTo>
                  <a:lnTo>
                    <a:pt x="1223" y="1295"/>
                  </a:lnTo>
                  <a:lnTo>
                    <a:pt x="971" y="1583"/>
                  </a:lnTo>
                  <a:lnTo>
                    <a:pt x="719" y="1942"/>
                  </a:lnTo>
                  <a:lnTo>
                    <a:pt x="503" y="2302"/>
                  </a:lnTo>
                  <a:lnTo>
                    <a:pt x="324" y="2661"/>
                  </a:lnTo>
                  <a:lnTo>
                    <a:pt x="180" y="3093"/>
                  </a:lnTo>
                  <a:lnTo>
                    <a:pt x="72" y="3488"/>
                  </a:lnTo>
                  <a:lnTo>
                    <a:pt x="0" y="3956"/>
                  </a:lnTo>
                  <a:lnTo>
                    <a:pt x="0" y="4387"/>
                  </a:lnTo>
                  <a:lnTo>
                    <a:pt x="36" y="4819"/>
                  </a:lnTo>
                  <a:lnTo>
                    <a:pt x="72" y="5250"/>
                  </a:lnTo>
                  <a:lnTo>
                    <a:pt x="216" y="5646"/>
                  </a:lnTo>
                  <a:lnTo>
                    <a:pt x="360" y="6041"/>
                  </a:lnTo>
                  <a:lnTo>
                    <a:pt x="539" y="6437"/>
                  </a:lnTo>
                  <a:lnTo>
                    <a:pt x="755" y="6796"/>
                  </a:lnTo>
                  <a:lnTo>
                    <a:pt x="1007" y="7120"/>
                  </a:lnTo>
                  <a:lnTo>
                    <a:pt x="1294" y="7408"/>
                  </a:lnTo>
                  <a:lnTo>
                    <a:pt x="1618" y="7695"/>
                  </a:lnTo>
                  <a:lnTo>
                    <a:pt x="1942" y="7947"/>
                  </a:lnTo>
                  <a:lnTo>
                    <a:pt x="2301" y="8163"/>
                  </a:lnTo>
                  <a:lnTo>
                    <a:pt x="2697" y="8342"/>
                  </a:lnTo>
                  <a:lnTo>
                    <a:pt x="3092" y="8486"/>
                  </a:lnTo>
                  <a:lnTo>
                    <a:pt x="3524" y="8594"/>
                  </a:lnTo>
                  <a:lnTo>
                    <a:pt x="3955" y="8630"/>
                  </a:lnTo>
                  <a:lnTo>
                    <a:pt x="4387" y="8666"/>
                  </a:lnTo>
                  <a:lnTo>
                    <a:pt x="4818" y="8630"/>
                  </a:lnTo>
                  <a:lnTo>
                    <a:pt x="5250" y="8558"/>
                  </a:lnTo>
                  <a:lnTo>
                    <a:pt x="5681" y="8450"/>
                  </a:lnTo>
                  <a:lnTo>
                    <a:pt x="6041" y="8306"/>
                  </a:lnTo>
                  <a:lnTo>
                    <a:pt x="6436" y="8127"/>
                  </a:lnTo>
                  <a:lnTo>
                    <a:pt x="6796" y="7911"/>
                  </a:lnTo>
                  <a:lnTo>
                    <a:pt x="7119" y="7659"/>
                  </a:lnTo>
                  <a:lnTo>
                    <a:pt x="7407" y="7372"/>
                  </a:lnTo>
                  <a:lnTo>
                    <a:pt x="7695" y="7048"/>
                  </a:lnTo>
                  <a:lnTo>
                    <a:pt x="7946" y="6724"/>
                  </a:lnTo>
                  <a:lnTo>
                    <a:pt x="8162" y="6365"/>
                  </a:lnTo>
                  <a:lnTo>
                    <a:pt x="8342" y="5969"/>
                  </a:lnTo>
                  <a:lnTo>
                    <a:pt x="8486" y="5574"/>
                  </a:lnTo>
                  <a:lnTo>
                    <a:pt x="8593" y="5142"/>
                  </a:lnTo>
                  <a:lnTo>
                    <a:pt x="8665" y="4711"/>
                  </a:lnTo>
                  <a:lnTo>
                    <a:pt x="8665" y="4243"/>
                  </a:lnTo>
                  <a:lnTo>
                    <a:pt x="8629" y="3812"/>
                  </a:lnTo>
                  <a:lnTo>
                    <a:pt x="8558" y="3380"/>
                  </a:lnTo>
                  <a:lnTo>
                    <a:pt x="8450" y="2985"/>
                  </a:lnTo>
                  <a:lnTo>
                    <a:pt x="8306" y="2589"/>
                  </a:lnTo>
                  <a:lnTo>
                    <a:pt x="8126" y="2230"/>
                  </a:lnTo>
                  <a:lnTo>
                    <a:pt x="7910" y="1870"/>
                  </a:lnTo>
                  <a:lnTo>
                    <a:pt x="7659" y="1547"/>
                  </a:lnTo>
                  <a:lnTo>
                    <a:pt x="7371" y="1223"/>
                  </a:lnTo>
                  <a:lnTo>
                    <a:pt x="7047" y="935"/>
                  </a:lnTo>
                  <a:lnTo>
                    <a:pt x="6724" y="720"/>
                  </a:lnTo>
                  <a:lnTo>
                    <a:pt x="6364" y="504"/>
                  </a:lnTo>
                  <a:lnTo>
                    <a:pt x="5969" y="324"/>
                  </a:lnTo>
                  <a:lnTo>
                    <a:pt x="5573" y="180"/>
                  </a:lnTo>
                  <a:lnTo>
                    <a:pt x="5142" y="73"/>
                  </a:lnTo>
                  <a:lnTo>
                    <a:pt x="4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31"/>
            <p:cNvSpPr/>
            <p:nvPr/>
          </p:nvSpPr>
          <p:spPr>
            <a:xfrm>
              <a:off x="5507100" y="3205350"/>
              <a:ext cx="377550" cy="286775"/>
            </a:xfrm>
            <a:custGeom>
              <a:avLst/>
              <a:gdLst/>
              <a:ahLst/>
              <a:cxnLst/>
              <a:rect l="l" t="t" r="r" b="b"/>
              <a:pathLst>
                <a:path w="15102" h="11471" extrusionOk="0">
                  <a:moveTo>
                    <a:pt x="7479" y="1"/>
                  </a:moveTo>
                  <a:lnTo>
                    <a:pt x="6760" y="73"/>
                  </a:lnTo>
                  <a:lnTo>
                    <a:pt x="6005" y="181"/>
                  </a:lnTo>
                  <a:lnTo>
                    <a:pt x="5322" y="396"/>
                  </a:lnTo>
                  <a:lnTo>
                    <a:pt x="4639" y="648"/>
                  </a:lnTo>
                  <a:lnTo>
                    <a:pt x="3991" y="972"/>
                  </a:lnTo>
                  <a:lnTo>
                    <a:pt x="3380" y="1331"/>
                  </a:lnTo>
                  <a:lnTo>
                    <a:pt x="2805" y="1763"/>
                  </a:lnTo>
                  <a:lnTo>
                    <a:pt x="2266" y="2266"/>
                  </a:lnTo>
                  <a:lnTo>
                    <a:pt x="1798" y="2805"/>
                  </a:lnTo>
                  <a:lnTo>
                    <a:pt x="1367" y="3381"/>
                  </a:lnTo>
                  <a:lnTo>
                    <a:pt x="1007" y="4028"/>
                  </a:lnTo>
                  <a:lnTo>
                    <a:pt x="684" y="4675"/>
                  </a:lnTo>
                  <a:lnTo>
                    <a:pt x="432" y="5394"/>
                  </a:lnTo>
                  <a:lnTo>
                    <a:pt x="252" y="6113"/>
                  </a:lnTo>
                  <a:lnTo>
                    <a:pt x="144" y="6868"/>
                  </a:lnTo>
                  <a:lnTo>
                    <a:pt x="0" y="8666"/>
                  </a:lnTo>
                  <a:lnTo>
                    <a:pt x="576" y="9062"/>
                  </a:lnTo>
                  <a:lnTo>
                    <a:pt x="1187" y="9457"/>
                  </a:lnTo>
                  <a:lnTo>
                    <a:pt x="1798" y="9781"/>
                  </a:lnTo>
                  <a:lnTo>
                    <a:pt x="2445" y="10104"/>
                  </a:lnTo>
                  <a:lnTo>
                    <a:pt x="3093" y="10392"/>
                  </a:lnTo>
                  <a:lnTo>
                    <a:pt x="3740" y="10644"/>
                  </a:lnTo>
                  <a:lnTo>
                    <a:pt x="4387" y="10860"/>
                  </a:lnTo>
                  <a:lnTo>
                    <a:pt x="5070" y="11039"/>
                  </a:lnTo>
                  <a:lnTo>
                    <a:pt x="5753" y="11219"/>
                  </a:lnTo>
                  <a:lnTo>
                    <a:pt x="6472" y="11327"/>
                  </a:lnTo>
                  <a:lnTo>
                    <a:pt x="7156" y="11399"/>
                  </a:lnTo>
                  <a:lnTo>
                    <a:pt x="7839" y="11471"/>
                  </a:lnTo>
                  <a:lnTo>
                    <a:pt x="8558" y="11471"/>
                  </a:lnTo>
                  <a:lnTo>
                    <a:pt x="9277" y="11435"/>
                  </a:lnTo>
                  <a:lnTo>
                    <a:pt x="9996" y="11399"/>
                  </a:lnTo>
                  <a:lnTo>
                    <a:pt x="10679" y="11291"/>
                  </a:lnTo>
                  <a:lnTo>
                    <a:pt x="11255" y="11219"/>
                  </a:lnTo>
                  <a:lnTo>
                    <a:pt x="11794" y="11075"/>
                  </a:lnTo>
                  <a:lnTo>
                    <a:pt x="12333" y="10931"/>
                  </a:lnTo>
                  <a:lnTo>
                    <a:pt x="12873" y="10788"/>
                  </a:lnTo>
                  <a:lnTo>
                    <a:pt x="13376" y="10608"/>
                  </a:lnTo>
                  <a:lnTo>
                    <a:pt x="13915" y="10392"/>
                  </a:lnTo>
                  <a:lnTo>
                    <a:pt x="14419" y="10176"/>
                  </a:lnTo>
                  <a:lnTo>
                    <a:pt x="14922" y="9925"/>
                  </a:lnTo>
                  <a:lnTo>
                    <a:pt x="15102" y="8163"/>
                  </a:lnTo>
                  <a:lnTo>
                    <a:pt x="15102" y="7372"/>
                  </a:lnTo>
                  <a:lnTo>
                    <a:pt x="15066" y="6617"/>
                  </a:lnTo>
                  <a:lnTo>
                    <a:pt x="14958" y="5898"/>
                  </a:lnTo>
                  <a:lnTo>
                    <a:pt x="14742" y="5179"/>
                  </a:lnTo>
                  <a:lnTo>
                    <a:pt x="14491" y="4531"/>
                  </a:lnTo>
                  <a:lnTo>
                    <a:pt x="14167" y="3884"/>
                  </a:lnTo>
                  <a:lnTo>
                    <a:pt x="13807" y="3273"/>
                  </a:lnTo>
                  <a:lnTo>
                    <a:pt x="13340" y="2698"/>
                  </a:lnTo>
                  <a:lnTo>
                    <a:pt x="12873" y="2158"/>
                  </a:lnTo>
                  <a:lnTo>
                    <a:pt x="12333" y="1691"/>
                  </a:lnTo>
                  <a:lnTo>
                    <a:pt x="11758" y="1259"/>
                  </a:lnTo>
                  <a:lnTo>
                    <a:pt x="11111" y="864"/>
                  </a:lnTo>
                  <a:lnTo>
                    <a:pt x="10463" y="576"/>
                  </a:lnTo>
                  <a:lnTo>
                    <a:pt x="9744" y="324"/>
                  </a:lnTo>
                  <a:lnTo>
                    <a:pt x="9025" y="145"/>
                  </a:lnTo>
                  <a:lnTo>
                    <a:pt x="8270" y="37"/>
                  </a:lnTo>
                  <a:lnTo>
                    <a:pt x="74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187;p31"/>
            <p:cNvSpPr/>
            <p:nvPr/>
          </p:nvSpPr>
          <p:spPr>
            <a:xfrm>
              <a:off x="5162825" y="238125"/>
              <a:ext cx="783850" cy="782950"/>
            </a:xfrm>
            <a:custGeom>
              <a:avLst/>
              <a:gdLst/>
              <a:ahLst/>
              <a:cxnLst/>
              <a:rect l="l" t="t" r="r" b="b"/>
              <a:pathLst>
                <a:path w="31354" h="31318" extrusionOk="0">
                  <a:moveTo>
                    <a:pt x="15641" y="0"/>
                  </a:moveTo>
                  <a:lnTo>
                    <a:pt x="14850" y="36"/>
                  </a:lnTo>
                  <a:lnTo>
                    <a:pt x="14095" y="72"/>
                  </a:lnTo>
                  <a:lnTo>
                    <a:pt x="13340" y="180"/>
                  </a:lnTo>
                  <a:lnTo>
                    <a:pt x="12549" y="324"/>
                  </a:lnTo>
                  <a:lnTo>
                    <a:pt x="11794" y="503"/>
                  </a:lnTo>
                  <a:lnTo>
                    <a:pt x="11039" y="683"/>
                  </a:lnTo>
                  <a:lnTo>
                    <a:pt x="10284" y="971"/>
                  </a:lnTo>
                  <a:lnTo>
                    <a:pt x="9529" y="1258"/>
                  </a:lnTo>
                  <a:lnTo>
                    <a:pt x="8809" y="1582"/>
                  </a:lnTo>
                  <a:lnTo>
                    <a:pt x="8090" y="1942"/>
                  </a:lnTo>
                  <a:lnTo>
                    <a:pt x="7407" y="2337"/>
                  </a:lnTo>
                  <a:lnTo>
                    <a:pt x="6760" y="2769"/>
                  </a:lnTo>
                  <a:lnTo>
                    <a:pt x="6113" y="3236"/>
                  </a:lnTo>
                  <a:lnTo>
                    <a:pt x="5538" y="3739"/>
                  </a:lnTo>
                  <a:lnTo>
                    <a:pt x="4962" y="4243"/>
                  </a:lnTo>
                  <a:lnTo>
                    <a:pt x="4423" y="4782"/>
                  </a:lnTo>
                  <a:lnTo>
                    <a:pt x="3884" y="5321"/>
                  </a:lnTo>
                  <a:lnTo>
                    <a:pt x="3416" y="5933"/>
                  </a:lnTo>
                  <a:lnTo>
                    <a:pt x="2949" y="6508"/>
                  </a:lnTo>
                  <a:lnTo>
                    <a:pt x="2517" y="7155"/>
                  </a:lnTo>
                  <a:lnTo>
                    <a:pt x="2122" y="7802"/>
                  </a:lnTo>
                  <a:lnTo>
                    <a:pt x="1762" y="8450"/>
                  </a:lnTo>
                  <a:lnTo>
                    <a:pt x="1439" y="9133"/>
                  </a:lnTo>
                  <a:lnTo>
                    <a:pt x="1151" y="9816"/>
                  </a:lnTo>
                  <a:lnTo>
                    <a:pt x="863" y="10535"/>
                  </a:lnTo>
                  <a:lnTo>
                    <a:pt x="648" y="11218"/>
                  </a:lnTo>
                  <a:lnTo>
                    <a:pt x="468" y="11973"/>
                  </a:lnTo>
                  <a:lnTo>
                    <a:pt x="288" y="12692"/>
                  </a:lnTo>
                  <a:lnTo>
                    <a:pt x="180" y="13447"/>
                  </a:lnTo>
                  <a:lnTo>
                    <a:pt x="72" y="14203"/>
                  </a:lnTo>
                  <a:lnTo>
                    <a:pt x="36" y="14958"/>
                  </a:lnTo>
                  <a:lnTo>
                    <a:pt x="0" y="15713"/>
                  </a:lnTo>
                  <a:lnTo>
                    <a:pt x="36" y="16468"/>
                  </a:lnTo>
                  <a:lnTo>
                    <a:pt x="72" y="17259"/>
                  </a:lnTo>
                  <a:lnTo>
                    <a:pt x="180" y="18014"/>
                  </a:lnTo>
                  <a:lnTo>
                    <a:pt x="324" y="18769"/>
                  </a:lnTo>
                  <a:lnTo>
                    <a:pt x="504" y="19524"/>
                  </a:lnTo>
                  <a:lnTo>
                    <a:pt x="719" y="20315"/>
                  </a:lnTo>
                  <a:lnTo>
                    <a:pt x="971" y="21070"/>
                  </a:lnTo>
                  <a:lnTo>
                    <a:pt x="1259" y="21789"/>
                  </a:lnTo>
                  <a:lnTo>
                    <a:pt x="1582" y="22544"/>
                  </a:lnTo>
                  <a:lnTo>
                    <a:pt x="1978" y="23263"/>
                  </a:lnTo>
                  <a:lnTo>
                    <a:pt x="2373" y="23911"/>
                  </a:lnTo>
                  <a:lnTo>
                    <a:pt x="2805" y="24594"/>
                  </a:lnTo>
                  <a:lnTo>
                    <a:pt x="3236" y="25205"/>
                  </a:lnTo>
                  <a:lnTo>
                    <a:pt x="3740" y="25816"/>
                  </a:lnTo>
                  <a:lnTo>
                    <a:pt x="4243" y="26392"/>
                  </a:lnTo>
                  <a:lnTo>
                    <a:pt x="4782" y="26931"/>
                  </a:lnTo>
                  <a:lnTo>
                    <a:pt x="5358" y="27434"/>
                  </a:lnTo>
                  <a:lnTo>
                    <a:pt x="5933" y="27938"/>
                  </a:lnTo>
                  <a:lnTo>
                    <a:pt x="6544" y="28405"/>
                  </a:lnTo>
                  <a:lnTo>
                    <a:pt x="7156" y="28801"/>
                  </a:lnTo>
                  <a:lnTo>
                    <a:pt x="7803" y="29196"/>
                  </a:lnTo>
                  <a:lnTo>
                    <a:pt x="8450" y="29556"/>
                  </a:lnTo>
                  <a:lnTo>
                    <a:pt x="9133" y="29915"/>
                  </a:lnTo>
                  <a:lnTo>
                    <a:pt x="9816" y="30203"/>
                  </a:lnTo>
                  <a:lnTo>
                    <a:pt x="10535" y="30455"/>
                  </a:lnTo>
                  <a:lnTo>
                    <a:pt x="11254" y="30706"/>
                  </a:lnTo>
                  <a:lnTo>
                    <a:pt x="11974" y="30886"/>
                  </a:lnTo>
                  <a:lnTo>
                    <a:pt x="12693" y="31066"/>
                  </a:lnTo>
                  <a:lnTo>
                    <a:pt x="13448" y="31174"/>
                  </a:lnTo>
                  <a:lnTo>
                    <a:pt x="14203" y="31281"/>
                  </a:lnTo>
                  <a:lnTo>
                    <a:pt x="14958" y="31317"/>
                  </a:lnTo>
                  <a:lnTo>
                    <a:pt x="16468" y="31317"/>
                  </a:lnTo>
                  <a:lnTo>
                    <a:pt x="17259" y="31246"/>
                  </a:lnTo>
                  <a:lnTo>
                    <a:pt x="18014" y="31174"/>
                  </a:lnTo>
                  <a:lnTo>
                    <a:pt x="18769" y="31030"/>
                  </a:lnTo>
                  <a:lnTo>
                    <a:pt x="19560" y="30850"/>
                  </a:lnTo>
                  <a:lnTo>
                    <a:pt x="20315" y="30634"/>
                  </a:lnTo>
                  <a:lnTo>
                    <a:pt x="21070" y="30383"/>
                  </a:lnTo>
                  <a:lnTo>
                    <a:pt x="21825" y="30095"/>
                  </a:lnTo>
                  <a:lnTo>
                    <a:pt x="22545" y="29735"/>
                  </a:lnTo>
                  <a:lnTo>
                    <a:pt x="23264" y="29376"/>
                  </a:lnTo>
                  <a:lnTo>
                    <a:pt x="23947" y="28980"/>
                  </a:lnTo>
                  <a:lnTo>
                    <a:pt x="24594" y="28549"/>
                  </a:lnTo>
                  <a:lnTo>
                    <a:pt x="25205" y="28081"/>
                  </a:lnTo>
                  <a:lnTo>
                    <a:pt x="25817" y="27614"/>
                  </a:lnTo>
                  <a:lnTo>
                    <a:pt x="26392" y="27075"/>
                  </a:lnTo>
                  <a:lnTo>
                    <a:pt x="26931" y="26571"/>
                  </a:lnTo>
                  <a:lnTo>
                    <a:pt x="27471" y="25996"/>
                  </a:lnTo>
                  <a:lnTo>
                    <a:pt x="27938" y="25421"/>
                  </a:lnTo>
                  <a:lnTo>
                    <a:pt x="28405" y="24809"/>
                  </a:lnTo>
                  <a:lnTo>
                    <a:pt x="28837" y="24198"/>
                  </a:lnTo>
                  <a:lnTo>
                    <a:pt x="29232" y="23551"/>
                  </a:lnTo>
                  <a:lnTo>
                    <a:pt x="29592" y="22868"/>
                  </a:lnTo>
                  <a:lnTo>
                    <a:pt x="29915" y="22221"/>
                  </a:lnTo>
                  <a:lnTo>
                    <a:pt x="30203" y="21502"/>
                  </a:lnTo>
                  <a:lnTo>
                    <a:pt x="30455" y="20818"/>
                  </a:lnTo>
                  <a:lnTo>
                    <a:pt x="30707" y="20099"/>
                  </a:lnTo>
                  <a:lnTo>
                    <a:pt x="30886" y="19380"/>
                  </a:lnTo>
                  <a:lnTo>
                    <a:pt x="31066" y="18625"/>
                  </a:lnTo>
                  <a:lnTo>
                    <a:pt x="31174" y="17906"/>
                  </a:lnTo>
                  <a:lnTo>
                    <a:pt x="31282" y="17151"/>
                  </a:lnTo>
                  <a:lnTo>
                    <a:pt x="31318" y="16396"/>
                  </a:lnTo>
                  <a:lnTo>
                    <a:pt x="31354" y="15605"/>
                  </a:lnTo>
                  <a:lnTo>
                    <a:pt x="31318" y="14850"/>
                  </a:lnTo>
                  <a:lnTo>
                    <a:pt x="31246" y="14095"/>
                  </a:lnTo>
                  <a:lnTo>
                    <a:pt x="31174" y="13340"/>
                  </a:lnTo>
                  <a:lnTo>
                    <a:pt x="31030" y="12549"/>
                  </a:lnTo>
                  <a:lnTo>
                    <a:pt x="30850" y="11793"/>
                  </a:lnTo>
                  <a:lnTo>
                    <a:pt x="30635" y="11038"/>
                  </a:lnTo>
                  <a:lnTo>
                    <a:pt x="30383" y="10283"/>
                  </a:lnTo>
                  <a:lnTo>
                    <a:pt x="30095" y="9528"/>
                  </a:lnTo>
                  <a:lnTo>
                    <a:pt x="29736" y="8809"/>
                  </a:lnTo>
                  <a:lnTo>
                    <a:pt x="29376" y="8090"/>
                  </a:lnTo>
                  <a:lnTo>
                    <a:pt x="28981" y="7407"/>
                  </a:lnTo>
                  <a:lnTo>
                    <a:pt x="28549" y="6760"/>
                  </a:lnTo>
                  <a:lnTo>
                    <a:pt x="28082" y="6112"/>
                  </a:lnTo>
                  <a:lnTo>
                    <a:pt x="27614" y="5501"/>
                  </a:lnTo>
                  <a:lnTo>
                    <a:pt x="27111" y="4962"/>
                  </a:lnTo>
                  <a:lnTo>
                    <a:pt x="26572" y="4387"/>
                  </a:lnTo>
                  <a:lnTo>
                    <a:pt x="25996" y="3883"/>
                  </a:lnTo>
                  <a:lnTo>
                    <a:pt x="25421" y="3416"/>
                  </a:lnTo>
                  <a:lnTo>
                    <a:pt x="24810" y="2948"/>
                  </a:lnTo>
                  <a:lnTo>
                    <a:pt x="24199" y="2517"/>
                  </a:lnTo>
                  <a:lnTo>
                    <a:pt x="23551" y="2121"/>
                  </a:lnTo>
                  <a:lnTo>
                    <a:pt x="22904" y="1762"/>
                  </a:lnTo>
                  <a:lnTo>
                    <a:pt x="22221" y="1438"/>
                  </a:lnTo>
                  <a:lnTo>
                    <a:pt x="21538" y="1151"/>
                  </a:lnTo>
                  <a:lnTo>
                    <a:pt x="20819" y="863"/>
                  </a:lnTo>
                  <a:lnTo>
                    <a:pt x="20100" y="647"/>
                  </a:lnTo>
                  <a:lnTo>
                    <a:pt x="19380" y="431"/>
                  </a:lnTo>
                  <a:lnTo>
                    <a:pt x="18625" y="288"/>
                  </a:lnTo>
                  <a:lnTo>
                    <a:pt x="17906" y="144"/>
                  </a:lnTo>
                  <a:lnTo>
                    <a:pt x="17151" y="72"/>
                  </a:lnTo>
                  <a:lnTo>
                    <a:pt x="163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31"/>
            <p:cNvSpPr/>
            <p:nvPr/>
          </p:nvSpPr>
          <p:spPr>
            <a:xfrm>
              <a:off x="5463950" y="365750"/>
              <a:ext cx="340700" cy="425200"/>
            </a:xfrm>
            <a:custGeom>
              <a:avLst/>
              <a:gdLst/>
              <a:ahLst/>
              <a:cxnLst/>
              <a:rect l="l" t="t" r="r" b="b"/>
              <a:pathLst>
                <a:path w="13628" h="17008" extrusionOk="0">
                  <a:moveTo>
                    <a:pt x="5502" y="1"/>
                  </a:moveTo>
                  <a:lnTo>
                    <a:pt x="5322" y="37"/>
                  </a:lnTo>
                  <a:lnTo>
                    <a:pt x="5142" y="73"/>
                  </a:lnTo>
                  <a:lnTo>
                    <a:pt x="4890" y="145"/>
                  </a:lnTo>
                  <a:lnTo>
                    <a:pt x="4783" y="216"/>
                  </a:lnTo>
                  <a:lnTo>
                    <a:pt x="4675" y="324"/>
                  </a:lnTo>
                  <a:lnTo>
                    <a:pt x="4639" y="396"/>
                  </a:lnTo>
                  <a:lnTo>
                    <a:pt x="4603" y="540"/>
                  </a:lnTo>
                  <a:lnTo>
                    <a:pt x="4567" y="684"/>
                  </a:lnTo>
                  <a:lnTo>
                    <a:pt x="4567" y="828"/>
                  </a:lnTo>
                  <a:lnTo>
                    <a:pt x="4639" y="1475"/>
                  </a:lnTo>
                  <a:lnTo>
                    <a:pt x="4675" y="2086"/>
                  </a:lnTo>
                  <a:lnTo>
                    <a:pt x="4603" y="2697"/>
                  </a:lnTo>
                  <a:lnTo>
                    <a:pt x="4495" y="3309"/>
                  </a:lnTo>
                  <a:lnTo>
                    <a:pt x="4315" y="3920"/>
                  </a:lnTo>
                  <a:lnTo>
                    <a:pt x="4064" y="4495"/>
                  </a:lnTo>
                  <a:lnTo>
                    <a:pt x="3776" y="5035"/>
                  </a:lnTo>
                  <a:lnTo>
                    <a:pt x="3416" y="5574"/>
                  </a:lnTo>
                  <a:lnTo>
                    <a:pt x="3057" y="6077"/>
                  </a:lnTo>
                  <a:lnTo>
                    <a:pt x="2733" y="6617"/>
                  </a:lnTo>
                  <a:lnTo>
                    <a:pt x="2374" y="7120"/>
                  </a:lnTo>
                  <a:lnTo>
                    <a:pt x="2014" y="7659"/>
                  </a:lnTo>
                  <a:lnTo>
                    <a:pt x="1654" y="8127"/>
                  </a:lnTo>
                  <a:lnTo>
                    <a:pt x="1223" y="8558"/>
                  </a:lnTo>
                  <a:lnTo>
                    <a:pt x="971" y="8774"/>
                  </a:lnTo>
                  <a:lnTo>
                    <a:pt x="720" y="8990"/>
                  </a:lnTo>
                  <a:lnTo>
                    <a:pt x="468" y="9133"/>
                  </a:lnTo>
                  <a:lnTo>
                    <a:pt x="180" y="9313"/>
                  </a:lnTo>
                  <a:lnTo>
                    <a:pt x="72" y="9385"/>
                  </a:lnTo>
                  <a:lnTo>
                    <a:pt x="1" y="9457"/>
                  </a:lnTo>
                  <a:lnTo>
                    <a:pt x="1" y="9565"/>
                  </a:lnTo>
                  <a:lnTo>
                    <a:pt x="1" y="9673"/>
                  </a:lnTo>
                  <a:lnTo>
                    <a:pt x="1" y="15929"/>
                  </a:lnTo>
                  <a:lnTo>
                    <a:pt x="1" y="16109"/>
                  </a:lnTo>
                  <a:lnTo>
                    <a:pt x="36" y="16181"/>
                  </a:lnTo>
                  <a:lnTo>
                    <a:pt x="360" y="16181"/>
                  </a:lnTo>
                  <a:lnTo>
                    <a:pt x="540" y="16217"/>
                  </a:lnTo>
                  <a:lnTo>
                    <a:pt x="720" y="16289"/>
                  </a:lnTo>
                  <a:lnTo>
                    <a:pt x="863" y="16361"/>
                  </a:lnTo>
                  <a:lnTo>
                    <a:pt x="1187" y="16576"/>
                  </a:lnTo>
                  <a:lnTo>
                    <a:pt x="1475" y="16792"/>
                  </a:lnTo>
                  <a:lnTo>
                    <a:pt x="1654" y="16900"/>
                  </a:lnTo>
                  <a:lnTo>
                    <a:pt x="1870" y="16972"/>
                  </a:lnTo>
                  <a:lnTo>
                    <a:pt x="2050" y="17008"/>
                  </a:lnTo>
                  <a:lnTo>
                    <a:pt x="2266" y="16972"/>
                  </a:lnTo>
                  <a:lnTo>
                    <a:pt x="11039" y="16972"/>
                  </a:lnTo>
                  <a:lnTo>
                    <a:pt x="11255" y="16900"/>
                  </a:lnTo>
                  <a:lnTo>
                    <a:pt x="11470" y="16756"/>
                  </a:lnTo>
                  <a:lnTo>
                    <a:pt x="11722" y="16612"/>
                  </a:lnTo>
                  <a:lnTo>
                    <a:pt x="11974" y="16397"/>
                  </a:lnTo>
                  <a:lnTo>
                    <a:pt x="12154" y="16181"/>
                  </a:lnTo>
                  <a:lnTo>
                    <a:pt x="12261" y="15929"/>
                  </a:lnTo>
                  <a:lnTo>
                    <a:pt x="12297" y="15677"/>
                  </a:lnTo>
                  <a:lnTo>
                    <a:pt x="12261" y="15426"/>
                  </a:lnTo>
                  <a:lnTo>
                    <a:pt x="12154" y="15210"/>
                  </a:lnTo>
                  <a:lnTo>
                    <a:pt x="11974" y="14958"/>
                  </a:lnTo>
                  <a:lnTo>
                    <a:pt x="11722" y="14743"/>
                  </a:lnTo>
                  <a:lnTo>
                    <a:pt x="11614" y="14671"/>
                  </a:lnTo>
                  <a:lnTo>
                    <a:pt x="11614" y="14599"/>
                  </a:lnTo>
                  <a:lnTo>
                    <a:pt x="11650" y="14563"/>
                  </a:lnTo>
                  <a:lnTo>
                    <a:pt x="11722" y="14491"/>
                  </a:lnTo>
                  <a:lnTo>
                    <a:pt x="12010" y="14383"/>
                  </a:lnTo>
                  <a:lnTo>
                    <a:pt x="12297" y="14239"/>
                  </a:lnTo>
                  <a:lnTo>
                    <a:pt x="12477" y="14023"/>
                  </a:lnTo>
                  <a:lnTo>
                    <a:pt x="12657" y="13772"/>
                  </a:lnTo>
                  <a:lnTo>
                    <a:pt x="12729" y="13520"/>
                  </a:lnTo>
                  <a:lnTo>
                    <a:pt x="12765" y="13232"/>
                  </a:lnTo>
                  <a:lnTo>
                    <a:pt x="12765" y="12981"/>
                  </a:lnTo>
                  <a:lnTo>
                    <a:pt x="12657" y="12765"/>
                  </a:lnTo>
                  <a:lnTo>
                    <a:pt x="12513" y="12549"/>
                  </a:lnTo>
                  <a:lnTo>
                    <a:pt x="12369" y="12477"/>
                  </a:lnTo>
                  <a:lnTo>
                    <a:pt x="12225" y="12405"/>
                  </a:lnTo>
                  <a:lnTo>
                    <a:pt x="12082" y="12334"/>
                  </a:lnTo>
                  <a:lnTo>
                    <a:pt x="12046" y="12262"/>
                  </a:lnTo>
                  <a:lnTo>
                    <a:pt x="12046" y="12190"/>
                  </a:lnTo>
                  <a:lnTo>
                    <a:pt x="12082" y="12118"/>
                  </a:lnTo>
                  <a:lnTo>
                    <a:pt x="12118" y="12046"/>
                  </a:lnTo>
                  <a:lnTo>
                    <a:pt x="12261" y="11974"/>
                  </a:lnTo>
                  <a:lnTo>
                    <a:pt x="12441" y="11938"/>
                  </a:lnTo>
                  <a:lnTo>
                    <a:pt x="12585" y="11866"/>
                  </a:lnTo>
                  <a:lnTo>
                    <a:pt x="12837" y="11650"/>
                  </a:lnTo>
                  <a:lnTo>
                    <a:pt x="13016" y="11399"/>
                  </a:lnTo>
                  <a:lnTo>
                    <a:pt x="13160" y="11147"/>
                  </a:lnTo>
                  <a:lnTo>
                    <a:pt x="13196" y="10895"/>
                  </a:lnTo>
                  <a:lnTo>
                    <a:pt x="13196" y="10644"/>
                  </a:lnTo>
                  <a:lnTo>
                    <a:pt x="13124" y="10392"/>
                  </a:lnTo>
                  <a:lnTo>
                    <a:pt x="13016" y="10176"/>
                  </a:lnTo>
                  <a:lnTo>
                    <a:pt x="12801" y="9996"/>
                  </a:lnTo>
                  <a:lnTo>
                    <a:pt x="12693" y="9960"/>
                  </a:lnTo>
                  <a:lnTo>
                    <a:pt x="12585" y="9924"/>
                  </a:lnTo>
                  <a:lnTo>
                    <a:pt x="12477" y="9853"/>
                  </a:lnTo>
                  <a:lnTo>
                    <a:pt x="12441" y="9817"/>
                  </a:lnTo>
                  <a:lnTo>
                    <a:pt x="12441" y="9745"/>
                  </a:lnTo>
                  <a:lnTo>
                    <a:pt x="12477" y="9673"/>
                  </a:lnTo>
                  <a:lnTo>
                    <a:pt x="12513" y="9601"/>
                  </a:lnTo>
                  <a:lnTo>
                    <a:pt x="12585" y="9565"/>
                  </a:lnTo>
                  <a:lnTo>
                    <a:pt x="12729" y="9565"/>
                  </a:lnTo>
                  <a:lnTo>
                    <a:pt x="12837" y="9529"/>
                  </a:lnTo>
                  <a:lnTo>
                    <a:pt x="13052" y="9385"/>
                  </a:lnTo>
                  <a:lnTo>
                    <a:pt x="13196" y="9241"/>
                  </a:lnTo>
                  <a:lnTo>
                    <a:pt x="13376" y="9062"/>
                  </a:lnTo>
                  <a:lnTo>
                    <a:pt x="13484" y="8882"/>
                  </a:lnTo>
                  <a:lnTo>
                    <a:pt x="13556" y="8666"/>
                  </a:lnTo>
                  <a:lnTo>
                    <a:pt x="13628" y="8450"/>
                  </a:lnTo>
                  <a:lnTo>
                    <a:pt x="13628" y="8235"/>
                  </a:lnTo>
                  <a:lnTo>
                    <a:pt x="13592" y="7983"/>
                  </a:lnTo>
                  <a:lnTo>
                    <a:pt x="13556" y="7803"/>
                  </a:lnTo>
                  <a:lnTo>
                    <a:pt x="13484" y="7659"/>
                  </a:lnTo>
                  <a:lnTo>
                    <a:pt x="13376" y="7551"/>
                  </a:lnTo>
                  <a:lnTo>
                    <a:pt x="13232" y="7444"/>
                  </a:lnTo>
                  <a:lnTo>
                    <a:pt x="13088" y="7372"/>
                  </a:lnTo>
                  <a:lnTo>
                    <a:pt x="12873" y="7336"/>
                  </a:lnTo>
                  <a:lnTo>
                    <a:pt x="12657" y="7300"/>
                  </a:lnTo>
                  <a:lnTo>
                    <a:pt x="6760" y="7300"/>
                  </a:lnTo>
                  <a:lnTo>
                    <a:pt x="6652" y="7228"/>
                  </a:lnTo>
                  <a:lnTo>
                    <a:pt x="6832" y="6365"/>
                  </a:lnTo>
                  <a:lnTo>
                    <a:pt x="6976" y="5502"/>
                  </a:lnTo>
                  <a:lnTo>
                    <a:pt x="7084" y="4927"/>
                  </a:lnTo>
                  <a:lnTo>
                    <a:pt x="7192" y="4351"/>
                  </a:lnTo>
                  <a:lnTo>
                    <a:pt x="7264" y="3776"/>
                  </a:lnTo>
                  <a:lnTo>
                    <a:pt x="7264" y="3452"/>
                  </a:lnTo>
                  <a:lnTo>
                    <a:pt x="7264" y="3165"/>
                  </a:lnTo>
                  <a:lnTo>
                    <a:pt x="7120" y="2482"/>
                  </a:lnTo>
                  <a:lnTo>
                    <a:pt x="6940" y="1763"/>
                  </a:lnTo>
                  <a:lnTo>
                    <a:pt x="6652" y="1079"/>
                  </a:lnTo>
                  <a:lnTo>
                    <a:pt x="6365" y="432"/>
                  </a:lnTo>
                  <a:lnTo>
                    <a:pt x="6221" y="324"/>
                  </a:lnTo>
                  <a:lnTo>
                    <a:pt x="6113" y="216"/>
                  </a:lnTo>
                  <a:lnTo>
                    <a:pt x="5969" y="109"/>
                  </a:lnTo>
                  <a:lnTo>
                    <a:pt x="5825" y="73"/>
                  </a:lnTo>
                  <a:lnTo>
                    <a:pt x="5646" y="37"/>
                  </a:lnTo>
                  <a:lnTo>
                    <a:pt x="55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189;p31"/>
            <p:cNvSpPr/>
            <p:nvPr/>
          </p:nvSpPr>
          <p:spPr>
            <a:xfrm>
              <a:off x="5304850" y="584175"/>
              <a:ext cx="139350" cy="220275"/>
            </a:xfrm>
            <a:custGeom>
              <a:avLst/>
              <a:gdLst/>
              <a:ahLst/>
              <a:cxnLst/>
              <a:rect l="l" t="t" r="r" b="b"/>
              <a:pathLst>
                <a:path w="5574" h="8811" extrusionOk="0">
                  <a:moveTo>
                    <a:pt x="144" y="1"/>
                  </a:moveTo>
                  <a:lnTo>
                    <a:pt x="108" y="37"/>
                  </a:lnTo>
                  <a:lnTo>
                    <a:pt x="36" y="73"/>
                  </a:lnTo>
                  <a:lnTo>
                    <a:pt x="0" y="217"/>
                  </a:lnTo>
                  <a:lnTo>
                    <a:pt x="0" y="396"/>
                  </a:lnTo>
                  <a:lnTo>
                    <a:pt x="0" y="4352"/>
                  </a:lnTo>
                  <a:lnTo>
                    <a:pt x="0" y="6365"/>
                  </a:lnTo>
                  <a:lnTo>
                    <a:pt x="0" y="8307"/>
                  </a:lnTo>
                  <a:lnTo>
                    <a:pt x="0" y="8558"/>
                  </a:lnTo>
                  <a:lnTo>
                    <a:pt x="36" y="8630"/>
                  </a:lnTo>
                  <a:lnTo>
                    <a:pt x="72" y="8702"/>
                  </a:lnTo>
                  <a:lnTo>
                    <a:pt x="108" y="8738"/>
                  </a:lnTo>
                  <a:lnTo>
                    <a:pt x="180" y="8774"/>
                  </a:lnTo>
                  <a:lnTo>
                    <a:pt x="432" y="8810"/>
                  </a:lnTo>
                  <a:lnTo>
                    <a:pt x="5142" y="8810"/>
                  </a:lnTo>
                  <a:lnTo>
                    <a:pt x="5358" y="8774"/>
                  </a:lnTo>
                  <a:lnTo>
                    <a:pt x="5466" y="8738"/>
                  </a:lnTo>
                  <a:lnTo>
                    <a:pt x="5538" y="8594"/>
                  </a:lnTo>
                  <a:lnTo>
                    <a:pt x="5573" y="8379"/>
                  </a:lnTo>
                  <a:lnTo>
                    <a:pt x="5573" y="361"/>
                  </a:lnTo>
                  <a:lnTo>
                    <a:pt x="5538" y="181"/>
                  </a:lnTo>
                  <a:lnTo>
                    <a:pt x="5502" y="73"/>
                  </a:lnTo>
                  <a:lnTo>
                    <a:pt x="53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190;p31"/>
            <p:cNvSpPr/>
            <p:nvPr/>
          </p:nvSpPr>
          <p:spPr>
            <a:xfrm>
              <a:off x="1698500" y="4149200"/>
              <a:ext cx="435075" cy="432400"/>
            </a:xfrm>
            <a:custGeom>
              <a:avLst/>
              <a:gdLst/>
              <a:ahLst/>
              <a:cxnLst/>
              <a:rect l="l" t="t" r="r" b="b"/>
              <a:pathLst>
                <a:path w="17403" h="17296" extrusionOk="0">
                  <a:moveTo>
                    <a:pt x="11182" y="0"/>
                  </a:moveTo>
                  <a:lnTo>
                    <a:pt x="10607" y="72"/>
                  </a:lnTo>
                  <a:lnTo>
                    <a:pt x="10283" y="108"/>
                  </a:lnTo>
                  <a:lnTo>
                    <a:pt x="9996" y="216"/>
                  </a:lnTo>
                  <a:lnTo>
                    <a:pt x="9636" y="360"/>
                  </a:lnTo>
                  <a:lnTo>
                    <a:pt x="9277" y="540"/>
                  </a:lnTo>
                  <a:lnTo>
                    <a:pt x="8953" y="755"/>
                  </a:lnTo>
                  <a:lnTo>
                    <a:pt x="8701" y="1007"/>
                  </a:lnTo>
                  <a:lnTo>
                    <a:pt x="8486" y="1259"/>
                  </a:lnTo>
                  <a:lnTo>
                    <a:pt x="8270" y="1546"/>
                  </a:lnTo>
                  <a:lnTo>
                    <a:pt x="8126" y="1834"/>
                  </a:lnTo>
                  <a:lnTo>
                    <a:pt x="8018" y="2158"/>
                  </a:lnTo>
                  <a:lnTo>
                    <a:pt x="7910" y="2481"/>
                  </a:lnTo>
                  <a:lnTo>
                    <a:pt x="7838" y="2805"/>
                  </a:lnTo>
                  <a:lnTo>
                    <a:pt x="7802" y="3164"/>
                  </a:lnTo>
                  <a:lnTo>
                    <a:pt x="7802" y="3524"/>
                  </a:lnTo>
                  <a:lnTo>
                    <a:pt x="7802" y="4243"/>
                  </a:lnTo>
                  <a:lnTo>
                    <a:pt x="7910" y="4962"/>
                  </a:lnTo>
                  <a:lnTo>
                    <a:pt x="8054" y="5681"/>
                  </a:lnTo>
                  <a:lnTo>
                    <a:pt x="8234" y="6365"/>
                  </a:lnTo>
                  <a:lnTo>
                    <a:pt x="8450" y="6976"/>
                  </a:lnTo>
                  <a:lnTo>
                    <a:pt x="8629" y="7551"/>
                  </a:lnTo>
                  <a:lnTo>
                    <a:pt x="8989" y="8342"/>
                  </a:lnTo>
                  <a:lnTo>
                    <a:pt x="9133" y="8666"/>
                  </a:lnTo>
                  <a:lnTo>
                    <a:pt x="8881" y="8414"/>
                  </a:lnTo>
                  <a:lnTo>
                    <a:pt x="8234" y="7839"/>
                  </a:lnTo>
                  <a:lnTo>
                    <a:pt x="7766" y="7443"/>
                  </a:lnTo>
                  <a:lnTo>
                    <a:pt x="7263" y="7048"/>
                  </a:lnTo>
                  <a:lnTo>
                    <a:pt x="6688" y="6652"/>
                  </a:lnTo>
                  <a:lnTo>
                    <a:pt x="6077" y="6293"/>
                  </a:lnTo>
                  <a:lnTo>
                    <a:pt x="5429" y="5933"/>
                  </a:lnTo>
                  <a:lnTo>
                    <a:pt x="4746" y="5681"/>
                  </a:lnTo>
                  <a:lnTo>
                    <a:pt x="4387" y="5574"/>
                  </a:lnTo>
                  <a:lnTo>
                    <a:pt x="4063" y="5502"/>
                  </a:lnTo>
                  <a:lnTo>
                    <a:pt x="3703" y="5430"/>
                  </a:lnTo>
                  <a:lnTo>
                    <a:pt x="3380" y="5394"/>
                  </a:lnTo>
                  <a:lnTo>
                    <a:pt x="3020" y="5430"/>
                  </a:lnTo>
                  <a:lnTo>
                    <a:pt x="2697" y="5466"/>
                  </a:lnTo>
                  <a:lnTo>
                    <a:pt x="2373" y="5538"/>
                  </a:lnTo>
                  <a:lnTo>
                    <a:pt x="2050" y="5681"/>
                  </a:lnTo>
                  <a:lnTo>
                    <a:pt x="1726" y="5861"/>
                  </a:lnTo>
                  <a:lnTo>
                    <a:pt x="1438" y="6077"/>
                  </a:lnTo>
                  <a:lnTo>
                    <a:pt x="1151" y="6329"/>
                  </a:lnTo>
                  <a:lnTo>
                    <a:pt x="863" y="6652"/>
                  </a:lnTo>
                  <a:lnTo>
                    <a:pt x="683" y="6868"/>
                  </a:lnTo>
                  <a:lnTo>
                    <a:pt x="539" y="7156"/>
                  </a:lnTo>
                  <a:lnTo>
                    <a:pt x="288" y="7659"/>
                  </a:lnTo>
                  <a:lnTo>
                    <a:pt x="108" y="8234"/>
                  </a:lnTo>
                  <a:lnTo>
                    <a:pt x="0" y="8810"/>
                  </a:lnTo>
                  <a:lnTo>
                    <a:pt x="0" y="9421"/>
                  </a:lnTo>
                  <a:lnTo>
                    <a:pt x="36" y="10032"/>
                  </a:lnTo>
                  <a:lnTo>
                    <a:pt x="144" y="10643"/>
                  </a:lnTo>
                  <a:lnTo>
                    <a:pt x="360" y="11255"/>
                  </a:lnTo>
                  <a:lnTo>
                    <a:pt x="611" y="11866"/>
                  </a:lnTo>
                  <a:lnTo>
                    <a:pt x="935" y="12477"/>
                  </a:lnTo>
                  <a:lnTo>
                    <a:pt x="1330" y="13052"/>
                  </a:lnTo>
                  <a:lnTo>
                    <a:pt x="1798" y="13628"/>
                  </a:lnTo>
                  <a:lnTo>
                    <a:pt x="2301" y="14167"/>
                  </a:lnTo>
                  <a:lnTo>
                    <a:pt x="2912" y="14670"/>
                  </a:lnTo>
                  <a:lnTo>
                    <a:pt x="3524" y="15102"/>
                  </a:lnTo>
                  <a:lnTo>
                    <a:pt x="4243" y="15533"/>
                  </a:lnTo>
                  <a:lnTo>
                    <a:pt x="5142" y="15965"/>
                  </a:lnTo>
                  <a:lnTo>
                    <a:pt x="6041" y="16324"/>
                  </a:lnTo>
                  <a:lnTo>
                    <a:pt x="6975" y="16612"/>
                  </a:lnTo>
                  <a:lnTo>
                    <a:pt x="7910" y="16864"/>
                  </a:lnTo>
                  <a:lnTo>
                    <a:pt x="8845" y="17043"/>
                  </a:lnTo>
                  <a:lnTo>
                    <a:pt x="9744" y="17151"/>
                  </a:lnTo>
                  <a:lnTo>
                    <a:pt x="10607" y="17259"/>
                  </a:lnTo>
                  <a:lnTo>
                    <a:pt x="11434" y="17295"/>
                  </a:lnTo>
                  <a:lnTo>
                    <a:pt x="12908" y="17295"/>
                  </a:lnTo>
                  <a:lnTo>
                    <a:pt x="14095" y="17259"/>
                  </a:lnTo>
                  <a:lnTo>
                    <a:pt x="14850" y="17187"/>
                  </a:lnTo>
                  <a:lnTo>
                    <a:pt x="15137" y="17151"/>
                  </a:lnTo>
                  <a:lnTo>
                    <a:pt x="15245" y="16900"/>
                  </a:lnTo>
                  <a:lnTo>
                    <a:pt x="15569" y="16180"/>
                  </a:lnTo>
                  <a:lnTo>
                    <a:pt x="16036" y="15102"/>
                  </a:lnTo>
                  <a:lnTo>
                    <a:pt x="16252" y="14455"/>
                  </a:lnTo>
                  <a:lnTo>
                    <a:pt x="16504" y="13735"/>
                  </a:lnTo>
                  <a:lnTo>
                    <a:pt x="16719" y="12909"/>
                  </a:lnTo>
                  <a:lnTo>
                    <a:pt x="16935" y="12082"/>
                  </a:lnTo>
                  <a:lnTo>
                    <a:pt x="17115" y="11183"/>
                  </a:lnTo>
                  <a:lnTo>
                    <a:pt x="17259" y="10248"/>
                  </a:lnTo>
                  <a:lnTo>
                    <a:pt x="17367" y="9313"/>
                  </a:lnTo>
                  <a:lnTo>
                    <a:pt x="17403" y="8342"/>
                  </a:lnTo>
                  <a:lnTo>
                    <a:pt x="17367" y="7335"/>
                  </a:lnTo>
                  <a:lnTo>
                    <a:pt x="17259" y="6365"/>
                  </a:lnTo>
                  <a:lnTo>
                    <a:pt x="17115" y="5538"/>
                  </a:lnTo>
                  <a:lnTo>
                    <a:pt x="16899" y="4783"/>
                  </a:lnTo>
                  <a:lnTo>
                    <a:pt x="16612" y="4063"/>
                  </a:lnTo>
                  <a:lnTo>
                    <a:pt x="16288" y="3416"/>
                  </a:lnTo>
                  <a:lnTo>
                    <a:pt x="15892" y="2769"/>
                  </a:lnTo>
                  <a:lnTo>
                    <a:pt x="15497" y="2230"/>
                  </a:lnTo>
                  <a:lnTo>
                    <a:pt x="15030" y="1690"/>
                  </a:lnTo>
                  <a:lnTo>
                    <a:pt x="14562" y="1259"/>
                  </a:lnTo>
                  <a:lnTo>
                    <a:pt x="14023" y="863"/>
                  </a:lnTo>
                  <a:lnTo>
                    <a:pt x="13483" y="540"/>
                  </a:lnTo>
                  <a:lnTo>
                    <a:pt x="12908" y="288"/>
                  </a:lnTo>
                  <a:lnTo>
                    <a:pt x="12369" y="108"/>
                  </a:lnTo>
                  <a:lnTo>
                    <a:pt x="117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191;p31"/>
            <p:cNvSpPr/>
            <p:nvPr/>
          </p:nvSpPr>
          <p:spPr>
            <a:xfrm>
              <a:off x="2106575" y="3773450"/>
              <a:ext cx="327225" cy="322725"/>
            </a:xfrm>
            <a:custGeom>
              <a:avLst/>
              <a:gdLst/>
              <a:ahLst/>
              <a:cxnLst/>
              <a:rect l="l" t="t" r="r" b="b"/>
              <a:pathLst>
                <a:path w="13089" h="12909" extrusionOk="0">
                  <a:moveTo>
                    <a:pt x="3201" y="1"/>
                  </a:moveTo>
                  <a:lnTo>
                    <a:pt x="2770" y="73"/>
                  </a:lnTo>
                  <a:lnTo>
                    <a:pt x="2374" y="217"/>
                  </a:lnTo>
                  <a:lnTo>
                    <a:pt x="1979" y="396"/>
                  </a:lnTo>
                  <a:lnTo>
                    <a:pt x="1619" y="648"/>
                  </a:lnTo>
                  <a:lnTo>
                    <a:pt x="1295" y="936"/>
                  </a:lnTo>
                  <a:lnTo>
                    <a:pt x="1008" y="1295"/>
                  </a:lnTo>
                  <a:lnTo>
                    <a:pt x="756" y="1655"/>
                  </a:lnTo>
                  <a:lnTo>
                    <a:pt x="504" y="2086"/>
                  </a:lnTo>
                  <a:lnTo>
                    <a:pt x="325" y="2518"/>
                  </a:lnTo>
                  <a:lnTo>
                    <a:pt x="181" y="3021"/>
                  </a:lnTo>
                  <a:lnTo>
                    <a:pt x="73" y="3525"/>
                  </a:lnTo>
                  <a:lnTo>
                    <a:pt x="1" y="4064"/>
                  </a:lnTo>
                  <a:lnTo>
                    <a:pt x="1" y="4603"/>
                  </a:lnTo>
                  <a:lnTo>
                    <a:pt x="37" y="5179"/>
                  </a:lnTo>
                  <a:lnTo>
                    <a:pt x="109" y="5754"/>
                  </a:lnTo>
                  <a:lnTo>
                    <a:pt x="253" y="6329"/>
                  </a:lnTo>
                  <a:lnTo>
                    <a:pt x="468" y="7012"/>
                  </a:lnTo>
                  <a:lnTo>
                    <a:pt x="756" y="7695"/>
                  </a:lnTo>
                  <a:lnTo>
                    <a:pt x="1080" y="8343"/>
                  </a:lnTo>
                  <a:lnTo>
                    <a:pt x="1439" y="8954"/>
                  </a:lnTo>
                  <a:lnTo>
                    <a:pt x="1835" y="9529"/>
                  </a:lnTo>
                  <a:lnTo>
                    <a:pt x="2230" y="10069"/>
                  </a:lnTo>
                  <a:lnTo>
                    <a:pt x="2626" y="10572"/>
                  </a:lnTo>
                  <a:lnTo>
                    <a:pt x="3021" y="11039"/>
                  </a:lnTo>
                  <a:lnTo>
                    <a:pt x="3776" y="11794"/>
                  </a:lnTo>
                  <a:lnTo>
                    <a:pt x="4388" y="12406"/>
                  </a:lnTo>
                  <a:lnTo>
                    <a:pt x="4999" y="12909"/>
                  </a:lnTo>
                  <a:lnTo>
                    <a:pt x="5718" y="12621"/>
                  </a:lnTo>
                  <a:lnTo>
                    <a:pt x="6509" y="12298"/>
                  </a:lnTo>
                  <a:lnTo>
                    <a:pt x="7516" y="11866"/>
                  </a:lnTo>
                  <a:lnTo>
                    <a:pt x="8055" y="11579"/>
                  </a:lnTo>
                  <a:lnTo>
                    <a:pt x="8594" y="11255"/>
                  </a:lnTo>
                  <a:lnTo>
                    <a:pt x="9170" y="10860"/>
                  </a:lnTo>
                  <a:lnTo>
                    <a:pt x="9745" y="10464"/>
                  </a:lnTo>
                  <a:lnTo>
                    <a:pt x="10284" y="10033"/>
                  </a:lnTo>
                  <a:lnTo>
                    <a:pt x="10824" y="9565"/>
                  </a:lnTo>
                  <a:lnTo>
                    <a:pt x="11327" y="9026"/>
                  </a:lnTo>
                  <a:lnTo>
                    <a:pt x="11794" y="8450"/>
                  </a:lnTo>
                  <a:lnTo>
                    <a:pt x="12118" y="7983"/>
                  </a:lnTo>
                  <a:lnTo>
                    <a:pt x="12406" y="7444"/>
                  </a:lnTo>
                  <a:lnTo>
                    <a:pt x="12657" y="6940"/>
                  </a:lnTo>
                  <a:lnTo>
                    <a:pt x="12837" y="6437"/>
                  </a:lnTo>
                  <a:lnTo>
                    <a:pt x="12981" y="5898"/>
                  </a:lnTo>
                  <a:lnTo>
                    <a:pt x="13053" y="5394"/>
                  </a:lnTo>
                  <a:lnTo>
                    <a:pt x="13089" y="4891"/>
                  </a:lnTo>
                  <a:lnTo>
                    <a:pt x="13089" y="4423"/>
                  </a:lnTo>
                  <a:lnTo>
                    <a:pt x="13017" y="3956"/>
                  </a:lnTo>
                  <a:lnTo>
                    <a:pt x="12909" y="3489"/>
                  </a:lnTo>
                  <a:lnTo>
                    <a:pt x="12729" y="3057"/>
                  </a:lnTo>
                  <a:lnTo>
                    <a:pt x="12549" y="2698"/>
                  </a:lnTo>
                  <a:lnTo>
                    <a:pt x="12298" y="2338"/>
                  </a:lnTo>
                  <a:lnTo>
                    <a:pt x="12010" y="2014"/>
                  </a:lnTo>
                  <a:lnTo>
                    <a:pt x="11687" y="1727"/>
                  </a:lnTo>
                  <a:lnTo>
                    <a:pt x="11291" y="1511"/>
                  </a:lnTo>
                  <a:lnTo>
                    <a:pt x="11003" y="1367"/>
                  </a:lnTo>
                  <a:lnTo>
                    <a:pt x="10752" y="1295"/>
                  </a:lnTo>
                  <a:lnTo>
                    <a:pt x="10464" y="1259"/>
                  </a:lnTo>
                  <a:lnTo>
                    <a:pt x="10212" y="1223"/>
                  </a:lnTo>
                  <a:lnTo>
                    <a:pt x="9961" y="1223"/>
                  </a:lnTo>
                  <a:lnTo>
                    <a:pt x="9709" y="1295"/>
                  </a:lnTo>
                  <a:lnTo>
                    <a:pt x="9457" y="1367"/>
                  </a:lnTo>
                  <a:lnTo>
                    <a:pt x="9242" y="1439"/>
                  </a:lnTo>
                  <a:lnTo>
                    <a:pt x="9026" y="1583"/>
                  </a:lnTo>
                  <a:lnTo>
                    <a:pt x="8810" y="1727"/>
                  </a:lnTo>
                  <a:lnTo>
                    <a:pt x="8415" y="2050"/>
                  </a:lnTo>
                  <a:lnTo>
                    <a:pt x="8019" y="2446"/>
                  </a:lnTo>
                  <a:lnTo>
                    <a:pt x="7695" y="2841"/>
                  </a:lnTo>
                  <a:lnTo>
                    <a:pt x="7408" y="3309"/>
                  </a:lnTo>
                  <a:lnTo>
                    <a:pt x="7120" y="3740"/>
                  </a:lnTo>
                  <a:lnTo>
                    <a:pt x="6725" y="4567"/>
                  </a:lnTo>
                  <a:lnTo>
                    <a:pt x="6473" y="5143"/>
                  </a:lnTo>
                  <a:lnTo>
                    <a:pt x="6365" y="5394"/>
                  </a:lnTo>
                  <a:lnTo>
                    <a:pt x="6365" y="5143"/>
                  </a:lnTo>
                  <a:lnTo>
                    <a:pt x="6365" y="4495"/>
                  </a:lnTo>
                  <a:lnTo>
                    <a:pt x="6257" y="3596"/>
                  </a:lnTo>
                  <a:lnTo>
                    <a:pt x="6185" y="3057"/>
                  </a:lnTo>
                  <a:lnTo>
                    <a:pt x="6077" y="2554"/>
                  </a:lnTo>
                  <a:lnTo>
                    <a:pt x="5898" y="2050"/>
                  </a:lnTo>
                  <a:lnTo>
                    <a:pt x="5718" y="1547"/>
                  </a:lnTo>
                  <a:lnTo>
                    <a:pt x="5430" y="1080"/>
                  </a:lnTo>
                  <a:lnTo>
                    <a:pt x="5286" y="864"/>
                  </a:lnTo>
                  <a:lnTo>
                    <a:pt x="5143" y="684"/>
                  </a:lnTo>
                  <a:lnTo>
                    <a:pt x="4963" y="504"/>
                  </a:lnTo>
                  <a:lnTo>
                    <a:pt x="4747" y="360"/>
                  </a:lnTo>
                  <a:lnTo>
                    <a:pt x="4531" y="217"/>
                  </a:lnTo>
                  <a:lnTo>
                    <a:pt x="4316" y="109"/>
                  </a:lnTo>
                  <a:lnTo>
                    <a:pt x="4064" y="37"/>
                  </a:lnTo>
                  <a:lnTo>
                    <a:pt x="38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192;p31"/>
            <p:cNvSpPr/>
            <p:nvPr/>
          </p:nvSpPr>
          <p:spPr>
            <a:xfrm>
              <a:off x="1862075" y="4954600"/>
              <a:ext cx="3895850" cy="522275"/>
            </a:xfrm>
            <a:custGeom>
              <a:avLst/>
              <a:gdLst/>
              <a:ahLst/>
              <a:cxnLst/>
              <a:rect l="l" t="t" r="r" b="b"/>
              <a:pathLst>
                <a:path w="155834" h="20891" extrusionOk="0">
                  <a:moveTo>
                    <a:pt x="77917" y="1"/>
                  </a:moveTo>
                  <a:lnTo>
                    <a:pt x="73926" y="37"/>
                  </a:lnTo>
                  <a:lnTo>
                    <a:pt x="69971" y="73"/>
                  </a:lnTo>
                  <a:lnTo>
                    <a:pt x="66052" y="145"/>
                  </a:lnTo>
                  <a:lnTo>
                    <a:pt x="62240" y="216"/>
                  </a:lnTo>
                  <a:lnTo>
                    <a:pt x="58465" y="324"/>
                  </a:lnTo>
                  <a:lnTo>
                    <a:pt x="54762" y="468"/>
                  </a:lnTo>
                  <a:lnTo>
                    <a:pt x="51130" y="648"/>
                  </a:lnTo>
                  <a:lnTo>
                    <a:pt x="47606" y="828"/>
                  </a:lnTo>
                  <a:lnTo>
                    <a:pt x="44155" y="1043"/>
                  </a:lnTo>
                  <a:lnTo>
                    <a:pt x="40811" y="1259"/>
                  </a:lnTo>
                  <a:lnTo>
                    <a:pt x="37539" y="1511"/>
                  </a:lnTo>
                  <a:lnTo>
                    <a:pt x="34375" y="1799"/>
                  </a:lnTo>
                  <a:lnTo>
                    <a:pt x="31318" y="2086"/>
                  </a:lnTo>
                  <a:lnTo>
                    <a:pt x="28370" y="2410"/>
                  </a:lnTo>
                  <a:lnTo>
                    <a:pt x="25530" y="2733"/>
                  </a:lnTo>
                  <a:lnTo>
                    <a:pt x="22833" y="3057"/>
                  </a:lnTo>
                  <a:lnTo>
                    <a:pt x="20244" y="3417"/>
                  </a:lnTo>
                  <a:lnTo>
                    <a:pt x="17799" y="3812"/>
                  </a:lnTo>
                  <a:lnTo>
                    <a:pt x="15498" y="4208"/>
                  </a:lnTo>
                  <a:lnTo>
                    <a:pt x="13341" y="4603"/>
                  </a:lnTo>
                  <a:lnTo>
                    <a:pt x="11291" y="5035"/>
                  </a:lnTo>
                  <a:lnTo>
                    <a:pt x="9421" y="5466"/>
                  </a:lnTo>
                  <a:lnTo>
                    <a:pt x="7696" y="5933"/>
                  </a:lnTo>
                  <a:lnTo>
                    <a:pt x="6149" y="6401"/>
                  </a:lnTo>
                  <a:lnTo>
                    <a:pt x="4747" y="6868"/>
                  </a:lnTo>
                  <a:lnTo>
                    <a:pt x="3525" y="7336"/>
                  </a:lnTo>
                  <a:lnTo>
                    <a:pt x="2482" y="7839"/>
                  </a:lnTo>
                  <a:lnTo>
                    <a:pt x="2015" y="8091"/>
                  </a:lnTo>
                  <a:lnTo>
                    <a:pt x="1619" y="8342"/>
                  </a:lnTo>
                  <a:lnTo>
                    <a:pt x="1223" y="8594"/>
                  </a:lnTo>
                  <a:lnTo>
                    <a:pt x="900" y="8846"/>
                  </a:lnTo>
                  <a:lnTo>
                    <a:pt x="648" y="9133"/>
                  </a:lnTo>
                  <a:lnTo>
                    <a:pt x="432" y="9385"/>
                  </a:lnTo>
                  <a:lnTo>
                    <a:pt x="253" y="9637"/>
                  </a:lnTo>
                  <a:lnTo>
                    <a:pt x="109" y="9925"/>
                  </a:lnTo>
                  <a:lnTo>
                    <a:pt x="37" y="10176"/>
                  </a:lnTo>
                  <a:lnTo>
                    <a:pt x="1" y="10428"/>
                  </a:lnTo>
                  <a:lnTo>
                    <a:pt x="37" y="10716"/>
                  </a:lnTo>
                  <a:lnTo>
                    <a:pt x="109" y="10967"/>
                  </a:lnTo>
                  <a:lnTo>
                    <a:pt x="253" y="11255"/>
                  </a:lnTo>
                  <a:lnTo>
                    <a:pt x="432" y="11507"/>
                  </a:lnTo>
                  <a:lnTo>
                    <a:pt x="648" y="11758"/>
                  </a:lnTo>
                  <a:lnTo>
                    <a:pt x="900" y="12046"/>
                  </a:lnTo>
                  <a:lnTo>
                    <a:pt x="1223" y="12298"/>
                  </a:lnTo>
                  <a:lnTo>
                    <a:pt x="1619" y="12549"/>
                  </a:lnTo>
                  <a:lnTo>
                    <a:pt x="2015" y="12801"/>
                  </a:lnTo>
                  <a:lnTo>
                    <a:pt x="2482" y="13053"/>
                  </a:lnTo>
                  <a:lnTo>
                    <a:pt x="3525" y="13556"/>
                  </a:lnTo>
                  <a:lnTo>
                    <a:pt x="4747" y="14023"/>
                  </a:lnTo>
                  <a:lnTo>
                    <a:pt x="6149" y="14491"/>
                  </a:lnTo>
                  <a:lnTo>
                    <a:pt x="7696" y="14958"/>
                  </a:lnTo>
                  <a:lnTo>
                    <a:pt x="9421" y="15426"/>
                  </a:lnTo>
                  <a:lnTo>
                    <a:pt x="11291" y="15857"/>
                  </a:lnTo>
                  <a:lnTo>
                    <a:pt x="13341" y="16289"/>
                  </a:lnTo>
                  <a:lnTo>
                    <a:pt x="15498" y="16684"/>
                  </a:lnTo>
                  <a:lnTo>
                    <a:pt x="17799" y="17080"/>
                  </a:lnTo>
                  <a:lnTo>
                    <a:pt x="20244" y="17475"/>
                  </a:lnTo>
                  <a:lnTo>
                    <a:pt x="22833" y="17835"/>
                  </a:lnTo>
                  <a:lnTo>
                    <a:pt x="25530" y="18158"/>
                  </a:lnTo>
                  <a:lnTo>
                    <a:pt x="28370" y="18482"/>
                  </a:lnTo>
                  <a:lnTo>
                    <a:pt x="31318" y="18806"/>
                  </a:lnTo>
                  <a:lnTo>
                    <a:pt x="34375" y="19093"/>
                  </a:lnTo>
                  <a:lnTo>
                    <a:pt x="37539" y="19381"/>
                  </a:lnTo>
                  <a:lnTo>
                    <a:pt x="40811" y="19633"/>
                  </a:lnTo>
                  <a:lnTo>
                    <a:pt x="44155" y="19848"/>
                  </a:lnTo>
                  <a:lnTo>
                    <a:pt x="47606" y="20064"/>
                  </a:lnTo>
                  <a:lnTo>
                    <a:pt x="51130" y="20244"/>
                  </a:lnTo>
                  <a:lnTo>
                    <a:pt x="54762" y="20424"/>
                  </a:lnTo>
                  <a:lnTo>
                    <a:pt x="58465" y="20531"/>
                  </a:lnTo>
                  <a:lnTo>
                    <a:pt x="62240" y="20675"/>
                  </a:lnTo>
                  <a:lnTo>
                    <a:pt x="66052" y="20747"/>
                  </a:lnTo>
                  <a:lnTo>
                    <a:pt x="69971" y="20819"/>
                  </a:lnTo>
                  <a:lnTo>
                    <a:pt x="73926" y="20855"/>
                  </a:lnTo>
                  <a:lnTo>
                    <a:pt x="77917" y="20891"/>
                  </a:lnTo>
                  <a:lnTo>
                    <a:pt x="81944" y="20855"/>
                  </a:lnTo>
                  <a:lnTo>
                    <a:pt x="85899" y="20819"/>
                  </a:lnTo>
                  <a:lnTo>
                    <a:pt x="89782" y="20747"/>
                  </a:lnTo>
                  <a:lnTo>
                    <a:pt x="93630" y="20675"/>
                  </a:lnTo>
                  <a:lnTo>
                    <a:pt x="97405" y="20531"/>
                  </a:lnTo>
                  <a:lnTo>
                    <a:pt x="101108" y="20424"/>
                  </a:lnTo>
                  <a:lnTo>
                    <a:pt x="104704" y="20244"/>
                  </a:lnTo>
                  <a:lnTo>
                    <a:pt x="108264" y="20064"/>
                  </a:lnTo>
                  <a:lnTo>
                    <a:pt x="111715" y="19848"/>
                  </a:lnTo>
                  <a:lnTo>
                    <a:pt x="115059" y="19633"/>
                  </a:lnTo>
                  <a:lnTo>
                    <a:pt x="118331" y="19381"/>
                  </a:lnTo>
                  <a:lnTo>
                    <a:pt x="121495" y="19093"/>
                  </a:lnTo>
                  <a:lnTo>
                    <a:pt x="124552" y="18806"/>
                  </a:lnTo>
                  <a:lnTo>
                    <a:pt x="127500" y="18482"/>
                  </a:lnTo>
                  <a:lnTo>
                    <a:pt x="130304" y="18158"/>
                  </a:lnTo>
                  <a:lnTo>
                    <a:pt x="133037" y="17835"/>
                  </a:lnTo>
                  <a:lnTo>
                    <a:pt x="135590" y="17475"/>
                  </a:lnTo>
                  <a:lnTo>
                    <a:pt x="138071" y="17080"/>
                  </a:lnTo>
                  <a:lnTo>
                    <a:pt x="140372" y="16684"/>
                  </a:lnTo>
                  <a:lnTo>
                    <a:pt x="142529" y="16289"/>
                  </a:lnTo>
                  <a:lnTo>
                    <a:pt x="144579" y="15857"/>
                  </a:lnTo>
                  <a:lnTo>
                    <a:pt x="146449" y="15426"/>
                  </a:lnTo>
                  <a:lnTo>
                    <a:pt x="148174" y="14958"/>
                  </a:lnTo>
                  <a:lnTo>
                    <a:pt x="149721" y="14491"/>
                  </a:lnTo>
                  <a:lnTo>
                    <a:pt x="151123" y="14023"/>
                  </a:lnTo>
                  <a:lnTo>
                    <a:pt x="152345" y="13556"/>
                  </a:lnTo>
                  <a:lnTo>
                    <a:pt x="153388" y="13053"/>
                  </a:lnTo>
                  <a:lnTo>
                    <a:pt x="153855" y="12801"/>
                  </a:lnTo>
                  <a:lnTo>
                    <a:pt x="154251" y="12549"/>
                  </a:lnTo>
                  <a:lnTo>
                    <a:pt x="154611" y="12298"/>
                  </a:lnTo>
                  <a:lnTo>
                    <a:pt x="154934" y="12046"/>
                  </a:lnTo>
                  <a:lnTo>
                    <a:pt x="155222" y="11758"/>
                  </a:lnTo>
                  <a:lnTo>
                    <a:pt x="155438" y="11507"/>
                  </a:lnTo>
                  <a:lnTo>
                    <a:pt x="155617" y="11255"/>
                  </a:lnTo>
                  <a:lnTo>
                    <a:pt x="155761" y="10967"/>
                  </a:lnTo>
                  <a:lnTo>
                    <a:pt x="155833" y="10716"/>
                  </a:lnTo>
                  <a:lnTo>
                    <a:pt x="155833" y="10428"/>
                  </a:lnTo>
                  <a:lnTo>
                    <a:pt x="155833" y="10176"/>
                  </a:lnTo>
                  <a:lnTo>
                    <a:pt x="155761" y="9925"/>
                  </a:lnTo>
                  <a:lnTo>
                    <a:pt x="155617" y="9637"/>
                  </a:lnTo>
                  <a:lnTo>
                    <a:pt x="155438" y="9385"/>
                  </a:lnTo>
                  <a:lnTo>
                    <a:pt x="155222" y="9133"/>
                  </a:lnTo>
                  <a:lnTo>
                    <a:pt x="154934" y="8846"/>
                  </a:lnTo>
                  <a:lnTo>
                    <a:pt x="154611" y="8594"/>
                  </a:lnTo>
                  <a:lnTo>
                    <a:pt x="154251" y="8342"/>
                  </a:lnTo>
                  <a:lnTo>
                    <a:pt x="153855" y="8091"/>
                  </a:lnTo>
                  <a:lnTo>
                    <a:pt x="153388" y="7839"/>
                  </a:lnTo>
                  <a:lnTo>
                    <a:pt x="152345" y="7336"/>
                  </a:lnTo>
                  <a:lnTo>
                    <a:pt x="151123" y="6868"/>
                  </a:lnTo>
                  <a:lnTo>
                    <a:pt x="149721" y="6401"/>
                  </a:lnTo>
                  <a:lnTo>
                    <a:pt x="148174" y="5933"/>
                  </a:lnTo>
                  <a:lnTo>
                    <a:pt x="146449" y="5466"/>
                  </a:lnTo>
                  <a:lnTo>
                    <a:pt x="144579" y="5035"/>
                  </a:lnTo>
                  <a:lnTo>
                    <a:pt x="142529" y="4603"/>
                  </a:lnTo>
                  <a:lnTo>
                    <a:pt x="140372" y="4208"/>
                  </a:lnTo>
                  <a:lnTo>
                    <a:pt x="138071" y="3812"/>
                  </a:lnTo>
                  <a:lnTo>
                    <a:pt x="135590" y="3417"/>
                  </a:lnTo>
                  <a:lnTo>
                    <a:pt x="133037" y="3057"/>
                  </a:lnTo>
                  <a:lnTo>
                    <a:pt x="130304" y="2733"/>
                  </a:lnTo>
                  <a:lnTo>
                    <a:pt x="127500" y="2410"/>
                  </a:lnTo>
                  <a:lnTo>
                    <a:pt x="124552" y="2086"/>
                  </a:lnTo>
                  <a:lnTo>
                    <a:pt x="121495" y="1799"/>
                  </a:lnTo>
                  <a:lnTo>
                    <a:pt x="118331" y="1511"/>
                  </a:lnTo>
                  <a:lnTo>
                    <a:pt x="115059" y="1259"/>
                  </a:lnTo>
                  <a:lnTo>
                    <a:pt x="111715" y="1043"/>
                  </a:lnTo>
                  <a:lnTo>
                    <a:pt x="108264" y="828"/>
                  </a:lnTo>
                  <a:lnTo>
                    <a:pt x="104704" y="648"/>
                  </a:lnTo>
                  <a:lnTo>
                    <a:pt x="101108" y="468"/>
                  </a:lnTo>
                  <a:lnTo>
                    <a:pt x="97405" y="324"/>
                  </a:lnTo>
                  <a:lnTo>
                    <a:pt x="93630" y="216"/>
                  </a:lnTo>
                  <a:lnTo>
                    <a:pt x="89782" y="145"/>
                  </a:lnTo>
                  <a:lnTo>
                    <a:pt x="85899" y="73"/>
                  </a:lnTo>
                  <a:lnTo>
                    <a:pt x="81944" y="37"/>
                  </a:lnTo>
                  <a:lnTo>
                    <a:pt x="77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193;p31"/>
            <p:cNvSpPr/>
            <p:nvPr/>
          </p:nvSpPr>
          <p:spPr>
            <a:xfrm>
              <a:off x="1313775" y="4985175"/>
              <a:ext cx="4992450" cy="12600"/>
            </a:xfrm>
            <a:custGeom>
              <a:avLst/>
              <a:gdLst/>
              <a:ahLst/>
              <a:cxnLst/>
              <a:rect l="l" t="t" r="r" b="b"/>
              <a:pathLst>
                <a:path w="199698" h="504" extrusionOk="0">
                  <a:moveTo>
                    <a:pt x="99849" y="0"/>
                  </a:moveTo>
                  <a:lnTo>
                    <a:pt x="49942" y="72"/>
                  </a:lnTo>
                  <a:lnTo>
                    <a:pt x="24989" y="144"/>
                  </a:lnTo>
                  <a:lnTo>
                    <a:pt x="0" y="252"/>
                  </a:lnTo>
                  <a:lnTo>
                    <a:pt x="24989" y="360"/>
                  </a:lnTo>
                  <a:lnTo>
                    <a:pt x="49942" y="396"/>
                  </a:lnTo>
                  <a:lnTo>
                    <a:pt x="99849" y="504"/>
                  </a:lnTo>
                  <a:lnTo>
                    <a:pt x="149791" y="396"/>
                  </a:lnTo>
                  <a:lnTo>
                    <a:pt x="174745" y="360"/>
                  </a:lnTo>
                  <a:lnTo>
                    <a:pt x="199698" y="252"/>
                  </a:lnTo>
                  <a:lnTo>
                    <a:pt x="174745" y="144"/>
                  </a:lnTo>
                  <a:lnTo>
                    <a:pt x="149791" y="72"/>
                  </a:lnTo>
                  <a:lnTo>
                    <a:pt x="99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31"/>
            <p:cNvSpPr/>
            <p:nvPr/>
          </p:nvSpPr>
          <p:spPr>
            <a:xfrm>
              <a:off x="2561425" y="426875"/>
              <a:ext cx="2498950" cy="4707525"/>
            </a:xfrm>
            <a:custGeom>
              <a:avLst/>
              <a:gdLst/>
              <a:ahLst/>
              <a:cxnLst/>
              <a:rect l="l" t="t" r="r" b="b"/>
              <a:pathLst>
                <a:path w="99958" h="188301" extrusionOk="0">
                  <a:moveTo>
                    <a:pt x="87912" y="5430"/>
                  </a:moveTo>
                  <a:lnTo>
                    <a:pt x="88631" y="5502"/>
                  </a:lnTo>
                  <a:lnTo>
                    <a:pt x="89350" y="5610"/>
                  </a:lnTo>
                  <a:lnTo>
                    <a:pt x="90070" y="5754"/>
                  </a:lnTo>
                  <a:lnTo>
                    <a:pt x="90717" y="5969"/>
                  </a:lnTo>
                  <a:lnTo>
                    <a:pt x="91040" y="6113"/>
                  </a:lnTo>
                  <a:lnTo>
                    <a:pt x="91328" y="6257"/>
                  </a:lnTo>
                  <a:lnTo>
                    <a:pt x="91616" y="6437"/>
                  </a:lnTo>
                  <a:lnTo>
                    <a:pt x="91903" y="6617"/>
                  </a:lnTo>
                  <a:lnTo>
                    <a:pt x="92191" y="6832"/>
                  </a:lnTo>
                  <a:lnTo>
                    <a:pt x="92443" y="7084"/>
                  </a:lnTo>
                  <a:lnTo>
                    <a:pt x="92694" y="7372"/>
                  </a:lnTo>
                  <a:lnTo>
                    <a:pt x="92946" y="7659"/>
                  </a:lnTo>
                  <a:lnTo>
                    <a:pt x="93162" y="7983"/>
                  </a:lnTo>
                  <a:lnTo>
                    <a:pt x="93378" y="8306"/>
                  </a:lnTo>
                  <a:lnTo>
                    <a:pt x="93557" y="8702"/>
                  </a:lnTo>
                  <a:lnTo>
                    <a:pt x="93737" y="9098"/>
                  </a:lnTo>
                  <a:lnTo>
                    <a:pt x="93917" y="9529"/>
                  </a:lnTo>
                  <a:lnTo>
                    <a:pt x="94061" y="9996"/>
                  </a:lnTo>
                  <a:lnTo>
                    <a:pt x="94204" y="10500"/>
                  </a:lnTo>
                  <a:lnTo>
                    <a:pt x="94312" y="11039"/>
                  </a:lnTo>
                  <a:lnTo>
                    <a:pt x="94420" y="11614"/>
                  </a:lnTo>
                  <a:lnTo>
                    <a:pt x="94492" y="12226"/>
                  </a:lnTo>
                  <a:lnTo>
                    <a:pt x="94564" y="12873"/>
                  </a:lnTo>
                  <a:lnTo>
                    <a:pt x="94636" y="13556"/>
                  </a:lnTo>
                  <a:lnTo>
                    <a:pt x="94672" y="15066"/>
                  </a:lnTo>
                  <a:lnTo>
                    <a:pt x="94672" y="174422"/>
                  </a:lnTo>
                  <a:lnTo>
                    <a:pt x="94636" y="175249"/>
                  </a:lnTo>
                  <a:lnTo>
                    <a:pt x="94528" y="176076"/>
                  </a:lnTo>
                  <a:lnTo>
                    <a:pt x="94348" y="176867"/>
                  </a:lnTo>
                  <a:lnTo>
                    <a:pt x="94097" y="177586"/>
                  </a:lnTo>
                  <a:lnTo>
                    <a:pt x="93773" y="178305"/>
                  </a:lnTo>
                  <a:lnTo>
                    <a:pt x="93413" y="178988"/>
                  </a:lnTo>
                  <a:lnTo>
                    <a:pt x="92946" y="179600"/>
                  </a:lnTo>
                  <a:lnTo>
                    <a:pt x="92479" y="180175"/>
                  </a:lnTo>
                  <a:lnTo>
                    <a:pt x="91939" y="180714"/>
                  </a:lnTo>
                  <a:lnTo>
                    <a:pt x="91364" y="181182"/>
                  </a:lnTo>
                  <a:lnTo>
                    <a:pt x="90753" y="181613"/>
                  </a:lnTo>
                  <a:lnTo>
                    <a:pt x="90070" y="181937"/>
                  </a:lnTo>
                  <a:lnTo>
                    <a:pt x="89386" y="182224"/>
                  </a:lnTo>
                  <a:lnTo>
                    <a:pt x="88667" y="182404"/>
                  </a:lnTo>
                  <a:lnTo>
                    <a:pt x="87912" y="182548"/>
                  </a:lnTo>
                  <a:lnTo>
                    <a:pt x="87157" y="182584"/>
                  </a:lnTo>
                  <a:lnTo>
                    <a:pt x="12765" y="182584"/>
                  </a:lnTo>
                  <a:lnTo>
                    <a:pt x="12010" y="182548"/>
                  </a:lnTo>
                  <a:lnTo>
                    <a:pt x="11255" y="182404"/>
                  </a:lnTo>
                  <a:lnTo>
                    <a:pt x="10536" y="182224"/>
                  </a:lnTo>
                  <a:lnTo>
                    <a:pt x="9816" y="181937"/>
                  </a:lnTo>
                  <a:lnTo>
                    <a:pt x="9169" y="181613"/>
                  </a:lnTo>
                  <a:lnTo>
                    <a:pt x="8558" y="181182"/>
                  </a:lnTo>
                  <a:lnTo>
                    <a:pt x="7983" y="180714"/>
                  </a:lnTo>
                  <a:lnTo>
                    <a:pt x="7443" y="180175"/>
                  </a:lnTo>
                  <a:lnTo>
                    <a:pt x="6940" y="179600"/>
                  </a:lnTo>
                  <a:lnTo>
                    <a:pt x="6509" y="178988"/>
                  </a:lnTo>
                  <a:lnTo>
                    <a:pt x="6149" y="178305"/>
                  </a:lnTo>
                  <a:lnTo>
                    <a:pt x="5825" y="177586"/>
                  </a:lnTo>
                  <a:lnTo>
                    <a:pt x="5574" y="176867"/>
                  </a:lnTo>
                  <a:lnTo>
                    <a:pt x="5394" y="176076"/>
                  </a:lnTo>
                  <a:lnTo>
                    <a:pt x="5250" y="175249"/>
                  </a:lnTo>
                  <a:lnTo>
                    <a:pt x="5214" y="174422"/>
                  </a:lnTo>
                  <a:lnTo>
                    <a:pt x="5214" y="15066"/>
                  </a:lnTo>
                  <a:lnTo>
                    <a:pt x="5250" y="13448"/>
                  </a:lnTo>
                  <a:lnTo>
                    <a:pt x="5322" y="12693"/>
                  </a:lnTo>
                  <a:lnTo>
                    <a:pt x="5394" y="12010"/>
                  </a:lnTo>
                  <a:lnTo>
                    <a:pt x="5466" y="11363"/>
                  </a:lnTo>
                  <a:lnTo>
                    <a:pt x="5574" y="10751"/>
                  </a:lnTo>
                  <a:lnTo>
                    <a:pt x="5682" y="10212"/>
                  </a:lnTo>
                  <a:lnTo>
                    <a:pt x="5825" y="9673"/>
                  </a:lnTo>
                  <a:lnTo>
                    <a:pt x="5969" y="9205"/>
                  </a:lnTo>
                  <a:lnTo>
                    <a:pt x="6149" y="8738"/>
                  </a:lnTo>
                  <a:lnTo>
                    <a:pt x="6329" y="8342"/>
                  </a:lnTo>
                  <a:lnTo>
                    <a:pt x="6509" y="7983"/>
                  </a:lnTo>
                  <a:lnTo>
                    <a:pt x="6724" y="7623"/>
                  </a:lnTo>
                  <a:lnTo>
                    <a:pt x="6940" y="7336"/>
                  </a:lnTo>
                  <a:lnTo>
                    <a:pt x="7192" y="7048"/>
                  </a:lnTo>
                  <a:lnTo>
                    <a:pt x="7443" y="6796"/>
                  </a:lnTo>
                  <a:lnTo>
                    <a:pt x="7695" y="6581"/>
                  </a:lnTo>
                  <a:lnTo>
                    <a:pt x="7983" y="6365"/>
                  </a:lnTo>
                  <a:lnTo>
                    <a:pt x="8270" y="6221"/>
                  </a:lnTo>
                  <a:lnTo>
                    <a:pt x="8558" y="6041"/>
                  </a:lnTo>
                  <a:lnTo>
                    <a:pt x="8846" y="5933"/>
                  </a:lnTo>
                  <a:lnTo>
                    <a:pt x="9169" y="5826"/>
                  </a:lnTo>
                  <a:lnTo>
                    <a:pt x="9816" y="5646"/>
                  </a:lnTo>
                  <a:lnTo>
                    <a:pt x="10536" y="5538"/>
                  </a:lnTo>
                  <a:lnTo>
                    <a:pt x="11255" y="5466"/>
                  </a:lnTo>
                  <a:lnTo>
                    <a:pt x="12010" y="5430"/>
                  </a:lnTo>
                  <a:lnTo>
                    <a:pt x="27830" y="5430"/>
                  </a:lnTo>
                  <a:lnTo>
                    <a:pt x="27974" y="5466"/>
                  </a:lnTo>
                  <a:lnTo>
                    <a:pt x="28298" y="5610"/>
                  </a:lnTo>
                  <a:lnTo>
                    <a:pt x="28549" y="5790"/>
                  </a:lnTo>
                  <a:lnTo>
                    <a:pt x="28765" y="6077"/>
                  </a:lnTo>
                  <a:lnTo>
                    <a:pt x="28981" y="6401"/>
                  </a:lnTo>
                  <a:lnTo>
                    <a:pt x="29125" y="6760"/>
                  </a:lnTo>
                  <a:lnTo>
                    <a:pt x="29197" y="7192"/>
                  </a:lnTo>
                  <a:lnTo>
                    <a:pt x="29233" y="7623"/>
                  </a:lnTo>
                  <a:lnTo>
                    <a:pt x="29233" y="8163"/>
                  </a:lnTo>
                  <a:lnTo>
                    <a:pt x="29268" y="8666"/>
                  </a:lnTo>
                  <a:lnTo>
                    <a:pt x="29304" y="9098"/>
                  </a:lnTo>
                  <a:lnTo>
                    <a:pt x="29412" y="9493"/>
                  </a:lnTo>
                  <a:lnTo>
                    <a:pt x="29520" y="9817"/>
                  </a:lnTo>
                  <a:lnTo>
                    <a:pt x="29664" y="10104"/>
                  </a:lnTo>
                  <a:lnTo>
                    <a:pt x="29844" y="10320"/>
                  </a:lnTo>
                  <a:lnTo>
                    <a:pt x="30024" y="10500"/>
                  </a:lnTo>
                  <a:lnTo>
                    <a:pt x="30275" y="10680"/>
                  </a:lnTo>
                  <a:lnTo>
                    <a:pt x="30527" y="10787"/>
                  </a:lnTo>
                  <a:lnTo>
                    <a:pt x="30779" y="10859"/>
                  </a:lnTo>
                  <a:lnTo>
                    <a:pt x="31066" y="10931"/>
                  </a:lnTo>
                  <a:lnTo>
                    <a:pt x="31390" y="10967"/>
                  </a:lnTo>
                  <a:lnTo>
                    <a:pt x="32037" y="11003"/>
                  </a:lnTo>
                  <a:lnTo>
                    <a:pt x="32720" y="11039"/>
                  </a:lnTo>
                  <a:lnTo>
                    <a:pt x="67166" y="11039"/>
                  </a:lnTo>
                  <a:lnTo>
                    <a:pt x="67885" y="11003"/>
                  </a:lnTo>
                  <a:lnTo>
                    <a:pt x="68532" y="10967"/>
                  </a:lnTo>
                  <a:lnTo>
                    <a:pt x="68820" y="10931"/>
                  </a:lnTo>
                  <a:lnTo>
                    <a:pt x="69107" y="10859"/>
                  </a:lnTo>
                  <a:lnTo>
                    <a:pt x="69395" y="10787"/>
                  </a:lnTo>
                  <a:lnTo>
                    <a:pt x="69647" y="10680"/>
                  </a:lnTo>
                  <a:lnTo>
                    <a:pt x="69862" y="10500"/>
                  </a:lnTo>
                  <a:lnTo>
                    <a:pt x="70042" y="10320"/>
                  </a:lnTo>
                  <a:lnTo>
                    <a:pt x="70222" y="10104"/>
                  </a:lnTo>
                  <a:lnTo>
                    <a:pt x="70366" y="9817"/>
                  </a:lnTo>
                  <a:lnTo>
                    <a:pt x="70474" y="9493"/>
                  </a:lnTo>
                  <a:lnTo>
                    <a:pt x="70582" y="9098"/>
                  </a:lnTo>
                  <a:lnTo>
                    <a:pt x="70618" y="8666"/>
                  </a:lnTo>
                  <a:lnTo>
                    <a:pt x="70653" y="8163"/>
                  </a:lnTo>
                  <a:lnTo>
                    <a:pt x="70653" y="7623"/>
                  </a:lnTo>
                  <a:lnTo>
                    <a:pt x="70689" y="7192"/>
                  </a:lnTo>
                  <a:lnTo>
                    <a:pt x="70761" y="6760"/>
                  </a:lnTo>
                  <a:lnTo>
                    <a:pt x="70905" y="6401"/>
                  </a:lnTo>
                  <a:lnTo>
                    <a:pt x="71121" y="6077"/>
                  </a:lnTo>
                  <a:lnTo>
                    <a:pt x="71337" y="5790"/>
                  </a:lnTo>
                  <a:lnTo>
                    <a:pt x="71588" y="5610"/>
                  </a:lnTo>
                  <a:lnTo>
                    <a:pt x="71912" y="5466"/>
                  </a:lnTo>
                  <a:lnTo>
                    <a:pt x="72056" y="5430"/>
                  </a:lnTo>
                  <a:close/>
                  <a:moveTo>
                    <a:pt x="7983" y="1"/>
                  </a:moveTo>
                  <a:lnTo>
                    <a:pt x="7551" y="37"/>
                  </a:lnTo>
                  <a:lnTo>
                    <a:pt x="7120" y="109"/>
                  </a:lnTo>
                  <a:lnTo>
                    <a:pt x="6688" y="180"/>
                  </a:lnTo>
                  <a:lnTo>
                    <a:pt x="5897" y="396"/>
                  </a:lnTo>
                  <a:lnTo>
                    <a:pt x="5106" y="684"/>
                  </a:lnTo>
                  <a:lnTo>
                    <a:pt x="4351" y="1043"/>
                  </a:lnTo>
                  <a:lnTo>
                    <a:pt x="3668" y="1475"/>
                  </a:lnTo>
                  <a:lnTo>
                    <a:pt x="3021" y="1978"/>
                  </a:lnTo>
                  <a:lnTo>
                    <a:pt x="2410" y="2518"/>
                  </a:lnTo>
                  <a:lnTo>
                    <a:pt x="1870" y="3129"/>
                  </a:lnTo>
                  <a:lnTo>
                    <a:pt x="1403" y="3812"/>
                  </a:lnTo>
                  <a:lnTo>
                    <a:pt x="971" y="4495"/>
                  </a:lnTo>
                  <a:lnTo>
                    <a:pt x="612" y="5250"/>
                  </a:lnTo>
                  <a:lnTo>
                    <a:pt x="360" y="6041"/>
                  </a:lnTo>
                  <a:lnTo>
                    <a:pt x="144" y="6832"/>
                  </a:lnTo>
                  <a:lnTo>
                    <a:pt x="72" y="7264"/>
                  </a:lnTo>
                  <a:lnTo>
                    <a:pt x="36" y="7695"/>
                  </a:lnTo>
                  <a:lnTo>
                    <a:pt x="1" y="8127"/>
                  </a:lnTo>
                  <a:lnTo>
                    <a:pt x="1" y="8558"/>
                  </a:lnTo>
                  <a:lnTo>
                    <a:pt x="1" y="179707"/>
                  </a:lnTo>
                  <a:lnTo>
                    <a:pt x="1" y="180139"/>
                  </a:lnTo>
                  <a:lnTo>
                    <a:pt x="36" y="180570"/>
                  </a:lnTo>
                  <a:lnTo>
                    <a:pt x="72" y="181002"/>
                  </a:lnTo>
                  <a:lnTo>
                    <a:pt x="144" y="181433"/>
                  </a:lnTo>
                  <a:lnTo>
                    <a:pt x="360" y="182260"/>
                  </a:lnTo>
                  <a:lnTo>
                    <a:pt x="612" y="183015"/>
                  </a:lnTo>
                  <a:lnTo>
                    <a:pt x="971" y="183770"/>
                  </a:lnTo>
                  <a:lnTo>
                    <a:pt x="1403" y="184490"/>
                  </a:lnTo>
                  <a:lnTo>
                    <a:pt x="1870" y="185137"/>
                  </a:lnTo>
                  <a:lnTo>
                    <a:pt x="2410" y="185748"/>
                  </a:lnTo>
                  <a:lnTo>
                    <a:pt x="3021" y="186287"/>
                  </a:lnTo>
                  <a:lnTo>
                    <a:pt x="3668" y="186791"/>
                  </a:lnTo>
                  <a:lnTo>
                    <a:pt x="4351" y="187222"/>
                  </a:lnTo>
                  <a:lnTo>
                    <a:pt x="5106" y="187582"/>
                  </a:lnTo>
                  <a:lnTo>
                    <a:pt x="5897" y="187869"/>
                  </a:lnTo>
                  <a:lnTo>
                    <a:pt x="6688" y="188085"/>
                  </a:lnTo>
                  <a:lnTo>
                    <a:pt x="7120" y="188157"/>
                  </a:lnTo>
                  <a:lnTo>
                    <a:pt x="7551" y="188229"/>
                  </a:lnTo>
                  <a:lnTo>
                    <a:pt x="7983" y="188265"/>
                  </a:lnTo>
                  <a:lnTo>
                    <a:pt x="8414" y="188301"/>
                  </a:lnTo>
                  <a:lnTo>
                    <a:pt x="91508" y="188301"/>
                  </a:lnTo>
                  <a:lnTo>
                    <a:pt x="91975" y="188265"/>
                  </a:lnTo>
                  <a:lnTo>
                    <a:pt x="92407" y="188229"/>
                  </a:lnTo>
                  <a:lnTo>
                    <a:pt x="92802" y="188157"/>
                  </a:lnTo>
                  <a:lnTo>
                    <a:pt x="93234" y="188085"/>
                  </a:lnTo>
                  <a:lnTo>
                    <a:pt x="94061" y="187869"/>
                  </a:lnTo>
                  <a:lnTo>
                    <a:pt x="94816" y="187582"/>
                  </a:lnTo>
                  <a:lnTo>
                    <a:pt x="95571" y="187222"/>
                  </a:lnTo>
                  <a:lnTo>
                    <a:pt x="96254" y="186791"/>
                  </a:lnTo>
                  <a:lnTo>
                    <a:pt x="96901" y="186287"/>
                  </a:lnTo>
                  <a:lnTo>
                    <a:pt x="97512" y="185748"/>
                  </a:lnTo>
                  <a:lnTo>
                    <a:pt x="98052" y="185137"/>
                  </a:lnTo>
                  <a:lnTo>
                    <a:pt x="98519" y="184490"/>
                  </a:lnTo>
                  <a:lnTo>
                    <a:pt x="98951" y="183770"/>
                  </a:lnTo>
                  <a:lnTo>
                    <a:pt x="99310" y="183015"/>
                  </a:lnTo>
                  <a:lnTo>
                    <a:pt x="99598" y="182260"/>
                  </a:lnTo>
                  <a:lnTo>
                    <a:pt x="99778" y="181433"/>
                  </a:lnTo>
                  <a:lnTo>
                    <a:pt x="99850" y="181002"/>
                  </a:lnTo>
                  <a:lnTo>
                    <a:pt x="99921" y="180570"/>
                  </a:lnTo>
                  <a:lnTo>
                    <a:pt x="99921" y="180139"/>
                  </a:lnTo>
                  <a:lnTo>
                    <a:pt x="99957" y="179707"/>
                  </a:lnTo>
                  <a:lnTo>
                    <a:pt x="99957" y="8558"/>
                  </a:lnTo>
                  <a:lnTo>
                    <a:pt x="99921" y="8127"/>
                  </a:lnTo>
                  <a:lnTo>
                    <a:pt x="99921" y="7695"/>
                  </a:lnTo>
                  <a:lnTo>
                    <a:pt x="99850" y="7264"/>
                  </a:lnTo>
                  <a:lnTo>
                    <a:pt x="99778" y="6868"/>
                  </a:lnTo>
                  <a:lnTo>
                    <a:pt x="99598" y="6041"/>
                  </a:lnTo>
                  <a:lnTo>
                    <a:pt x="99310" y="5250"/>
                  </a:lnTo>
                  <a:lnTo>
                    <a:pt x="98951" y="4495"/>
                  </a:lnTo>
                  <a:lnTo>
                    <a:pt x="98519" y="3812"/>
                  </a:lnTo>
                  <a:lnTo>
                    <a:pt x="98052" y="3129"/>
                  </a:lnTo>
                  <a:lnTo>
                    <a:pt x="97512" y="2554"/>
                  </a:lnTo>
                  <a:lnTo>
                    <a:pt x="96901" y="1978"/>
                  </a:lnTo>
                  <a:lnTo>
                    <a:pt x="96254" y="1475"/>
                  </a:lnTo>
                  <a:lnTo>
                    <a:pt x="95571" y="1043"/>
                  </a:lnTo>
                  <a:lnTo>
                    <a:pt x="94816" y="684"/>
                  </a:lnTo>
                  <a:lnTo>
                    <a:pt x="94061" y="396"/>
                  </a:lnTo>
                  <a:lnTo>
                    <a:pt x="93234" y="180"/>
                  </a:lnTo>
                  <a:lnTo>
                    <a:pt x="92802" y="109"/>
                  </a:lnTo>
                  <a:lnTo>
                    <a:pt x="92407" y="37"/>
                  </a:lnTo>
                  <a:lnTo>
                    <a:pt x="919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31"/>
            <p:cNvSpPr/>
            <p:nvPr/>
          </p:nvSpPr>
          <p:spPr>
            <a:xfrm>
              <a:off x="3678750" y="584175"/>
              <a:ext cx="263400" cy="28800"/>
            </a:xfrm>
            <a:custGeom>
              <a:avLst/>
              <a:gdLst/>
              <a:ahLst/>
              <a:cxnLst/>
              <a:rect l="l" t="t" r="r" b="b"/>
              <a:pathLst>
                <a:path w="10536" h="1152" extrusionOk="0">
                  <a:moveTo>
                    <a:pt x="432" y="1"/>
                  </a:moveTo>
                  <a:lnTo>
                    <a:pt x="324" y="37"/>
                  </a:lnTo>
                  <a:lnTo>
                    <a:pt x="252" y="109"/>
                  </a:lnTo>
                  <a:lnTo>
                    <a:pt x="144" y="181"/>
                  </a:lnTo>
                  <a:lnTo>
                    <a:pt x="72" y="253"/>
                  </a:lnTo>
                  <a:lnTo>
                    <a:pt x="36" y="361"/>
                  </a:lnTo>
                  <a:lnTo>
                    <a:pt x="0" y="468"/>
                  </a:lnTo>
                  <a:lnTo>
                    <a:pt x="0" y="576"/>
                  </a:lnTo>
                  <a:lnTo>
                    <a:pt x="0" y="684"/>
                  </a:lnTo>
                  <a:lnTo>
                    <a:pt x="36" y="792"/>
                  </a:lnTo>
                  <a:lnTo>
                    <a:pt x="72" y="900"/>
                  </a:lnTo>
                  <a:lnTo>
                    <a:pt x="144" y="1008"/>
                  </a:lnTo>
                  <a:lnTo>
                    <a:pt x="252" y="1080"/>
                  </a:lnTo>
                  <a:lnTo>
                    <a:pt x="324" y="1116"/>
                  </a:lnTo>
                  <a:lnTo>
                    <a:pt x="432" y="1152"/>
                  </a:lnTo>
                  <a:lnTo>
                    <a:pt x="10068" y="1152"/>
                  </a:lnTo>
                  <a:lnTo>
                    <a:pt x="10176" y="1116"/>
                  </a:lnTo>
                  <a:lnTo>
                    <a:pt x="10284" y="1080"/>
                  </a:lnTo>
                  <a:lnTo>
                    <a:pt x="10356" y="1008"/>
                  </a:lnTo>
                  <a:lnTo>
                    <a:pt x="10428" y="900"/>
                  </a:lnTo>
                  <a:lnTo>
                    <a:pt x="10500" y="792"/>
                  </a:lnTo>
                  <a:lnTo>
                    <a:pt x="10535" y="684"/>
                  </a:lnTo>
                  <a:lnTo>
                    <a:pt x="10535" y="576"/>
                  </a:lnTo>
                  <a:lnTo>
                    <a:pt x="10535" y="468"/>
                  </a:lnTo>
                  <a:lnTo>
                    <a:pt x="10500" y="361"/>
                  </a:lnTo>
                  <a:lnTo>
                    <a:pt x="10428" y="253"/>
                  </a:lnTo>
                  <a:lnTo>
                    <a:pt x="10356" y="181"/>
                  </a:lnTo>
                  <a:lnTo>
                    <a:pt x="10284" y="109"/>
                  </a:lnTo>
                  <a:lnTo>
                    <a:pt x="10176" y="37"/>
                  </a:lnTo>
                  <a:lnTo>
                    <a:pt x="100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31"/>
            <p:cNvSpPr/>
            <p:nvPr/>
          </p:nvSpPr>
          <p:spPr>
            <a:xfrm>
              <a:off x="2691775" y="562625"/>
              <a:ext cx="2236450" cy="4428850"/>
            </a:xfrm>
            <a:custGeom>
              <a:avLst/>
              <a:gdLst/>
              <a:ahLst/>
              <a:cxnLst/>
              <a:rect l="l" t="t" r="r" b="b"/>
              <a:pathLst>
                <a:path w="89458" h="177154" extrusionOk="0">
                  <a:moveTo>
                    <a:pt x="6796" y="0"/>
                  </a:moveTo>
                  <a:lnTo>
                    <a:pt x="6041" y="36"/>
                  </a:lnTo>
                  <a:lnTo>
                    <a:pt x="5322" y="108"/>
                  </a:lnTo>
                  <a:lnTo>
                    <a:pt x="4602" y="216"/>
                  </a:lnTo>
                  <a:lnTo>
                    <a:pt x="3955" y="396"/>
                  </a:lnTo>
                  <a:lnTo>
                    <a:pt x="3632" y="503"/>
                  </a:lnTo>
                  <a:lnTo>
                    <a:pt x="3344" y="611"/>
                  </a:lnTo>
                  <a:lnTo>
                    <a:pt x="3056" y="791"/>
                  </a:lnTo>
                  <a:lnTo>
                    <a:pt x="2769" y="935"/>
                  </a:lnTo>
                  <a:lnTo>
                    <a:pt x="2481" y="1151"/>
                  </a:lnTo>
                  <a:lnTo>
                    <a:pt x="2229" y="1366"/>
                  </a:lnTo>
                  <a:lnTo>
                    <a:pt x="1978" y="1618"/>
                  </a:lnTo>
                  <a:lnTo>
                    <a:pt x="1726" y="1906"/>
                  </a:lnTo>
                  <a:lnTo>
                    <a:pt x="1510" y="2193"/>
                  </a:lnTo>
                  <a:lnTo>
                    <a:pt x="1295" y="2553"/>
                  </a:lnTo>
                  <a:lnTo>
                    <a:pt x="1115" y="2912"/>
                  </a:lnTo>
                  <a:lnTo>
                    <a:pt x="935" y="3308"/>
                  </a:lnTo>
                  <a:lnTo>
                    <a:pt x="755" y="3775"/>
                  </a:lnTo>
                  <a:lnTo>
                    <a:pt x="611" y="4243"/>
                  </a:lnTo>
                  <a:lnTo>
                    <a:pt x="468" y="4782"/>
                  </a:lnTo>
                  <a:lnTo>
                    <a:pt x="360" y="5321"/>
                  </a:lnTo>
                  <a:lnTo>
                    <a:pt x="252" y="5933"/>
                  </a:lnTo>
                  <a:lnTo>
                    <a:pt x="180" y="6580"/>
                  </a:lnTo>
                  <a:lnTo>
                    <a:pt x="108" y="7263"/>
                  </a:lnTo>
                  <a:lnTo>
                    <a:pt x="36" y="8018"/>
                  </a:lnTo>
                  <a:lnTo>
                    <a:pt x="0" y="9636"/>
                  </a:lnTo>
                  <a:lnTo>
                    <a:pt x="0" y="168992"/>
                  </a:lnTo>
                  <a:lnTo>
                    <a:pt x="36" y="169819"/>
                  </a:lnTo>
                  <a:lnTo>
                    <a:pt x="180" y="170646"/>
                  </a:lnTo>
                  <a:lnTo>
                    <a:pt x="360" y="171437"/>
                  </a:lnTo>
                  <a:lnTo>
                    <a:pt x="611" y="172156"/>
                  </a:lnTo>
                  <a:lnTo>
                    <a:pt x="935" y="172875"/>
                  </a:lnTo>
                  <a:lnTo>
                    <a:pt x="1295" y="173558"/>
                  </a:lnTo>
                  <a:lnTo>
                    <a:pt x="1726" y="174170"/>
                  </a:lnTo>
                  <a:lnTo>
                    <a:pt x="2229" y="174745"/>
                  </a:lnTo>
                  <a:lnTo>
                    <a:pt x="2769" y="175284"/>
                  </a:lnTo>
                  <a:lnTo>
                    <a:pt x="3344" y="175752"/>
                  </a:lnTo>
                  <a:lnTo>
                    <a:pt x="3955" y="176183"/>
                  </a:lnTo>
                  <a:lnTo>
                    <a:pt x="4602" y="176507"/>
                  </a:lnTo>
                  <a:lnTo>
                    <a:pt x="5322" y="176794"/>
                  </a:lnTo>
                  <a:lnTo>
                    <a:pt x="6041" y="176974"/>
                  </a:lnTo>
                  <a:lnTo>
                    <a:pt x="6796" y="177118"/>
                  </a:lnTo>
                  <a:lnTo>
                    <a:pt x="7551" y="177154"/>
                  </a:lnTo>
                  <a:lnTo>
                    <a:pt x="81943" y="177154"/>
                  </a:lnTo>
                  <a:lnTo>
                    <a:pt x="82698" y="177118"/>
                  </a:lnTo>
                  <a:lnTo>
                    <a:pt x="83453" y="176974"/>
                  </a:lnTo>
                  <a:lnTo>
                    <a:pt x="84172" y="176794"/>
                  </a:lnTo>
                  <a:lnTo>
                    <a:pt x="84856" y="176507"/>
                  </a:lnTo>
                  <a:lnTo>
                    <a:pt x="85539" y="176183"/>
                  </a:lnTo>
                  <a:lnTo>
                    <a:pt x="86150" y="175752"/>
                  </a:lnTo>
                  <a:lnTo>
                    <a:pt x="86725" y="175284"/>
                  </a:lnTo>
                  <a:lnTo>
                    <a:pt x="87265" y="174745"/>
                  </a:lnTo>
                  <a:lnTo>
                    <a:pt x="87732" y="174170"/>
                  </a:lnTo>
                  <a:lnTo>
                    <a:pt x="88199" y="173558"/>
                  </a:lnTo>
                  <a:lnTo>
                    <a:pt x="88559" y="172875"/>
                  </a:lnTo>
                  <a:lnTo>
                    <a:pt x="88883" y="172156"/>
                  </a:lnTo>
                  <a:lnTo>
                    <a:pt x="89134" y="171437"/>
                  </a:lnTo>
                  <a:lnTo>
                    <a:pt x="89314" y="170646"/>
                  </a:lnTo>
                  <a:lnTo>
                    <a:pt x="89422" y="169819"/>
                  </a:lnTo>
                  <a:lnTo>
                    <a:pt x="89458" y="168992"/>
                  </a:lnTo>
                  <a:lnTo>
                    <a:pt x="89458" y="9636"/>
                  </a:lnTo>
                  <a:lnTo>
                    <a:pt x="89422" y="8126"/>
                  </a:lnTo>
                  <a:lnTo>
                    <a:pt x="89386" y="7443"/>
                  </a:lnTo>
                  <a:lnTo>
                    <a:pt x="89314" y="6796"/>
                  </a:lnTo>
                  <a:lnTo>
                    <a:pt x="89242" y="6184"/>
                  </a:lnTo>
                  <a:lnTo>
                    <a:pt x="89134" y="5609"/>
                  </a:lnTo>
                  <a:lnTo>
                    <a:pt x="89026" y="5070"/>
                  </a:lnTo>
                  <a:lnTo>
                    <a:pt x="88883" y="4566"/>
                  </a:lnTo>
                  <a:lnTo>
                    <a:pt x="88739" y="4099"/>
                  </a:lnTo>
                  <a:lnTo>
                    <a:pt x="88559" y="3668"/>
                  </a:lnTo>
                  <a:lnTo>
                    <a:pt x="88379" y="3272"/>
                  </a:lnTo>
                  <a:lnTo>
                    <a:pt x="88164" y="2876"/>
                  </a:lnTo>
                  <a:lnTo>
                    <a:pt x="87984" y="2553"/>
                  </a:lnTo>
                  <a:lnTo>
                    <a:pt x="87732" y="2229"/>
                  </a:lnTo>
                  <a:lnTo>
                    <a:pt x="87516" y="1942"/>
                  </a:lnTo>
                  <a:lnTo>
                    <a:pt x="87265" y="1654"/>
                  </a:lnTo>
                  <a:lnTo>
                    <a:pt x="87013" y="1438"/>
                  </a:lnTo>
                  <a:lnTo>
                    <a:pt x="86725" y="1223"/>
                  </a:lnTo>
                  <a:lnTo>
                    <a:pt x="86438" y="1007"/>
                  </a:lnTo>
                  <a:lnTo>
                    <a:pt x="86150" y="827"/>
                  </a:lnTo>
                  <a:lnTo>
                    <a:pt x="85826" y="683"/>
                  </a:lnTo>
                  <a:lnTo>
                    <a:pt x="85503" y="539"/>
                  </a:lnTo>
                  <a:lnTo>
                    <a:pt x="84856" y="324"/>
                  </a:lnTo>
                  <a:lnTo>
                    <a:pt x="84172" y="180"/>
                  </a:lnTo>
                  <a:lnTo>
                    <a:pt x="83453" y="72"/>
                  </a:lnTo>
                  <a:lnTo>
                    <a:pt x="82698" y="0"/>
                  </a:lnTo>
                  <a:lnTo>
                    <a:pt x="66842" y="0"/>
                  </a:lnTo>
                  <a:lnTo>
                    <a:pt x="66698" y="36"/>
                  </a:lnTo>
                  <a:lnTo>
                    <a:pt x="66374" y="180"/>
                  </a:lnTo>
                  <a:lnTo>
                    <a:pt x="66123" y="360"/>
                  </a:lnTo>
                  <a:lnTo>
                    <a:pt x="65907" y="647"/>
                  </a:lnTo>
                  <a:lnTo>
                    <a:pt x="65691" y="971"/>
                  </a:lnTo>
                  <a:lnTo>
                    <a:pt x="65547" y="1330"/>
                  </a:lnTo>
                  <a:lnTo>
                    <a:pt x="65475" y="1762"/>
                  </a:lnTo>
                  <a:lnTo>
                    <a:pt x="65439" y="2193"/>
                  </a:lnTo>
                  <a:lnTo>
                    <a:pt x="65439" y="2733"/>
                  </a:lnTo>
                  <a:lnTo>
                    <a:pt x="65404" y="3236"/>
                  </a:lnTo>
                  <a:lnTo>
                    <a:pt x="65368" y="3668"/>
                  </a:lnTo>
                  <a:lnTo>
                    <a:pt x="65260" y="4063"/>
                  </a:lnTo>
                  <a:lnTo>
                    <a:pt x="65152" y="4387"/>
                  </a:lnTo>
                  <a:lnTo>
                    <a:pt x="65008" y="4674"/>
                  </a:lnTo>
                  <a:lnTo>
                    <a:pt x="64828" y="4890"/>
                  </a:lnTo>
                  <a:lnTo>
                    <a:pt x="64648" y="5070"/>
                  </a:lnTo>
                  <a:lnTo>
                    <a:pt x="64433" y="5250"/>
                  </a:lnTo>
                  <a:lnTo>
                    <a:pt x="64181" y="5357"/>
                  </a:lnTo>
                  <a:lnTo>
                    <a:pt x="63893" y="5429"/>
                  </a:lnTo>
                  <a:lnTo>
                    <a:pt x="63606" y="5501"/>
                  </a:lnTo>
                  <a:lnTo>
                    <a:pt x="63318" y="5537"/>
                  </a:lnTo>
                  <a:lnTo>
                    <a:pt x="62671" y="5573"/>
                  </a:lnTo>
                  <a:lnTo>
                    <a:pt x="61952" y="5609"/>
                  </a:lnTo>
                  <a:lnTo>
                    <a:pt x="27506" y="5609"/>
                  </a:lnTo>
                  <a:lnTo>
                    <a:pt x="26823" y="5573"/>
                  </a:lnTo>
                  <a:lnTo>
                    <a:pt x="26176" y="5537"/>
                  </a:lnTo>
                  <a:lnTo>
                    <a:pt x="25852" y="5501"/>
                  </a:lnTo>
                  <a:lnTo>
                    <a:pt x="25565" y="5429"/>
                  </a:lnTo>
                  <a:lnTo>
                    <a:pt x="25313" y="5357"/>
                  </a:lnTo>
                  <a:lnTo>
                    <a:pt x="25061" y="5250"/>
                  </a:lnTo>
                  <a:lnTo>
                    <a:pt x="24810" y="5070"/>
                  </a:lnTo>
                  <a:lnTo>
                    <a:pt x="24630" y="4890"/>
                  </a:lnTo>
                  <a:lnTo>
                    <a:pt x="24450" y="4674"/>
                  </a:lnTo>
                  <a:lnTo>
                    <a:pt x="24306" y="4387"/>
                  </a:lnTo>
                  <a:lnTo>
                    <a:pt x="24198" y="4063"/>
                  </a:lnTo>
                  <a:lnTo>
                    <a:pt x="24090" y="3668"/>
                  </a:lnTo>
                  <a:lnTo>
                    <a:pt x="24054" y="3236"/>
                  </a:lnTo>
                  <a:lnTo>
                    <a:pt x="24019" y="2733"/>
                  </a:lnTo>
                  <a:lnTo>
                    <a:pt x="24019" y="2193"/>
                  </a:lnTo>
                  <a:lnTo>
                    <a:pt x="23983" y="1762"/>
                  </a:lnTo>
                  <a:lnTo>
                    <a:pt x="23911" y="1330"/>
                  </a:lnTo>
                  <a:lnTo>
                    <a:pt x="23767" y="971"/>
                  </a:lnTo>
                  <a:lnTo>
                    <a:pt x="23551" y="647"/>
                  </a:lnTo>
                  <a:lnTo>
                    <a:pt x="23335" y="360"/>
                  </a:lnTo>
                  <a:lnTo>
                    <a:pt x="23084" y="180"/>
                  </a:lnTo>
                  <a:lnTo>
                    <a:pt x="22760" y="36"/>
                  </a:lnTo>
                  <a:lnTo>
                    <a:pt x="226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31"/>
            <p:cNvSpPr/>
            <p:nvPr/>
          </p:nvSpPr>
          <p:spPr>
            <a:xfrm>
              <a:off x="2691775" y="562625"/>
              <a:ext cx="2236450" cy="4428850"/>
            </a:xfrm>
            <a:custGeom>
              <a:avLst/>
              <a:gdLst/>
              <a:ahLst/>
              <a:cxnLst/>
              <a:rect l="l" t="t" r="r" b="b"/>
              <a:pathLst>
                <a:path w="89458" h="177154" fill="none" extrusionOk="0">
                  <a:moveTo>
                    <a:pt x="89458" y="9636"/>
                  </a:moveTo>
                  <a:lnTo>
                    <a:pt x="89458" y="168992"/>
                  </a:lnTo>
                  <a:lnTo>
                    <a:pt x="89458" y="168992"/>
                  </a:lnTo>
                  <a:lnTo>
                    <a:pt x="89422" y="169819"/>
                  </a:lnTo>
                  <a:lnTo>
                    <a:pt x="89314" y="170646"/>
                  </a:lnTo>
                  <a:lnTo>
                    <a:pt x="89134" y="171437"/>
                  </a:lnTo>
                  <a:lnTo>
                    <a:pt x="88883" y="172156"/>
                  </a:lnTo>
                  <a:lnTo>
                    <a:pt x="88559" y="172875"/>
                  </a:lnTo>
                  <a:lnTo>
                    <a:pt x="88199" y="173558"/>
                  </a:lnTo>
                  <a:lnTo>
                    <a:pt x="87732" y="174170"/>
                  </a:lnTo>
                  <a:lnTo>
                    <a:pt x="87265" y="174745"/>
                  </a:lnTo>
                  <a:lnTo>
                    <a:pt x="86725" y="175284"/>
                  </a:lnTo>
                  <a:lnTo>
                    <a:pt x="86150" y="175752"/>
                  </a:lnTo>
                  <a:lnTo>
                    <a:pt x="85539" y="176183"/>
                  </a:lnTo>
                  <a:lnTo>
                    <a:pt x="84856" y="176507"/>
                  </a:lnTo>
                  <a:lnTo>
                    <a:pt x="84172" y="176794"/>
                  </a:lnTo>
                  <a:lnTo>
                    <a:pt x="83453" y="176974"/>
                  </a:lnTo>
                  <a:lnTo>
                    <a:pt x="82698" y="177118"/>
                  </a:lnTo>
                  <a:lnTo>
                    <a:pt x="81943" y="177154"/>
                  </a:lnTo>
                  <a:lnTo>
                    <a:pt x="7551" y="177154"/>
                  </a:lnTo>
                  <a:lnTo>
                    <a:pt x="7551" y="177154"/>
                  </a:lnTo>
                  <a:lnTo>
                    <a:pt x="6796" y="177118"/>
                  </a:lnTo>
                  <a:lnTo>
                    <a:pt x="6041" y="176974"/>
                  </a:lnTo>
                  <a:lnTo>
                    <a:pt x="5322" y="176794"/>
                  </a:lnTo>
                  <a:lnTo>
                    <a:pt x="4602" y="176507"/>
                  </a:lnTo>
                  <a:lnTo>
                    <a:pt x="3955" y="176183"/>
                  </a:lnTo>
                  <a:lnTo>
                    <a:pt x="3344" y="175752"/>
                  </a:lnTo>
                  <a:lnTo>
                    <a:pt x="2769" y="175284"/>
                  </a:lnTo>
                  <a:lnTo>
                    <a:pt x="2229" y="174745"/>
                  </a:lnTo>
                  <a:lnTo>
                    <a:pt x="1726" y="174170"/>
                  </a:lnTo>
                  <a:lnTo>
                    <a:pt x="1295" y="173558"/>
                  </a:lnTo>
                  <a:lnTo>
                    <a:pt x="935" y="172875"/>
                  </a:lnTo>
                  <a:lnTo>
                    <a:pt x="611" y="172156"/>
                  </a:lnTo>
                  <a:lnTo>
                    <a:pt x="360" y="171437"/>
                  </a:lnTo>
                  <a:lnTo>
                    <a:pt x="180" y="170646"/>
                  </a:lnTo>
                  <a:lnTo>
                    <a:pt x="36" y="169819"/>
                  </a:lnTo>
                  <a:lnTo>
                    <a:pt x="0" y="168992"/>
                  </a:lnTo>
                  <a:lnTo>
                    <a:pt x="0" y="9636"/>
                  </a:lnTo>
                  <a:lnTo>
                    <a:pt x="0" y="9636"/>
                  </a:lnTo>
                  <a:lnTo>
                    <a:pt x="36" y="8018"/>
                  </a:lnTo>
                  <a:lnTo>
                    <a:pt x="108" y="7263"/>
                  </a:lnTo>
                  <a:lnTo>
                    <a:pt x="180" y="6580"/>
                  </a:lnTo>
                  <a:lnTo>
                    <a:pt x="252" y="5933"/>
                  </a:lnTo>
                  <a:lnTo>
                    <a:pt x="360" y="5321"/>
                  </a:lnTo>
                  <a:lnTo>
                    <a:pt x="468" y="4782"/>
                  </a:lnTo>
                  <a:lnTo>
                    <a:pt x="611" y="4243"/>
                  </a:lnTo>
                  <a:lnTo>
                    <a:pt x="755" y="3775"/>
                  </a:lnTo>
                  <a:lnTo>
                    <a:pt x="935" y="3308"/>
                  </a:lnTo>
                  <a:lnTo>
                    <a:pt x="1115" y="2912"/>
                  </a:lnTo>
                  <a:lnTo>
                    <a:pt x="1295" y="2553"/>
                  </a:lnTo>
                  <a:lnTo>
                    <a:pt x="1510" y="2193"/>
                  </a:lnTo>
                  <a:lnTo>
                    <a:pt x="1726" y="1906"/>
                  </a:lnTo>
                  <a:lnTo>
                    <a:pt x="1978" y="1618"/>
                  </a:lnTo>
                  <a:lnTo>
                    <a:pt x="2229" y="1366"/>
                  </a:lnTo>
                  <a:lnTo>
                    <a:pt x="2481" y="1151"/>
                  </a:lnTo>
                  <a:lnTo>
                    <a:pt x="2769" y="935"/>
                  </a:lnTo>
                  <a:lnTo>
                    <a:pt x="3056" y="791"/>
                  </a:lnTo>
                  <a:lnTo>
                    <a:pt x="3344" y="611"/>
                  </a:lnTo>
                  <a:lnTo>
                    <a:pt x="3632" y="503"/>
                  </a:lnTo>
                  <a:lnTo>
                    <a:pt x="3955" y="396"/>
                  </a:lnTo>
                  <a:lnTo>
                    <a:pt x="4602" y="216"/>
                  </a:lnTo>
                  <a:lnTo>
                    <a:pt x="5322" y="108"/>
                  </a:lnTo>
                  <a:lnTo>
                    <a:pt x="6041" y="36"/>
                  </a:lnTo>
                  <a:lnTo>
                    <a:pt x="6796" y="0"/>
                  </a:lnTo>
                  <a:lnTo>
                    <a:pt x="7551" y="0"/>
                  </a:lnTo>
                  <a:lnTo>
                    <a:pt x="22472" y="0"/>
                  </a:lnTo>
                  <a:lnTo>
                    <a:pt x="22472" y="0"/>
                  </a:lnTo>
                  <a:lnTo>
                    <a:pt x="22616" y="0"/>
                  </a:lnTo>
                  <a:lnTo>
                    <a:pt x="22760" y="36"/>
                  </a:lnTo>
                  <a:lnTo>
                    <a:pt x="23084" y="180"/>
                  </a:lnTo>
                  <a:lnTo>
                    <a:pt x="23335" y="360"/>
                  </a:lnTo>
                  <a:lnTo>
                    <a:pt x="23551" y="647"/>
                  </a:lnTo>
                  <a:lnTo>
                    <a:pt x="23767" y="971"/>
                  </a:lnTo>
                  <a:lnTo>
                    <a:pt x="23911" y="1330"/>
                  </a:lnTo>
                  <a:lnTo>
                    <a:pt x="23983" y="1762"/>
                  </a:lnTo>
                  <a:lnTo>
                    <a:pt x="24019" y="2193"/>
                  </a:lnTo>
                  <a:lnTo>
                    <a:pt x="24019" y="2733"/>
                  </a:lnTo>
                  <a:lnTo>
                    <a:pt x="24019" y="2733"/>
                  </a:lnTo>
                  <a:lnTo>
                    <a:pt x="24054" y="3236"/>
                  </a:lnTo>
                  <a:lnTo>
                    <a:pt x="24090" y="3668"/>
                  </a:lnTo>
                  <a:lnTo>
                    <a:pt x="24198" y="4063"/>
                  </a:lnTo>
                  <a:lnTo>
                    <a:pt x="24306" y="4387"/>
                  </a:lnTo>
                  <a:lnTo>
                    <a:pt x="24450" y="4674"/>
                  </a:lnTo>
                  <a:lnTo>
                    <a:pt x="24630" y="4890"/>
                  </a:lnTo>
                  <a:lnTo>
                    <a:pt x="24810" y="5070"/>
                  </a:lnTo>
                  <a:lnTo>
                    <a:pt x="25061" y="5250"/>
                  </a:lnTo>
                  <a:lnTo>
                    <a:pt x="25313" y="5357"/>
                  </a:lnTo>
                  <a:lnTo>
                    <a:pt x="25565" y="5429"/>
                  </a:lnTo>
                  <a:lnTo>
                    <a:pt x="25852" y="5501"/>
                  </a:lnTo>
                  <a:lnTo>
                    <a:pt x="26176" y="5537"/>
                  </a:lnTo>
                  <a:lnTo>
                    <a:pt x="26823" y="5573"/>
                  </a:lnTo>
                  <a:lnTo>
                    <a:pt x="27506" y="5609"/>
                  </a:lnTo>
                  <a:lnTo>
                    <a:pt x="61952" y="5609"/>
                  </a:lnTo>
                  <a:lnTo>
                    <a:pt x="61952" y="5609"/>
                  </a:lnTo>
                  <a:lnTo>
                    <a:pt x="62671" y="5573"/>
                  </a:lnTo>
                  <a:lnTo>
                    <a:pt x="63318" y="5537"/>
                  </a:lnTo>
                  <a:lnTo>
                    <a:pt x="63606" y="5501"/>
                  </a:lnTo>
                  <a:lnTo>
                    <a:pt x="63893" y="5429"/>
                  </a:lnTo>
                  <a:lnTo>
                    <a:pt x="64181" y="5357"/>
                  </a:lnTo>
                  <a:lnTo>
                    <a:pt x="64433" y="5250"/>
                  </a:lnTo>
                  <a:lnTo>
                    <a:pt x="64648" y="5070"/>
                  </a:lnTo>
                  <a:lnTo>
                    <a:pt x="64828" y="4890"/>
                  </a:lnTo>
                  <a:lnTo>
                    <a:pt x="65008" y="4674"/>
                  </a:lnTo>
                  <a:lnTo>
                    <a:pt x="65152" y="4387"/>
                  </a:lnTo>
                  <a:lnTo>
                    <a:pt x="65260" y="4063"/>
                  </a:lnTo>
                  <a:lnTo>
                    <a:pt x="65368" y="3668"/>
                  </a:lnTo>
                  <a:lnTo>
                    <a:pt x="65404" y="3236"/>
                  </a:lnTo>
                  <a:lnTo>
                    <a:pt x="65439" y="2733"/>
                  </a:lnTo>
                  <a:lnTo>
                    <a:pt x="65439" y="2193"/>
                  </a:lnTo>
                  <a:lnTo>
                    <a:pt x="65439" y="2193"/>
                  </a:lnTo>
                  <a:lnTo>
                    <a:pt x="65475" y="1762"/>
                  </a:lnTo>
                  <a:lnTo>
                    <a:pt x="65547" y="1330"/>
                  </a:lnTo>
                  <a:lnTo>
                    <a:pt x="65691" y="971"/>
                  </a:lnTo>
                  <a:lnTo>
                    <a:pt x="65907" y="647"/>
                  </a:lnTo>
                  <a:lnTo>
                    <a:pt x="66123" y="360"/>
                  </a:lnTo>
                  <a:lnTo>
                    <a:pt x="66374" y="180"/>
                  </a:lnTo>
                  <a:lnTo>
                    <a:pt x="66698" y="36"/>
                  </a:lnTo>
                  <a:lnTo>
                    <a:pt x="66842" y="0"/>
                  </a:lnTo>
                  <a:lnTo>
                    <a:pt x="67022" y="0"/>
                  </a:lnTo>
                  <a:lnTo>
                    <a:pt x="81907" y="0"/>
                  </a:lnTo>
                  <a:lnTo>
                    <a:pt x="81907" y="0"/>
                  </a:lnTo>
                  <a:lnTo>
                    <a:pt x="82698" y="0"/>
                  </a:lnTo>
                  <a:lnTo>
                    <a:pt x="83453" y="72"/>
                  </a:lnTo>
                  <a:lnTo>
                    <a:pt x="84172" y="180"/>
                  </a:lnTo>
                  <a:lnTo>
                    <a:pt x="84856" y="324"/>
                  </a:lnTo>
                  <a:lnTo>
                    <a:pt x="85503" y="539"/>
                  </a:lnTo>
                  <a:lnTo>
                    <a:pt x="85826" y="683"/>
                  </a:lnTo>
                  <a:lnTo>
                    <a:pt x="86150" y="827"/>
                  </a:lnTo>
                  <a:lnTo>
                    <a:pt x="86438" y="1007"/>
                  </a:lnTo>
                  <a:lnTo>
                    <a:pt x="86725" y="1223"/>
                  </a:lnTo>
                  <a:lnTo>
                    <a:pt x="87013" y="1438"/>
                  </a:lnTo>
                  <a:lnTo>
                    <a:pt x="87265" y="1654"/>
                  </a:lnTo>
                  <a:lnTo>
                    <a:pt x="87516" y="1942"/>
                  </a:lnTo>
                  <a:lnTo>
                    <a:pt x="87732" y="2229"/>
                  </a:lnTo>
                  <a:lnTo>
                    <a:pt x="87984" y="2553"/>
                  </a:lnTo>
                  <a:lnTo>
                    <a:pt x="88164" y="2876"/>
                  </a:lnTo>
                  <a:lnTo>
                    <a:pt x="88379" y="3272"/>
                  </a:lnTo>
                  <a:lnTo>
                    <a:pt x="88559" y="3668"/>
                  </a:lnTo>
                  <a:lnTo>
                    <a:pt x="88739" y="4099"/>
                  </a:lnTo>
                  <a:lnTo>
                    <a:pt x="88883" y="4566"/>
                  </a:lnTo>
                  <a:lnTo>
                    <a:pt x="89026" y="5070"/>
                  </a:lnTo>
                  <a:lnTo>
                    <a:pt x="89134" y="5609"/>
                  </a:lnTo>
                  <a:lnTo>
                    <a:pt x="89242" y="6184"/>
                  </a:lnTo>
                  <a:lnTo>
                    <a:pt x="89314" y="6796"/>
                  </a:lnTo>
                  <a:lnTo>
                    <a:pt x="89386" y="7443"/>
                  </a:lnTo>
                  <a:lnTo>
                    <a:pt x="89422" y="8126"/>
                  </a:lnTo>
                  <a:lnTo>
                    <a:pt x="89458" y="96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31"/>
            <p:cNvSpPr/>
            <p:nvPr/>
          </p:nvSpPr>
          <p:spPr>
            <a:xfrm>
              <a:off x="2691775" y="562625"/>
              <a:ext cx="2236450" cy="537550"/>
            </a:xfrm>
            <a:custGeom>
              <a:avLst/>
              <a:gdLst/>
              <a:ahLst/>
              <a:cxnLst/>
              <a:rect l="l" t="t" r="r" b="b"/>
              <a:pathLst>
                <a:path w="89458" h="21502" extrusionOk="0">
                  <a:moveTo>
                    <a:pt x="7551" y="0"/>
                  </a:moveTo>
                  <a:lnTo>
                    <a:pt x="6796" y="36"/>
                  </a:lnTo>
                  <a:lnTo>
                    <a:pt x="6041" y="36"/>
                  </a:lnTo>
                  <a:lnTo>
                    <a:pt x="5322" y="108"/>
                  </a:lnTo>
                  <a:lnTo>
                    <a:pt x="4602" y="216"/>
                  </a:lnTo>
                  <a:lnTo>
                    <a:pt x="3955" y="396"/>
                  </a:lnTo>
                  <a:lnTo>
                    <a:pt x="3632" y="503"/>
                  </a:lnTo>
                  <a:lnTo>
                    <a:pt x="3344" y="647"/>
                  </a:lnTo>
                  <a:lnTo>
                    <a:pt x="3020" y="791"/>
                  </a:lnTo>
                  <a:lnTo>
                    <a:pt x="2733" y="971"/>
                  </a:lnTo>
                  <a:lnTo>
                    <a:pt x="2481" y="1151"/>
                  </a:lnTo>
                  <a:lnTo>
                    <a:pt x="2193" y="1366"/>
                  </a:lnTo>
                  <a:lnTo>
                    <a:pt x="1942" y="1618"/>
                  </a:lnTo>
                  <a:lnTo>
                    <a:pt x="1726" y="1906"/>
                  </a:lnTo>
                  <a:lnTo>
                    <a:pt x="1510" y="2193"/>
                  </a:lnTo>
                  <a:lnTo>
                    <a:pt x="1295" y="2553"/>
                  </a:lnTo>
                  <a:lnTo>
                    <a:pt x="1079" y="2912"/>
                  </a:lnTo>
                  <a:lnTo>
                    <a:pt x="899" y="3344"/>
                  </a:lnTo>
                  <a:lnTo>
                    <a:pt x="719" y="3775"/>
                  </a:lnTo>
                  <a:lnTo>
                    <a:pt x="575" y="4243"/>
                  </a:lnTo>
                  <a:lnTo>
                    <a:pt x="432" y="4782"/>
                  </a:lnTo>
                  <a:lnTo>
                    <a:pt x="324" y="5321"/>
                  </a:lnTo>
                  <a:lnTo>
                    <a:pt x="216" y="5933"/>
                  </a:lnTo>
                  <a:lnTo>
                    <a:pt x="144" y="6580"/>
                  </a:lnTo>
                  <a:lnTo>
                    <a:pt x="72" y="7263"/>
                  </a:lnTo>
                  <a:lnTo>
                    <a:pt x="36" y="8018"/>
                  </a:lnTo>
                  <a:lnTo>
                    <a:pt x="0" y="9636"/>
                  </a:lnTo>
                  <a:lnTo>
                    <a:pt x="0" y="21502"/>
                  </a:lnTo>
                  <a:lnTo>
                    <a:pt x="89458" y="21502"/>
                  </a:lnTo>
                  <a:lnTo>
                    <a:pt x="89458" y="9636"/>
                  </a:lnTo>
                  <a:lnTo>
                    <a:pt x="89422" y="8126"/>
                  </a:lnTo>
                  <a:lnTo>
                    <a:pt x="89386" y="7443"/>
                  </a:lnTo>
                  <a:lnTo>
                    <a:pt x="89314" y="6796"/>
                  </a:lnTo>
                  <a:lnTo>
                    <a:pt x="89242" y="6184"/>
                  </a:lnTo>
                  <a:lnTo>
                    <a:pt x="89134" y="5609"/>
                  </a:lnTo>
                  <a:lnTo>
                    <a:pt x="89026" y="5070"/>
                  </a:lnTo>
                  <a:lnTo>
                    <a:pt x="88883" y="4566"/>
                  </a:lnTo>
                  <a:lnTo>
                    <a:pt x="88739" y="4099"/>
                  </a:lnTo>
                  <a:lnTo>
                    <a:pt x="88559" y="3668"/>
                  </a:lnTo>
                  <a:lnTo>
                    <a:pt x="88379" y="3272"/>
                  </a:lnTo>
                  <a:lnTo>
                    <a:pt x="88199" y="2876"/>
                  </a:lnTo>
                  <a:lnTo>
                    <a:pt x="87984" y="2553"/>
                  </a:lnTo>
                  <a:lnTo>
                    <a:pt x="87732" y="2229"/>
                  </a:lnTo>
                  <a:lnTo>
                    <a:pt x="87516" y="1942"/>
                  </a:lnTo>
                  <a:lnTo>
                    <a:pt x="87265" y="1654"/>
                  </a:lnTo>
                  <a:lnTo>
                    <a:pt x="87013" y="1438"/>
                  </a:lnTo>
                  <a:lnTo>
                    <a:pt x="86725" y="1223"/>
                  </a:lnTo>
                  <a:lnTo>
                    <a:pt x="86438" y="1007"/>
                  </a:lnTo>
                  <a:lnTo>
                    <a:pt x="86150" y="827"/>
                  </a:lnTo>
                  <a:lnTo>
                    <a:pt x="85826" y="683"/>
                  </a:lnTo>
                  <a:lnTo>
                    <a:pt x="85539" y="539"/>
                  </a:lnTo>
                  <a:lnTo>
                    <a:pt x="84856" y="324"/>
                  </a:lnTo>
                  <a:lnTo>
                    <a:pt x="84172" y="180"/>
                  </a:lnTo>
                  <a:lnTo>
                    <a:pt x="83453" y="72"/>
                  </a:lnTo>
                  <a:lnTo>
                    <a:pt x="82698" y="0"/>
                  </a:lnTo>
                  <a:lnTo>
                    <a:pt x="66878" y="0"/>
                  </a:lnTo>
                  <a:lnTo>
                    <a:pt x="66698" y="36"/>
                  </a:lnTo>
                  <a:lnTo>
                    <a:pt x="66410" y="180"/>
                  </a:lnTo>
                  <a:lnTo>
                    <a:pt x="66159" y="360"/>
                  </a:lnTo>
                  <a:lnTo>
                    <a:pt x="65907" y="647"/>
                  </a:lnTo>
                  <a:lnTo>
                    <a:pt x="65727" y="971"/>
                  </a:lnTo>
                  <a:lnTo>
                    <a:pt x="65583" y="1330"/>
                  </a:lnTo>
                  <a:lnTo>
                    <a:pt x="65475" y="1762"/>
                  </a:lnTo>
                  <a:lnTo>
                    <a:pt x="65439" y="2193"/>
                  </a:lnTo>
                  <a:lnTo>
                    <a:pt x="65439" y="2733"/>
                  </a:lnTo>
                  <a:lnTo>
                    <a:pt x="65439" y="3236"/>
                  </a:lnTo>
                  <a:lnTo>
                    <a:pt x="65368" y="3703"/>
                  </a:lnTo>
                  <a:lnTo>
                    <a:pt x="65296" y="4063"/>
                  </a:lnTo>
                  <a:lnTo>
                    <a:pt x="65188" y="4387"/>
                  </a:lnTo>
                  <a:lnTo>
                    <a:pt x="65044" y="4674"/>
                  </a:lnTo>
                  <a:lnTo>
                    <a:pt x="64864" y="4926"/>
                  </a:lnTo>
                  <a:lnTo>
                    <a:pt x="64648" y="5106"/>
                  </a:lnTo>
                  <a:lnTo>
                    <a:pt x="64433" y="5250"/>
                  </a:lnTo>
                  <a:lnTo>
                    <a:pt x="64181" y="5357"/>
                  </a:lnTo>
                  <a:lnTo>
                    <a:pt x="63929" y="5465"/>
                  </a:lnTo>
                  <a:lnTo>
                    <a:pt x="63642" y="5537"/>
                  </a:lnTo>
                  <a:lnTo>
                    <a:pt x="63318" y="5573"/>
                  </a:lnTo>
                  <a:lnTo>
                    <a:pt x="62671" y="5609"/>
                  </a:lnTo>
                  <a:lnTo>
                    <a:pt x="26823" y="5609"/>
                  </a:lnTo>
                  <a:lnTo>
                    <a:pt x="26140" y="5573"/>
                  </a:lnTo>
                  <a:lnTo>
                    <a:pt x="25852" y="5537"/>
                  </a:lnTo>
                  <a:lnTo>
                    <a:pt x="25565" y="5465"/>
                  </a:lnTo>
                  <a:lnTo>
                    <a:pt x="25313" y="5357"/>
                  </a:lnTo>
                  <a:lnTo>
                    <a:pt x="25061" y="5250"/>
                  </a:lnTo>
                  <a:lnTo>
                    <a:pt x="24810" y="5106"/>
                  </a:lnTo>
                  <a:lnTo>
                    <a:pt x="24630" y="4926"/>
                  </a:lnTo>
                  <a:lnTo>
                    <a:pt x="24450" y="4674"/>
                  </a:lnTo>
                  <a:lnTo>
                    <a:pt x="24306" y="4387"/>
                  </a:lnTo>
                  <a:lnTo>
                    <a:pt x="24198" y="4063"/>
                  </a:lnTo>
                  <a:lnTo>
                    <a:pt x="24090" y="3703"/>
                  </a:lnTo>
                  <a:lnTo>
                    <a:pt x="24054" y="3236"/>
                  </a:lnTo>
                  <a:lnTo>
                    <a:pt x="24019" y="2733"/>
                  </a:lnTo>
                  <a:lnTo>
                    <a:pt x="24019" y="2229"/>
                  </a:lnTo>
                  <a:lnTo>
                    <a:pt x="23983" y="1762"/>
                  </a:lnTo>
                  <a:lnTo>
                    <a:pt x="23911" y="1366"/>
                  </a:lnTo>
                  <a:lnTo>
                    <a:pt x="23767" y="971"/>
                  </a:lnTo>
                  <a:lnTo>
                    <a:pt x="23551" y="647"/>
                  </a:lnTo>
                  <a:lnTo>
                    <a:pt x="23335" y="396"/>
                  </a:lnTo>
                  <a:lnTo>
                    <a:pt x="23084" y="180"/>
                  </a:lnTo>
                  <a:lnTo>
                    <a:pt x="22760" y="72"/>
                  </a:lnTo>
                  <a:lnTo>
                    <a:pt x="22616" y="36"/>
                  </a:lnTo>
                  <a:lnTo>
                    <a:pt x="224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31"/>
            <p:cNvSpPr/>
            <p:nvPr/>
          </p:nvSpPr>
          <p:spPr>
            <a:xfrm>
              <a:off x="2838275" y="831375"/>
              <a:ext cx="75550" cy="124075"/>
            </a:xfrm>
            <a:custGeom>
              <a:avLst/>
              <a:gdLst/>
              <a:ahLst/>
              <a:cxnLst/>
              <a:rect l="l" t="t" r="r" b="b"/>
              <a:pathLst>
                <a:path w="3022" h="4963" extrusionOk="0">
                  <a:moveTo>
                    <a:pt x="2626" y="1"/>
                  </a:moveTo>
                  <a:lnTo>
                    <a:pt x="1" y="2482"/>
                  </a:lnTo>
                  <a:lnTo>
                    <a:pt x="2626" y="4963"/>
                  </a:lnTo>
                  <a:lnTo>
                    <a:pt x="3021" y="4531"/>
                  </a:lnTo>
                  <a:lnTo>
                    <a:pt x="864" y="2482"/>
                  </a:lnTo>
                  <a:lnTo>
                    <a:pt x="3021" y="432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31"/>
            <p:cNvSpPr/>
            <p:nvPr/>
          </p:nvSpPr>
          <p:spPr>
            <a:xfrm>
              <a:off x="4635175" y="826900"/>
              <a:ext cx="136650" cy="133050"/>
            </a:xfrm>
            <a:custGeom>
              <a:avLst/>
              <a:gdLst/>
              <a:ahLst/>
              <a:cxnLst/>
              <a:rect l="l" t="t" r="r" b="b"/>
              <a:pathLst>
                <a:path w="5466" h="5322" extrusionOk="0">
                  <a:moveTo>
                    <a:pt x="2733" y="1690"/>
                  </a:moveTo>
                  <a:lnTo>
                    <a:pt x="2913" y="1726"/>
                  </a:lnTo>
                  <a:lnTo>
                    <a:pt x="3093" y="1798"/>
                  </a:lnTo>
                  <a:lnTo>
                    <a:pt x="3272" y="1870"/>
                  </a:lnTo>
                  <a:lnTo>
                    <a:pt x="3416" y="1978"/>
                  </a:lnTo>
                  <a:lnTo>
                    <a:pt x="3524" y="2121"/>
                  </a:lnTo>
                  <a:lnTo>
                    <a:pt x="3632" y="2301"/>
                  </a:lnTo>
                  <a:lnTo>
                    <a:pt x="3668" y="2481"/>
                  </a:lnTo>
                  <a:lnTo>
                    <a:pt x="3704" y="2697"/>
                  </a:lnTo>
                  <a:lnTo>
                    <a:pt x="3668" y="2912"/>
                  </a:lnTo>
                  <a:lnTo>
                    <a:pt x="3596" y="3092"/>
                  </a:lnTo>
                  <a:lnTo>
                    <a:pt x="3524" y="3236"/>
                  </a:lnTo>
                  <a:lnTo>
                    <a:pt x="3380" y="3380"/>
                  </a:lnTo>
                  <a:lnTo>
                    <a:pt x="3236" y="3524"/>
                  </a:lnTo>
                  <a:lnTo>
                    <a:pt x="3057" y="3596"/>
                  </a:lnTo>
                  <a:lnTo>
                    <a:pt x="2877" y="3632"/>
                  </a:lnTo>
                  <a:lnTo>
                    <a:pt x="2697" y="3667"/>
                  </a:lnTo>
                  <a:lnTo>
                    <a:pt x="2481" y="3632"/>
                  </a:lnTo>
                  <a:lnTo>
                    <a:pt x="2302" y="3560"/>
                  </a:lnTo>
                  <a:lnTo>
                    <a:pt x="2122" y="3488"/>
                  </a:lnTo>
                  <a:lnTo>
                    <a:pt x="1978" y="3344"/>
                  </a:lnTo>
                  <a:lnTo>
                    <a:pt x="1870" y="3200"/>
                  </a:lnTo>
                  <a:lnTo>
                    <a:pt x="1798" y="3056"/>
                  </a:lnTo>
                  <a:lnTo>
                    <a:pt x="1726" y="2841"/>
                  </a:lnTo>
                  <a:lnTo>
                    <a:pt x="1726" y="2661"/>
                  </a:lnTo>
                  <a:lnTo>
                    <a:pt x="1762" y="2445"/>
                  </a:lnTo>
                  <a:lnTo>
                    <a:pt x="1798" y="2265"/>
                  </a:lnTo>
                  <a:lnTo>
                    <a:pt x="1906" y="2121"/>
                  </a:lnTo>
                  <a:lnTo>
                    <a:pt x="2014" y="1978"/>
                  </a:lnTo>
                  <a:lnTo>
                    <a:pt x="2194" y="1834"/>
                  </a:lnTo>
                  <a:lnTo>
                    <a:pt x="2337" y="1762"/>
                  </a:lnTo>
                  <a:lnTo>
                    <a:pt x="2517" y="1726"/>
                  </a:lnTo>
                  <a:lnTo>
                    <a:pt x="2733" y="1690"/>
                  </a:lnTo>
                  <a:close/>
                  <a:moveTo>
                    <a:pt x="2733" y="1330"/>
                  </a:moveTo>
                  <a:lnTo>
                    <a:pt x="2445" y="1366"/>
                  </a:lnTo>
                  <a:lnTo>
                    <a:pt x="2194" y="1438"/>
                  </a:lnTo>
                  <a:lnTo>
                    <a:pt x="1978" y="1546"/>
                  </a:lnTo>
                  <a:lnTo>
                    <a:pt x="1798" y="1726"/>
                  </a:lnTo>
                  <a:lnTo>
                    <a:pt x="1618" y="1906"/>
                  </a:lnTo>
                  <a:lnTo>
                    <a:pt x="1510" y="2157"/>
                  </a:lnTo>
                  <a:lnTo>
                    <a:pt x="1439" y="2409"/>
                  </a:lnTo>
                  <a:lnTo>
                    <a:pt x="1403" y="2661"/>
                  </a:lnTo>
                  <a:lnTo>
                    <a:pt x="1439" y="2912"/>
                  </a:lnTo>
                  <a:lnTo>
                    <a:pt x="1510" y="3164"/>
                  </a:lnTo>
                  <a:lnTo>
                    <a:pt x="1618" y="3416"/>
                  </a:lnTo>
                  <a:lnTo>
                    <a:pt x="1798" y="3596"/>
                  </a:lnTo>
                  <a:lnTo>
                    <a:pt x="1978" y="3775"/>
                  </a:lnTo>
                  <a:lnTo>
                    <a:pt x="2230" y="3883"/>
                  </a:lnTo>
                  <a:lnTo>
                    <a:pt x="2481" y="3955"/>
                  </a:lnTo>
                  <a:lnTo>
                    <a:pt x="2733" y="3991"/>
                  </a:lnTo>
                  <a:lnTo>
                    <a:pt x="2985" y="3955"/>
                  </a:lnTo>
                  <a:lnTo>
                    <a:pt x="3236" y="3883"/>
                  </a:lnTo>
                  <a:lnTo>
                    <a:pt x="3488" y="3775"/>
                  </a:lnTo>
                  <a:lnTo>
                    <a:pt x="3668" y="3596"/>
                  </a:lnTo>
                  <a:lnTo>
                    <a:pt x="3848" y="3416"/>
                  </a:lnTo>
                  <a:lnTo>
                    <a:pt x="3955" y="3164"/>
                  </a:lnTo>
                  <a:lnTo>
                    <a:pt x="4027" y="2912"/>
                  </a:lnTo>
                  <a:lnTo>
                    <a:pt x="4063" y="2661"/>
                  </a:lnTo>
                  <a:lnTo>
                    <a:pt x="4027" y="2373"/>
                  </a:lnTo>
                  <a:lnTo>
                    <a:pt x="3955" y="2121"/>
                  </a:lnTo>
                  <a:lnTo>
                    <a:pt x="3848" y="1906"/>
                  </a:lnTo>
                  <a:lnTo>
                    <a:pt x="3668" y="1726"/>
                  </a:lnTo>
                  <a:lnTo>
                    <a:pt x="3452" y="1546"/>
                  </a:lnTo>
                  <a:lnTo>
                    <a:pt x="3236" y="1438"/>
                  </a:lnTo>
                  <a:lnTo>
                    <a:pt x="2985" y="1366"/>
                  </a:lnTo>
                  <a:lnTo>
                    <a:pt x="2733" y="1330"/>
                  </a:lnTo>
                  <a:close/>
                  <a:moveTo>
                    <a:pt x="3236" y="360"/>
                  </a:moveTo>
                  <a:lnTo>
                    <a:pt x="3236" y="611"/>
                  </a:lnTo>
                  <a:lnTo>
                    <a:pt x="3272" y="755"/>
                  </a:lnTo>
                  <a:lnTo>
                    <a:pt x="3344" y="899"/>
                  </a:lnTo>
                  <a:lnTo>
                    <a:pt x="3416" y="1007"/>
                  </a:lnTo>
                  <a:lnTo>
                    <a:pt x="3524" y="1079"/>
                  </a:lnTo>
                  <a:lnTo>
                    <a:pt x="3704" y="1187"/>
                  </a:lnTo>
                  <a:lnTo>
                    <a:pt x="3812" y="1223"/>
                  </a:lnTo>
                  <a:lnTo>
                    <a:pt x="3955" y="1258"/>
                  </a:lnTo>
                  <a:lnTo>
                    <a:pt x="4099" y="1223"/>
                  </a:lnTo>
                  <a:lnTo>
                    <a:pt x="4243" y="1187"/>
                  </a:lnTo>
                  <a:lnTo>
                    <a:pt x="4459" y="1043"/>
                  </a:lnTo>
                  <a:lnTo>
                    <a:pt x="4962" y="1942"/>
                  </a:lnTo>
                  <a:lnTo>
                    <a:pt x="4747" y="2085"/>
                  </a:lnTo>
                  <a:lnTo>
                    <a:pt x="4639" y="2157"/>
                  </a:lnTo>
                  <a:lnTo>
                    <a:pt x="4567" y="2265"/>
                  </a:lnTo>
                  <a:lnTo>
                    <a:pt x="4495" y="2409"/>
                  </a:lnTo>
                  <a:lnTo>
                    <a:pt x="4495" y="2553"/>
                  </a:lnTo>
                  <a:lnTo>
                    <a:pt x="4495" y="2733"/>
                  </a:lnTo>
                  <a:lnTo>
                    <a:pt x="4495" y="2912"/>
                  </a:lnTo>
                  <a:lnTo>
                    <a:pt x="4531" y="3020"/>
                  </a:lnTo>
                  <a:lnTo>
                    <a:pt x="4639" y="3164"/>
                  </a:lnTo>
                  <a:lnTo>
                    <a:pt x="4747" y="3236"/>
                  </a:lnTo>
                  <a:lnTo>
                    <a:pt x="4962" y="3380"/>
                  </a:lnTo>
                  <a:lnTo>
                    <a:pt x="4459" y="4243"/>
                  </a:lnTo>
                  <a:lnTo>
                    <a:pt x="4243" y="4135"/>
                  </a:lnTo>
                  <a:lnTo>
                    <a:pt x="4099" y="4063"/>
                  </a:lnTo>
                  <a:lnTo>
                    <a:pt x="3812" y="4063"/>
                  </a:lnTo>
                  <a:lnTo>
                    <a:pt x="3704" y="4135"/>
                  </a:lnTo>
                  <a:lnTo>
                    <a:pt x="3524" y="4243"/>
                  </a:lnTo>
                  <a:lnTo>
                    <a:pt x="3416" y="4315"/>
                  </a:lnTo>
                  <a:lnTo>
                    <a:pt x="3308" y="4423"/>
                  </a:lnTo>
                  <a:lnTo>
                    <a:pt x="3272" y="4566"/>
                  </a:lnTo>
                  <a:lnTo>
                    <a:pt x="3236" y="4674"/>
                  </a:lnTo>
                  <a:lnTo>
                    <a:pt x="3236" y="4926"/>
                  </a:lnTo>
                  <a:lnTo>
                    <a:pt x="2230" y="4926"/>
                  </a:lnTo>
                  <a:lnTo>
                    <a:pt x="2230" y="4674"/>
                  </a:lnTo>
                  <a:lnTo>
                    <a:pt x="2194" y="4566"/>
                  </a:lnTo>
                  <a:lnTo>
                    <a:pt x="2122" y="4423"/>
                  </a:lnTo>
                  <a:lnTo>
                    <a:pt x="2050" y="4315"/>
                  </a:lnTo>
                  <a:lnTo>
                    <a:pt x="1942" y="4243"/>
                  </a:lnTo>
                  <a:lnTo>
                    <a:pt x="1762" y="4135"/>
                  </a:lnTo>
                  <a:lnTo>
                    <a:pt x="1654" y="4063"/>
                  </a:lnTo>
                  <a:lnTo>
                    <a:pt x="1367" y="4063"/>
                  </a:lnTo>
                  <a:lnTo>
                    <a:pt x="1223" y="4135"/>
                  </a:lnTo>
                  <a:lnTo>
                    <a:pt x="1007" y="4243"/>
                  </a:lnTo>
                  <a:lnTo>
                    <a:pt x="540" y="3380"/>
                  </a:lnTo>
                  <a:lnTo>
                    <a:pt x="719" y="3236"/>
                  </a:lnTo>
                  <a:lnTo>
                    <a:pt x="863" y="3164"/>
                  </a:lnTo>
                  <a:lnTo>
                    <a:pt x="935" y="3020"/>
                  </a:lnTo>
                  <a:lnTo>
                    <a:pt x="971" y="2912"/>
                  </a:lnTo>
                  <a:lnTo>
                    <a:pt x="1007" y="2733"/>
                  </a:lnTo>
                  <a:lnTo>
                    <a:pt x="1007" y="2553"/>
                  </a:lnTo>
                  <a:lnTo>
                    <a:pt x="971" y="2409"/>
                  </a:lnTo>
                  <a:lnTo>
                    <a:pt x="935" y="2265"/>
                  </a:lnTo>
                  <a:lnTo>
                    <a:pt x="863" y="2157"/>
                  </a:lnTo>
                  <a:lnTo>
                    <a:pt x="719" y="2085"/>
                  </a:lnTo>
                  <a:lnTo>
                    <a:pt x="540" y="1942"/>
                  </a:lnTo>
                  <a:lnTo>
                    <a:pt x="1007" y="1043"/>
                  </a:lnTo>
                  <a:lnTo>
                    <a:pt x="1223" y="1187"/>
                  </a:lnTo>
                  <a:lnTo>
                    <a:pt x="1367" y="1223"/>
                  </a:lnTo>
                  <a:lnTo>
                    <a:pt x="1510" y="1258"/>
                  </a:lnTo>
                  <a:lnTo>
                    <a:pt x="1654" y="1223"/>
                  </a:lnTo>
                  <a:lnTo>
                    <a:pt x="1762" y="1187"/>
                  </a:lnTo>
                  <a:lnTo>
                    <a:pt x="1942" y="1079"/>
                  </a:lnTo>
                  <a:lnTo>
                    <a:pt x="2050" y="1007"/>
                  </a:lnTo>
                  <a:lnTo>
                    <a:pt x="2122" y="899"/>
                  </a:lnTo>
                  <a:lnTo>
                    <a:pt x="2194" y="755"/>
                  </a:lnTo>
                  <a:lnTo>
                    <a:pt x="2230" y="611"/>
                  </a:lnTo>
                  <a:lnTo>
                    <a:pt x="2230" y="360"/>
                  </a:lnTo>
                  <a:close/>
                  <a:moveTo>
                    <a:pt x="1834" y="0"/>
                  </a:moveTo>
                  <a:lnTo>
                    <a:pt x="1834" y="647"/>
                  </a:lnTo>
                  <a:lnTo>
                    <a:pt x="1834" y="719"/>
                  </a:lnTo>
                  <a:lnTo>
                    <a:pt x="1762" y="755"/>
                  </a:lnTo>
                  <a:lnTo>
                    <a:pt x="1582" y="863"/>
                  </a:lnTo>
                  <a:lnTo>
                    <a:pt x="1475" y="899"/>
                  </a:lnTo>
                  <a:lnTo>
                    <a:pt x="1403" y="863"/>
                  </a:lnTo>
                  <a:lnTo>
                    <a:pt x="863" y="575"/>
                  </a:lnTo>
                  <a:lnTo>
                    <a:pt x="0" y="2085"/>
                  </a:lnTo>
                  <a:lnTo>
                    <a:pt x="540" y="2409"/>
                  </a:lnTo>
                  <a:lnTo>
                    <a:pt x="576" y="2481"/>
                  </a:lnTo>
                  <a:lnTo>
                    <a:pt x="612" y="2553"/>
                  </a:lnTo>
                  <a:lnTo>
                    <a:pt x="612" y="2661"/>
                  </a:lnTo>
                  <a:lnTo>
                    <a:pt x="612" y="2769"/>
                  </a:lnTo>
                  <a:lnTo>
                    <a:pt x="576" y="2841"/>
                  </a:lnTo>
                  <a:lnTo>
                    <a:pt x="540" y="2912"/>
                  </a:lnTo>
                  <a:lnTo>
                    <a:pt x="0" y="3236"/>
                  </a:lnTo>
                  <a:lnTo>
                    <a:pt x="863" y="4746"/>
                  </a:lnTo>
                  <a:lnTo>
                    <a:pt x="1403" y="4459"/>
                  </a:lnTo>
                  <a:lnTo>
                    <a:pt x="1475" y="4423"/>
                  </a:lnTo>
                  <a:lnTo>
                    <a:pt x="1582" y="4459"/>
                  </a:lnTo>
                  <a:lnTo>
                    <a:pt x="1762" y="4566"/>
                  </a:lnTo>
                  <a:lnTo>
                    <a:pt x="1834" y="4602"/>
                  </a:lnTo>
                  <a:lnTo>
                    <a:pt x="1834" y="4674"/>
                  </a:lnTo>
                  <a:lnTo>
                    <a:pt x="1834" y="5321"/>
                  </a:lnTo>
                  <a:lnTo>
                    <a:pt x="3632" y="5321"/>
                  </a:lnTo>
                  <a:lnTo>
                    <a:pt x="3596" y="4674"/>
                  </a:lnTo>
                  <a:lnTo>
                    <a:pt x="3632" y="4602"/>
                  </a:lnTo>
                  <a:lnTo>
                    <a:pt x="3704" y="4566"/>
                  </a:lnTo>
                  <a:lnTo>
                    <a:pt x="3884" y="4459"/>
                  </a:lnTo>
                  <a:lnTo>
                    <a:pt x="3955" y="4423"/>
                  </a:lnTo>
                  <a:lnTo>
                    <a:pt x="4063" y="4459"/>
                  </a:lnTo>
                  <a:lnTo>
                    <a:pt x="4567" y="4746"/>
                  </a:lnTo>
                  <a:lnTo>
                    <a:pt x="5466" y="3200"/>
                  </a:lnTo>
                  <a:lnTo>
                    <a:pt x="4926" y="2912"/>
                  </a:lnTo>
                  <a:lnTo>
                    <a:pt x="4890" y="2841"/>
                  </a:lnTo>
                  <a:lnTo>
                    <a:pt x="4854" y="2769"/>
                  </a:lnTo>
                  <a:lnTo>
                    <a:pt x="4854" y="2661"/>
                  </a:lnTo>
                  <a:lnTo>
                    <a:pt x="4854" y="2553"/>
                  </a:lnTo>
                  <a:lnTo>
                    <a:pt x="4890" y="2481"/>
                  </a:lnTo>
                  <a:lnTo>
                    <a:pt x="4926" y="2409"/>
                  </a:lnTo>
                  <a:lnTo>
                    <a:pt x="5466" y="2085"/>
                  </a:lnTo>
                  <a:lnTo>
                    <a:pt x="4603" y="575"/>
                  </a:lnTo>
                  <a:lnTo>
                    <a:pt x="4063" y="863"/>
                  </a:lnTo>
                  <a:lnTo>
                    <a:pt x="3991" y="899"/>
                  </a:lnTo>
                  <a:lnTo>
                    <a:pt x="3884" y="863"/>
                  </a:lnTo>
                  <a:lnTo>
                    <a:pt x="3704" y="755"/>
                  </a:lnTo>
                  <a:lnTo>
                    <a:pt x="3632" y="719"/>
                  </a:lnTo>
                  <a:lnTo>
                    <a:pt x="3632" y="611"/>
                  </a:lnTo>
                  <a:lnTo>
                    <a:pt x="36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31"/>
            <p:cNvSpPr/>
            <p:nvPr/>
          </p:nvSpPr>
          <p:spPr>
            <a:xfrm>
              <a:off x="3107950" y="635425"/>
              <a:ext cx="80925" cy="22500"/>
            </a:xfrm>
            <a:custGeom>
              <a:avLst/>
              <a:gdLst/>
              <a:ahLst/>
              <a:cxnLst/>
              <a:rect l="l" t="t" r="r" b="b"/>
              <a:pathLst>
                <a:path w="3237" h="900" extrusionOk="0">
                  <a:moveTo>
                    <a:pt x="1439" y="0"/>
                  </a:moveTo>
                  <a:lnTo>
                    <a:pt x="1331" y="36"/>
                  </a:lnTo>
                  <a:lnTo>
                    <a:pt x="1187" y="36"/>
                  </a:lnTo>
                  <a:lnTo>
                    <a:pt x="899" y="108"/>
                  </a:lnTo>
                  <a:lnTo>
                    <a:pt x="612" y="252"/>
                  </a:lnTo>
                  <a:lnTo>
                    <a:pt x="396" y="360"/>
                  </a:lnTo>
                  <a:lnTo>
                    <a:pt x="180" y="504"/>
                  </a:lnTo>
                  <a:lnTo>
                    <a:pt x="1" y="648"/>
                  </a:lnTo>
                  <a:lnTo>
                    <a:pt x="144" y="791"/>
                  </a:lnTo>
                  <a:lnTo>
                    <a:pt x="252" y="899"/>
                  </a:lnTo>
                  <a:lnTo>
                    <a:pt x="540" y="648"/>
                  </a:lnTo>
                  <a:lnTo>
                    <a:pt x="864" y="468"/>
                  </a:lnTo>
                  <a:lnTo>
                    <a:pt x="1223" y="360"/>
                  </a:lnTo>
                  <a:lnTo>
                    <a:pt x="1619" y="324"/>
                  </a:lnTo>
                  <a:lnTo>
                    <a:pt x="2014" y="360"/>
                  </a:lnTo>
                  <a:lnTo>
                    <a:pt x="2374" y="468"/>
                  </a:lnTo>
                  <a:lnTo>
                    <a:pt x="2697" y="648"/>
                  </a:lnTo>
                  <a:lnTo>
                    <a:pt x="3021" y="899"/>
                  </a:lnTo>
                  <a:lnTo>
                    <a:pt x="3057" y="827"/>
                  </a:lnTo>
                  <a:lnTo>
                    <a:pt x="3093" y="791"/>
                  </a:lnTo>
                  <a:lnTo>
                    <a:pt x="3237" y="648"/>
                  </a:lnTo>
                  <a:lnTo>
                    <a:pt x="3201" y="648"/>
                  </a:lnTo>
                  <a:lnTo>
                    <a:pt x="3057" y="540"/>
                  </a:lnTo>
                  <a:lnTo>
                    <a:pt x="2733" y="288"/>
                  </a:lnTo>
                  <a:lnTo>
                    <a:pt x="2374" y="144"/>
                  </a:lnTo>
                  <a:lnTo>
                    <a:pt x="2122" y="72"/>
                  </a:lnTo>
                  <a:lnTo>
                    <a:pt x="18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31"/>
            <p:cNvSpPr/>
            <p:nvPr/>
          </p:nvSpPr>
          <p:spPr>
            <a:xfrm>
              <a:off x="3119650" y="651600"/>
              <a:ext cx="57550" cy="17100"/>
            </a:xfrm>
            <a:custGeom>
              <a:avLst/>
              <a:gdLst/>
              <a:ahLst/>
              <a:cxnLst/>
              <a:rect l="l" t="t" r="r" b="b"/>
              <a:pathLst>
                <a:path w="2302" h="684" extrusionOk="0">
                  <a:moveTo>
                    <a:pt x="1151" y="1"/>
                  </a:moveTo>
                  <a:lnTo>
                    <a:pt x="827" y="37"/>
                  </a:lnTo>
                  <a:lnTo>
                    <a:pt x="539" y="109"/>
                  </a:lnTo>
                  <a:lnTo>
                    <a:pt x="252" y="252"/>
                  </a:lnTo>
                  <a:lnTo>
                    <a:pt x="0" y="468"/>
                  </a:lnTo>
                  <a:lnTo>
                    <a:pt x="216" y="684"/>
                  </a:lnTo>
                  <a:lnTo>
                    <a:pt x="431" y="540"/>
                  </a:lnTo>
                  <a:lnTo>
                    <a:pt x="647" y="396"/>
                  </a:lnTo>
                  <a:lnTo>
                    <a:pt x="899" y="324"/>
                  </a:lnTo>
                  <a:lnTo>
                    <a:pt x="1402" y="324"/>
                  </a:lnTo>
                  <a:lnTo>
                    <a:pt x="1654" y="396"/>
                  </a:lnTo>
                  <a:lnTo>
                    <a:pt x="1870" y="540"/>
                  </a:lnTo>
                  <a:lnTo>
                    <a:pt x="2085" y="684"/>
                  </a:lnTo>
                  <a:lnTo>
                    <a:pt x="2301" y="468"/>
                  </a:lnTo>
                  <a:lnTo>
                    <a:pt x="2049" y="252"/>
                  </a:lnTo>
                  <a:lnTo>
                    <a:pt x="1762" y="109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31"/>
            <p:cNvSpPr/>
            <p:nvPr/>
          </p:nvSpPr>
          <p:spPr>
            <a:xfrm>
              <a:off x="3130425" y="666875"/>
              <a:ext cx="35975" cy="13525"/>
            </a:xfrm>
            <a:custGeom>
              <a:avLst/>
              <a:gdLst/>
              <a:ahLst/>
              <a:cxnLst/>
              <a:rect l="l" t="t" r="r" b="b"/>
              <a:pathLst>
                <a:path w="1439" h="541" extrusionOk="0">
                  <a:moveTo>
                    <a:pt x="684" y="1"/>
                  </a:moveTo>
                  <a:lnTo>
                    <a:pt x="504" y="37"/>
                  </a:lnTo>
                  <a:lnTo>
                    <a:pt x="324" y="73"/>
                  </a:lnTo>
                  <a:lnTo>
                    <a:pt x="144" y="181"/>
                  </a:lnTo>
                  <a:lnTo>
                    <a:pt x="0" y="324"/>
                  </a:lnTo>
                  <a:lnTo>
                    <a:pt x="216" y="540"/>
                  </a:lnTo>
                  <a:lnTo>
                    <a:pt x="324" y="468"/>
                  </a:lnTo>
                  <a:lnTo>
                    <a:pt x="432" y="396"/>
                  </a:lnTo>
                  <a:lnTo>
                    <a:pt x="576" y="360"/>
                  </a:lnTo>
                  <a:lnTo>
                    <a:pt x="720" y="324"/>
                  </a:lnTo>
                  <a:lnTo>
                    <a:pt x="827" y="360"/>
                  </a:lnTo>
                  <a:lnTo>
                    <a:pt x="971" y="396"/>
                  </a:lnTo>
                  <a:lnTo>
                    <a:pt x="1079" y="468"/>
                  </a:lnTo>
                  <a:lnTo>
                    <a:pt x="1187" y="540"/>
                  </a:lnTo>
                  <a:lnTo>
                    <a:pt x="1439" y="324"/>
                  </a:lnTo>
                  <a:lnTo>
                    <a:pt x="1367" y="253"/>
                  </a:lnTo>
                  <a:lnTo>
                    <a:pt x="1223" y="145"/>
                  </a:lnTo>
                  <a:lnTo>
                    <a:pt x="1043" y="73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31"/>
            <p:cNvSpPr/>
            <p:nvPr/>
          </p:nvSpPr>
          <p:spPr>
            <a:xfrm>
              <a:off x="3143000" y="681275"/>
              <a:ext cx="10825" cy="9900"/>
            </a:xfrm>
            <a:custGeom>
              <a:avLst/>
              <a:gdLst/>
              <a:ahLst/>
              <a:cxnLst/>
              <a:rect l="l" t="t" r="r" b="b"/>
              <a:pathLst>
                <a:path w="433" h="396" extrusionOk="0">
                  <a:moveTo>
                    <a:pt x="73" y="0"/>
                  </a:moveTo>
                  <a:lnTo>
                    <a:pt x="37" y="72"/>
                  </a:lnTo>
                  <a:lnTo>
                    <a:pt x="1" y="144"/>
                  </a:lnTo>
                  <a:lnTo>
                    <a:pt x="1" y="216"/>
                  </a:lnTo>
                  <a:lnTo>
                    <a:pt x="1" y="288"/>
                  </a:lnTo>
                  <a:lnTo>
                    <a:pt x="73" y="360"/>
                  </a:lnTo>
                  <a:lnTo>
                    <a:pt x="145" y="396"/>
                  </a:lnTo>
                  <a:lnTo>
                    <a:pt x="217" y="396"/>
                  </a:lnTo>
                  <a:lnTo>
                    <a:pt x="289" y="360"/>
                  </a:lnTo>
                  <a:lnTo>
                    <a:pt x="360" y="324"/>
                  </a:lnTo>
                  <a:lnTo>
                    <a:pt x="396" y="252"/>
                  </a:lnTo>
                  <a:lnTo>
                    <a:pt x="432" y="180"/>
                  </a:lnTo>
                  <a:lnTo>
                    <a:pt x="396" y="108"/>
                  </a:lnTo>
                  <a:lnTo>
                    <a:pt x="360" y="36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31"/>
            <p:cNvSpPr/>
            <p:nvPr/>
          </p:nvSpPr>
          <p:spPr>
            <a:xfrm>
              <a:off x="2837375" y="648000"/>
              <a:ext cx="30600" cy="29700"/>
            </a:xfrm>
            <a:custGeom>
              <a:avLst/>
              <a:gdLst/>
              <a:ahLst/>
              <a:cxnLst/>
              <a:rect l="l" t="t" r="r" b="b"/>
              <a:pathLst>
                <a:path w="1224" h="1188" extrusionOk="0">
                  <a:moveTo>
                    <a:pt x="504" y="1"/>
                  </a:moveTo>
                  <a:lnTo>
                    <a:pt x="396" y="37"/>
                  </a:lnTo>
                  <a:lnTo>
                    <a:pt x="289" y="109"/>
                  </a:lnTo>
                  <a:lnTo>
                    <a:pt x="181" y="181"/>
                  </a:lnTo>
                  <a:lnTo>
                    <a:pt x="109" y="253"/>
                  </a:lnTo>
                  <a:lnTo>
                    <a:pt x="73" y="360"/>
                  </a:lnTo>
                  <a:lnTo>
                    <a:pt x="37" y="468"/>
                  </a:lnTo>
                  <a:lnTo>
                    <a:pt x="1" y="612"/>
                  </a:lnTo>
                  <a:lnTo>
                    <a:pt x="37" y="720"/>
                  </a:lnTo>
                  <a:lnTo>
                    <a:pt x="73" y="828"/>
                  </a:lnTo>
                  <a:lnTo>
                    <a:pt x="109" y="936"/>
                  </a:lnTo>
                  <a:lnTo>
                    <a:pt x="181" y="1008"/>
                  </a:lnTo>
                  <a:lnTo>
                    <a:pt x="289" y="1079"/>
                  </a:lnTo>
                  <a:lnTo>
                    <a:pt x="396" y="1151"/>
                  </a:lnTo>
                  <a:lnTo>
                    <a:pt x="504" y="1187"/>
                  </a:lnTo>
                  <a:lnTo>
                    <a:pt x="720" y="1187"/>
                  </a:lnTo>
                  <a:lnTo>
                    <a:pt x="828" y="1151"/>
                  </a:lnTo>
                  <a:lnTo>
                    <a:pt x="936" y="1079"/>
                  </a:lnTo>
                  <a:lnTo>
                    <a:pt x="1044" y="1008"/>
                  </a:lnTo>
                  <a:lnTo>
                    <a:pt x="1116" y="936"/>
                  </a:lnTo>
                  <a:lnTo>
                    <a:pt x="1152" y="828"/>
                  </a:lnTo>
                  <a:lnTo>
                    <a:pt x="1187" y="720"/>
                  </a:lnTo>
                  <a:lnTo>
                    <a:pt x="1223" y="612"/>
                  </a:lnTo>
                  <a:lnTo>
                    <a:pt x="1187" y="468"/>
                  </a:lnTo>
                  <a:lnTo>
                    <a:pt x="1152" y="360"/>
                  </a:lnTo>
                  <a:lnTo>
                    <a:pt x="1116" y="253"/>
                  </a:lnTo>
                  <a:lnTo>
                    <a:pt x="1044" y="181"/>
                  </a:lnTo>
                  <a:lnTo>
                    <a:pt x="936" y="109"/>
                  </a:lnTo>
                  <a:lnTo>
                    <a:pt x="828" y="37"/>
                  </a:lnTo>
                  <a:lnTo>
                    <a:pt x="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31"/>
            <p:cNvSpPr/>
            <p:nvPr/>
          </p:nvSpPr>
          <p:spPr>
            <a:xfrm>
              <a:off x="2884125" y="648000"/>
              <a:ext cx="30600" cy="29700"/>
            </a:xfrm>
            <a:custGeom>
              <a:avLst/>
              <a:gdLst/>
              <a:ahLst/>
              <a:cxnLst/>
              <a:rect l="l" t="t" r="r" b="b"/>
              <a:pathLst>
                <a:path w="1224" h="1188" extrusionOk="0">
                  <a:moveTo>
                    <a:pt x="504" y="1"/>
                  </a:moveTo>
                  <a:lnTo>
                    <a:pt x="396" y="37"/>
                  </a:lnTo>
                  <a:lnTo>
                    <a:pt x="288" y="109"/>
                  </a:lnTo>
                  <a:lnTo>
                    <a:pt x="180" y="181"/>
                  </a:lnTo>
                  <a:lnTo>
                    <a:pt x="108" y="253"/>
                  </a:lnTo>
                  <a:lnTo>
                    <a:pt x="73" y="360"/>
                  </a:lnTo>
                  <a:lnTo>
                    <a:pt x="37" y="468"/>
                  </a:lnTo>
                  <a:lnTo>
                    <a:pt x="1" y="612"/>
                  </a:lnTo>
                  <a:lnTo>
                    <a:pt x="37" y="720"/>
                  </a:lnTo>
                  <a:lnTo>
                    <a:pt x="73" y="828"/>
                  </a:lnTo>
                  <a:lnTo>
                    <a:pt x="108" y="936"/>
                  </a:lnTo>
                  <a:lnTo>
                    <a:pt x="180" y="1008"/>
                  </a:lnTo>
                  <a:lnTo>
                    <a:pt x="288" y="1079"/>
                  </a:lnTo>
                  <a:lnTo>
                    <a:pt x="396" y="1151"/>
                  </a:lnTo>
                  <a:lnTo>
                    <a:pt x="504" y="1187"/>
                  </a:lnTo>
                  <a:lnTo>
                    <a:pt x="720" y="1187"/>
                  </a:lnTo>
                  <a:lnTo>
                    <a:pt x="828" y="1151"/>
                  </a:lnTo>
                  <a:lnTo>
                    <a:pt x="935" y="1079"/>
                  </a:lnTo>
                  <a:lnTo>
                    <a:pt x="1043" y="1008"/>
                  </a:lnTo>
                  <a:lnTo>
                    <a:pt x="1115" y="936"/>
                  </a:lnTo>
                  <a:lnTo>
                    <a:pt x="1151" y="828"/>
                  </a:lnTo>
                  <a:lnTo>
                    <a:pt x="1187" y="720"/>
                  </a:lnTo>
                  <a:lnTo>
                    <a:pt x="1223" y="612"/>
                  </a:lnTo>
                  <a:lnTo>
                    <a:pt x="1187" y="468"/>
                  </a:lnTo>
                  <a:lnTo>
                    <a:pt x="1151" y="360"/>
                  </a:lnTo>
                  <a:lnTo>
                    <a:pt x="1115" y="253"/>
                  </a:lnTo>
                  <a:lnTo>
                    <a:pt x="1043" y="181"/>
                  </a:lnTo>
                  <a:lnTo>
                    <a:pt x="935" y="109"/>
                  </a:lnTo>
                  <a:lnTo>
                    <a:pt x="828" y="37"/>
                  </a:lnTo>
                  <a:lnTo>
                    <a:pt x="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207;p31"/>
            <p:cNvSpPr/>
            <p:nvPr/>
          </p:nvSpPr>
          <p:spPr>
            <a:xfrm>
              <a:off x="2930875" y="648000"/>
              <a:ext cx="30575" cy="29700"/>
            </a:xfrm>
            <a:custGeom>
              <a:avLst/>
              <a:gdLst/>
              <a:ahLst/>
              <a:cxnLst/>
              <a:rect l="l" t="t" r="r" b="b"/>
              <a:pathLst>
                <a:path w="1223" h="1188" extrusionOk="0">
                  <a:moveTo>
                    <a:pt x="504" y="1"/>
                  </a:moveTo>
                  <a:lnTo>
                    <a:pt x="396" y="37"/>
                  </a:lnTo>
                  <a:lnTo>
                    <a:pt x="288" y="109"/>
                  </a:lnTo>
                  <a:lnTo>
                    <a:pt x="180" y="181"/>
                  </a:lnTo>
                  <a:lnTo>
                    <a:pt x="108" y="253"/>
                  </a:lnTo>
                  <a:lnTo>
                    <a:pt x="72" y="360"/>
                  </a:lnTo>
                  <a:lnTo>
                    <a:pt x="36" y="468"/>
                  </a:lnTo>
                  <a:lnTo>
                    <a:pt x="0" y="612"/>
                  </a:lnTo>
                  <a:lnTo>
                    <a:pt x="36" y="720"/>
                  </a:lnTo>
                  <a:lnTo>
                    <a:pt x="72" y="828"/>
                  </a:lnTo>
                  <a:lnTo>
                    <a:pt x="108" y="936"/>
                  </a:lnTo>
                  <a:lnTo>
                    <a:pt x="180" y="1008"/>
                  </a:lnTo>
                  <a:lnTo>
                    <a:pt x="288" y="1079"/>
                  </a:lnTo>
                  <a:lnTo>
                    <a:pt x="360" y="1151"/>
                  </a:lnTo>
                  <a:lnTo>
                    <a:pt x="504" y="1187"/>
                  </a:lnTo>
                  <a:lnTo>
                    <a:pt x="719" y="1187"/>
                  </a:lnTo>
                  <a:lnTo>
                    <a:pt x="827" y="1151"/>
                  </a:lnTo>
                  <a:lnTo>
                    <a:pt x="935" y="1079"/>
                  </a:lnTo>
                  <a:lnTo>
                    <a:pt x="1043" y="1008"/>
                  </a:lnTo>
                  <a:lnTo>
                    <a:pt x="1115" y="936"/>
                  </a:lnTo>
                  <a:lnTo>
                    <a:pt x="1151" y="828"/>
                  </a:lnTo>
                  <a:lnTo>
                    <a:pt x="1187" y="720"/>
                  </a:lnTo>
                  <a:lnTo>
                    <a:pt x="1223" y="612"/>
                  </a:lnTo>
                  <a:lnTo>
                    <a:pt x="1187" y="468"/>
                  </a:lnTo>
                  <a:lnTo>
                    <a:pt x="1151" y="360"/>
                  </a:lnTo>
                  <a:lnTo>
                    <a:pt x="1115" y="253"/>
                  </a:lnTo>
                  <a:lnTo>
                    <a:pt x="1043" y="181"/>
                  </a:lnTo>
                  <a:lnTo>
                    <a:pt x="935" y="109"/>
                  </a:lnTo>
                  <a:lnTo>
                    <a:pt x="827" y="37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31"/>
            <p:cNvSpPr/>
            <p:nvPr/>
          </p:nvSpPr>
          <p:spPr>
            <a:xfrm>
              <a:off x="2977625" y="648000"/>
              <a:ext cx="29675" cy="29700"/>
            </a:xfrm>
            <a:custGeom>
              <a:avLst/>
              <a:gdLst/>
              <a:ahLst/>
              <a:cxnLst/>
              <a:rect l="l" t="t" r="r" b="b"/>
              <a:pathLst>
                <a:path w="1187" h="1188" extrusionOk="0">
                  <a:moveTo>
                    <a:pt x="503" y="1"/>
                  </a:moveTo>
                  <a:lnTo>
                    <a:pt x="360" y="37"/>
                  </a:lnTo>
                  <a:lnTo>
                    <a:pt x="288" y="109"/>
                  </a:lnTo>
                  <a:lnTo>
                    <a:pt x="180" y="181"/>
                  </a:lnTo>
                  <a:lnTo>
                    <a:pt x="108" y="253"/>
                  </a:lnTo>
                  <a:lnTo>
                    <a:pt x="72" y="360"/>
                  </a:lnTo>
                  <a:lnTo>
                    <a:pt x="36" y="468"/>
                  </a:lnTo>
                  <a:lnTo>
                    <a:pt x="0" y="612"/>
                  </a:lnTo>
                  <a:lnTo>
                    <a:pt x="36" y="720"/>
                  </a:lnTo>
                  <a:lnTo>
                    <a:pt x="72" y="828"/>
                  </a:lnTo>
                  <a:lnTo>
                    <a:pt x="108" y="936"/>
                  </a:lnTo>
                  <a:lnTo>
                    <a:pt x="180" y="1008"/>
                  </a:lnTo>
                  <a:lnTo>
                    <a:pt x="288" y="1079"/>
                  </a:lnTo>
                  <a:lnTo>
                    <a:pt x="360" y="1151"/>
                  </a:lnTo>
                  <a:lnTo>
                    <a:pt x="467" y="1187"/>
                  </a:lnTo>
                  <a:lnTo>
                    <a:pt x="719" y="1187"/>
                  </a:lnTo>
                  <a:lnTo>
                    <a:pt x="827" y="1151"/>
                  </a:lnTo>
                  <a:lnTo>
                    <a:pt x="935" y="1079"/>
                  </a:lnTo>
                  <a:lnTo>
                    <a:pt x="1043" y="1008"/>
                  </a:lnTo>
                  <a:lnTo>
                    <a:pt x="1115" y="936"/>
                  </a:lnTo>
                  <a:lnTo>
                    <a:pt x="1151" y="828"/>
                  </a:lnTo>
                  <a:lnTo>
                    <a:pt x="1187" y="720"/>
                  </a:lnTo>
                  <a:lnTo>
                    <a:pt x="1187" y="612"/>
                  </a:lnTo>
                  <a:lnTo>
                    <a:pt x="1187" y="468"/>
                  </a:lnTo>
                  <a:lnTo>
                    <a:pt x="1151" y="360"/>
                  </a:lnTo>
                  <a:lnTo>
                    <a:pt x="1115" y="253"/>
                  </a:lnTo>
                  <a:lnTo>
                    <a:pt x="1043" y="181"/>
                  </a:lnTo>
                  <a:lnTo>
                    <a:pt x="935" y="109"/>
                  </a:lnTo>
                  <a:lnTo>
                    <a:pt x="827" y="37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31"/>
            <p:cNvSpPr/>
            <p:nvPr/>
          </p:nvSpPr>
          <p:spPr>
            <a:xfrm>
              <a:off x="3024350" y="648000"/>
              <a:ext cx="29700" cy="29700"/>
            </a:xfrm>
            <a:custGeom>
              <a:avLst/>
              <a:gdLst/>
              <a:ahLst/>
              <a:cxnLst/>
              <a:rect l="l" t="t" r="r" b="b"/>
              <a:pathLst>
                <a:path w="1188" h="1188" extrusionOk="0">
                  <a:moveTo>
                    <a:pt x="468" y="1"/>
                  </a:moveTo>
                  <a:lnTo>
                    <a:pt x="360" y="37"/>
                  </a:lnTo>
                  <a:lnTo>
                    <a:pt x="288" y="109"/>
                  </a:lnTo>
                  <a:lnTo>
                    <a:pt x="180" y="181"/>
                  </a:lnTo>
                  <a:lnTo>
                    <a:pt x="109" y="253"/>
                  </a:lnTo>
                  <a:lnTo>
                    <a:pt x="73" y="360"/>
                  </a:lnTo>
                  <a:lnTo>
                    <a:pt x="37" y="468"/>
                  </a:lnTo>
                  <a:lnTo>
                    <a:pt x="1" y="612"/>
                  </a:lnTo>
                  <a:lnTo>
                    <a:pt x="37" y="720"/>
                  </a:lnTo>
                  <a:lnTo>
                    <a:pt x="73" y="828"/>
                  </a:lnTo>
                  <a:lnTo>
                    <a:pt x="109" y="936"/>
                  </a:lnTo>
                  <a:lnTo>
                    <a:pt x="180" y="1008"/>
                  </a:lnTo>
                  <a:lnTo>
                    <a:pt x="288" y="1079"/>
                  </a:lnTo>
                  <a:lnTo>
                    <a:pt x="360" y="1151"/>
                  </a:lnTo>
                  <a:lnTo>
                    <a:pt x="468" y="1187"/>
                  </a:lnTo>
                  <a:lnTo>
                    <a:pt x="720" y="1187"/>
                  </a:lnTo>
                  <a:lnTo>
                    <a:pt x="828" y="1151"/>
                  </a:lnTo>
                  <a:lnTo>
                    <a:pt x="936" y="1079"/>
                  </a:lnTo>
                  <a:lnTo>
                    <a:pt x="1007" y="1008"/>
                  </a:lnTo>
                  <a:lnTo>
                    <a:pt x="1115" y="936"/>
                  </a:lnTo>
                  <a:lnTo>
                    <a:pt x="1151" y="828"/>
                  </a:lnTo>
                  <a:lnTo>
                    <a:pt x="1187" y="720"/>
                  </a:lnTo>
                  <a:lnTo>
                    <a:pt x="1187" y="612"/>
                  </a:lnTo>
                  <a:lnTo>
                    <a:pt x="1187" y="468"/>
                  </a:lnTo>
                  <a:lnTo>
                    <a:pt x="1151" y="360"/>
                  </a:lnTo>
                  <a:lnTo>
                    <a:pt x="1115" y="253"/>
                  </a:lnTo>
                  <a:lnTo>
                    <a:pt x="1007" y="181"/>
                  </a:lnTo>
                  <a:lnTo>
                    <a:pt x="936" y="109"/>
                  </a:lnTo>
                  <a:lnTo>
                    <a:pt x="828" y="37"/>
                  </a:lnTo>
                  <a:lnTo>
                    <a:pt x="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31"/>
            <p:cNvSpPr/>
            <p:nvPr/>
          </p:nvSpPr>
          <p:spPr>
            <a:xfrm>
              <a:off x="4639675" y="639025"/>
              <a:ext cx="121375" cy="56650"/>
            </a:xfrm>
            <a:custGeom>
              <a:avLst/>
              <a:gdLst/>
              <a:ahLst/>
              <a:cxnLst/>
              <a:rect l="l" t="t" r="r" b="b"/>
              <a:pathLst>
                <a:path w="4855" h="2266" extrusionOk="0">
                  <a:moveTo>
                    <a:pt x="4602" y="252"/>
                  </a:moveTo>
                  <a:lnTo>
                    <a:pt x="4602" y="2014"/>
                  </a:lnTo>
                  <a:lnTo>
                    <a:pt x="252" y="2014"/>
                  </a:lnTo>
                  <a:lnTo>
                    <a:pt x="288" y="252"/>
                  </a:lnTo>
                  <a:close/>
                  <a:moveTo>
                    <a:pt x="0" y="0"/>
                  </a:moveTo>
                  <a:lnTo>
                    <a:pt x="0" y="2265"/>
                  </a:lnTo>
                  <a:lnTo>
                    <a:pt x="4854" y="2265"/>
                  </a:lnTo>
                  <a:lnTo>
                    <a:pt x="4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31"/>
            <p:cNvSpPr/>
            <p:nvPr/>
          </p:nvSpPr>
          <p:spPr>
            <a:xfrm>
              <a:off x="4650450" y="648900"/>
              <a:ext cx="77325" cy="36875"/>
            </a:xfrm>
            <a:custGeom>
              <a:avLst/>
              <a:gdLst/>
              <a:ahLst/>
              <a:cxnLst/>
              <a:rect l="l" t="t" r="r" b="b"/>
              <a:pathLst>
                <a:path w="3093" h="1475" extrusionOk="0">
                  <a:moveTo>
                    <a:pt x="1" y="1"/>
                  </a:moveTo>
                  <a:lnTo>
                    <a:pt x="1" y="1475"/>
                  </a:lnTo>
                  <a:lnTo>
                    <a:pt x="3093" y="1475"/>
                  </a:lnTo>
                  <a:lnTo>
                    <a:pt x="30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31"/>
            <p:cNvSpPr/>
            <p:nvPr/>
          </p:nvSpPr>
          <p:spPr>
            <a:xfrm>
              <a:off x="4761025" y="652500"/>
              <a:ext cx="10800" cy="29700"/>
            </a:xfrm>
            <a:custGeom>
              <a:avLst/>
              <a:gdLst/>
              <a:ahLst/>
              <a:cxnLst/>
              <a:rect l="l" t="t" r="r" b="b"/>
              <a:pathLst>
                <a:path w="432" h="1188" extrusionOk="0">
                  <a:moveTo>
                    <a:pt x="0" y="1"/>
                  </a:moveTo>
                  <a:lnTo>
                    <a:pt x="0" y="1187"/>
                  </a:lnTo>
                  <a:lnTo>
                    <a:pt x="432" y="1187"/>
                  </a:lnTo>
                  <a:lnTo>
                    <a:pt x="4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31"/>
            <p:cNvSpPr/>
            <p:nvPr/>
          </p:nvSpPr>
          <p:spPr>
            <a:xfrm>
              <a:off x="2877825" y="4668750"/>
              <a:ext cx="153750" cy="157350"/>
            </a:xfrm>
            <a:custGeom>
              <a:avLst/>
              <a:gdLst/>
              <a:ahLst/>
              <a:cxnLst/>
              <a:rect l="l" t="t" r="r" b="b"/>
              <a:pathLst>
                <a:path w="6150" h="6294" extrusionOk="0">
                  <a:moveTo>
                    <a:pt x="3093" y="1"/>
                  </a:moveTo>
                  <a:lnTo>
                    <a:pt x="1" y="3165"/>
                  </a:lnTo>
                  <a:lnTo>
                    <a:pt x="684" y="3165"/>
                  </a:lnTo>
                  <a:lnTo>
                    <a:pt x="684" y="6293"/>
                  </a:lnTo>
                  <a:lnTo>
                    <a:pt x="1943" y="6293"/>
                  </a:lnTo>
                  <a:lnTo>
                    <a:pt x="1943" y="4675"/>
                  </a:lnTo>
                  <a:lnTo>
                    <a:pt x="4208" y="4675"/>
                  </a:lnTo>
                  <a:lnTo>
                    <a:pt x="4208" y="6293"/>
                  </a:lnTo>
                  <a:lnTo>
                    <a:pt x="5466" y="6293"/>
                  </a:lnTo>
                  <a:lnTo>
                    <a:pt x="5466" y="3165"/>
                  </a:lnTo>
                  <a:lnTo>
                    <a:pt x="6149" y="3165"/>
                  </a:lnTo>
                  <a:lnTo>
                    <a:pt x="3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31"/>
            <p:cNvSpPr/>
            <p:nvPr/>
          </p:nvSpPr>
          <p:spPr>
            <a:xfrm>
              <a:off x="4556975" y="4668750"/>
              <a:ext cx="186100" cy="26100"/>
            </a:xfrm>
            <a:custGeom>
              <a:avLst/>
              <a:gdLst/>
              <a:ahLst/>
              <a:cxnLst/>
              <a:rect l="l" t="t" r="r" b="b"/>
              <a:pathLst>
                <a:path w="7444" h="1044" extrusionOk="0">
                  <a:moveTo>
                    <a:pt x="0" y="1"/>
                  </a:moveTo>
                  <a:lnTo>
                    <a:pt x="0" y="1044"/>
                  </a:lnTo>
                  <a:lnTo>
                    <a:pt x="7443" y="1044"/>
                  </a:lnTo>
                  <a:lnTo>
                    <a:pt x="74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31"/>
            <p:cNvSpPr/>
            <p:nvPr/>
          </p:nvSpPr>
          <p:spPr>
            <a:xfrm>
              <a:off x="4556975" y="4733475"/>
              <a:ext cx="186100" cy="27000"/>
            </a:xfrm>
            <a:custGeom>
              <a:avLst/>
              <a:gdLst/>
              <a:ahLst/>
              <a:cxnLst/>
              <a:rect l="l" t="t" r="r" b="b"/>
              <a:pathLst>
                <a:path w="7444" h="1080" extrusionOk="0">
                  <a:moveTo>
                    <a:pt x="0" y="1"/>
                  </a:moveTo>
                  <a:lnTo>
                    <a:pt x="0" y="1079"/>
                  </a:lnTo>
                  <a:lnTo>
                    <a:pt x="7443" y="1079"/>
                  </a:lnTo>
                  <a:lnTo>
                    <a:pt x="74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31"/>
            <p:cNvSpPr/>
            <p:nvPr/>
          </p:nvSpPr>
          <p:spPr>
            <a:xfrm>
              <a:off x="4556975" y="4799100"/>
              <a:ext cx="186100" cy="27000"/>
            </a:xfrm>
            <a:custGeom>
              <a:avLst/>
              <a:gdLst/>
              <a:ahLst/>
              <a:cxnLst/>
              <a:rect l="l" t="t" r="r" b="b"/>
              <a:pathLst>
                <a:path w="7444" h="1080" extrusionOk="0">
                  <a:moveTo>
                    <a:pt x="0" y="0"/>
                  </a:moveTo>
                  <a:lnTo>
                    <a:pt x="0" y="1079"/>
                  </a:lnTo>
                  <a:lnTo>
                    <a:pt x="7443" y="1079"/>
                  </a:lnTo>
                  <a:lnTo>
                    <a:pt x="7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31"/>
            <p:cNvSpPr/>
            <p:nvPr/>
          </p:nvSpPr>
          <p:spPr>
            <a:xfrm>
              <a:off x="2837375" y="1260150"/>
              <a:ext cx="249925" cy="249925"/>
            </a:xfrm>
            <a:custGeom>
              <a:avLst/>
              <a:gdLst/>
              <a:ahLst/>
              <a:cxnLst/>
              <a:rect l="l" t="t" r="r" b="b"/>
              <a:pathLst>
                <a:path w="9997" h="9997" extrusionOk="0">
                  <a:moveTo>
                    <a:pt x="4819" y="1"/>
                  </a:moveTo>
                  <a:lnTo>
                    <a:pt x="4316" y="37"/>
                  </a:lnTo>
                  <a:lnTo>
                    <a:pt x="3812" y="144"/>
                  </a:lnTo>
                  <a:lnTo>
                    <a:pt x="3309" y="288"/>
                  </a:lnTo>
                  <a:lnTo>
                    <a:pt x="2841" y="468"/>
                  </a:lnTo>
                  <a:lnTo>
                    <a:pt x="2410" y="720"/>
                  </a:lnTo>
                  <a:lnTo>
                    <a:pt x="2014" y="1007"/>
                  </a:lnTo>
                  <a:lnTo>
                    <a:pt x="1655" y="1295"/>
                  </a:lnTo>
                  <a:lnTo>
                    <a:pt x="1295" y="1655"/>
                  </a:lnTo>
                  <a:lnTo>
                    <a:pt x="1008" y="2014"/>
                  </a:lnTo>
                  <a:lnTo>
                    <a:pt x="720" y="2410"/>
                  </a:lnTo>
                  <a:lnTo>
                    <a:pt x="504" y="2841"/>
                  </a:lnTo>
                  <a:lnTo>
                    <a:pt x="325" y="3273"/>
                  </a:lnTo>
                  <a:lnTo>
                    <a:pt x="181" y="3740"/>
                  </a:lnTo>
                  <a:lnTo>
                    <a:pt x="73" y="4207"/>
                  </a:lnTo>
                  <a:lnTo>
                    <a:pt x="1" y="4711"/>
                  </a:lnTo>
                  <a:lnTo>
                    <a:pt x="1" y="5178"/>
                  </a:lnTo>
                  <a:lnTo>
                    <a:pt x="37" y="5682"/>
                  </a:lnTo>
                  <a:lnTo>
                    <a:pt x="145" y="6185"/>
                  </a:lnTo>
                  <a:lnTo>
                    <a:pt x="289" y="6688"/>
                  </a:lnTo>
                  <a:lnTo>
                    <a:pt x="468" y="7156"/>
                  </a:lnTo>
                  <a:lnTo>
                    <a:pt x="720" y="7587"/>
                  </a:lnTo>
                  <a:lnTo>
                    <a:pt x="1008" y="7983"/>
                  </a:lnTo>
                  <a:lnTo>
                    <a:pt x="1295" y="8378"/>
                  </a:lnTo>
                  <a:lnTo>
                    <a:pt x="1655" y="8702"/>
                  </a:lnTo>
                  <a:lnTo>
                    <a:pt x="2014" y="9026"/>
                  </a:lnTo>
                  <a:lnTo>
                    <a:pt x="2410" y="9277"/>
                  </a:lnTo>
                  <a:lnTo>
                    <a:pt x="2841" y="9529"/>
                  </a:lnTo>
                  <a:lnTo>
                    <a:pt x="3273" y="9709"/>
                  </a:lnTo>
                  <a:lnTo>
                    <a:pt x="3740" y="9853"/>
                  </a:lnTo>
                  <a:lnTo>
                    <a:pt x="4208" y="9960"/>
                  </a:lnTo>
                  <a:lnTo>
                    <a:pt x="4711" y="9996"/>
                  </a:lnTo>
                  <a:lnTo>
                    <a:pt x="5179" y="9996"/>
                  </a:lnTo>
                  <a:lnTo>
                    <a:pt x="5682" y="9960"/>
                  </a:lnTo>
                  <a:lnTo>
                    <a:pt x="6185" y="9853"/>
                  </a:lnTo>
                  <a:lnTo>
                    <a:pt x="6581" y="9745"/>
                  </a:lnTo>
                  <a:lnTo>
                    <a:pt x="6940" y="9601"/>
                  </a:lnTo>
                  <a:lnTo>
                    <a:pt x="7300" y="9457"/>
                  </a:lnTo>
                  <a:lnTo>
                    <a:pt x="7624" y="9241"/>
                  </a:lnTo>
                  <a:lnTo>
                    <a:pt x="7983" y="9026"/>
                  </a:lnTo>
                  <a:lnTo>
                    <a:pt x="8271" y="8774"/>
                  </a:lnTo>
                  <a:lnTo>
                    <a:pt x="8558" y="8522"/>
                  </a:lnTo>
                  <a:lnTo>
                    <a:pt x="8846" y="8235"/>
                  </a:lnTo>
                  <a:lnTo>
                    <a:pt x="9062" y="7911"/>
                  </a:lnTo>
                  <a:lnTo>
                    <a:pt x="9278" y="7587"/>
                  </a:lnTo>
                  <a:lnTo>
                    <a:pt x="9457" y="7264"/>
                  </a:lnTo>
                  <a:lnTo>
                    <a:pt x="9637" y="6904"/>
                  </a:lnTo>
                  <a:lnTo>
                    <a:pt x="9781" y="6545"/>
                  </a:lnTo>
                  <a:lnTo>
                    <a:pt x="9853" y="6149"/>
                  </a:lnTo>
                  <a:lnTo>
                    <a:pt x="9961" y="5790"/>
                  </a:lnTo>
                  <a:lnTo>
                    <a:pt x="9997" y="5394"/>
                  </a:lnTo>
                  <a:lnTo>
                    <a:pt x="9997" y="4999"/>
                  </a:lnTo>
                  <a:lnTo>
                    <a:pt x="9997" y="4603"/>
                  </a:lnTo>
                  <a:lnTo>
                    <a:pt x="9925" y="4207"/>
                  </a:lnTo>
                  <a:lnTo>
                    <a:pt x="9853" y="3812"/>
                  </a:lnTo>
                  <a:lnTo>
                    <a:pt x="9709" y="3309"/>
                  </a:lnTo>
                  <a:lnTo>
                    <a:pt x="9529" y="2841"/>
                  </a:lnTo>
                  <a:lnTo>
                    <a:pt x="9278" y="2410"/>
                  </a:lnTo>
                  <a:lnTo>
                    <a:pt x="9026" y="2014"/>
                  </a:lnTo>
                  <a:lnTo>
                    <a:pt x="8702" y="1655"/>
                  </a:lnTo>
                  <a:lnTo>
                    <a:pt x="8379" y="1295"/>
                  </a:lnTo>
                  <a:lnTo>
                    <a:pt x="7983" y="1007"/>
                  </a:lnTo>
                  <a:lnTo>
                    <a:pt x="7588" y="720"/>
                  </a:lnTo>
                  <a:lnTo>
                    <a:pt x="7156" y="504"/>
                  </a:lnTo>
                  <a:lnTo>
                    <a:pt x="6725" y="324"/>
                  </a:lnTo>
                  <a:lnTo>
                    <a:pt x="6257" y="180"/>
                  </a:lnTo>
                  <a:lnTo>
                    <a:pt x="5790" y="73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31"/>
            <p:cNvSpPr/>
            <p:nvPr/>
          </p:nvSpPr>
          <p:spPr>
            <a:xfrm>
              <a:off x="2837375" y="1260150"/>
              <a:ext cx="249925" cy="249925"/>
            </a:xfrm>
            <a:custGeom>
              <a:avLst/>
              <a:gdLst/>
              <a:ahLst/>
              <a:cxnLst/>
              <a:rect l="l" t="t" r="r" b="b"/>
              <a:pathLst>
                <a:path w="9997" h="9997" fill="none" extrusionOk="0">
                  <a:moveTo>
                    <a:pt x="7624" y="9241"/>
                  </a:moveTo>
                  <a:lnTo>
                    <a:pt x="7624" y="9241"/>
                  </a:lnTo>
                  <a:lnTo>
                    <a:pt x="7300" y="9457"/>
                  </a:lnTo>
                  <a:lnTo>
                    <a:pt x="6940" y="9601"/>
                  </a:lnTo>
                  <a:lnTo>
                    <a:pt x="6581" y="9745"/>
                  </a:lnTo>
                  <a:lnTo>
                    <a:pt x="6185" y="9853"/>
                  </a:lnTo>
                  <a:lnTo>
                    <a:pt x="6185" y="9853"/>
                  </a:lnTo>
                  <a:lnTo>
                    <a:pt x="5682" y="9960"/>
                  </a:lnTo>
                  <a:lnTo>
                    <a:pt x="5179" y="9996"/>
                  </a:lnTo>
                  <a:lnTo>
                    <a:pt x="4711" y="9996"/>
                  </a:lnTo>
                  <a:lnTo>
                    <a:pt x="4208" y="9960"/>
                  </a:lnTo>
                  <a:lnTo>
                    <a:pt x="3740" y="9853"/>
                  </a:lnTo>
                  <a:lnTo>
                    <a:pt x="3273" y="9709"/>
                  </a:lnTo>
                  <a:lnTo>
                    <a:pt x="2841" y="9529"/>
                  </a:lnTo>
                  <a:lnTo>
                    <a:pt x="2410" y="9277"/>
                  </a:lnTo>
                  <a:lnTo>
                    <a:pt x="2014" y="9026"/>
                  </a:lnTo>
                  <a:lnTo>
                    <a:pt x="1655" y="8702"/>
                  </a:lnTo>
                  <a:lnTo>
                    <a:pt x="1295" y="8378"/>
                  </a:lnTo>
                  <a:lnTo>
                    <a:pt x="1008" y="7983"/>
                  </a:lnTo>
                  <a:lnTo>
                    <a:pt x="720" y="7587"/>
                  </a:lnTo>
                  <a:lnTo>
                    <a:pt x="468" y="7156"/>
                  </a:lnTo>
                  <a:lnTo>
                    <a:pt x="289" y="6688"/>
                  </a:lnTo>
                  <a:lnTo>
                    <a:pt x="145" y="6185"/>
                  </a:lnTo>
                  <a:lnTo>
                    <a:pt x="145" y="6185"/>
                  </a:lnTo>
                  <a:lnTo>
                    <a:pt x="37" y="5682"/>
                  </a:lnTo>
                  <a:lnTo>
                    <a:pt x="1" y="5178"/>
                  </a:lnTo>
                  <a:lnTo>
                    <a:pt x="1" y="4711"/>
                  </a:lnTo>
                  <a:lnTo>
                    <a:pt x="73" y="4207"/>
                  </a:lnTo>
                  <a:lnTo>
                    <a:pt x="181" y="3740"/>
                  </a:lnTo>
                  <a:lnTo>
                    <a:pt x="325" y="3273"/>
                  </a:lnTo>
                  <a:lnTo>
                    <a:pt x="504" y="2841"/>
                  </a:lnTo>
                  <a:lnTo>
                    <a:pt x="720" y="2410"/>
                  </a:lnTo>
                  <a:lnTo>
                    <a:pt x="1008" y="2014"/>
                  </a:lnTo>
                  <a:lnTo>
                    <a:pt x="1295" y="1655"/>
                  </a:lnTo>
                  <a:lnTo>
                    <a:pt x="1655" y="1295"/>
                  </a:lnTo>
                  <a:lnTo>
                    <a:pt x="2014" y="1007"/>
                  </a:lnTo>
                  <a:lnTo>
                    <a:pt x="2410" y="720"/>
                  </a:lnTo>
                  <a:lnTo>
                    <a:pt x="2841" y="468"/>
                  </a:lnTo>
                  <a:lnTo>
                    <a:pt x="3309" y="288"/>
                  </a:lnTo>
                  <a:lnTo>
                    <a:pt x="3812" y="144"/>
                  </a:lnTo>
                  <a:lnTo>
                    <a:pt x="3812" y="144"/>
                  </a:lnTo>
                  <a:lnTo>
                    <a:pt x="4316" y="37"/>
                  </a:lnTo>
                  <a:lnTo>
                    <a:pt x="4819" y="1"/>
                  </a:lnTo>
                  <a:lnTo>
                    <a:pt x="5322" y="1"/>
                  </a:lnTo>
                  <a:lnTo>
                    <a:pt x="5790" y="73"/>
                  </a:lnTo>
                  <a:lnTo>
                    <a:pt x="6257" y="180"/>
                  </a:lnTo>
                  <a:lnTo>
                    <a:pt x="6725" y="324"/>
                  </a:lnTo>
                  <a:lnTo>
                    <a:pt x="7156" y="504"/>
                  </a:lnTo>
                  <a:lnTo>
                    <a:pt x="7588" y="720"/>
                  </a:lnTo>
                  <a:lnTo>
                    <a:pt x="7983" y="1007"/>
                  </a:lnTo>
                  <a:lnTo>
                    <a:pt x="8379" y="1295"/>
                  </a:lnTo>
                  <a:lnTo>
                    <a:pt x="8702" y="1655"/>
                  </a:lnTo>
                  <a:lnTo>
                    <a:pt x="9026" y="2014"/>
                  </a:lnTo>
                  <a:lnTo>
                    <a:pt x="9278" y="2410"/>
                  </a:lnTo>
                  <a:lnTo>
                    <a:pt x="9529" y="2841"/>
                  </a:lnTo>
                  <a:lnTo>
                    <a:pt x="9709" y="3309"/>
                  </a:lnTo>
                  <a:lnTo>
                    <a:pt x="9853" y="3812"/>
                  </a:lnTo>
                  <a:lnTo>
                    <a:pt x="9853" y="3812"/>
                  </a:lnTo>
                  <a:lnTo>
                    <a:pt x="9925" y="4207"/>
                  </a:lnTo>
                  <a:lnTo>
                    <a:pt x="9997" y="4603"/>
                  </a:lnTo>
                  <a:lnTo>
                    <a:pt x="9997" y="4999"/>
                  </a:lnTo>
                  <a:lnTo>
                    <a:pt x="9997" y="5394"/>
                  </a:lnTo>
                  <a:lnTo>
                    <a:pt x="9961" y="5790"/>
                  </a:lnTo>
                  <a:lnTo>
                    <a:pt x="9853" y="6149"/>
                  </a:lnTo>
                  <a:lnTo>
                    <a:pt x="9781" y="6545"/>
                  </a:lnTo>
                  <a:lnTo>
                    <a:pt x="9637" y="6904"/>
                  </a:lnTo>
                  <a:lnTo>
                    <a:pt x="9457" y="7264"/>
                  </a:lnTo>
                  <a:lnTo>
                    <a:pt x="9278" y="7587"/>
                  </a:lnTo>
                  <a:lnTo>
                    <a:pt x="9062" y="7911"/>
                  </a:lnTo>
                  <a:lnTo>
                    <a:pt x="8846" y="8235"/>
                  </a:lnTo>
                  <a:lnTo>
                    <a:pt x="8558" y="8522"/>
                  </a:lnTo>
                  <a:lnTo>
                    <a:pt x="8271" y="8774"/>
                  </a:lnTo>
                  <a:lnTo>
                    <a:pt x="7983" y="9026"/>
                  </a:lnTo>
                  <a:lnTo>
                    <a:pt x="7624" y="92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31"/>
            <p:cNvSpPr/>
            <p:nvPr/>
          </p:nvSpPr>
          <p:spPr>
            <a:xfrm>
              <a:off x="2924575" y="1332975"/>
              <a:ext cx="76425" cy="76425"/>
            </a:xfrm>
            <a:custGeom>
              <a:avLst/>
              <a:gdLst/>
              <a:ahLst/>
              <a:cxnLst/>
              <a:rect l="l" t="t" r="r" b="b"/>
              <a:pathLst>
                <a:path w="3057" h="3057" extrusionOk="0">
                  <a:moveTo>
                    <a:pt x="1511" y="0"/>
                  </a:moveTo>
                  <a:lnTo>
                    <a:pt x="1223" y="36"/>
                  </a:lnTo>
                  <a:lnTo>
                    <a:pt x="935" y="144"/>
                  </a:lnTo>
                  <a:lnTo>
                    <a:pt x="684" y="252"/>
                  </a:lnTo>
                  <a:lnTo>
                    <a:pt x="432" y="468"/>
                  </a:lnTo>
                  <a:lnTo>
                    <a:pt x="252" y="683"/>
                  </a:lnTo>
                  <a:lnTo>
                    <a:pt x="108" y="935"/>
                  </a:lnTo>
                  <a:lnTo>
                    <a:pt x="37" y="1223"/>
                  </a:lnTo>
                  <a:lnTo>
                    <a:pt x="1" y="1546"/>
                  </a:lnTo>
                  <a:lnTo>
                    <a:pt x="37" y="1834"/>
                  </a:lnTo>
                  <a:lnTo>
                    <a:pt x="108" y="2121"/>
                  </a:lnTo>
                  <a:lnTo>
                    <a:pt x="252" y="2373"/>
                  </a:lnTo>
                  <a:lnTo>
                    <a:pt x="432" y="2589"/>
                  </a:lnTo>
                  <a:lnTo>
                    <a:pt x="684" y="2805"/>
                  </a:lnTo>
                  <a:lnTo>
                    <a:pt x="935" y="2912"/>
                  </a:lnTo>
                  <a:lnTo>
                    <a:pt x="1223" y="3020"/>
                  </a:lnTo>
                  <a:lnTo>
                    <a:pt x="1511" y="3056"/>
                  </a:lnTo>
                  <a:lnTo>
                    <a:pt x="1834" y="3020"/>
                  </a:lnTo>
                  <a:lnTo>
                    <a:pt x="2122" y="2912"/>
                  </a:lnTo>
                  <a:lnTo>
                    <a:pt x="2374" y="2805"/>
                  </a:lnTo>
                  <a:lnTo>
                    <a:pt x="2589" y="2589"/>
                  </a:lnTo>
                  <a:lnTo>
                    <a:pt x="2769" y="2373"/>
                  </a:lnTo>
                  <a:lnTo>
                    <a:pt x="2913" y="2121"/>
                  </a:lnTo>
                  <a:lnTo>
                    <a:pt x="3021" y="1834"/>
                  </a:lnTo>
                  <a:lnTo>
                    <a:pt x="3057" y="1546"/>
                  </a:lnTo>
                  <a:lnTo>
                    <a:pt x="3021" y="1223"/>
                  </a:lnTo>
                  <a:lnTo>
                    <a:pt x="2913" y="935"/>
                  </a:lnTo>
                  <a:lnTo>
                    <a:pt x="2769" y="683"/>
                  </a:lnTo>
                  <a:lnTo>
                    <a:pt x="2589" y="468"/>
                  </a:lnTo>
                  <a:lnTo>
                    <a:pt x="2374" y="252"/>
                  </a:lnTo>
                  <a:lnTo>
                    <a:pt x="2122" y="144"/>
                  </a:lnTo>
                  <a:lnTo>
                    <a:pt x="1834" y="36"/>
                  </a:lnTo>
                  <a:lnTo>
                    <a:pt x="15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31"/>
            <p:cNvSpPr/>
            <p:nvPr/>
          </p:nvSpPr>
          <p:spPr>
            <a:xfrm>
              <a:off x="2896725" y="1407575"/>
              <a:ext cx="131250" cy="102500"/>
            </a:xfrm>
            <a:custGeom>
              <a:avLst/>
              <a:gdLst/>
              <a:ahLst/>
              <a:cxnLst/>
              <a:rect l="l" t="t" r="r" b="b"/>
              <a:pathLst>
                <a:path w="5250" h="4100" extrusionOk="0">
                  <a:moveTo>
                    <a:pt x="2517" y="0"/>
                  </a:moveTo>
                  <a:lnTo>
                    <a:pt x="2265" y="36"/>
                  </a:lnTo>
                  <a:lnTo>
                    <a:pt x="2014" y="72"/>
                  </a:lnTo>
                  <a:lnTo>
                    <a:pt x="1762" y="144"/>
                  </a:lnTo>
                  <a:lnTo>
                    <a:pt x="1510" y="252"/>
                  </a:lnTo>
                  <a:lnTo>
                    <a:pt x="1294" y="360"/>
                  </a:lnTo>
                  <a:lnTo>
                    <a:pt x="1079" y="504"/>
                  </a:lnTo>
                  <a:lnTo>
                    <a:pt x="899" y="684"/>
                  </a:lnTo>
                  <a:lnTo>
                    <a:pt x="719" y="863"/>
                  </a:lnTo>
                  <a:lnTo>
                    <a:pt x="539" y="1043"/>
                  </a:lnTo>
                  <a:lnTo>
                    <a:pt x="396" y="1259"/>
                  </a:lnTo>
                  <a:lnTo>
                    <a:pt x="288" y="1475"/>
                  </a:lnTo>
                  <a:lnTo>
                    <a:pt x="180" y="1690"/>
                  </a:lnTo>
                  <a:lnTo>
                    <a:pt x="108" y="1942"/>
                  </a:lnTo>
                  <a:lnTo>
                    <a:pt x="36" y="2194"/>
                  </a:lnTo>
                  <a:lnTo>
                    <a:pt x="0" y="2481"/>
                  </a:lnTo>
                  <a:lnTo>
                    <a:pt x="0" y="2733"/>
                  </a:lnTo>
                  <a:lnTo>
                    <a:pt x="0" y="3344"/>
                  </a:lnTo>
                  <a:lnTo>
                    <a:pt x="467" y="3596"/>
                  </a:lnTo>
                  <a:lnTo>
                    <a:pt x="899" y="3812"/>
                  </a:lnTo>
                  <a:lnTo>
                    <a:pt x="1366" y="3956"/>
                  </a:lnTo>
                  <a:lnTo>
                    <a:pt x="1870" y="4063"/>
                  </a:lnTo>
                  <a:lnTo>
                    <a:pt x="2337" y="4099"/>
                  </a:lnTo>
                  <a:lnTo>
                    <a:pt x="2841" y="4099"/>
                  </a:lnTo>
                  <a:lnTo>
                    <a:pt x="3344" y="4063"/>
                  </a:lnTo>
                  <a:lnTo>
                    <a:pt x="3811" y="3956"/>
                  </a:lnTo>
                  <a:lnTo>
                    <a:pt x="4207" y="3848"/>
                  </a:lnTo>
                  <a:lnTo>
                    <a:pt x="4566" y="3704"/>
                  </a:lnTo>
                  <a:lnTo>
                    <a:pt x="4926" y="3560"/>
                  </a:lnTo>
                  <a:lnTo>
                    <a:pt x="5250" y="3344"/>
                  </a:lnTo>
                  <a:lnTo>
                    <a:pt x="5250" y="2733"/>
                  </a:lnTo>
                  <a:lnTo>
                    <a:pt x="5250" y="2517"/>
                  </a:lnTo>
                  <a:lnTo>
                    <a:pt x="5250" y="2230"/>
                  </a:lnTo>
                  <a:lnTo>
                    <a:pt x="5178" y="1978"/>
                  </a:lnTo>
                  <a:lnTo>
                    <a:pt x="5106" y="1726"/>
                  </a:lnTo>
                  <a:lnTo>
                    <a:pt x="4998" y="1511"/>
                  </a:lnTo>
                  <a:lnTo>
                    <a:pt x="4890" y="1259"/>
                  </a:lnTo>
                  <a:lnTo>
                    <a:pt x="4746" y="1043"/>
                  </a:lnTo>
                  <a:lnTo>
                    <a:pt x="4602" y="863"/>
                  </a:lnTo>
                  <a:lnTo>
                    <a:pt x="4423" y="684"/>
                  </a:lnTo>
                  <a:lnTo>
                    <a:pt x="4207" y="540"/>
                  </a:lnTo>
                  <a:lnTo>
                    <a:pt x="4027" y="396"/>
                  </a:lnTo>
                  <a:lnTo>
                    <a:pt x="3775" y="252"/>
                  </a:lnTo>
                  <a:lnTo>
                    <a:pt x="3560" y="144"/>
                  </a:lnTo>
                  <a:lnTo>
                    <a:pt x="3308" y="72"/>
                  </a:lnTo>
                  <a:lnTo>
                    <a:pt x="3056" y="36"/>
                  </a:lnTo>
                  <a:lnTo>
                    <a:pt x="28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31"/>
            <p:cNvSpPr/>
            <p:nvPr/>
          </p:nvSpPr>
          <p:spPr>
            <a:xfrm>
              <a:off x="2896725" y="1407575"/>
              <a:ext cx="131250" cy="102500"/>
            </a:xfrm>
            <a:custGeom>
              <a:avLst/>
              <a:gdLst/>
              <a:ahLst/>
              <a:cxnLst/>
              <a:rect l="l" t="t" r="r" b="b"/>
              <a:pathLst>
                <a:path w="5250" h="4100" fill="none" extrusionOk="0">
                  <a:moveTo>
                    <a:pt x="5250" y="2733"/>
                  </a:moveTo>
                  <a:lnTo>
                    <a:pt x="5250" y="3344"/>
                  </a:lnTo>
                  <a:lnTo>
                    <a:pt x="5250" y="3344"/>
                  </a:lnTo>
                  <a:lnTo>
                    <a:pt x="4926" y="3560"/>
                  </a:lnTo>
                  <a:lnTo>
                    <a:pt x="4566" y="3704"/>
                  </a:lnTo>
                  <a:lnTo>
                    <a:pt x="4207" y="3848"/>
                  </a:lnTo>
                  <a:lnTo>
                    <a:pt x="3811" y="3956"/>
                  </a:lnTo>
                  <a:lnTo>
                    <a:pt x="3811" y="3956"/>
                  </a:lnTo>
                  <a:lnTo>
                    <a:pt x="3344" y="4063"/>
                  </a:lnTo>
                  <a:lnTo>
                    <a:pt x="2841" y="4099"/>
                  </a:lnTo>
                  <a:lnTo>
                    <a:pt x="2337" y="4099"/>
                  </a:lnTo>
                  <a:lnTo>
                    <a:pt x="1870" y="4063"/>
                  </a:lnTo>
                  <a:lnTo>
                    <a:pt x="1366" y="3956"/>
                  </a:lnTo>
                  <a:lnTo>
                    <a:pt x="899" y="3812"/>
                  </a:lnTo>
                  <a:lnTo>
                    <a:pt x="467" y="3596"/>
                  </a:lnTo>
                  <a:lnTo>
                    <a:pt x="0" y="3344"/>
                  </a:lnTo>
                  <a:lnTo>
                    <a:pt x="0" y="2733"/>
                  </a:lnTo>
                  <a:lnTo>
                    <a:pt x="0" y="2733"/>
                  </a:lnTo>
                  <a:lnTo>
                    <a:pt x="0" y="2481"/>
                  </a:lnTo>
                  <a:lnTo>
                    <a:pt x="36" y="2194"/>
                  </a:lnTo>
                  <a:lnTo>
                    <a:pt x="108" y="1942"/>
                  </a:lnTo>
                  <a:lnTo>
                    <a:pt x="180" y="1690"/>
                  </a:lnTo>
                  <a:lnTo>
                    <a:pt x="288" y="1475"/>
                  </a:lnTo>
                  <a:lnTo>
                    <a:pt x="396" y="1259"/>
                  </a:lnTo>
                  <a:lnTo>
                    <a:pt x="539" y="1043"/>
                  </a:lnTo>
                  <a:lnTo>
                    <a:pt x="719" y="863"/>
                  </a:lnTo>
                  <a:lnTo>
                    <a:pt x="899" y="684"/>
                  </a:lnTo>
                  <a:lnTo>
                    <a:pt x="1079" y="504"/>
                  </a:lnTo>
                  <a:lnTo>
                    <a:pt x="1294" y="360"/>
                  </a:lnTo>
                  <a:lnTo>
                    <a:pt x="1510" y="252"/>
                  </a:lnTo>
                  <a:lnTo>
                    <a:pt x="1762" y="144"/>
                  </a:lnTo>
                  <a:lnTo>
                    <a:pt x="2014" y="72"/>
                  </a:lnTo>
                  <a:lnTo>
                    <a:pt x="2265" y="36"/>
                  </a:lnTo>
                  <a:lnTo>
                    <a:pt x="2517" y="0"/>
                  </a:lnTo>
                  <a:lnTo>
                    <a:pt x="2517" y="0"/>
                  </a:lnTo>
                  <a:lnTo>
                    <a:pt x="2805" y="0"/>
                  </a:lnTo>
                  <a:lnTo>
                    <a:pt x="3056" y="36"/>
                  </a:lnTo>
                  <a:lnTo>
                    <a:pt x="3308" y="72"/>
                  </a:lnTo>
                  <a:lnTo>
                    <a:pt x="3560" y="144"/>
                  </a:lnTo>
                  <a:lnTo>
                    <a:pt x="3775" y="252"/>
                  </a:lnTo>
                  <a:lnTo>
                    <a:pt x="4027" y="396"/>
                  </a:lnTo>
                  <a:lnTo>
                    <a:pt x="4207" y="540"/>
                  </a:lnTo>
                  <a:lnTo>
                    <a:pt x="4423" y="684"/>
                  </a:lnTo>
                  <a:lnTo>
                    <a:pt x="4602" y="863"/>
                  </a:lnTo>
                  <a:lnTo>
                    <a:pt x="4746" y="1043"/>
                  </a:lnTo>
                  <a:lnTo>
                    <a:pt x="4890" y="1259"/>
                  </a:lnTo>
                  <a:lnTo>
                    <a:pt x="4998" y="1511"/>
                  </a:lnTo>
                  <a:lnTo>
                    <a:pt x="5106" y="1726"/>
                  </a:lnTo>
                  <a:lnTo>
                    <a:pt x="5178" y="1978"/>
                  </a:lnTo>
                  <a:lnTo>
                    <a:pt x="5250" y="2230"/>
                  </a:lnTo>
                  <a:lnTo>
                    <a:pt x="5250" y="2517"/>
                  </a:lnTo>
                  <a:lnTo>
                    <a:pt x="5250" y="2517"/>
                  </a:lnTo>
                  <a:lnTo>
                    <a:pt x="5250" y="273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31"/>
            <p:cNvSpPr/>
            <p:nvPr/>
          </p:nvSpPr>
          <p:spPr>
            <a:xfrm>
              <a:off x="3243675" y="1268250"/>
              <a:ext cx="793750" cy="64750"/>
            </a:xfrm>
            <a:custGeom>
              <a:avLst/>
              <a:gdLst/>
              <a:ahLst/>
              <a:cxnLst/>
              <a:rect l="l" t="t" r="r" b="b"/>
              <a:pathLst>
                <a:path w="31750" h="2590" extrusionOk="0">
                  <a:moveTo>
                    <a:pt x="1" y="0"/>
                  </a:moveTo>
                  <a:lnTo>
                    <a:pt x="1" y="2589"/>
                  </a:lnTo>
                  <a:lnTo>
                    <a:pt x="31750" y="258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223;p31"/>
            <p:cNvSpPr/>
            <p:nvPr/>
          </p:nvSpPr>
          <p:spPr>
            <a:xfrm>
              <a:off x="3243675" y="1268250"/>
              <a:ext cx="793750" cy="64750"/>
            </a:xfrm>
            <a:custGeom>
              <a:avLst/>
              <a:gdLst/>
              <a:ahLst/>
              <a:cxnLst/>
              <a:rect l="l" t="t" r="r" b="b"/>
              <a:pathLst>
                <a:path w="31750" h="2590" fill="none" extrusionOk="0">
                  <a:moveTo>
                    <a:pt x="1" y="0"/>
                  </a:moveTo>
                  <a:lnTo>
                    <a:pt x="31750" y="0"/>
                  </a:lnTo>
                  <a:lnTo>
                    <a:pt x="31750" y="2589"/>
                  </a:lnTo>
                  <a:lnTo>
                    <a:pt x="1" y="258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31"/>
            <p:cNvSpPr/>
            <p:nvPr/>
          </p:nvSpPr>
          <p:spPr>
            <a:xfrm>
              <a:off x="3243675" y="1377000"/>
              <a:ext cx="692175" cy="43175"/>
            </a:xfrm>
            <a:custGeom>
              <a:avLst/>
              <a:gdLst/>
              <a:ahLst/>
              <a:cxnLst/>
              <a:rect l="l" t="t" r="r" b="b"/>
              <a:pathLst>
                <a:path w="27687" h="1727" extrusionOk="0">
                  <a:moveTo>
                    <a:pt x="1" y="1"/>
                  </a:moveTo>
                  <a:lnTo>
                    <a:pt x="1" y="1727"/>
                  </a:lnTo>
                  <a:lnTo>
                    <a:pt x="27687" y="1727"/>
                  </a:lnTo>
                  <a:lnTo>
                    <a:pt x="276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225;p31"/>
            <p:cNvSpPr/>
            <p:nvPr/>
          </p:nvSpPr>
          <p:spPr>
            <a:xfrm>
              <a:off x="3243675" y="1377000"/>
              <a:ext cx="692175" cy="43175"/>
            </a:xfrm>
            <a:custGeom>
              <a:avLst/>
              <a:gdLst/>
              <a:ahLst/>
              <a:cxnLst/>
              <a:rect l="l" t="t" r="r" b="b"/>
              <a:pathLst>
                <a:path w="27687" h="1727" fill="none" extrusionOk="0">
                  <a:moveTo>
                    <a:pt x="1" y="1"/>
                  </a:moveTo>
                  <a:lnTo>
                    <a:pt x="27687" y="1"/>
                  </a:lnTo>
                  <a:lnTo>
                    <a:pt x="27687" y="1727"/>
                  </a:lnTo>
                  <a:lnTo>
                    <a:pt x="1" y="1727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226;p31"/>
            <p:cNvSpPr/>
            <p:nvPr/>
          </p:nvSpPr>
          <p:spPr>
            <a:xfrm>
              <a:off x="3243675" y="1460600"/>
              <a:ext cx="1145225" cy="43175"/>
            </a:xfrm>
            <a:custGeom>
              <a:avLst/>
              <a:gdLst/>
              <a:ahLst/>
              <a:cxnLst/>
              <a:rect l="l" t="t" r="r" b="b"/>
              <a:pathLst>
                <a:path w="45809" h="1727" extrusionOk="0">
                  <a:moveTo>
                    <a:pt x="1" y="1"/>
                  </a:moveTo>
                  <a:lnTo>
                    <a:pt x="1" y="1727"/>
                  </a:lnTo>
                  <a:lnTo>
                    <a:pt x="45808" y="1727"/>
                  </a:lnTo>
                  <a:lnTo>
                    <a:pt x="458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227;p31"/>
            <p:cNvSpPr/>
            <p:nvPr/>
          </p:nvSpPr>
          <p:spPr>
            <a:xfrm>
              <a:off x="3243675" y="1460600"/>
              <a:ext cx="1145225" cy="43175"/>
            </a:xfrm>
            <a:custGeom>
              <a:avLst/>
              <a:gdLst/>
              <a:ahLst/>
              <a:cxnLst/>
              <a:rect l="l" t="t" r="r" b="b"/>
              <a:pathLst>
                <a:path w="45809" h="1727" fill="none" extrusionOk="0">
                  <a:moveTo>
                    <a:pt x="1" y="1"/>
                  </a:moveTo>
                  <a:lnTo>
                    <a:pt x="45808" y="1"/>
                  </a:lnTo>
                  <a:lnTo>
                    <a:pt x="45808" y="1727"/>
                  </a:lnTo>
                  <a:lnTo>
                    <a:pt x="1" y="1727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228;p31"/>
            <p:cNvSpPr/>
            <p:nvPr/>
          </p:nvSpPr>
          <p:spPr>
            <a:xfrm>
              <a:off x="2691775" y="1613425"/>
              <a:ext cx="2236450" cy="1565900"/>
            </a:xfrm>
            <a:custGeom>
              <a:avLst/>
              <a:gdLst/>
              <a:ahLst/>
              <a:cxnLst/>
              <a:rect l="l" t="t" r="r" b="b"/>
              <a:pathLst>
                <a:path w="89458" h="62636" extrusionOk="0">
                  <a:moveTo>
                    <a:pt x="0" y="0"/>
                  </a:moveTo>
                  <a:lnTo>
                    <a:pt x="0" y="62635"/>
                  </a:lnTo>
                  <a:lnTo>
                    <a:pt x="89458" y="62635"/>
                  </a:lnTo>
                  <a:lnTo>
                    <a:pt x="89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31"/>
            <p:cNvSpPr/>
            <p:nvPr/>
          </p:nvSpPr>
          <p:spPr>
            <a:xfrm>
              <a:off x="2691775" y="1613425"/>
              <a:ext cx="2236450" cy="1565900"/>
            </a:xfrm>
            <a:custGeom>
              <a:avLst/>
              <a:gdLst/>
              <a:ahLst/>
              <a:cxnLst/>
              <a:rect l="l" t="t" r="r" b="b"/>
              <a:pathLst>
                <a:path w="89458" h="62636" fill="none" extrusionOk="0">
                  <a:moveTo>
                    <a:pt x="89458" y="62635"/>
                  </a:moveTo>
                  <a:lnTo>
                    <a:pt x="0" y="62635"/>
                  </a:lnTo>
                  <a:lnTo>
                    <a:pt x="0" y="0"/>
                  </a:lnTo>
                  <a:lnTo>
                    <a:pt x="89458" y="0"/>
                  </a:lnTo>
                  <a:lnTo>
                    <a:pt x="89458" y="626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230;p31"/>
            <p:cNvSpPr/>
            <p:nvPr/>
          </p:nvSpPr>
          <p:spPr>
            <a:xfrm>
              <a:off x="2953350" y="1873200"/>
              <a:ext cx="370350" cy="371275"/>
            </a:xfrm>
            <a:custGeom>
              <a:avLst/>
              <a:gdLst/>
              <a:ahLst/>
              <a:cxnLst/>
              <a:rect l="l" t="t" r="r" b="b"/>
              <a:pathLst>
                <a:path w="14814" h="14851" extrusionOk="0">
                  <a:moveTo>
                    <a:pt x="7407" y="0"/>
                  </a:moveTo>
                  <a:lnTo>
                    <a:pt x="6652" y="36"/>
                  </a:lnTo>
                  <a:lnTo>
                    <a:pt x="5933" y="144"/>
                  </a:lnTo>
                  <a:lnTo>
                    <a:pt x="5214" y="360"/>
                  </a:lnTo>
                  <a:lnTo>
                    <a:pt x="4531" y="576"/>
                  </a:lnTo>
                  <a:lnTo>
                    <a:pt x="3883" y="899"/>
                  </a:lnTo>
                  <a:lnTo>
                    <a:pt x="3272" y="1259"/>
                  </a:lnTo>
                  <a:lnTo>
                    <a:pt x="2697" y="1690"/>
                  </a:lnTo>
                  <a:lnTo>
                    <a:pt x="2158" y="2194"/>
                  </a:lnTo>
                  <a:lnTo>
                    <a:pt x="1690" y="2697"/>
                  </a:lnTo>
                  <a:lnTo>
                    <a:pt x="1259" y="3272"/>
                  </a:lnTo>
                  <a:lnTo>
                    <a:pt x="899" y="3884"/>
                  </a:lnTo>
                  <a:lnTo>
                    <a:pt x="576" y="4531"/>
                  </a:lnTo>
                  <a:lnTo>
                    <a:pt x="324" y="5214"/>
                  </a:lnTo>
                  <a:lnTo>
                    <a:pt x="144" y="5933"/>
                  </a:lnTo>
                  <a:lnTo>
                    <a:pt x="36" y="6652"/>
                  </a:lnTo>
                  <a:lnTo>
                    <a:pt x="0" y="7407"/>
                  </a:lnTo>
                  <a:lnTo>
                    <a:pt x="36" y="8198"/>
                  </a:lnTo>
                  <a:lnTo>
                    <a:pt x="144" y="8917"/>
                  </a:lnTo>
                  <a:lnTo>
                    <a:pt x="324" y="9637"/>
                  </a:lnTo>
                  <a:lnTo>
                    <a:pt x="576" y="10320"/>
                  </a:lnTo>
                  <a:lnTo>
                    <a:pt x="899" y="10967"/>
                  </a:lnTo>
                  <a:lnTo>
                    <a:pt x="1259" y="11578"/>
                  </a:lnTo>
                  <a:lnTo>
                    <a:pt x="1690" y="12154"/>
                  </a:lnTo>
                  <a:lnTo>
                    <a:pt x="2158" y="12657"/>
                  </a:lnTo>
                  <a:lnTo>
                    <a:pt x="2697" y="13124"/>
                  </a:lnTo>
                  <a:lnTo>
                    <a:pt x="3272" y="13556"/>
                  </a:lnTo>
                  <a:lnTo>
                    <a:pt x="3883" y="13951"/>
                  </a:lnTo>
                  <a:lnTo>
                    <a:pt x="4531" y="14239"/>
                  </a:lnTo>
                  <a:lnTo>
                    <a:pt x="5214" y="14491"/>
                  </a:lnTo>
                  <a:lnTo>
                    <a:pt x="5933" y="14670"/>
                  </a:lnTo>
                  <a:lnTo>
                    <a:pt x="6652" y="14778"/>
                  </a:lnTo>
                  <a:lnTo>
                    <a:pt x="7407" y="14850"/>
                  </a:lnTo>
                  <a:lnTo>
                    <a:pt x="8162" y="14778"/>
                  </a:lnTo>
                  <a:lnTo>
                    <a:pt x="8917" y="14670"/>
                  </a:lnTo>
                  <a:lnTo>
                    <a:pt x="9600" y="14491"/>
                  </a:lnTo>
                  <a:lnTo>
                    <a:pt x="10284" y="14239"/>
                  </a:lnTo>
                  <a:lnTo>
                    <a:pt x="10931" y="13951"/>
                  </a:lnTo>
                  <a:lnTo>
                    <a:pt x="11542" y="13556"/>
                  </a:lnTo>
                  <a:lnTo>
                    <a:pt x="12117" y="13124"/>
                  </a:lnTo>
                  <a:lnTo>
                    <a:pt x="12657" y="12657"/>
                  </a:lnTo>
                  <a:lnTo>
                    <a:pt x="13124" y="12154"/>
                  </a:lnTo>
                  <a:lnTo>
                    <a:pt x="13556" y="11578"/>
                  </a:lnTo>
                  <a:lnTo>
                    <a:pt x="13915" y="10967"/>
                  </a:lnTo>
                  <a:lnTo>
                    <a:pt x="14239" y="10320"/>
                  </a:lnTo>
                  <a:lnTo>
                    <a:pt x="14490" y="9637"/>
                  </a:lnTo>
                  <a:lnTo>
                    <a:pt x="14670" y="8917"/>
                  </a:lnTo>
                  <a:lnTo>
                    <a:pt x="14778" y="8198"/>
                  </a:lnTo>
                  <a:lnTo>
                    <a:pt x="14814" y="7407"/>
                  </a:lnTo>
                  <a:lnTo>
                    <a:pt x="14778" y="6652"/>
                  </a:lnTo>
                  <a:lnTo>
                    <a:pt x="14670" y="5933"/>
                  </a:lnTo>
                  <a:lnTo>
                    <a:pt x="14490" y="5214"/>
                  </a:lnTo>
                  <a:lnTo>
                    <a:pt x="14239" y="4531"/>
                  </a:lnTo>
                  <a:lnTo>
                    <a:pt x="13915" y="3884"/>
                  </a:lnTo>
                  <a:lnTo>
                    <a:pt x="13556" y="3272"/>
                  </a:lnTo>
                  <a:lnTo>
                    <a:pt x="13124" y="2697"/>
                  </a:lnTo>
                  <a:lnTo>
                    <a:pt x="12657" y="2194"/>
                  </a:lnTo>
                  <a:lnTo>
                    <a:pt x="12117" y="1690"/>
                  </a:lnTo>
                  <a:lnTo>
                    <a:pt x="11542" y="1259"/>
                  </a:lnTo>
                  <a:lnTo>
                    <a:pt x="10931" y="899"/>
                  </a:lnTo>
                  <a:lnTo>
                    <a:pt x="10284" y="576"/>
                  </a:lnTo>
                  <a:lnTo>
                    <a:pt x="9600" y="360"/>
                  </a:lnTo>
                  <a:lnTo>
                    <a:pt x="8917" y="144"/>
                  </a:lnTo>
                  <a:lnTo>
                    <a:pt x="8162" y="36"/>
                  </a:lnTo>
                  <a:lnTo>
                    <a:pt x="7407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2953350" y="1873200"/>
              <a:ext cx="370350" cy="371275"/>
            </a:xfrm>
            <a:custGeom>
              <a:avLst/>
              <a:gdLst/>
              <a:ahLst/>
              <a:cxnLst/>
              <a:rect l="l" t="t" r="r" b="b"/>
              <a:pathLst>
                <a:path w="14814" h="14851" fill="none" extrusionOk="0">
                  <a:moveTo>
                    <a:pt x="0" y="7407"/>
                  </a:moveTo>
                  <a:lnTo>
                    <a:pt x="0" y="7407"/>
                  </a:lnTo>
                  <a:lnTo>
                    <a:pt x="36" y="8198"/>
                  </a:lnTo>
                  <a:lnTo>
                    <a:pt x="144" y="8917"/>
                  </a:lnTo>
                  <a:lnTo>
                    <a:pt x="324" y="9637"/>
                  </a:lnTo>
                  <a:lnTo>
                    <a:pt x="576" y="10320"/>
                  </a:lnTo>
                  <a:lnTo>
                    <a:pt x="899" y="10967"/>
                  </a:lnTo>
                  <a:lnTo>
                    <a:pt x="1259" y="11578"/>
                  </a:lnTo>
                  <a:lnTo>
                    <a:pt x="1690" y="12154"/>
                  </a:lnTo>
                  <a:lnTo>
                    <a:pt x="2158" y="12657"/>
                  </a:lnTo>
                  <a:lnTo>
                    <a:pt x="2697" y="13124"/>
                  </a:lnTo>
                  <a:lnTo>
                    <a:pt x="3272" y="13556"/>
                  </a:lnTo>
                  <a:lnTo>
                    <a:pt x="3883" y="13951"/>
                  </a:lnTo>
                  <a:lnTo>
                    <a:pt x="4531" y="14239"/>
                  </a:lnTo>
                  <a:lnTo>
                    <a:pt x="5214" y="14491"/>
                  </a:lnTo>
                  <a:lnTo>
                    <a:pt x="5933" y="14670"/>
                  </a:lnTo>
                  <a:lnTo>
                    <a:pt x="6652" y="14778"/>
                  </a:lnTo>
                  <a:lnTo>
                    <a:pt x="7407" y="14850"/>
                  </a:lnTo>
                  <a:lnTo>
                    <a:pt x="7407" y="14850"/>
                  </a:lnTo>
                  <a:lnTo>
                    <a:pt x="8162" y="14778"/>
                  </a:lnTo>
                  <a:lnTo>
                    <a:pt x="8917" y="14670"/>
                  </a:lnTo>
                  <a:lnTo>
                    <a:pt x="9600" y="14491"/>
                  </a:lnTo>
                  <a:lnTo>
                    <a:pt x="10284" y="14239"/>
                  </a:lnTo>
                  <a:lnTo>
                    <a:pt x="10931" y="13951"/>
                  </a:lnTo>
                  <a:lnTo>
                    <a:pt x="11542" y="13556"/>
                  </a:lnTo>
                  <a:lnTo>
                    <a:pt x="12117" y="13124"/>
                  </a:lnTo>
                  <a:lnTo>
                    <a:pt x="12657" y="12657"/>
                  </a:lnTo>
                  <a:lnTo>
                    <a:pt x="13124" y="12154"/>
                  </a:lnTo>
                  <a:lnTo>
                    <a:pt x="13556" y="11578"/>
                  </a:lnTo>
                  <a:lnTo>
                    <a:pt x="13915" y="10967"/>
                  </a:lnTo>
                  <a:lnTo>
                    <a:pt x="14239" y="10320"/>
                  </a:lnTo>
                  <a:lnTo>
                    <a:pt x="14490" y="9637"/>
                  </a:lnTo>
                  <a:lnTo>
                    <a:pt x="14670" y="8917"/>
                  </a:lnTo>
                  <a:lnTo>
                    <a:pt x="14778" y="8198"/>
                  </a:lnTo>
                  <a:lnTo>
                    <a:pt x="14814" y="7407"/>
                  </a:lnTo>
                  <a:lnTo>
                    <a:pt x="14814" y="7407"/>
                  </a:lnTo>
                  <a:lnTo>
                    <a:pt x="14778" y="6652"/>
                  </a:lnTo>
                  <a:lnTo>
                    <a:pt x="14670" y="5933"/>
                  </a:lnTo>
                  <a:lnTo>
                    <a:pt x="14490" y="5214"/>
                  </a:lnTo>
                  <a:lnTo>
                    <a:pt x="14239" y="4531"/>
                  </a:lnTo>
                  <a:lnTo>
                    <a:pt x="13915" y="3884"/>
                  </a:lnTo>
                  <a:lnTo>
                    <a:pt x="13556" y="3272"/>
                  </a:lnTo>
                  <a:lnTo>
                    <a:pt x="13124" y="2697"/>
                  </a:lnTo>
                  <a:lnTo>
                    <a:pt x="12657" y="2194"/>
                  </a:lnTo>
                  <a:lnTo>
                    <a:pt x="12117" y="1690"/>
                  </a:lnTo>
                  <a:lnTo>
                    <a:pt x="11542" y="1259"/>
                  </a:lnTo>
                  <a:lnTo>
                    <a:pt x="10931" y="899"/>
                  </a:lnTo>
                  <a:lnTo>
                    <a:pt x="10284" y="576"/>
                  </a:lnTo>
                  <a:lnTo>
                    <a:pt x="9600" y="360"/>
                  </a:lnTo>
                  <a:lnTo>
                    <a:pt x="8917" y="144"/>
                  </a:lnTo>
                  <a:lnTo>
                    <a:pt x="8162" y="36"/>
                  </a:lnTo>
                  <a:lnTo>
                    <a:pt x="7407" y="0"/>
                  </a:lnTo>
                  <a:lnTo>
                    <a:pt x="7407" y="0"/>
                  </a:lnTo>
                  <a:lnTo>
                    <a:pt x="6652" y="36"/>
                  </a:lnTo>
                  <a:lnTo>
                    <a:pt x="5933" y="144"/>
                  </a:lnTo>
                  <a:lnTo>
                    <a:pt x="5214" y="360"/>
                  </a:lnTo>
                  <a:lnTo>
                    <a:pt x="4531" y="576"/>
                  </a:lnTo>
                  <a:lnTo>
                    <a:pt x="3883" y="899"/>
                  </a:lnTo>
                  <a:lnTo>
                    <a:pt x="3272" y="1259"/>
                  </a:lnTo>
                  <a:lnTo>
                    <a:pt x="2697" y="1690"/>
                  </a:lnTo>
                  <a:lnTo>
                    <a:pt x="2158" y="2194"/>
                  </a:lnTo>
                  <a:lnTo>
                    <a:pt x="1690" y="2697"/>
                  </a:lnTo>
                  <a:lnTo>
                    <a:pt x="1259" y="3272"/>
                  </a:lnTo>
                  <a:lnTo>
                    <a:pt x="899" y="3884"/>
                  </a:lnTo>
                  <a:lnTo>
                    <a:pt x="576" y="4531"/>
                  </a:lnTo>
                  <a:lnTo>
                    <a:pt x="324" y="5214"/>
                  </a:lnTo>
                  <a:lnTo>
                    <a:pt x="144" y="5933"/>
                  </a:lnTo>
                  <a:lnTo>
                    <a:pt x="36" y="6652"/>
                  </a:lnTo>
                  <a:lnTo>
                    <a:pt x="0" y="740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232;p31"/>
            <p:cNvSpPr/>
            <p:nvPr/>
          </p:nvSpPr>
          <p:spPr>
            <a:xfrm>
              <a:off x="3685050" y="1996350"/>
              <a:ext cx="1243175" cy="842275"/>
            </a:xfrm>
            <a:custGeom>
              <a:avLst/>
              <a:gdLst/>
              <a:ahLst/>
              <a:cxnLst/>
              <a:rect l="l" t="t" r="r" b="b"/>
              <a:pathLst>
                <a:path w="49727" h="33691" extrusionOk="0">
                  <a:moveTo>
                    <a:pt x="24882" y="0"/>
                  </a:moveTo>
                  <a:lnTo>
                    <a:pt x="0" y="33691"/>
                  </a:lnTo>
                  <a:lnTo>
                    <a:pt x="49727" y="33691"/>
                  </a:lnTo>
                  <a:lnTo>
                    <a:pt x="2488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233;p31"/>
            <p:cNvSpPr/>
            <p:nvPr/>
          </p:nvSpPr>
          <p:spPr>
            <a:xfrm>
              <a:off x="3197850" y="2293875"/>
              <a:ext cx="1026550" cy="549250"/>
            </a:xfrm>
            <a:custGeom>
              <a:avLst/>
              <a:gdLst/>
              <a:ahLst/>
              <a:cxnLst/>
              <a:rect l="l" t="t" r="r" b="b"/>
              <a:pathLst>
                <a:path w="41062" h="21970" extrusionOk="0">
                  <a:moveTo>
                    <a:pt x="20531" y="1"/>
                  </a:moveTo>
                  <a:lnTo>
                    <a:pt x="0" y="21970"/>
                  </a:lnTo>
                  <a:lnTo>
                    <a:pt x="41062" y="21970"/>
                  </a:lnTo>
                  <a:lnTo>
                    <a:pt x="20531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234;p31"/>
            <p:cNvSpPr/>
            <p:nvPr/>
          </p:nvSpPr>
          <p:spPr>
            <a:xfrm>
              <a:off x="2691775" y="2842200"/>
              <a:ext cx="2236450" cy="337125"/>
            </a:xfrm>
            <a:custGeom>
              <a:avLst/>
              <a:gdLst/>
              <a:ahLst/>
              <a:cxnLst/>
              <a:rect l="l" t="t" r="r" b="b"/>
              <a:pathLst>
                <a:path w="89458" h="13485" extrusionOk="0">
                  <a:moveTo>
                    <a:pt x="0" y="1"/>
                  </a:moveTo>
                  <a:lnTo>
                    <a:pt x="0" y="13484"/>
                  </a:lnTo>
                  <a:lnTo>
                    <a:pt x="89458" y="13484"/>
                  </a:lnTo>
                  <a:lnTo>
                    <a:pt x="89458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235;p31"/>
            <p:cNvSpPr/>
            <p:nvPr/>
          </p:nvSpPr>
          <p:spPr>
            <a:xfrm>
              <a:off x="2838275" y="3775250"/>
              <a:ext cx="249025" cy="249025"/>
            </a:xfrm>
            <a:custGeom>
              <a:avLst/>
              <a:gdLst/>
              <a:ahLst/>
              <a:cxnLst/>
              <a:rect l="l" t="t" r="r" b="b"/>
              <a:pathLst>
                <a:path w="9961" h="9961" extrusionOk="0">
                  <a:moveTo>
                    <a:pt x="4819" y="1"/>
                  </a:moveTo>
                  <a:lnTo>
                    <a:pt x="4316" y="37"/>
                  </a:lnTo>
                  <a:lnTo>
                    <a:pt x="3812" y="109"/>
                  </a:lnTo>
                  <a:lnTo>
                    <a:pt x="3309" y="288"/>
                  </a:lnTo>
                  <a:lnTo>
                    <a:pt x="2841" y="468"/>
                  </a:lnTo>
                  <a:lnTo>
                    <a:pt x="2410" y="684"/>
                  </a:lnTo>
                  <a:lnTo>
                    <a:pt x="2014" y="972"/>
                  </a:lnTo>
                  <a:lnTo>
                    <a:pt x="1655" y="1259"/>
                  </a:lnTo>
                  <a:lnTo>
                    <a:pt x="1295" y="1619"/>
                  </a:lnTo>
                  <a:lnTo>
                    <a:pt x="1008" y="1978"/>
                  </a:lnTo>
                  <a:lnTo>
                    <a:pt x="720" y="2374"/>
                  </a:lnTo>
                  <a:lnTo>
                    <a:pt x="504" y="2805"/>
                  </a:lnTo>
                  <a:lnTo>
                    <a:pt x="324" y="3237"/>
                  </a:lnTo>
                  <a:lnTo>
                    <a:pt x="145" y="3704"/>
                  </a:lnTo>
                  <a:lnTo>
                    <a:pt x="73" y="4172"/>
                  </a:lnTo>
                  <a:lnTo>
                    <a:pt x="1" y="4639"/>
                  </a:lnTo>
                  <a:lnTo>
                    <a:pt x="1" y="5142"/>
                  </a:lnTo>
                  <a:lnTo>
                    <a:pt x="37" y="5646"/>
                  </a:lnTo>
                  <a:lnTo>
                    <a:pt x="145" y="6149"/>
                  </a:lnTo>
                  <a:lnTo>
                    <a:pt x="289" y="6653"/>
                  </a:lnTo>
                  <a:lnTo>
                    <a:pt x="468" y="7084"/>
                  </a:lnTo>
                  <a:lnTo>
                    <a:pt x="720" y="7552"/>
                  </a:lnTo>
                  <a:lnTo>
                    <a:pt x="972" y="7947"/>
                  </a:lnTo>
                  <a:lnTo>
                    <a:pt x="1295" y="8307"/>
                  </a:lnTo>
                  <a:lnTo>
                    <a:pt x="1619" y="8666"/>
                  </a:lnTo>
                  <a:lnTo>
                    <a:pt x="1978" y="8954"/>
                  </a:lnTo>
                  <a:lnTo>
                    <a:pt x="2374" y="9241"/>
                  </a:lnTo>
                  <a:lnTo>
                    <a:pt x="2805" y="9457"/>
                  </a:lnTo>
                  <a:lnTo>
                    <a:pt x="3237" y="9637"/>
                  </a:lnTo>
                  <a:lnTo>
                    <a:pt x="3704" y="9781"/>
                  </a:lnTo>
                  <a:lnTo>
                    <a:pt x="4172" y="9889"/>
                  </a:lnTo>
                  <a:lnTo>
                    <a:pt x="4675" y="9961"/>
                  </a:lnTo>
                  <a:lnTo>
                    <a:pt x="5143" y="9961"/>
                  </a:lnTo>
                  <a:lnTo>
                    <a:pt x="5646" y="9925"/>
                  </a:lnTo>
                  <a:lnTo>
                    <a:pt x="6149" y="9817"/>
                  </a:lnTo>
                  <a:lnTo>
                    <a:pt x="6545" y="9709"/>
                  </a:lnTo>
                  <a:lnTo>
                    <a:pt x="6904" y="9565"/>
                  </a:lnTo>
                  <a:lnTo>
                    <a:pt x="7264" y="9421"/>
                  </a:lnTo>
                  <a:lnTo>
                    <a:pt x="7588" y="9205"/>
                  </a:lnTo>
                  <a:lnTo>
                    <a:pt x="7947" y="8990"/>
                  </a:lnTo>
                  <a:lnTo>
                    <a:pt x="8235" y="8738"/>
                  </a:lnTo>
                  <a:lnTo>
                    <a:pt x="8522" y="8486"/>
                  </a:lnTo>
                  <a:lnTo>
                    <a:pt x="8810" y="8199"/>
                  </a:lnTo>
                  <a:lnTo>
                    <a:pt x="9026" y="7875"/>
                  </a:lnTo>
                  <a:lnTo>
                    <a:pt x="9242" y="7552"/>
                  </a:lnTo>
                  <a:lnTo>
                    <a:pt x="9421" y="7228"/>
                  </a:lnTo>
                  <a:lnTo>
                    <a:pt x="9601" y="6868"/>
                  </a:lnTo>
                  <a:lnTo>
                    <a:pt x="9709" y="6509"/>
                  </a:lnTo>
                  <a:lnTo>
                    <a:pt x="9817" y="6113"/>
                  </a:lnTo>
                  <a:lnTo>
                    <a:pt x="9889" y="5754"/>
                  </a:lnTo>
                  <a:lnTo>
                    <a:pt x="9961" y="5358"/>
                  </a:lnTo>
                  <a:lnTo>
                    <a:pt x="9961" y="4963"/>
                  </a:lnTo>
                  <a:lnTo>
                    <a:pt x="9961" y="4567"/>
                  </a:lnTo>
                  <a:lnTo>
                    <a:pt x="9889" y="4172"/>
                  </a:lnTo>
                  <a:lnTo>
                    <a:pt x="9817" y="3776"/>
                  </a:lnTo>
                  <a:lnTo>
                    <a:pt x="9673" y="3309"/>
                  </a:lnTo>
                  <a:lnTo>
                    <a:pt x="9493" y="2841"/>
                  </a:lnTo>
                  <a:lnTo>
                    <a:pt x="9242" y="2410"/>
                  </a:lnTo>
                  <a:lnTo>
                    <a:pt x="8990" y="2014"/>
                  </a:lnTo>
                  <a:lnTo>
                    <a:pt x="8666" y="1619"/>
                  </a:lnTo>
                  <a:lnTo>
                    <a:pt x="8343" y="1295"/>
                  </a:lnTo>
                  <a:lnTo>
                    <a:pt x="7983" y="972"/>
                  </a:lnTo>
                  <a:lnTo>
                    <a:pt x="7588" y="720"/>
                  </a:lnTo>
                  <a:lnTo>
                    <a:pt x="7156" y="468"/>
                  </a:lnTo>
                  <a:lnTo>
                    <a:pt x="6725" y="288"/>
                  </a:lnTo>
                  <a:lnTo>
                    <a:pt x="6257" y="145"/>
                  </a:lnTo>
                  <a:lnTo>
                    <a:pt x="5790" y="37"/>
                  </a:lnTo>
                  <a:lnTo>
                    <a:pt x="528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31"/>
            <p:cNvSpPr/>
            <p:nvPr/>
          </p:nvSpPr>
          <p:spPr>
            <a:xfrm>
              <a:off x="2924575" y="3847175"/>
              <a:ext cx="76425" cy="75525"/>
            </a:xfrm>
            <a:custGeom>
              <a:avLst/>
              <a:gdLst/>
              <a:ahLst/>
              <a:cxnLst/>
              <a:rect l="l" t="t" r="r" b="b"/>
              <a:pathLst>
                <a:path w="3057" h="3021" extrusionOk="0">
                  <a:moveTo>
                    <a:pt x="1511" y="0"/>
                  </a:moveTo>
                  <a:lnTo>
                    <a:pt x="1223" y="36"/>
                  </a:lnTo>
                  <a:lnTo>
                    <a:pt x="935" y="108"/>
                  </a:lnTo>
                  <a:lnTo>
                    <a:pt x="684" y="252"/>
                  </a:lnTo>
                  <a:lnTo>
                    <a:pt x="432" y="432"/>
                  </a:lnTo>
                  <a:lnTo>
                    <a:pt x="252" y="647"/>
                  </a:lnTo>
                  <a:lnTo>
                    <a:pt x="108" y="899"/>
                  </a:lnTo>
                  <a:lnTo>
                    <a:pt x="37" y="1187"/>
                  </a:lnTo>
                  <a:lnTo>
                    <a:pt x="1" y="1510"/>
                  </a:lnTo>
                  <a:lnTo>
                    <a:pt x="37" y="1798"/>
                  </a:lnTo>
                  <a:lnTo>
                    <a:pt x="108" y="2086"/>
                  </a:lnTo>
                  <a:lnTo>
                    <a:pt x="252" y="2373"/>
                  </a:lnTo>
                  <a:lnTo>
                    <a:pt x="432" y="2589"/>
                  </a:lnTo>
                  <a:lnTo>
                    <a:pt x="684" y="2769"/>
                  </a:lnTo>
                  <a:lnTo>
                    <a:pt x="935" y="2913"/>
                  </a:lnTo>
                  <a:lnTo>
                    <a:pt x="1223" y="2985"/>
                  </a:lnTo>
                  <a:lnTo>
                    <a:pt x="1511" y="3021"/>
                  </a:lnTo>
                  <a:lnTo>
                    <a:pt x="1834" y="2985"/>
                  </a:lnTo>
                  <a:lnTo>
                    <a:pt x="2122" y="2913"/>
                  </a:lnTo>
                  <a:lnTo>
                    <a:pt x="2374" y="2769"/>
                  </a:lnTo>
                  <a:lnTo>
                    <a:pt x="2589" y="2589"/>
                  </a:lnTo>
                  <a:lnTo>
                    <a:pt x="2769" y="2373"/>
                  </a:lnTo>
                  <a:lnTo>
                    <a:pt x="2913" y="2086"/>
                  </a:lnTo>
                  <a:lnTo>
                    <a:pt x="3021" y="1798"/>
                  </a:lnTo>
                  <a:lnTo>
                    <a:pt x="3057" y="1510"/>
                  </a:lnTo>
                  <a:lnTo>
                    <a:pt x="3021" y="1187"/>
                  </a:lnTo>
                  <a:lnTo>
                    <a:pt x="2913" y="899"/>
                  </a:lnTo>
                  <a:lnTo>
                    <a:pt x="2769" y="647"/>
                  </a:lnTo>
                  <a:lnTo>
                    <a:pt x="2589" y="432"/>
                  </a:lnTo>
                  <a:lnTo>
                    <a:pt x="2374" y="252"/>
                  </a:lnTo>
                  <a:lnTo>
                    <a:pt x="2122" y="108"/>
                  </a:lnTo>
                  <a:lnTo>
                    <a:pt x="1834" y="36"/>
                  </a:lnTo>
                  <a:lnTo>
                    <a:pt x="15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2896725" y="3921775"/>
              <a:ext cx="131250" cy="102500"/>
            </a:xfrm>
            <a:custGeom>
              <a:avLst/>
              <a:gdLst/>
              <a:ahLst/>
              <a:cxnLst/>
              <a:rect l="l" t="t" r="r" b="b"/>
              <a:pathLst>
                <a:path w="5250" h="4100" extrusionOk="0">
                  <a:moveTo>
                    <a:pt x="2265" y="1"/>
                  </a:moveTo>
                  <a:lnTo>
                    <a:pt x="2014" y="73"/>
                  </a:lnTo>
                  <a:lnTo>
                    <a:pt x="1762" y="144"/>
                  </a:lnTo>
                  <a:lnTo>
                    <a:pt x="1510" y="252"/>
                  </a:lnTo>
                  <a:lnTo>
                    <a:pt x="1294" y="360"/>
                  </a:lnTo>
                  <a:lnTo>
                    <a:pt x="1079" y="504"/>
                  </a:lnTo>
                  <a:lnTo>
                    <a:pt x="899" y="648"/>
                  </a:lnTo>
                  <a:lnTo>
                    <a:pt x="719" y="828"/>
                  </a:lnTo>
                  <a:lnTo>
                    <a:pt x="539" y="1043"/>
                  </a:lnTo>
                  <a:lnTo>
                    <a:pt x="396" y="1259"/>
                  </a:lnTo>
                  <a:lnTo>
                    <a:pt x="288" y="1475"/>
                  </a:lnTo>
                  <a:lnTo>
                    <a:pt x="180" y="1691"/>
                  </a:lnTo>
                  <a:lnTo>
                    <a:pt x="108" y="1942"/>
                  </a:lnTo>
                  <a:lnTo>
                    <a:pt x="36" y="2194"/>
                  </a:lnTo>
                  <a:lnTo>
                    <a:pt x="0" y="2446"/>
                  </a:lnTo>
                  <a:lnTo>
                    <a:pt x="0" y="2733"/>
                  </a:lnTo>
                  <a:lnTo>
                    <a:pt x="0" y="3344"/>
                  </a:lnTo>
                  <a:lnTo>
                    <a:pt x="467" y="3596"/>
                  </a:lnTo>
                  <a:lnTo>
                    <a:pt x="899" y="3776"/>
                  </a:lnTo>
                  <a:lnTo>
                    <a:pt x="1366" y="3956"/>
                  </a:lnTo>
                  <a:lnTo>
                    <a:pt x="1870" y="4028"/>
                  </a:lnTo>
                  <a:lnTo>
                    <a:pt x="2337" y="4100"/>
                  </a:lnTo>
                  <a:lnTo>
                    <a:pt x="2841" y="4100"/>
                  </a:lnTo>
                  <a:lnTo>
                    <a:pt x="3344" y="4064"/>
                  </a:lnTo>
                  <a:lnTo>
                    <a:pt x="3811" y="3956"/>
                  </a:lnTo>
                  <a:lnTo>
                    <a:pt x="4207" y="3848"/>
                  </a:lnTo>
                  <a:lnTo>
                    <a:pt x="4566" y="3704"/>
                  </a:lnTo>
                  <a:lnTo>
                    <a:pt x="4926" y="3560"/>
                  </a:lnTo>
                  <a:lnTo>
                    <a:pt x="5250" y="3344"/>
                  </a:lnTo>
                  <a:lnTo>
                    <a:pt x="5250" y="2733"/>
                  </a:lnTo>
                  <a:lnTo>
                    <a:pt x="5250" y="2517"/>
                  </a:lnTo>
                  <a:lnTo>
                    <a:pt x="5250" y="2230"/>
                  </a:lnTo>
                  <a:lnTo>
                    <a:pt x="5178" y="1978"/>
                  </a:lnTo>
                  <a:lnTo>
                    <a:pt x="5106" y="1726"/>
                  </a:lnTo>
                  <a:lnTo>
                    <a:pt x="4998" y="1475"/>
                  </a:lnTo>
                  <a:lnTo>
                    <a:pt x="4890" y="1259"/>
                  </a:lnTo>
                  <a:lnTo>
                    <a:pt x="4746" y="1043"/>
                  </a:lnTo>
                  <a:lnTo>
                    <a:pt x="4602" y="864"/>
                  </a:lnTo>
                  <a:lnTo>
                    <a:pt x="4423" y="684"/>
                  </a:lnTo>
                  <a:lnTo>
                    <a:pt x="4207" y="504"/>
                  </a:lnTo>
                  <a:lnTo>
                    <a:pt x="4027" y="360"/>
                  </a:lnTo>
                  <a:lnTo>
                    <a:pt x="3775" y="252"/>
                  </a:lnTo>
                  <a:lnTo>
                    <a:pt x="3560" y="144"/>
                  </a:lnTo>
                  <a:lnTo>
                    <a:pt x="3308" y="73"/>
                  </a:lnTo>
                  <a:lnTo>
                    <a:pt x="3056" y="37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238;p31"/>
            <p:cNvSpPr/>
            <p:nvPr/>
          </p:nvSpPr>
          <p:spPr>
            <a:xfrm>
              <a:off x="3243675" y="3781550"/>
              <a:ext cx="1020275" cy="65650"/>
            </a:xfrm>
            <a:custGeom>
              <a:avLst/>
              <a:gdLst/>
              <a:ahLst/>
              <a:cxnLst/>
              <a:rect l="l" t="t" r="r" b="b"/>
              <a:pathLst>
                <a:path w="40811" h="2626" extrusionOk="0">
                  <a:moveTo>
                    <a:pt x="1" y="0"/>
                  </a:moveTo>
                  <a:lnTo>
                    <a:pt x="1" y="2625"/>
                  </a:lnTo>
                  <a:lnTo>
                    <a:pt x="40811" y="2625"/>
                  </a:lnTo>
                  <a:lnTo>
                    <a:pt x="40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31"/>
            <p:cNvSpPr/>
            <p:nvPr/>
          </p:nvSpPr>
          <p:spPr>
            <a:xfrm>
              <a:off x="3243675" y="3890325"/>
              <a:ext cx="1302525" cy="43175"/>
            </a:xfrm>
            <a:custGeom>
              <a:avLst/>
              <a:gdLst/>
              <a:ahLst/>
              <a:cxnLst/>
              <a:rect l="l" t="t" r="r" b="b"/>
              <a:pathLst>
                <a:path w="52101" h="1727" extrusionOk="0">
                  <a:moveTo>
                    <a:pt x="1" y="0"/>
                  </a:moveTo>
                  <a:lnTo>
                    <a:pt x="1" y="1726"/>
                  </a:lnTo>
                  <a:lnTo>
                    <a:pt x="52101" y="1726"/>
                  </a:lnTo>
                  <a:lnTo>
                    <a:pt x="521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31"/>
            <p:cNvSpPr/>
            <p:nvPr/>
          </p:nvSpPr>
          <p:spPr>
            <a:xfrm>
              <a:off x="3243675" y="3973925"/>
              <a:ext cx="444100" cy="43150"/>
            </a:xfrm>
            <a:custGeom>
              <a:avLst/>
              <a:gdLst/>
              <a:ahLst/>
              <a:cxnLst/>
              <a:rect l="l" t="t" r="r" b="b"/>
              <a:pathLst>
                <a:path w="17764" h="1726" extrusionOk="0">
                  <a:moveTo>
                    <a:pt x="1" y="0"/>
                  </a:moveTo>
                  <a:lnTo>
                    <a:pt x="1" y="1726"/>
                  </a:lnTo>
                  <a:lnTo>
                    <a:pt x="17763" y="1726"/>
                  </a:lnTo>
                  <a:lnTo>
                    <a:pt x="17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31"/>
            <p:cNvSpPr/>
            <p:nvPr/>
          </p:nvSpPr>
          <p:spPr>
            <a:xfrm>
              <a:off x="2691775" y="4127625"/>
              <a:ext cx="2236450" cy="382050"/>
            </a:xfrm>
            <a:custGeom>
              <a:avLst/>
              <a:gdLst/>
              <a:ahLst/>
              <a:cxnLst/>
              <a:rect l="l" t="t" r="r" b="b"/>
              <a:pathLst>
                <a:path w="89458" h="15282" extrusionOk="0">
                  <a:moveTo>
                    <a:pt x="0" y="0"/>
                  </a:moveTo>
                  <a:lnTo>
                    <a:pt x="0" y="15282"/>
                  </a:lnTo>
                  <a:lnTo>
                    <a:pt x="89458" y="15282"/>
                  </a:lnTo>
                  <a:lnTo>
                    <a:pt x="89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31"/>
            <p:cNvSpPr/>
            <p:nvPr/>
          </p:nvSpPr>
          <p:spPr>
            <a:xfrm>
              <a:off x="2964125" y="4387400"/>
              <a:ext cx="348800" cy="122275"/>
            </a:xfrm>
            <a:custGeom>
              <a:avLst/>
              <a:gdLst/>
              <a:ahLst/>
              <a:cxnLst/>
              <a:rect l="l" t="t" r="r" b="b"/>
              <a:pathLst>
                <a:path w="13952" h="4891" extrusionOk="0">
                  <a:moveTo>
                    <a:pt x="6581" y="1"/>
                  </a:moveTo>
                  <a:lnTo>
                    <a:pt x="5861" y="73"/>
                  </a:lnTo>
                  <a:lnTo>
                    <a:pt x="5178" y="216"/>
                  </a:lnTo>
                  <a:lnTo>
                    <a:pt x="4495" y="432"/>
                  </a:lnTo>
                  <a:lnTo>
                    <a:pt x="3812" y="684"/>
                  </a:lnTo>
                  <a:lnTo>
                    <a:pt x="3201" y="1043"/>
                  </a:lnTo>
                  <a:lnTo>
                    <a:pt x="2589" y="1439"/>
                  </a:lnTo>
                  <a:lnTo>
                    <a:pt x="2050" y="1870"/>
                  </a:lnTo>
                  <a:lnTo>
                    <a:pt x="1547" y="2374"/>
                  </a:lnTo>
                  <a:lnTo>
                    <a:pt x="1079" y="2949"/>
                  </a:lnTo>
                  <a:lnTo>
                    <a:pt x="648" y="3560"/>
                  </a:lnTo>
                  <a:lnTo>
                    <a:pt x="288" y="4207"/>
                  </a:lnTo>
                  <a:lnTo>
                    <a:pt x="1" y="4891"/>
                  </a:lnTo>
                  <a:lnTo>
                    <a:pt x="13952" y="4891"/>
                  </a:lnTo>
                  <a:lnTo>
                    <a:pt x="13808" y="4495"/>
                  </a:lnTo>
                  <a:lnTo>
                    <a:pt x="13628" y="4136"/>
                  </a:lnTo>
                  <a:lnTo>
                    <a:pt x="13448" y="3776"/>
                  </a:lnTo>
                  <a:lnTo>
                    <a:pt x="13232" y="3416"/>
                  </a:lnTo>
                  <a:lnTo>
                    <a:pt x="13017" y="3093"/>
                  </a:lnTo>
                  <a:lnTo>
                    <a:pt x="12765" y="2769"/>
                  </a:lnTo>
                  <a:lnTo>
                    <a:pt x="12513" y="2446"/>
                  </a:lnTo>
                  <a:lnTo>
                    <a:pt x="12226" y="2158"/>
                  </a:lnTo>
                  <a:lnTo>
                    <a:pt x="11938" y="1870"/>
                  </a:lnTo>
                  <a:lnTo>
                    <a:pt x="11614" y="1619"/>
                  </a:lnTo>
                  <a:lnTo>
                    <a:pt x="11291" y="1367"/>
                  </a:lnTo>
                  <a:lnTo>
                    <a:pt x="10967" y="1151"/>
                  </a:lnTo>
                  <a:lnTo>
                    <a:pt x="10608" y="936"/>
                  </a:lnTo>
                  <a:lnTo>
                    <a:pt x="10248" y="756"/>
                  </a:lnTo>
                  <a:lnTo>
                    <a:pt x="9889" y="576"/>
                  </a:lnTo>
                  <a:lnTo>
                    <a:pt x="9493" y="432"/>
                  </a:lnTo>
                  <a:lnTo>
                    <a:pt x="8774" y="216"/>
                  </a:lnTo>
                  <a:lnTo>
                    <a:pt x="8019" y="73"/>
                  </a:lnTo>
                  <a:lnTo>
                    <a:pt x="730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31"/>
            <p:cNvSpPr/>
            <p:nvPr/>
          </p:nvSpPr>
          <p:spPr>
            <a:xfrm>
              <a:off x="2840075" y="3271875"/>
              <a:ext cx="148350" cy="147450"/>
            </a:xfrm>
            <a:custGeom>
              <a:avLst/>
              <a:gdLst/>
              <a:ahLst/>
              <a:cxnLst/>
              <a:rect l="l" t="t" r="r" b="b"/>
              <a:pathLst>
                <a:path w="5934" h="5898" extrusionOk="0">
                  <a:moveTo>
                    <a:pt x="2662" y="1"/>
                  </a:moveTo>
                  <a:lnTo>
                    <a:pt x="2374" y="37"/>
                  </a:lnTo>
                  <a:lnTo>
                    <a:pt x="2086" y="108"/>
                  </a:lnTo>
                  <a:lnTo>
                    <a:pt x="1799" y="216"/>
                  </a:lnTo>
                  <a:lnTo>
                    <a:pt x="1547" y="324"/>
                  </a:lnTo>
                  <a:lnTo>
                    <a:pt x="1295" y="504"/>
                  </a:lnTo>
                  <a:lnTo>
                    <a:pt x="1079" y="648"/>
                  </a:lnTo>
                  <a:lnTo>
                    <a:pt x="864" y="864"/>
                  </a:lnTo>
                  <a:lnTo>
                    <a:pt x="684" y="1043"/>
                  </a:lnTo>
                  <a:lnTo>
                    <a:pt x="504" y="1295"/>
                  </a:lnTo>
                  <a:lnTo>
                    <a:pt x="360" y="1547"/>
                  </a:lnTo>
                  <a:lnTo>
                    <a:pt x="252" y="1798"/>
                  </a:lnTo>
                  <a:lnTo>
                    <a:pt x="145" y="2050"/>
                  </a:lnTo>
                  <a:lnTo>
                    <a:pt x="73" y="2338"/>
                  </a:lnTo>
                  <a:lnTo>
                    <a:pt x="1" y="2625"/>
                  </a:lnTo>
                  <a:lnTo>
                    <a:pt x="1" y="2949"/>
                  </a:lnTo>
                  <a:lnTo>
                    <a:pt x="1" y="3237"/>
                  </a:lnTo>
                  <a:lnTo>
                    <a:pt x="73" y="3524"/>
                  </a:lnTo>
                  <a:lnTo>
                    <a:pt x="145" y="3812"/>
                  </a:lnTo>
                  <a:lnTo>
                    <a:pt x="252" y="4100"/>
                  </a:lnTo>
                  <a:lnTo>
                    <a:pt x="360" y="4351"/>
                  </a:lnTo>
                  <a:lnTo>
                    <a:pt x="504" y="4603"/>
                  </a:lnTo>
                  <a:lnTo>
                    <a:pt x="684" y="4819"/>
                  </a:lnTo>
                  <a:lnTo>
                    <a:pt x="864" y="5034"/>
                  </a:lnTo>
                  <a:lnTo>
                    <a:pt x="1079" y="5214"/>
                  </a:lnTo>
                  <a:lnTo>
                    <a:pt x="1295" y="5394"/>
                  </a:lnTo>
                  <a:lnTo>
                    <a:pt x="1547" y="5538"/>
                  </a:lnTo>
                  <a:lnTo>
                    <a:pt x="1799" y="5682"/>
                  </a:lnTo>
                  <a:lnTo>
                    <a:pt x="2086" y="5754"/>
                  </a:lnTo>
                  <a:lnTo>
                    <a:pt x="2374" y="5861"/>
                  </a:lnTo>
                  <a:lnTo>
                    <a:pt x="2662" y="5897"/>
                  </a:lnTo>
                  <a:lnTo>
                    <a:pt x="3273" y="5897"/>
                  </a:lnTo>
                  <a:lnTo>
                    <a:pt x="3560" y="5861"/>
                  </a:lnTo>
                  <a:lnTo>
                    <a:pt x="3848" y="5754"/>
                  </a:lnTo>
                  <a:lnTo>
                    <a:pt x="4100" y="5682"/>
                  </a:lnTo>
                  <a:lnTo>
                    <a:pt x="4387" y="5538"/>
                  </a:lnTo>
                  <a:lnTo>
                    <a:pt x="4603" y="5394"/>
                  </a:lnTo>
                  <a:lnTo>
                    <a:pt x="4855" y="5214"/>
                  </a:lnTo>
                  <a:lnTo>
                    <a:pt x="5071" y="5034"/>
                  </a:lnTo>
                  <a:lnTo>
                    <a:pt x="5250" y="4819"/>
                  </a:lnTo>
                  <a:lnTo>
                    <a:pt x="5430" y="4603"/>
                  </a:lnTo>
                  <a:lnTo>
                    <a:pt x="5574" y="4351"/>
                  </a:lnTo>
                  <a:lnTo>
                    <a:pt x="5682" y="4100"/>
                  </a:lnTo>
                  <a:lnTo>
                    <a:pt x="5790" y="3812"/>
                  </a:lnTo>
                  <a:lnTo>
                    <a:pt x="5862" y="3524"/>
                  </a:lnTo>
                  <a:lnTo>
                    <a:pt x="5898" y="3237"/>
                  </a:lnTo>
                  <a:lnTo>
                    <a:pt x="5933" y="2949"/>
                  </a:lnTo>
                  <a:lnTo>
                    <a:pt x="5898" y="2625"/>
                  </a:lnTo>
                  <a:lnTo>
                    <a:pt x="5862" y="2338"/>
                  </a:lnTo>
                  <a:lnTo>
                    <a:pt x="5790" y="2050"/>
                  </a:lnTo>
                  <a:lnTo>
                    <a:pt x="5682" y="1798"/>
                  </a:lnTo>
                  <a:lnTo>
                    <a:pt x="5574" y="1547"/>
                  </a:lnTo>
                  <a:lnTo>
                    <a:pt x="5430" y="1295"/>
                  </a:lnTo>
                  <a:lnTo>
                    <a:pt x="5250" y="1043"/>
                  </a:lnTo>
                  <a:lnTo>
                    <a:pt x="5071" y="864"/>
                  </a:lnTo>
                  <a:lnTo>
                    <a:pt x="4855" y="648"/>
                  </a:lnTo>
                  <a:lnTo>
                    <a:pt x="4603" y="504"/>
                  </a:lnTo>
                  <a:lnTo>
                    <a:pt x="4387" y="324"/>
                  </a:lnTo>
                  <a:lnTo>
                    <a:pt x="4100" y="216"/>
                  </a:lnTo>
                  <a:lnTo>
                    <a:pt x="3848" y="108"/>
                  </a:lnTo>
                  <a:lnTo>
                    <a:pt x="3560" y="37"/>
                  </a:lnTo>
                  <a:lnTo>
                    <a:pt x="3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31"/>
            <p:cNvSpPr/>
            <p:nvPr/>
          </p:nvSpPr>
          <p:spPr>
            <a:xfrm>
              <a:off x="2896725" y="3296150"/>
              <a:ext cx="64725" cy="80025"/>
            </a:xfrm>
            <a:custGeom>
              <a:avLst/>
              <a:gdLst/>
              <a:ahLst/>
              <a:cxnLst/>
              <a:rect l="l" t="t" r="r" b="b"/>
              <a:pathLst>
                <a:path w="2589" h="3201" extrusionOk="0">
                  <a:moveTo>
                    <a:pt x="1007" y="0"/>
                  </a:moveTo>
                  <a:lnTo>
                    <a:pt x="899" y="36"/>
                  </a:lnTo>
                  <a:lnTo>
                    <a:pt x="899" y="144"/>
                  </a:lnTo>
                  <a:lnTo>
                    <a:pt x="899" y="360"/>
                  </a:lnTo>
                  <a:lnTo>
                    <a:pt x="863" y="612"/>
                  </a:lnTo>
                  <a:lnTo>
                    <a:pt x="791" y="827"/>
                  </a:lnTo>
                  <a:lnTo>
                    <a:pt x="683" y="1043"/>
                  </a:lnTo>
                  <a:lnTo>
                    <a:pt x="396" y="1439"/>
                  </a:lnTo>
                  <a:lnTo>
                    <a:pt x="252" y="1618"/>
                  </a:lnTo>
                  <a:lnTo>
                    <a:pt x="36" y="1726"/>
                  </a:lnTo>
                  <a:lnTo>
                    <a:pt x="36" y="1762"/>
                  </a:lnTo>
                  <a:lnTo>
                    <a:pt x="0" y="1798"/>
                  </a:lnTo>
                  <a:lnTo>
                    <a:pt x="0" y="2985"/>
                  </a:lnTo>
                  <a:lnTo>
                    <a:pt x="0" y="3021"/>
                  </a:lnTo>
                  <a:lnTo>
                    <a:pt x="0" y="3057"/>
                  </a:lnTo>
                  <a:lnTo>
                    <a:pt x="180" y="3057"/>
                  </a:lnTo>
                  <a:lnTo>
                    <a:pt x="288" y="3165"/>
                  </a:lnTo>
                  <a:lnTo>
                    <a:pt x="360" y="3165"/>
                  </a:lnTo>
                  <a:lnTo>
                    <a:pt x="431" y="3200"/>
                  </a:lnTo>
                  <a:lnTo>
                    <a:pt x="2014" y="3200"/>
                  </a:lnTo>
                  <a:lnTo>
                    <a:pt x="2085" y="3165"/>
                  </a:lnTo>
                  <a:lnTo>
                    <a:pt x="2157" y="3129"/>
                  </a:lnTo>
                  <a:lnTo>
                    <a:pt x="2229" y="3129"/>
                  </a:lnTo>
                  <a:lnTo>
                    <a:pt x="2265" y="3093"/>
                  </a:lnTo>
                  <a:lnTo>
                    <a:pt x="2301" y="3021"/>
                  </a:lnTo>
                  <a:lnTo>
                    <a:pt x="2337" y="2949"/>
                  </a:lnTo>
                  <a:lnTo>
                    <a:pt x="2301" y="2877"/>
                  </a:lnTo>
                  <a:lnTo>
                    <a:pt x="2265" y="2805"/>
                  </a:lnTo>
                  <a:lnTo>
                    <a:pt x="2229" y="2769"/>
                  </a:lnTo>
                  <a:lnTo>
                    <a:pt x="2193" y="2733"/>
                  </a:lnTo>
                  <a:lnTo>
                    <a:pt x="2229" y="2733"/>
                  </a:lnTo>
                  <a:lnTo>
                    <a:pt x="2265" y="2697"/>
                  </a:lnTo>
                  <a:lnTo>
                    <a:pt x="2337" y="2661"/>
                  </a:lnTo>
                  <a:lnTo>
                    <a:pt x="2373" y="2589"/>
                  </a:lnTo>
                  <a:lnTo>
                    <a:pt x="2409" y="2517"/>
                  </a:lnTo>
                  <a:lnTo>
                    <a:pt x="2409" y="2409"/>
                  </a:lnTo>
                  <a:lnTo>
                    <a:pt x="2373" y="2338"/>
                  </a:lnTo>
                  <a:lnTo>
                    <a:pt x="2301" y="2338"/>
                  </a:lnTo>
                  <a:lnTo>
                    <a:pt x="2301" y="2302"/>
                  </a:lnTo>
                  <a:lnTo>
                    <a:pt x="2265" y="2266"/>
                  </a:lnTo>
                  <a:lnTo>
                    <a:pt x="2301" y="2230"/>
                  </a:lnTo>
                  <a:lnTo>
                    <a:pt x="2373" y="2230"/>
                  </a:lnTo>
                  <a:lnTo>
                    <a:pt x="2481" y="2122"/>
                  </a:lnTo>
                  <a:lnTo>
                    <a:pt x="2517" y="2014"/>
                  </a:lnTo>
                  <a:lnTo>
                    <a:pt x="2481" y="1942"/>
                  </a:lnTo>
                  <a:lnTo>
                    <a:pt x="2409" y="1870"/>
                  </a:lnTo>
                  <a:lnTo>
                    <a:pt x="2373" y="1834"/>
                  </a:lnTo>
                  <a:lnTo>
                    <a:pt x="2337" y="1798"/>
                  </a:lnTo>
                  <a:lnTo>
                    <a:pt x="2373" y="1762"/>
                  </a:lnTo>
                  <a:lnTo>
                    <a:pt x="2445" y="1762"/>
                  </a:lnTo>
                  <a:lnTo>
                    <a:pt x="2517" y="1726"/>
                  </a:lnTo>
                  <a:lnTo>
                    <a:pt x="2553" y="1654"/>
                  </a:lnTo>
                  <a:lnTo>
                    <a:pt x="2589" y="1582"/>
                  </a:lnTo>
                  <a:lnTo>
                    <a:pt x="2589" y="1475"/>
                  </a:lnTo>
                  <a:lnTo>
                    <a:pt x="2553" y="1439"/>
                  </a:lnTo>
                  <a:lnTo>
                    <a:pt x="2517" y="1367"/>
                  </a:lnTo>
                  <a:lnTo>
                    <a:pt x="2337" y="1331"/>
                  </a:lnTo>
                  <a:lnTo>
                    <a:pt x="1294" y="1331"/>
                  </a:lnTo>
                  <a:lnTo>
                    <a:pt x="1330" y="1187"/>
                  </a:lnTo>
                  <a:lnTo>
                    <a:pt x="1330" y="1007"/>
                  </a:lnTo>
                  <a:lnTo>
                    <a:pt x="1366" y="791"/>
                  </a:lnTo>
                  <a:lnTo>
                    <a:pt x="1402" y="576"/>
                  </a:lnTo>
                  <a:lnTo>
                    <a:pt x="1330" y="324"/>
                  </a:lnTo>
                  <a:lnTo>
                    <a:pt x="1222" y="72"/>
                  </a:lnTo>
                  <a:lnTo>
                    <a:pt x="11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31"/>
            <p:cNvSpPr/>
            <p:nvPr/>
          </p:nvSpPr>
          <p:spPr>
            <a:xfrm>
              <a:off x="2867050" y="3336600"/>
              <a:ext cx="26100" cy="42275"/>
            </a:xfrm>
            <a:custGeom>
              <a:avLst/>
              <a:gdLst/>
              <a:ahLst/>
              <a:cxnLst/>
              <a:rect l="l" t="t" r="r" b="b"/>
              <a:pathLst>
                <a:path w="1044" h="1691" extrusionOk="0">
                  <a:moveTo>
                    <a:pt x="72" y="0"/>
                  </a:moveTo>
                  <a:lnTo>
                    <a:pt x="0" y="36"/>
                  </a:lnTo>
                  <a:lnTo>
                    <a:pt x="0" y="72"/>
                  </a:lnTo>
                  <a:lnTo>
                    <a:pt x="0" y="827"/>
                  </a:lnTo>
                  <a:lnTo>
                    <a:pt x="0" y="1582"/>
                  </a:lnTo>
                  <a:lnTo>
                    <a:pt x="0" y="1654"/>
                  </a:lnTo>
                  <a:lnTo>
                    <a:pt x="72" y="1690"/>
                  </a:lnTo>
                  <a:lnTo>
                    <a:pt x="971" y="1690"/>
                  </a:lnTo>
                  <a:lnTo>
                    <a:pt x="1043" y="1654"/>
                  </a:lnTo>
                  <a:lnTo>
                    <a:pt x="1043" y="1582"/>
                  </a:lnTo>
                  <a:lnTo>
                    <a:pt x="1043" y="72"/>
                  </a:lnTo>
                  <a:lnTo>
                    <a:pt x="1043" y="36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246;p31"/>
            <p:cNvSpPr/>
            <p:nvPr/>
          </p:nvSpPr>
          <p:spPr>
            <a:xfrm>
              <a:off x="2995600" y="3271875"/>
              <a:ext cx="147425" cy="147450"/>
            </a:xfrm>
            <a:custGeom>
              <a:avLst/>
              <a:gdLst/>
              <a:ahLst/>
              <a:cxnLst/>
              <a:rect l="l" t="t" r="r" b="b"/>
              <a:pathLst>
                <a:path w="5897" h="5898" extrusionOk="0">
                  <a:moveTo>
                    <a:pt x="2841" y="1"/>
                  </a:moveTo>
                  <a:lnTo>
                    <a:pt x="2553" y="37"/>
                  </a:lnTo>
                  <a:lnTo>
                    <a:pt x="2265" y="73"/>
                  </a:lnTo>
                  <a:lnTo>
                    <a:pt x="1978" y="180"/>
                  </a:lnTo>
                  <a:lnTo>
                    <a:pt x="1690" y="288"/>
                  </a:lnTo>
                  <a:lnTo>
                    <a:pt x="1438" y="432"/>
                  </a:lnTo>
                  <a:lnTo>
                    <a:pt x="1187" y="576"/>
                  </a:lnTo>
                  <a:lnTo>
                    <a:pt x="971" y="756"/>
                  </a:lnTo>
                  <a:lnTo>
                    <a:pt x="791" y="971"/>
                  </a:lnTo>
                  <a:lnTo>
                    <a:pt x="611" y="1187"/>
                  </a:lnTo>
                  <a:lnTo>
                    <a:pt x="432" y="1403"/>
                  </a:lnTo>
                  <a:lnTo>
                    <a:pt x="288" y="1655"/>
                  </a:lnTo>
                  <a:lnTo>
                    <a:pt x="180" y="1942"/>
                  </a:lnTo>
                  <a:lnTo>
                    <a:pt x="108" y="2194"/>
                  </a:lnTo>
                  <a:lnTo>
                    <a:pt x="36" y="2482"/>
                  </a:lnTo>
                  <a:lnTo>
                    <a:pt x="0" y="2769"/>
                  </a:lnTo>
                  <a:lnTo>
                    <a:pt x="0" y="3057"/>
                  </a:lnTo>
                  <a:lnTo>
                    <a:pt x="36" y="3344"/>
                  </a:lnTo>
                  <a:lnTo>
                    <a:pt x="72" y="3632"/>
                  </a:lnTo>
                  <a:lnTo>
                    <a:pt x="108" y="3668"/>
                  </a:lnTo>
                  <a:lnTo>
                    <a:pt x="180" y="3956"/>
                  </a:lnTo>
                  <a:lnTo>
                    <a:pt x="288" y="4243"/>
                  </a:lnTo>
                  <a:lnTo>
                    <a:pt x="432" y="4495"/>
                  </a:lnTo>
                  <a:lnTo>
                    <a:pt x="611" y="4711"/>
                  </a:lnTo>
                  <a:lnTo>
                    <a:pt x="791" y="4962"/>
                  </a:lnTo>
                  <a:lnTo>
                    <a:pt x="971" y="5142"/>
                  </a:lnTo>
                  <a:lnTo>
                    <a:pt x="1187" y="5322"/>
                  </a:lnTo>
                  <a:lnTo>
                    <a:pt x="1438" y="5502"/>
                  </a:lnTo>
                  <a:lnTo>
                    <a:pt x="1690" y="5610"/>
                  </a:lnTo>
                  <a:lnTo>
                    <a:pt x="1942" y="5718"/>
                  </a:lnTo>
                  <a:lnTo>
                    <a:pt x="2229" y="5825"/>
                  </a:lnTo>
                  <a:lnTo>
                    <a:pt x="2481" y="5861"/>
                  </a:lnTo>
                  <a:lnTo>
                    <a:pt x="2769" y="5897"/>
                  </a:lnTo>
                  <a:lnTo>
                    <a:pt x="3092" y="5897"/>
                  </a:lnTo>
                  <a:lnTo>
                    <a:pt x="3380" y="5861"/>
                  </a:lnTo>
                  <a:lnTo>
                    <a:pt x="3668" y="5825"/>
                  </a:lnTo>
                  <a:lnTo>
                    <a:pt x="3955" y="5718"/>
                  </a:lnTo>
                  <a:lnTo>
                    <a:pt x="4243" y="5610"/>
                  </a:lnTo>
                  <a:lnTo>
                    <a:pt x="4495" y="5466"/>
                  </a:lnTo>
                  <a:lnTo>
                    <a:pt x="4710" y="5322"/>
                  </a:lnTo>
                  <a:lnTo>
                    <a:pt x="4926" y="5142"/>
                  </a:lnTo>
                  <a:lnTo>
                    <a:pt x="5142" y="4927"/>
                  </a:lnTo>
                  <a:lnTo>
                    <a:pt x="5322" y="4711"/>
                  </a:lnTo>
                  <a:lnTo>
                    <a:pt x="5465" y="4495"/>
                  </a:lnTo>
                  <a:lnTo>
                    <a:pt x="5609" y="4243"/>
                  </a:lnTo>
                  <a:lnTo>
                    <a:pt x="5717" y="3992"/>
                  </a:lnTo>
                  <a:lnTo>
                    <a:pt x="5825" y="3704"/>
                  </a:lnTo>
                  <a:lnTo>
                    <a:pt x="5861" y="3416"/>
                  </a:lnTo>
                  <a:lnTo>
                    <a:pt x="5897" y="3165"/>
                  </a:lnTo>
                  <a:lnTo>
                    <a:pt x="5897" y="2841"/>
                  </a:lnTo>
                  <a:lnTo>
                    <a:pt x="5897" y="2553"/>
                  </a:lnTo>
                  <a:lnTo>
                    <a:pt x="5825" y="2266"/>
                  </a:lnTo>
                  <a:lnTo>
                    <a:pt x="5753" y="1978"/>
                  </a:lnTo>
                  <a:lnTo>
                    <a:pt x="5645" y="1691"/>
                  </a:lnTo>
                  <a:lnTo>
                    <a:pt x="5501" y="1439"/>
                  </a:lnTo>
                  <a:lnTo>
                    <a:pt x="5322" y="1187"/>
                  </a:lnTo>
                  <a:lnTo>
                    <a:pt x="5142" y="971"/>
                  </a:lnTo>
                  <a:lnTo>
                    <a:pt x="4962" y="792"/>
                  </a:lnTo>
                  <a:lnTo>
                    <a:pt x="4746" y="612"/>
                  </a:lnTo>
                  <a:lnTo>
                    <a:pt x="4495" y="432"/>
                  </a:lnTo>
                  <a:lnTo>
                    <a:pt x="4243" y="288"/>
                  </a:lnTo>
                  <a:lnTo>
                    <a:pt x="3991" y="180"/>
                  </a:lnTo>
                  <a:lnTo>
                    <a:pt x="3704" y="108"/>
                  </a:lnTo>
                  <a:lnTo>
                    <a:pt x="3452" y="37"/>
                  </a:lnTo>
                  <a:lnTo>
                    <a:pt x="31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3027050" y="3310525"/>
              <a:ext cx="84525" cy="80025"/>
            </a:xfrm>
            <a:custGeom>
              <a:avLst/>
              <a:gdLst/>
              <a:ahLst/>
              <a:cxnLst/>
              <a:rect l="l" t="t" r="r" b="b"/>
              <a:pathLst>
                <a:path w="3381" h="3201" extrusionOk="0">
                  <a:moveTo>
                    <a:pt x="792" y="1"/>
                  </a:moveTo>
                  <a:lnTo>
                    <a:pt x="648" y="37"/>
                  </a:lnTo>
                  <a:lnTo>
                    <a:pt x="432" y="109"/>
                  </a:lnTo>
                  <a:lnTo>
                    <a:pt x="288" y="252"/>
                  </a:lnTo>
                  <a:lnTo>
                    <a:pt x="144" y="468"/>
                  </a:lnTo>
                  <a:lnTo>
                    <a:pt x="72" y="684"/>
                  </a:lnTo>
                  <a:lnTo>
                    <a:pt x="1" y="936"/>
                  </a:lnTo>
                  <a:lnTo>
                    <a:pt x="37" y="1223"/>
                  </a:lnTo>
                  <a:lnTo>
                    <a:pt x="72" y="1475"/>
                  </a:lnTo>
                  <a:lnTo>
                    <a:pt x="180" y="1763"/>
                  </a:lnTo>
                  <a:lnTo>
                    <a:pt x="504" y="2194"/>
                  </a:lnTo>
                  <a:lnTo>
                    <a:pt x="864" y="2590"/>
                  </a:lnTo>
                  <a:lnTo>
                    <a:pt x="1259" y="2913"/>
                  </a:lnTo>
                  <a:lnTo>
                    <a:pt x="1691" y="3201"/>
                  </a:lnTo>
                  <a:lnTo>
                    <a:pt x="2158" y="2913"/>
                  </a:lnTo>
                  <a:lnTo>
                    <a:pt x="2553" y="2590"/>
                  </a:lnTo>
                  <a:lnTo>
                    <a:pt x="2913" y="2194"/>
                  </a:lnTo>
                  <a:lnTo>
                    <a:pt x="3201" y="1763"/>
                  </a:lnTo>
                  <a:lnTo>
                    <a:pt x="3344" y="1475"/>
                  </a:lnTo>
                  <a:lnTo>
                    <a:pt x="3380" y="1223"/>
                  </a:lnTo>
                  <a:lnTo>
                    <a:pt x="3380" y="936"/>
                  </a:lnTo>
                  <a:lnTo>
                    <a:pt x="3344" y="684"/>
                  </a:lnTo>
                  <a:lnTo>
                    <a:pt x="3273" y="468"/>
                  </a:lnTo>
                  <a:lnTo>
                    <a:pt x="3129" y="252"/>
                  </a:lnTo>
                  <a:lnTo>
                    <a:pt x="2985" y="109"/>
                  </a:lnTo>
                  <a:lnTo>
                    <a:pt x="2769" y="37"/>
                  </a:lnTo>
                  <a:lnTo>
                    <a:pt x="2625" y="1"/>
                  </a:lnTo>
                  <a:lnTo>
                    <a:pt x="2482" y="1"/>
                  </a:lnTo>
                  <a:lnTo>
                    <a:pt x="2338" y="37"/>
                  </a:lnTo>
                  <a:lnTo>
                    <a:pt x="2230" y="109"/>
                  </a:lnTo>
                  <a:lnTo>
                    <a:pt x="2050" y="288"/>
                  </a:lnTo>
                  <a:lnTo>
                    <a:pt x="1906" y="540"/>
                  </a:lnTo>
                  <a:lnTo>
                    <a:pt x="1834" y="792"/>
                  </a:lnTo>
                  <a:lnTo>
                    <a:pt x="1762" y="1007"/>
                  </a:lnTo>
                  <a:lnTo>
                    <a:pt x="1691" y="1223"/>
                  </a:lnTo>
                  <a:lnTo>
                    <a:pt x="1655" y="1007"/>
                  </a:lnTo>
                  <a:lnTo>
                    <a:pt x="1583" y="792"/>
                  </a:lnTo>
                  <a:lnTo>
                    <a:pt x="1475" y="540"/>
                  </a:lnTo>
                  <a:lnTo>
                    <a:pt x="1367" y="288"/>
                  </a:lnTo>
                  <a:lnTo>
                    <a:pt x="1151" y="109"/>
                  </a:lnTo>
                  <a:lnTo>
                    <a:pt x="1043" y="37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3256275" y="3335700"/>
              <a:ext cx="1050825" cy="43175"/>
            </a:xfrm>
            <a:custGeom>
              <a:avLst/>
              <a:gdLst/>
              <a:ahLst/>
              <a:cxnLst/>
              <a:rect l="l" t="t" r="r" b="b"/>
              <a:pathLst>
                <a:path w="42033" h="1727" extrusionOk="0">
                  <a:moveTo>
                    <a:pt x="0" y="0"/>
                  </a:moveTo>
                  <a:lnTo>
                    <a:pt x="0" y="1726"/>
                  </a:lnTo>
                  <a:lnTo>
                    <a:pt x="42033" y="1726"/>
                  </a:lnTo>
                  <a:lnTo>
                    <a:pt x="42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2691775" y="3586500"/>
              <a:ext cx="2236450" cy="9000"/>
            </a:xfrm>
            <a:custGeom>
              <a:avLst/>
              <a:gdLst/>
              <a:ahLst/>
              <a:cxnLst/>
              <a:rect l="l" t="t" r="r" b="b"/>
              <a:pathLst>
                <a:path w="89458" h="360" extrusionOk="0">
                  <a:moveTo>
                    <a:pt x="44729" y="0"/>
                  </a:moveTo>
                  <a:lnTo>
                    <a:pt x="22365" y="72"/>
                  </a:lnTo>
                  <a:lnTo>
                    <a:pt x="11182" y="108"/>
                  </a:lnTo>
                  <a:lnTo>
                    <a:pt x="0" y="180"/>
                  </a:lnTo>
                  <a:lnTo>
                    <a:pt x="11182" y="252"/>
                  </a:lnTo>
                  <a:lnTo>
                    <a:pt x="22365" y="288"/>
                  </a:lnTo>
                  <a:lnTo>
                    <a:pt x="44729" y="360"/>
                  </a:lnTo>
                  <a:lnTo>
                    <a:pt x="67093" y="288"/>
                  </a:lnTo>
                  <a:lnTo>
                    <a:pt x="78276" y="252"/>
                  </a:lnTo>
                  <a:lnTo>
                    <a:pt x="89458" y="180"/>
                  </a:lnTo>
                  <a:lnTo>
                    <a:pt x="78276" y="108"/>
                  </a:lnTo>
                  <a:lnTo>
                    <a:pt x="67093" y="72"/>
                  </a:lnTo>
                  <a:lnTo>
                    <a:pt x="44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1502525" y="2817925"/>
              <a:ext cx="955550" cy="955550"/>
            </a:xfrm>
            <a:custGeom>
              <a:avLst/>
              <a:gdLst/>
              <a:ahLst/>
              <a:cxnLst/>
              <a:rect l="l" t="t" r="r" b="b"/>
              <a:pathLst>
                <a:path w="38222" h="38222" extrusionOk="0">
                  <a:moveTo>
                    <a:pt x="30168" y="1"/>
                  </a:moveTo>
                  <a:lnTo>
                    <a:pt x="1" y="8055"/>
                  </a:lnTo>
                  <a:lnTo>
                    <a:pt x="8019" y="38222"/>
                  </a:lnTo>
                  <a:lnTo>
                    <a:pt x="38222" y="30168"/>
                  </a:lnTo>
                  <a:lnTo>
                    <a:pt x="301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1799175" y="2976150"/>
              <a:ext cx="353275" cy="716425"/>
            </a:xfrm>
            <a:custGeom>
              <a:avLst/>
              <a:gdLst/>
              <a:ahLst/>
              <a:cxnLst/>
              <a:rect l="l" t="t" r="r" b="b"/>
              <a:pathLst>
                <a:path w="14131" h="28657" extrusionOk="0">
                  <a:moveTo>
                    <a:pt x="11146" y="0"/>
                  </a:moveTo>
                  <a:lnTo>
                    <a:pt x="9852" y="324"/>
                  </a:lnTo>
                  <a:lnTo>
                    <a:pt x="8594" y="611"/>
                  </a:lnTo>
                  <a:lnTo>
                    <a:pt x="7299" y="935"/>
                  </a:lnTo>
                  <a:lnTo>
                    <a:pt x="6688" y="1151"/>
                  </a:lnTo>
                  <a:lnTo>
                    <a:pt x="6113" y="1402"/>
                  </a:lnTo>
                  <a:lnTo>
                    <a:pt x="5645" y="1618"/>
                  </a:lnTo>
                  <a:lnTo>
                    <a:pt x="5214" y="1834"/>
                  </a:lnTo>
                  <a:lnTo>
                    <a:pt x="4818" y="2122"/>
                  </a:lnTo>
                  <a:lnTo>
                    <a:pt x="4459" y="2409"/>
                  </a:lnTo>
                  <a:lnTo>
                    <a:pt x="4135" y="2733"/>
                  </a:lnTo>
                  <a:lnTo>
                    <a:pt x="3847" y="3056"/>
                  </a:lnTo>
                  <a:lnTo>
                    <a:pt x="3596" y="3452"/>
                  </a:lnTo>
                  <a:lnTo>
                    <a:pt x="3380" y="3811"/>
                  </a:lnTo>
                  <a:lnTo>
                    <a:pt x="3164" y="4207"/>
                  </a:lnTo>
                  <a:lnTo>
                    <a:pt x="3020" y="4638"/>
                  </a:lnTo>
                  <a:lnTo>
                    <a:pt x="2912" y="5106"/>
                  </a:lnTo>
                  <a:lnTo>
                    <a:pt x="2841" y="5537"/>
                  </a:lnTo>
                  <a:lnTo>
                    <a:pt x="2805" y="6005"/>
                  </a:lnTo>
                  <a:lnTo>
                    <a:pt x="2769" y="6508"/>
                  </a:lnTo>
                  <a:lnTo>
                    <a:pt x="2805" y="7012"/>
                  </a:lnTo>
                  <a:lnTo>
                    <a:pt x="2877" y="7515"/>
                  </a:lnTo>
                  <a:lnTo>
                    <a:pt x="3056" y="8414"/>
                  </a:lnTo>
                  <a:lnTo>
                    <a:pt x="3308" y="9349"/>
                  </a:lnTo>
                  <a:lnTo>
                    <a:pt x="3775" y="11182"/>
                  </a:lnTo>
                  <a:lnTo>
                    <a:pt x="3955" y="12117"/>
                  </a:lnTo>
                  <a:lnTo>
                    <a:pt x="0" y="13160"/>
                  </a:lnTo>
                  <a:lnTo>
                    <a:pt x="1223" y="17798"/>
                  </a:lnTo>
                  <a:lnTo>
                    <a:pt x="5286" y="16720"/>
                  </a:lnTo>
                  <a:lnTo>
                    <a:pt x="8450" y="28657"/>
                  </a:lnTo>
                  <a:lnTo>
                    <a:pt x="13376" y="27327"/>
                  </a:lnTo>
                  <a:lnTo>
                    <a:pt x="10176" y="15425"/>
                  </a:lnTo>
                  <a:lnTo>
                    <a:pt x="11973" y="14958"/>
                  </a:lnTo>
                  <a:lnTo>
                    <a:pt x="13627" y="14490"/>
                  </a:lnTo>
                  <a:lnTo>
                    <a:pt x="13807" y="14382"/>
                  </a:lnTo>
                  <a:lnTo>
                    <a:pt x="13951" y="14275"/>
                  </a:lnTo>
                  <a:lnTo>
                    <a:pt x="14095" y="14131"/>
                  </a:lnTo>
                  <a:lnTo>
                    <a:pt x="14131" y="13987"/>
                  </a:lnTo>
                  <a:lnTo>
                    <a:pt x="13843" y="11794"/>
                  </a:lnTo>
                  <a:lnTo>
                    <a:pt x="13555" y="9492"/>
                  </a:lnTo>
                  <a:lnTo>
                    <a:pt x="8953" y="10751"/>
                  </a:lnTo>
                  <a:lnTo>
                    <a:pt x="8414" y="8881"/>
                  </a:lnTo>
                  <a:lnTo>
                    <a:pt x="8162" y="7982"/>
                  </a:lnTo>
                  <a:lnTo>
                    <a:pt x="7946" y="7083"/>
                  </a:lnTo>
                  <a:lnTo>
                    <a:pt x="7910" y="6796"/>
                  </a:lnTo>
                  <a:lnTo>
                    <a:pt x="7910" y="6508"/>
                  </a:lnTo>
                  <a:lnTo>
                    <a:pt x="7982" y="6256"/>
                  </a:lnTo>
                  <a:lnTo>
                    <a:pt x="8054" y="6005"/>
                  </a:lnTo>
                  <a:lnTo>
                    <a:pt x="8198" y="5753"/>
                  </a:lnTo>
                  <a:lnTo>
                    <a:pt x="8378" y="5573"/>
                  </a:lnTo>
                  <a:lnTo>
                    <a:pt x="8594" y="5394"/>
                  </a:lnTo>
                  <a:lnTo>
                    <a:pt x="8845" y="5250"/>
                  </a:lnTo>
                  <a:lnTo>
                    <a:pt x="9636" y="4962"/>
                  </a:lnTo>
                  <a:lnTo>
                    <a:pt x="10463" y="4710"/>
                  </a:lnTo>
                  <a:lnTo>
                    <a:pt x="12297" y="4207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125975" y="3634125"/>
              <a:ext cx="856650" cy="855775"/>
            </a:xfrm>
            <a:custGeom>
              <a:avLst/>
              <a:gdLst/>
              <a:ahLst/>
              <a:cxnLst/>
              <a:rect l="l" t="t" r="r" b="b"/>
              <a:pathLst>
                <a:path w="34266" h="34231" extrusionOk="0">
                  <a:moveTo>
                    <a:pt x="3092" y="1"/>
                  </a:moveTo>
                  <a:lnTo>
                    <a:pt x="0" y="31138"/>
                  </a:lnTo>
                  <a:lnTo>
                    <a:pt x="31174" y="34231"/>
                  </a:lnTo>
                  <a:lnTo>
                    <a:pt x="34266" y="3057"/>
                  </a:lnTo>
                  <a:lnTo>
                    <a:pt x="30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5251800" y="3758175"/>
              <a:ext cx="605900" cy="607675"/>
            </a:xfrm>
            <a:custGeom>
              <a:avLst/>
              <a:gdLst/>
              <a:ahLst/>
              <a:cxnLst/>
              <a:rect l="l" t="t" r="r" b="b"/>
              <a:pathLst>
                <a:path w="24236" h="24307" extrusionOk="0">
                  <a:moveTo>
                    <a:pt x="6689" y="2014"/>
                  </a:moveTo>
                  <a:lnTo>
                    <a:pt x="13053" y="2625"/>
                  </a:lnTo>
                  <a:lnTo>
                    <a:pt x="19417" y="3273"/>
                  </a:lnTo>
                  <a:lnTo>
                    <a:pt x="19741" y="3309"/>
                  </a:lnTo>
                  <a:lnTo>
                    <a:pt x="20100" y="3380"/>
                  </a:lnTo>
                  <a:lnTo>
                    <a:pt x="20388" y="3488"/>
                  </a:lnTo>
                  <a:lnTo>
                    <a:pt x="20675" y="3596"/>
                  </a:lnTo>
                  <a:lnTo>
                    <a:pt x="20963" y="3740"/>
                  </a:lnTo>
                  <a:lnTo>
                    <a:pt x="21179" y="3920"/>
                  </a:lnTo>
                  <a:lnTo>
                    <a:pt x="21395" y="4100"/>
                  </a:lnTo>
                  <a:lnTo>
                    <a:pt x="21574" y="4315"/>
                  </a:lnTo>
                  <a:lnTo>
                    <a:pt x="21754" y="4531"/>
                  </a:lnTo>
                  <a:lnTo>
                    <a:pt x="21898" y="4783"/>
                  </a:lnTo>
                  <a:lnTo>
                    <a:pt x="22006" y="5034"/>
                  </a:lnTo>
                  <a:lnTo>
                    <a:pt x="22078" y="5322"/>
                  </a:lnTo>
                  <a:lnTo>
                    <a:pt x="22150" y="5646"/>
                  </a:lnTo>
                  <a:lnTo>
                    <a:pt x="22186" y="5969"/>
                  </a:lnTo>
                  <a:lnTo>
                    <a:pt x="22186" y="6293"/>
                  </a:lnTo>
                  <a:lnTo>
                    <a:pt x="22150" y="6652"/>
                  </a:lnTo>
                  <a:lnTo>
                    <a:pt x="21862" y="9853"/>
                  </a:lnTo>
                  <a:lnTo>
                    <a:pt x="21538" y="13053"/>
                  </a:lnTo>
                  <a:lnTo>
                    <a:pt x="21215" y="16253"/>
                  </a:lnTo>
                  <a:lnTo>
                    <a:pt x="20891" y="19453"/>
                  </a:lnTo>
                  <a:lnTo>
                    <a:pt x="20855" y="19812"/>
                  </a:lnTo>
                  <a:lnTo>
                    <a:pt x="20747" y="20172"/>
                  </a:lnTo>
                  <a:lnTo>
                    <a:pt x="20675" y="20459"/>
                  </a:lnTo>
                  <a:lnTo>
                    <a:pt x="20568" y="20747"/>
                  </a:lnTo>
                  <a:lnTo>
                    <a:pt x="20424" y="20999"/>
                  </a:lnTo>
                  <a:lnTo>
                    <a:pt x="20244" y="21250"/>
                  </a:lnTo>
                  <a:lnTo>
                    <a:pt x="20064" y="21466"/>
                  </a:lnTo>
                  <a:lnTo>
                    <a:pt x="19884" y="21646"/>
                  </a:lnTo>
                  <a:lnTo>
                    <a:pt x="19633" y="21826"/>
                  </a:lnTo>
                  <a:lnTo>
                    <a:pt x="19417" y="21970"/>
                  </a:lnTo>
                  <a:lnTo>
                    <a:pt x="19129" y="22077"/>
                  </a:lnTo>
                  <a:lnTo>
                    <a:pt x="18842" y="22149"/>
                  </a:lnTo>
                  <a:lnTo>
                    <a:pt x="18554" y="22221"/>
                  </a:lnTo>
                  <a:lnTo>
                    <a:pt x="18231" y="22257"/>
                  </a:lnTo>
                  <a:lnTo>
                    <a:pt x="17907" y="22257"/>
                  </a:lnTo>
                  <a:lnTo>
                    <a:pt x="17547" y="22221"/>
                  </a:lnTo>
                  <a:lnTo>
                    <a:pt x="11183" y="21610"/>
                  </a:lnTo>
                  <a:lnTo>
                    <a:pt x="4819" y="20963"/>
                  </a:lnTo>
                  <a:lnTo>
                    <a:pt x="4459" y="20927"/>
                  </a:lnTo>
                  <a:lnTo>
                    <a:pt x="4136" y="20855"/>
                  </a:lnTo>
                  <a:lnTo>
                    <a:pt x="3848" y="20747"/>
                  </a:lnTo>
                  <a:lnTo>
                    <a:pt x="3561" y="20639"/>
                  </a:lnTo>
                  <a:lnTo>
                    <a:pt x="3273" y="20495"/>
                  </a:lnTo>
                  <a:lnTo>
                    <a:pt x="3057" y="20352"/>
                  </a:lnTo>
                  <a:lnTo>
                    <a:pt x="2841" y="20172"/>
                  </a:lnTo>
                  <a:lnTo>
                    <a:pt x="2626" y="19956"/>
                  </a:lnTo>
                  <a:lnTo>
                    <a:pt x="2482" y="19740"/>
                  </a:lnTo>
                  <a:lnTo>
                    <a:pt x="2338" y="19489"/>
                  </a:lnTo>
                  <a:lnTo>
                    <a:pt x="2230" y="19237"/>
                  </a:lnTo>
                  <a:lnTo>
                    <a:pt x="2158" y="18949"/>
                  </a:lnTo>
                  <a:lnTo>
                    <a:pt x="2086" y="18626"/>
                  </a:lnTo>
                  <a:lnTo>
                    <a:pt x="2050" y="18302"/>
                  </a:lnTo>
                  <a:lnTo>
                    <a:pt x="2050" y="17979"/>
                  </a:lnTo>
                  <a:lnTo>
                    <a:pt x="2086" y="17619"/>
                  </a:lnTo>
                  <a:lnTo>
                    <a:pt x="2698" y="11219"/>
                  </a:lnTo>
                  <a:lnTo>
                    <a:pt x="3345" y="4819"/>
                  </a:lnTo>
                  <a:lnTo>
                    <a:pt x="3381" y="4459"/>
                  </a:lnTo>
                  <a:lnTo>
                    <a:pt x="3453" y="4100"/>
                  </a:lnTo>
                  <a:lnTo>
                    <a:pt x="3561" y="3812"/>
                  </a:lnTo>
                  <a:lnTo>
                    <a:pt x="3668" y="3524"/>
                  </a:lnTo>
                  <a:lnTo>
                    <a:pt x="3812" y="3237"/>
                  </a:lnTo>
                  <a:lnTo>
                    <a:pt x="3992" y="3021"/>
                  </a:lnTo>
                  <a:lnTo>
                    <a:pt x="4172" y="2805"/>
                  </a:lnTo>
                  <a:lnTo>
                    <a:pt x="4352" y="2625"/>
                  </a:lnTo>
                  <a:lnTo>
                    <a:pt x="4567" y="2446"/>
                  </a:lnTo>
                  <a:lnTo>
                    <a:pt x="4819" y="2302"/>
                  </a:lnTo>
                  <a:lnTo>
                    <a:pt x="5107" y="2194"/>
                  </a:lnTo>
                  <a:lnTo>
                    <a:pt x="5394" y="2122"/>
                  </a:lnTo>
                  <a:lnTo>
                    <a:pt x="5682" y="2050"/>
                  </a:lnTo>
                  <a:lnTo>
                    <a:pt x="6006" y="2014"/>
                  </a:lnTo>
                  <a:close/>
                  <a:moveTo>
                    <a:pt x="5718" y="1"/>
                  </a:moveTo>
                  <a:lnTo>
                    <a:pt x="5215" y="73"/>
                  </a:lnTo>
                  <a:lnTo>
                    <a:pt x="4711" y="180"/>
                  </a:lnTo>
                  <a:lnTo>
                    <a:pt x="4280" y="360"/>
                  </a:lnTo>
                  <a:lnTo>
                    <a:pt x="3812" y="540"/>
                  </a:lnTo>
                  <a:lnTo>
                    <a:pt x="3417" y="792"/>
                  </a:lnTo>
                  <a:lnTo>
                    <a:pt x="3057" y="1043"/>
                  </a:lnTo>
                  <a:lnTo>
                    <a:pt x="2698" y="1367"/>
                  </a:lnTo>
                  <a:lnTo>
                    <a:pt x="2374" y="1727"/>
                  </a:lnTo>
                  <a:lnTo>
                    <a:pt x="2122" y="2122"/>
                  </a:lnTo>
                  <a:lnTo>
                    <a:pt x="1871" y="2554"/>
                  </a:lnTo>
                  <a:lnTo>
                    <a:pt x="1655" y="3021"/>
                  </a:lnTo>
                  <a:lnTo>
                    <a:pt x="1511" y="3488"/>
                  </a:lnTo>
                  <a:lnTo>
                    <a:pt x="1367" y="4028"/>
                  </a:lnTo>
                  <a:lnTo>
                    <a:pt x="1295" y="4567"/>
                  </a:lnTo>
                  <a:lnTo>
                    <a:pt x="972" y="7767"/>
                  </a:lnTo>
                  <a:lnTo>
                    <a:pt x="648" y="10967"/>
                  </a:lnTo>
                  <a:lnTo>
                    <a:pt x="325" y="14095"/>
                  </a:lnTo>
                  <a:lnTo>
                    <a:pt x="37" y="17223"/>
                  </a:lnTo>
                  <a:lnTo>
                    <a:pt x="1" y="17835"/>
                  </a:lnTo>
                  <a:lnTo>
                    <a:pt x="1" y="18374"/>
                  </a:lnTo>
                  <a:lnTo>
                    <a:pt x="73" y="18913"/>
                  </a:lnTo>
                  <a:lnTo>
                    <a:pt x="181" y="19417"/>
                  </a:lnTo>
                  <a:lnTo>
                    <a:pt x="325" y="19920"/>
                  </a:lnTo>
                  <a:lnTo>
                    <a:pt x="540" y="20352"/>
                  </a:lnTo>
                  <a:lnTo>
                    <a:pt x="756" y="20783"/>
                  </a:lnTo>
                  <a:lnTo>
                    <a:pt x="1044" y="21179"/>
                  </a:lnTo>
                  <a:lnTo>
                    <a:pt x="1367" y="21538"/>
                  </a:lnTo>
                  <a:lnTo>
                    <a:pt x="1727" y="21862"/>
                  </a:lnTo>
                  <a:lnTo>
                    <a:pt x="2122" y="22149"/>
                  </a:lnTo>
                  <a:lnTo>
                    <a:pt x="2554" y="22401"/>
                  </a:lnTo>
                  <a:lnTo>
                    <a:pt x="3021" y="22617"/>
                  </a:lnTo>
                  <a:lnTo>
                    <a:pt x="3525" y="22797"/>
                  </a:lnTo>
                  <a:lnTo>
                    <a:pt x="4064" y="22904"/>
                  </a:lnTo>
                  <a:lnTo>
                    <a:pt x="4639" y="23012"/>
                  </a:lnTo>
                  <a:lnTo>
                    <a:pt x="10967" y="23660"/>
                  </a:lnTo>
                  <a:lnTo>
                    <a:pt x="17332" y="24271"/>
                  </a:lnTo>
                  <a:lnTo>
                    <a:pt x="17907" y="24307"/>
                  </a:lnTo>
                  <a:lnTo>
                    <a:pt x="18446" y="24271"/>
                  </a:lnTo>
                  <a:lnTo>
                    <a:pt x="18986" y="24199"/>
                  </a:lnTo>
                  <a:lnTo>
                    <a:pt x="19489" y="24091"/>
                  </a:lnTo>
                  <a:lnTo>
                    <a:pt x="19956" y="23911"/>
                  </a:lnTo>
                  <a:lnTo>
                    <a:pt x="20388" y="23731"/>
                  </a:lnTo>
                  <a:lnTo>
                    <a:pt x="20783" y="23480"/>
                  </a:lnTo>
                  <a:lnTo>
                    <a:pt x="21179" y="23192"/>
                  </a:lnTo>
                  <a:lnTo>
                    <a:pt x="21538" y="22868"/>
                  </a:lnTo>
                  <a:lnTo>
                    <a:pt x="21826" y="22509"/>
                  </a:lnTo>
                  <a:lnTo>
                    <a:pt x="22114" y="22113"/>
                  </a:lnTo>
                  <a:lnTo>
                    <a:pt x="22365" y="21682"/>
                  </a:lnTo>
                  <a:lnTo>
                    <a:pt x="22581" y="21215"/>
                  </a:lnTo>
                  <a:lnTo>
                    <a:pt x="22725" y="20711"/>
                  </a:lnTo>
                  <a:lnTo>
                    <a:pt x="22869" y="20172"/>
                  </a:lnTo>
                  <a:lnTo>
                    <a:pt x="22941" y="19632"/>
                  </a:lnTo>
                  <a:lnTo>
                    <a:pt x="23588" y="13268"/>
                  </a:lnTo>
                  <a:lnTo>
                    <a:pt x="24199" y="6940"/>
                  </a:lnTo>
                  <a:lnTo>
                    <a:pt x="24235" y="6365"/>
                  </a:lnTo>
                  <a:lnTo>
                    <a:pt x="24199" y="5825"/>
                  </a:lnTo>
                  <a:lnTo>
                    <a:pt x="24163" y="5286"/>
                  </a:lnTo>
                  <a:lnTo>
                    <a:pt x="24055" y="4783"/>
                  </a:lnTo>
                  <a:lnTo>
                    <a:pt x="23912" y="4315"/>
                  </a:lnTo>
                  <a:lnTo>
                    <a:pt x="23696" y="3884"/>
                  </a:lnTo>
                  <a:lnTo>
                    <a:pt x="23480" y="3452"/>
                  </a:lnTo>
                  <a:lnTo>
                    <a:pt x="23192" y="3057"/>
                  </a:lnTo>
                  <a:lnTo>
                    <a:pt x="22869" y="2733"/>
                  </a:lnTo>
                  <a:lnTo>
                    <a:pt x="22509" y="2410"/>
                  </a:lnTo>
                  <a:lnTo>
                    <a:pt x="22114" y="2122"/>
                  </a:lnTo>
                  <a:lnTo>
                    <a:pt x="21718" y="1870"/>
                  </a:lnTo>
                  <a:lnTo>
                    <a:pt x="21251" y="1655"/>
                  </a:lnTo>
                  <a:lnTo>
                    <a:pt x="20747" y="1511"/>
                  </a:lnTo>
                  <a:lnTo>
                    <a:pt x="20208" y="1367"/>
                  </a:lnTo>
                  <a:lnTo>
                    <a:pt x="19669" y="1295"/>
                  </a:lnTo>
                  <a:lnTo>
                    <a:pt x="13233" y="612"/>
                  </a:lnTo>
                  <a:lnTo>
                    <a:pt x="68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5403725" y="3910100"/>
              <a:ext cx="301150" cy="301150"/>
            </a:xfrm>
            <a:custGeom>
              <a:avLst/>
              <a:gdLst/>
              <a:ahLst/>
              <a:cxnLst/>
              <a:rect l="l" t="t" r="r" b="b"/>
              <a:pathLst>
                <a:path w="12046" h="12046" extrusionOk="0">
                  <a:moveTo>
                    <a:pt x="6041" y="2050"/>
                  </a:moveTo>
                  <a:lnTo>
                    <a:pt x="6437" y="2086"/>
                  </a:lnTo>
                  <a:lnTo>
                    <a:pt x="6832" y="2158"/>
                  </a:lnTo>
                  <a:lnTo>
                    <a:pt x="7228" y="2229"/>
                  </a:lnTo>
                  <a:lnTo>
                    <a:pt x="7623" y="2373"/>
                  </a:lnTo>
                  <a:lnTo>
                    <a:pt x="7947" y="2553"/>
                  </a:lnTo>
                  <a:lnTo>
                    <a:pt x="8306" y="2769"/>
                  </a:lnTo>
                  <a:lnTo>
                    <a:pt x="8594" y="2984"/>
                  </a:lnTo>
                  <a:lnTo>
                    <a:pt x="8882" y="3236"/>
                  </a:lnTo>
                  <a:lnTo>
                    <a:pt x="9133" y="3524"/>
                  </a:lnTo>
                  <a:lnTo>
                    <a:pt x="9385" y="3847"/>
                  </a:lnTo>
                  <a:lnTo>
                    <a:pt x="9565" y="4171"/>
                  </a:lnTo>
                  <a:lnTo>
                    <a:pt x="9744" y="4531"/>
                  </a:lnTo>
                  <a:lnTo>
                    <a:pt x="9888" y="4890"/>
                  </a:lnTo>
                  <a:lnTo>
                    <a:pt x="9960" y="5286"/>
                  </a:lnTo>
                  <a:lnTo>
                    <a:pt x="10032" y="5645"/>
                  </a:lnTo>
                  <a:lnTo>
                    <a:pt x="10068" y="6077"/>
                  </a:lnTo>
                  <a:lnTo>
                    <a:pt x="10032" y="6472"/>
                  </a:lnTo>
                  <a:lnTo>
                    <a:pt x="9960" y="6868"/>
                  </a:lnTo>
                  <a:lnTo>
                    <a:pt x="9852" y="7263"/>
                  </a:lnTo>
                  <a:lnTo>
                    <a:pt x="9709" y="7623"/>
                  </a:lnTo>
                  <a:lnTo>
                    <a:pt x="9529" y="7982"/>
                  </a:lnTo>
                  <a:lnTo>
                    <a:pt x="9313" y="8306"/>
                  </a:lnTo>
                  <a:lnTo>
                    <a:pt x="9097" y="8630"/>
                  </a:lnTo>
                  <a:lnTo>
                    <a:pt x="8810" y="8917"/>
                  </a:lnTo>
                  <a:lnTo>
                    <a:pt x="8522" y="9169"/>
                  </a:lnTo>
                  <a:lnTo>
                    <a:pt x="8234" y="9385"/>
                  </a:lnTo>
                  <a:lnTo>
                    <a:pt x="7875" y="9564"/>
                  </a:lnTo>
                  <a:lnTo>
                    <a:pt x="7551" y="9744"/>
                  </a:lnTo>
                  <a:lnTo>
                    <a:pt x="7156" y="9888"/>
                  </a:lnTo>
                  <a:lnTo>
                    <a:pt x="6796" y="9960"/>
                  </a:lnTo>
                  <a:lnTo>
                    <a:pt x="6401" y="10032"/>
                  </a:lnTo>
                  <a:lnTo>
                    <a:pt x="5574" y="10032"/>
                  </a:lnTo>
                  <a:lnTo>
                    <a:pt x="5178" y="9960"/>
                  </a:lnTo>
                  <a:lnTo>
                    <a:pt x="4819" y="9852"/>
                  </a:lnTo>
                  <a:lnTo>
                    <a:pt x="4459" y="9708"/>
                  </a:lnTo>
                  <a:lnTo>
                    <a:pt x="4099" y="9528"/>
                  </a:lnTo>
                  <a:lnTo>
                    <a:pt x="3776" y="9313"/>
                  </a:lnTo>
                  <a:lnTo>
                    <a:pt x="3488" y="9097"/>
                  </a:lnTo>
                  <a:lnTo>
                    <a:pt x="3201" y="8845"/>
                  </a:lnTo>
                  <a:lnTo>
                    <a:pt x="2949" y="8558"/>
                  </a:lnTo>
                  <a:lnTo>
                    <a:pt x="2733" y="8270"/>
                  </a:lnTo>
                  <a:lnTo>
                    <a:pt x="2517" y="7946"/>
                  </a:lnTo>
                  <a:lnTo>
                    <a:pt x="2374" y="7587"/>
                  </a:lnTo>
                  <a:lnTo>
                    <a:pt x="2230" y="7227"/>
                  </a:lnTo>
                  <a:lnTo>
                    <a:pt x="2122" y="6868"/>
                  </a:lnTo>
                  <a:lnTo>
                    <a:pt x="2050" y="6472"/>
                  </a:lnTo>
                  <a:lnTo>
                    <a:pt x="2014" y="6077"/>
                  </a:lnTo>
                  <a:lnTo>
                    <a:pt x="2050" y="5681"/>
                  </a:lnTo>
                  <a:lnTo>
                    <a:pt x="2086" y="5286"/>
                  </a:lnTo>
                  <a:lnTo>
                    <a:pt x="2194" y="4890"/>
                  </a:lnTo>
                  <a:lnTo>
                    <a:pt x="2338" y="4531"/>
                  </a:lnTo>
                  <a:lnTo>
                    <a:pt x="2517" y="4171"/>
                  </a:lnTo>
                  <a:lnTo>
                    <a:pt x="2697" y="3811"/>
                  </a:lnTo>
                  <a:lnTo>
                    <a:pt x="2949" y="3524"/>
                  </a:lnTo>
                  <a:lnTo>
                    <a:pt x="3201" y="3236"/>
                  </a:lnTo>
                  <a:lnTo>
                    <a:pt x="3488" y="2984"/>
                  </a:lnTo>
                  <a:lnTo>
                    <a:pt x="3812" y="2733"/>
                  </a:lnTo>
                  <a:lnTo>
                    <a:pt x="4135" y="2553"/>
                  </a:lnTo>
                  <a:lnTo>
                    <a:pt x="4495" y="2373"/>
                  </a:lnTo>
                  <a:lnTo>
                    <a:pt x="4854" y="2229"/>
                  </a:lnTo>
                  <a:lnTo>
                    <a:pt x="5214" y="2158"/>
                  </a:lnTo>
                  <a:lnTo>
                    <a:pt x="5610" y="2086"/>
                  </a:lnTo>
                  <a:lnTo>
                    <a:pt x="6041" y="2050"/>
                  </a:lnTo>
                  <a:close/>
                  <a:moveTo>
                    <a:pt x="6041" y="0"/>
                  </a:moveTo>
                  <a:lnTo>
                    <a:pt x="5430" y="36"/>
                  </a:lnTo>
                  <a:lnTo>
                    <a:pt x="4819" y="144"/>
                  </a:lnTo>
                  <a:lnTo>
                    <a:pt x="4279" y="288"/>
                  </a:lnTo>
                  <a:lnTo>
                    <a:pt x="3704" y="468"/>
                  </a:lnTo>
                  <a:lnTo>
                    <a:pt x="3201" y="719"/>
                  </a:lnTo>
                  <a:lnTo>
                    <a:pt x="2697" y="1007"/>
                  </a:lnTo>
                  <a:lnTo>
                    <a:pt x="2230" y="1366"/>
                  </a:lnTo>
                  <a:lnTo>
                    <a:pt x="1798" y="1762"/>
                  </a:lnTo>
                  <a:lnTo>
                    <a:pt x="1403" y="2158"/>
                  </a:lnTo>
                  <a:lnTo>
                    <a:pt x="1043" y="2625"/>
                  </a:lnTo>
                  <a:lnTo>
                    <a:pt x="756" y="3128"/>
                  </a:lnTo>
                  <a:lnTo>
                    <a:pt x="504" y="3668"/>
                  </a:lnTo>
                  <a:lnTo>
                    <a:pt x="288" y="4207"/>
                  </a:lnTo>
                  <a:lnTo>
                    <a:pt x="144" y="4818"/>
                  </a:lnTo>
                  <a:lnTo>
                    <a:pt x="36" y="5429"/>
                  </a:lnTo>
                  <a:lnTo>
                    <a:pt x="0" y="6041"/>
                  </a:lnTo>
                  <a:lnTo>
                    <a:pt x="36" y="6652"/>
                  </a:lnTo>
                  <a:lnTo>
                    <a:pt x="108" y="7227"/>
                  </a:lnTo>
                  <a:lnTo>
                    <a:pt x="252" y="7803"/>
                  </a:lnTo>
                  <a:lnTo>
                    <a:pt x="468" y="8342"/>
                  </a:lnTo>
                  <a:lnTo>
                    <a:pt x="720" y="8881"/>
                  </a:lnTo>
                  <a:lnTo>
                    <a:pt x="1007" y="9349"/>
                  </a:lnTo>
                  <a:lnTo>
                    <a:pt x="1367" y="9816"/>
                  </a:lnTo>
                  <a:lnTo>
                    <a:pt x="1726" y="10248"/>
                  </a:lnTo>
                  <a:lnTo>
                    <a:pt x="2158" y="10643"/>
                  </a:lnTo>
                  <a:lnTo>
                    <a:pt x="2625" y="11003"/>
                  </a:lnTo>
                  <a:lnTo>
                    <a:pt x="3129" y="11326"/>
                  </a:lnTo>
                  <a:lnTo>
                    <a:pt x="3668" y="11578"/>
                  </a:lnTo>
                  <a:lnTo>
                    <a:pt x="4207" y="11794"/>
                  </a:lnTo>
                  <a:lnTo>
                    <a:pt x="4783" y="11937"/>
                  </a:lnTo>
                  <a:lnTo>
                    <a:pt x="5394" y="12009"/>
                  </a:lnTo>
                  <a:lnTo>
                    <a:pt x="6005" y="12045"/>
                  </a:lnTo>
                  <a:lnTo>
                    <a:pt x="6616" y="12045"/>
                  </a:lnTo>
                  <a:lnTo>
                    <a:pt x="7192" y="11937"/>
                  </a:lnTo>
                  <a:lnTo>
                    <a:pt x="7767" y="11794"/>
                  </a:lnTo>
                  <a:lnTo>
                    <a:pt x="8306" y="11614"/>
                  </a:lnTo>
                  <a:lnTo>
                    <a:pt x="8846" y="11362"/>
                  </a:lnTo>
                  <a:lnTo>
                    <a:pt x="9349" y="11075"/>
                  </a:lnTo>
                  <a:lnTo>
                    <a:pt x="9780" y="10715"/>
                  </a:lnTo>
                  <a:lnTo>
                    <a:pt x="10212" y="10355"/>
                  </a:lnTo>
                  <a:lnTo>
                    <a:pt x="10607" y="9924"/>
                  </a:lnTo>
                  <a:lnTo>
                    <a:pt x="10967" y="9457"/>
                  </a:lnTo>
                  <a:lnTo>
                    <a:pt x="11291" y="8989"/>
                  </a:lnTo>
                  <a:lnTo>
                    <a:pt x="11542" y="8450"/>
                  </a:lnTo>
                  <a:lnTo>
                    <a:pt x="11758" y="7910"/>
                  </a:lnTo>
                  <a:lnTo>
                    <a:pt x="11902" y="7335"/>
                  </a:lnTo>
                  <a:lnTo>
                    <a:pt x="12010" y="6724"/>
                  </a:lnTo>
                  <a:lnTo>
                    <a:pt x="12046" y="6113"/>
                  </a:lnTo>
                  <a:lnTo>
                    <a:pt x="12010" y="5501"/>
                  </a:lnTo>
                  <a:lnTo>
                    <a:pt x="11938" y="4926"/>
                  </a:lnTo>
                  <a:lnTo>
                    <a:pt x="11794" y="4351"/>
                  </a:lnTo>
                  <a:lnTo>
                    <a:pt x="11614" y="3776"/>
                  </a:lnTo>
                  <a:lnTo>
                    <a:pt x="11362" y="3272"/>
                  </a:lnTo>
                  <a:lnTo>
                    <a:pt x="11075" y="2769"/>
                  </a:lnTo>
                  <a:lnTo>
                    <a:pt x="10751" y="2301"/>
                  </a:lnTo>
                  <a:lnTo>
                    <a:pt x="10356" y="1870"/>
                  </a:lnTo>
                  <a:lnTo>
                    <a:pt x="9924" y="1474"/>
                  </a:lnTo>
                  <a:lnTo>
                    <a:pt x="9493" y="1115"/>
                  </a:lnTo>
                  <a:lnTo>
                    <a:pt x="8989" y="791"/>
                  </a:lnTo>
                  <a:lnTo>
                    <a:pt x="8450" y="540"/>
                  </a:lnTo>
                  <a:lnTo>
                    <a:pt x="7911" y="324"/>
                  </a:lnTo>
                  <a:lnTo>
                    <a:pt x="7335" y="144"/>
                  </a:lnTo>
                  <a:lnTo>
                    <a:pt x="6724" y="72"/>
                  </a:lnTo>
                  <a:lnTo>
                    <a:pt x="6652" y="36"/>
                  </a:lnTo>
                  <a:lnTo>
                    <a:pt x="60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695875" y="3885825"/>
              <a:ext cx="69225" cy="69225"/>
            </a:xfrm>
            <a:custGeom>
              <a:avLst/>
              <a:gdLst/>
              <a:ahLst/>
              <a:cxnLst/>
              <a:rect l="l" t="t" r="r" b="b"/>
              <a:pathLst>
                <a:path w="2769" h="2769" extrusionOk="0">
                  <a:moveTo>
                    <a:pt x="1294" y="0"/>
                  </a:moveTo>
                  <a:lnTo>
                    <a:pt x="1043" y="36"/>
                  </a:lnTo>
                  <a:lnTo>
                    <a:pt x="791" y="108"/>
                  </a:lnTo>
                  <a:lnTo>
                    <a:pt x="575" y="216"/>
                  </a:lnTo>
                  <a:lnTo>
                    <a:pt x="360" y="396"/>
                  </a:lnTo>
                  <a:lnTo>
                    <a:pt x="216" y="576"/>
                  </a:lnTo>
                  <a:lnTo>
                    <a:pt x="108" y="827"/>
                  </a:lnTo>
                  <a:lnTo>
                    <a:pt x="36" y="1115"/>
                  </a:lnTo>
                  <a:lnTo>
                    <a:pt x="0" y="1439"/>
                  </a:lnTo>
                  <a:lnTo>
                    <a:pt x="0" y="1690"/>
                  </a:lnTo>
                  <a:lnTo>
                    <a:pt x="72" y="1906"/>
                  </a:lnTo>
                  <a:lnTo>
                    <a:pt x="180" y="2158"/>
                  </a:lnTo>
                  <a:lnTo>
                    <a:pt x="324" y="2337"/>
                  </a:lnTo>
                  <a:lnTo>
                    <a:pt x="503" y="2481"/>
                  </a:lnTo>
                  <a:lnTo>
                    <a:pt x="719" y="2625"/>
                  </a:lnTo>
                  <a:lnTo>
                    <a:pt x="935" y="2697"/>
                  </a:lnTo>
                  <a:lnTo>
                    <a:pt x="1187" y="2733"/>
                  </a:lnTo>
                  <a:lnTo>
                    <a:pt x="1366" y="2769"/>
                  </a:lnTo>
                  <a:lnTo>
                    <a:pt x="1618" y="2769"/>
                  </a:lnTo>
                  <a:lnTo>
                    <a:pt x="1870" y="2733"/>
                  </a:lnTo>
                  <a:lnTo>
                    <a:pt x="2086" y="2625"/>
                  </a:lnTo>
                  <a:lnTo>
                    <a:pt x="2301" y="2481"/>
                  </a:lnTo>
                  <a:lnTo>
                    <a:pt x="2481" y="2337"/>
                  </a:lnTo>
                  <a:lnTo>
                    <a:pt x="2589" y="2122"/>
                  </a:lnTo>
                  <a:lnTo>
                    <a:pt x="2697" y="1906"/>
                  </a:lnTo>
                  <a:lnTo>
                    <a:pt x="2733" y="1654"/>
                  </a:lnTo>
                  <a:lnTo>
                    <a:pt x="2769" y="1331"/>
                  </a:lnTo>
                  <a:lnTo>
                    <a:pt x="2733" y="1043"/>
                  </a:lnTo>
                  <a:lnTo>
                    <a:pt x="2661" y="791"/>
                  </a:lnTo>
                  <a:lnTo>
                    <a:pt x="2553" y="576"/>
                  </a:lnTo>
                  <a:lnTo>
                    <a:pt x="2373" y="396"/>
                  </a:lnTo>
                  <a:lnTo>
                    <a:pt x="2157" y="216"/>
                  </a:lnTo>
                  <a:lnTo>
                    <a:pt x="1906" y="108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134950" y="1813875"/>
              <a:ext cx="743425" cy="743400"/>
            </a:xfrm>
            <a:custGeom>
              <a:avLst/>
              <a:gdLst/>
              <a:ahLst/>
              <a:cxnLst/>
              <a:rect l="l" t="t" r="r" b="b"/>
              <a:pathLst>
                <a:path w="29737" h="29736" extrusionOk="0">
                  <a:moveTo>
                    <a:pt x="7803" y="0"/>
                  </a:moveTo>
                  <a:lnTo>
                    <a:pt x="1" y="21933"/>
                  </a:lnTo>
                  <a:lnTo>
                    <a:pt x="21934" y="29736"/>
                  </a:lnTo>
                  <a:lnTo>
                    <a:pt x="29736" y="7803"/>
                  </a:lnTo>
                  <a:lnTo>
                    <a:pt x="78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250025" y="1965775"/>
              <a:ext cx="511475" cy="379375"/>
            </a:xfrm>
            <a:custGeom>
              <a:avLst/>
              <a:gdLst/>
              <a:ahLst/>
              <a:cxnLst/>
              <a:rect l="l" t="t" r="r" b="b"/>
              <a:pathLst>
                <a:path w="20459" h="15175" extrusionOk="0">
                  <a:moveTo>
                    <a:pt x="5070" y="1"/>
                  </a:moveTo>
                  <a:lnTo>
                    <a:pt x="4854" y="217"/>
                  </a:lnTo>
                  <a:lnTo>
                    <a:pt x="4638" y="432"/>
                  </a:lnTo>
                  <a:lnTo>
                    <a:pt x="4459" y="648"/>
                  </a:lnTo>
                  <a:lnTo>
                    <a:pt x="4279" y="864"/>
                  </a:lnTo>
                  <a:lnTo>
                    <a:pt x="4171" y="1116"/>
                  </a:lnTo>
                  <a:lnTo>
                    <a:pt x="4063" y="1403"/>
                  </a:lnTo>
                  <a:lnTo>
                    <a:pt x="3955" y="1691"/>
                  </a:lnTo>
                  <a:lnTo>
                    <a:pt x="3919" y="1978"/>
                  </a:lnTo>
                  <a:lnTo>
                    <a:pt x="3883" y="2266"/>
                  </a:lnTo>
                  <a:lnTo>
                    <a:pt x="3883" y="2590"/>
                  </a:lnTo>
                  <a:lnTo>
                    <a:pt x="3883" y="2949"/>
                  </a:lnTo>
                  <a:lnTo>
                    <a:pt x="3919" y="3309"/>
                  </a:lnTo>
                  <a:lnTo>
                    <a:pt x="4099" y="4064"/>
                  </a:lnTo>
                  <a:lnTo>
                    <a:pt x="4351" y="4927"/>
                  </a:lnTo>
                  <a:lnTo>
                    <a:pt x="3056" y="4064"/>
                  </a:lnTo>
                  <a:lnTo>
                    <a:pt x="2984" y="4388"/>
                  </a:lnTo>
                  <a:lnTo>
                    <a:pt x="2948" y="4711"/>
                  </a:lnTo>
                  <a:lnTo>
                    <a:pt x="2912" y="5035"/>
                  </a:lnTo>
                  <a:lnTo>
                    <a:pt x="2912" y="5322"/>
                  </a:lnTo>
                  <a:lnTo>
                    <a:pt x="2912" y="5646"/>
                  </a:lnTo>
                  <a:lnTo>
                    <a:pt x="2948" y="5934"/>
                  </a:lnTo>
                  <a:lnTo>
                    <a:pt x="3020" y="6221"/>
                  </a:lnTo>
                  <a:lnTo>
                    <a:pt x="3092" y="6473"/>
                  </a:lnTo>
                  <a:lnTo>
                    <a:pt x="3200" y="6761"/>
                  </a:lnTo>
                  <a:lnTo>
                    <a:pt x="3308" y="7012"/>
                  </a:lnTo>
                  <a:lnTo>
                    <a:pt x="3632" y="7516"/>
                  </a:lnTo>
                  <a:lnTo>
                    <a:pt x="4027" y="7983"/>
                  </a:lnTo>
                  <a:lnTo>
                    <a:pt x="4495" y="8415"/>
                  </a:lnTo>
                  <a:lnTo>
                    <a:pt x="4495" y="8415"/>
                  </a:lnTo>
                  <a:lnTo>
                    <a:pt x="3128" y="8019"/>
                  </a:lnTo>
                  <a:lnTo>
                    <a:pt x="3128" y="8486"/>
                  </a:lnTo>
                  <a:lnTo>
                    <a:pt x="3200" y="8918"/>
                  </a:lnTo>
                  <a:lnTo>
                    <a:pt x="3308" y="9313"/>
                  </a:lnTo>
                  <a:lnTo>
                    <a:pt x="3560" y="9745"/>
                  </a:lnTo>
                  <a:lnTo>
                    <a:pt x="3847" y="10140"/>
                  </a:lnTo>
                  <a:lnTo>
                    <a:pt x="4279" y="10572"/>
                  </a:lnTo>
                  <a:lnTo>
                    <a:pt x="4782" y="11003"/>
                  </a:lnTo>
                  <a:lnTo>
                    <a:pt x="5393" y="11507"/>
                  </a:lnTo>
                  <a:lnTo>
                    <a:pt x="4746" y="11687"/>
                  </a:lnTo>
                  <a:lnTo>
                    <a:pt x="4063" y="11794"/>
                  </a:lnTo>
                  <a:lnTo>
                    <a:pt x="3380" y="11866"/>
                  </a:lnTo>
                  <a:lnTo>
                    <a:pt x="2661" y="11866"/>
                  </a:lnTo>
                  <a:lnTo>
                    <a:pt x="1978" y="11794"/>
                  </a:lnTo>
                  <a:lnTo>
                    <a:pt x="1294" y="11687"/>
                  </a:lnTo>
                  <a:lnTo>
                    <a:pt x="647" y="11507"/>
                  </a:lnTo>
                  <a:lnTo>
                    <a:pt x="0" y="11255"/>
                  </a:lnTo>
                  <a:lnTo>
                    <a:pt x="0" y="11255"/>
                  </a:lnTo>
                  <a:lnTo>
                    <a:pt x="252" y="11579"/>
                  </a:lnTo>
                  <a:lnTo>
                    <a:pt x="791" y="12154"/>
                  </a:lnTo>
                  <a:lnTo>
                    <a:pt x="1402" y="12693"/>
                  </a:lnTo>
                  <a:lnTo>
                    <a:pt x="2014" y="13197"/>
                  </a:lnTo>
                  <a:lnTo>
                    <a:pt x="2697" y="13628"/>
                  </a:lnTo>
                  <a:lnTo>
                    <a:pt x="3380" y="13988"/>
                  </a:lnTo>
                  <a:lnTo>
                    <a:pt x="4099" y="14347"/>
                  </a:lnTo>
                  <a:lnTo>
                    <a:pt x="4854" y="14599"/>
                  </a:lnTo>
                  <a:lnTo>
                    <a:pt x="5609" y="14851"/>
                  </a:lnTo>
                  <a:lnTo>
                    <a:pt x="6113" y="14959"/>
                  </a:lnTo>
                  <a:lnTo>
                    <a:pt x="6616" y="15030"/>
                  </a:lnTo>
                  <a:lnTo>
                    <a:pt x="7083" y="15102"/>
                  </a:lnTo>
                  <a:lnTo>
                    <a:pt x="7587" y="15138"/>
                  </a:lnTo>
                  <a:lnTo>
                    <a:pt x="8054" y="15174"/>
                  </a:lnTo>
                  <a:lnTo>
                    <a:pt x="8558" y="15174"/>
                  </a:lnTo>
                  <a:lnTo>
                    <a:pt x="9025" y="15138"/>
                  </a:lnTo>
                  <a:lnTo>
                    <a:pt x="9528" y="15066"/>
                  </a:lnTo>
                  <a:lnTo>
                    <a:pt x="9996" y="14994"/>
                  </a:lnTo>
                  <a:lnTo>
                    <a:pt x="10463" y="14923"/>
                  </a:lnTo>
                  <a:lnTo>
                    <a:pt x="10931" y="14815"/>
                  </a:lnTo>
                  <a:lnTo>
                    <a:pt x="11362" y="14671"/>
                  </a:lnTo>
                  <a:lnTo>
                    <a:pt x="11829" y="14527"/>
                  </a:lnTo>
                  <a:lnTo>
                    <a:pt x="12261" y="14347"/>
                  </a:lnTo>
                  <a:lnTo>
                    <a:pt x="13124" y="13916"/>
                  </a:lnTo>
                  <a:lnTo>
                    <a:pt x="13915" y="13448"/>
                  </a:lnTo>
                  <a:lnTo>
                    <a:pt x="14310" y="13197"/>
                  </a:lnTo>
                  <a:lnTo>
                    <a:pt x="14706" y="12909"/>
                  </a:lnTo>
                  <a:lnTo>
                    <a:pt x="15065" y="12585"/>
                  </a:lnTo>
                  <a:lnTo>
                    <a:pt x="15389" y="12262"/>
                  </a:lnTo>
                  <a:lnTo>
                    <a:pt x="15749" y="11938"/>
                  </a:lnTo>
                  <a:lnTo>
                    <a:pt x="16072" y="11579"/>
                  </a:lnTo>
                  <a:lnTo>
                    <a:pt x="16360" y="11219"/>
                  </a:lnTo>
                  <a:lnTo>
                    <a:pt x="16648" y="10824"/>
                  </a:lnTo>
                  <a:lnTo>
                    <a:pt x="16935" y="10428"/>
                  </a:lnTo>
                  <a:lnTo>
                    <a:pt x="17187" y="9997"/>
                  </a:lnTo>
                  <a:lnTo>
                    <a:pt x="17439" y="9565"/>
                  </a:lnTo>
                  <a:lnTo>
                    <a:pt x="17654" y="9134"/>
                  </a:lnTo>
                  <a:lnTo>
                    <a:pt x="17834" y="8666"/>
                  </a:lnTo>
                  <a:lnTo>
                    <a:pt x="18014" y="8199"/>
                  </a:lnTo>
                  <a:lnTo>
                    <a:pt x="18122" y="7983"/>
                  </a:lnTo>
                  <a:lnTo>
                    <a:pt x="18266" y="7803"/>
                  </a:lnTo>
                  <a:lnTo>
                    <a:pt x="18445" y="7659"/>
                  </a:lnTo>
                  <a:lnTo>
                    <a:pt x="18661" y="7588"/>
                  </a:lnTo>
                  <a:lnTo>
                    <a:pt x="19524" y="7192"/>
                  </a:lnTo>
                  <a:lnTo>
                    <a:pt x="20423" y="6761"/>
                  </a:lnTo>
                  <a:lnTo>
                    <a:pt x="20351" y="6653"/>
                  </a:lnTo>
                  <a:lnTo>
                    <a:pt x="18553" y="6509"/>
                  </a:lnTo>
                  <a:lnTo>
                    <a:pt x="18553" y="6365"/>
                  </a:lnTo>
                  <a:lnTo>
                    <a:pt x="18805" y="6293"/>
                  </a:lnTo>
                  <a:lnTo>
                    <a:pt x="19093" y="6185"/>
                  </a:lnTo>
                  <a:lnTo>
                    <a:pt x="19344" y="6077"/>
                  </a:lnTo>
                  <a:lnTo>
                    <a:pt x="19596" y="5934"/>
                  </a:lnTo>
                  <a:lnTo>
                    <a:pt x="19848" y="5754"/>
                  </a:lnTo>
                  <a:lnTo>
                    <a:pt x="20063" y="5574"/>
                  </a:lnTo>
                  <a:lnTo>
                    <a:pt x="20279" y="5358"/>
                  </a:lnTo>
                  <a:lnTo>
                    <a:pt x="20459" y="5143"/>
                  </a:lnTo>
                  <a:lnTo>
                    <a:pt x="18337" y="5143"/>
                  </a:lnTo>
                  <a:lnTo>
                    <a:pt x="18158" y="5035"/>
                  </a:lnTo>
                  <a:lnTo>
                    <a:pt x="17978" y="4891"/>
                  </a:lnTo>
                  <a:lnTo>
                    <a:pt x="17870" y="4711"/>
                  </a:lnTo>
                  <a:lnTo>
                    <a:pt x="17726" y="4495"/>
                  </a:lnTo>
                  <a:lnTo>
                    <a:pt x="17546" y="4244"/>
                  </a:lnTo>
                  <a:lnTo>
                    <a:pt x="17187" y="3848"/>
                  </a:lnTo>
                  <a:lnTo>
                    <a:pt x="16791" y="3525"/>
                  </a:lnTo>
                  <a:lnTo>
                    <a:pt x="16324" y="3237"/>
                  </a:lnTo>
                  <a:lnTo>
                    <a:pt x="15821" y="3021"/>
                  </a:lnTo>
                  <a:lnTo>
                    <a:pt x="15317" y="2913"/>
                  </a:lnTo>
                  <a:lnTo>
                    <a:pt x="14778" y="2877"/>
                  </a:lnTo>
                  <a:lnTo>
                    <a:pt x="14490" y="2877"/>
                  </a:lnTo>
                  <a:lnTo>
                    <a:pt x="14203" y="2913"/>
                  </a:lnTo>
                  <a:lnTo>
                    <a:pt x="13951" y="2949"/>
                  </a:lnTo>
                  <a:lnTo>
                    <a:pt x="13663" y="2985"/>
                  </a:lnTo>
                  <a:lnTo>
                    <a:pt x="13160" y="3165"/>
                  </a:lnTo>
                  <a:lnTo>
                    <a:pt x="12692" y="3417"/>
                  </a:lnTo>
                  <a:lnTo>
                    <a:pt x="12261" y="3740"/>
                  </a:lnTo>
                  <a:lnTo>
                    <a:pt x="11901" y="4100"/>
                  </a:lnTo>
                  <a:lnTo>
                    <a:pt x="11578" y="4531"/>
                  </a:lnTo>
                  <a:lnTo>
                    <a:pt x="11326" y="5035"/>
                  </a:lnTo>
                  <a:lnTo>
                    <a:pt x="11218" y="5286"/>
                  </a:lnTo>
                  <a:lnTo>
                    <a:pt x="11146" y="5538"/>
                  </a:lnTo>
                  <a:lnTo>
                    <a:pt x="11002" y="6113"/>
                  </a:lnTo>
                  <a:lnTo>
                    <a:pt x="10499" y="5898"/>
                  </a:lnTo>
                  <a:lnTo>
                    <a:pt x="9996" y="5646"/>
                  </a:lnTo>
                  <a:lnTo>
                    <a:pt x="9528" y="5358"/>
                  </a:lnTo>
                  <a:lnTo>
                    <a:pt x="9061" y="5071"/>
                  </a:lnTo>
                  <a:lnTo>
                    <a:pt x="8629" y="4747"/>
                  </a:lnTo>
                  <a:lnTo>
                    <a:pt x="8198" y="4423"/>
                  </a:lnTo>
                  <a:lnTo>
                    <a:pt x="7802" y="4064"/>
                  </a:lnTo>
                  <a:lnTo>
                    <a:pt x="7407" y="3668"/>
                  </a:lnTo>
                  <a:lnTo>
                    <a:pt x="7047" y="3273"/>
                  </a:lnTo>
                  <a:lnTo>
                    <a:pt x="6688" y="2877"/>
                  </a:lnTo>
                  <a:lnTo>
                    <a:pt x="6364" y="2410"/>
                  </a:lnTo>
                  <a:lnTo>
                    <a:pt x="6077" y="1978"/>
                  </a:lnTo>
                  <a:lnTo>
                    <a:pt x="5789" y="1511"/>
                  </a:lnTo>
                  <a:lnTo>
                    <a:pt x="5537" y="1008"/>
                  </a:lnTo>
                  <a:lnTo>
                    <a:pt x="5286" y="504"/>
                  </a:lnTo>
                  <a:lnTo>
                    <a:pt x="50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128675" y="890700"/>
              <a:ext cx="640025" cy="640050"/>
            </a:xfrm>
            <a:custGeom>
              <a:avLst/>
              <a:gdLst/>
              <a:ahLst/>
              <a:cxnLst/>
              <a:rect l="l" t="t" r="r" b="b"/>
              <a:pathLst>
                <a:path w="25601" h="25602" extrusionOk="0">
                  <a:moveTo>
                    <a:pt x="19200" y="1"/>
                  </a:moveTo>
                  <a:lnTo>
                    <a:pt x="0" y="6401"/>
                  </a:lnTo>
                  <a:lnTo>
                    <a:pt x="6400" y="25601"/>
                  </a:lnTo>
                  <a:lnTo>
                    <a:pt x="25600" y="19201"/>
                  </a:lnTo>
                  <a:lnTo>
                    <a:pt x="192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5263500" y="1023750"/>
              <a:ext cx="372175" cy="424300"/>
            </a:xfrm>
            <a:custGeom>
              <a:avLst/>
              <a:gdLst/>
              <a:ahLst/>
              <a:cxnLst/>
              <a:rect l="l" t="t" r="r" b="b"/>
              <a:pathLst>
                <a:path w="14887" h="16972" extrusionOk="0">
                  <a:moveTo>
                    <a:pt x="7803" y="1187"/>
                  </a:moveTo>
                  <a:lnTo>
                    <a:pt x="8270" y="1223"/>
                  </a:lnTo>
                  <a:lnTo>
                    <a:pt x="8702" y="1295"/>
                  </a:lnTo>
                  <a:lnTo>
                    <a:pt x="9169" y="1403"/>
                  </a:lnTo>
                  <a:lnTo>
                    <a:pt x="9601" y="1510"/>
                  </a:lnTo>
                  <a:lnTo>
                    <a:pt x="9996" y="1690"/>
                  </a:lnTo>
                  <a:lnTo>
                    <a:pt x="10392" y="1870"/>
                  </a:lnTo>
                  <a:lnTo>
                    <a:pt x="10787" y="2122"/>
                  </a:lnTo>
                  <a:lnTo>
                    <a:pt x="11147" y="2373"/>
                  </a:lnTo>
                  <a:lnTo>
                    <a:pt x="11506" y="2625"/>
                  </a:lnTo>
                  <a:lnTo>
                    <a:pt x="11830" y="2949"/>
                  </a:lnTo>
                  <a:lnTo>
                    <a:pt x="12117" y="3272"/>
                  </a:lnTo>
                  <a:lnTo>
                    <a:pt x="12405" y="3632"/>
                  </a:lnTo>
                  <a:lnTo>
                    <a:pt x="12657" y="4027"/>
                  </a:lnTo>
                  <a:lnTo>
                    <a:pt x="12873" y="4423"/>
                  </a:lnTo>
                  <a:lnTo>
                    <a:pt x="13052" y="4746"/>
                  </a:lnTo>
                  <a:lnTo>
                    <a:pt x="13196" y="5070"/>
                  </a:lnTo>
                  <a:lnTo>
                    <a:pt x="13412" y="5717"/>
                  </a:lnTo>
                  <a:lnTo>
                    <a:pt x="13556" y="6400"/>
                  </a:lnTo>
                  <a:lnTo>
                    <a:pt x="13628" y="7048"/>
                  </a:lnTo>
                  <a:lnTo>
                    <a:pt x="13628" y="7731"/>
                  </a:lnTo>
                  <a:lnTo>
                    <a:pt x="13556" y="8378"/>
                  </a:lnTo>
                  <a:lnTo>
                    <a:pt x="13376" y="9025"/>
                  </a:lnTo>
                  <a:lnTo>
                    <a:pt x="13160" y="9672"/>
                  </a:lnTo>
                  <a:lnTo>
                    <a:pt x="12873" y="10284"/>
                  </a:lnTo>
                  <a:lnTo>
                    <a:pt x="12549" y="10859"/>
                  </a:lnTo>
                  <a:lnTo>
                    <a:pt x="12117" y="11398"/>
                  </a:lnTo>
                  <a:lnTo>
                    <a:pt x="11650" y="11902"/>
                  </a:lnTo>
                  <a:lnTo>
                    <a:pt x="11147" y="12333"/>
                  </a:lnTo>
                  <a:lnTo>
                    <a:pt x="10571" y="12729"/>
                  </a:lnTo>
                  <a:lnTo>
                    <a:pt x="9960" y="13052"/>
                  </a:lnTo>
                  <a:lnTo>
                    <a:pt x="9277" y="13304"/>
                  </a:lnTo>
                  <a:lnTo>
                    <a:pt x="8881" y="13412"/>
                  </a:lnTo>
                  <a:lnTo>
                    <a:pt x="8522" y="13484"/>
                  </a:lnTo>
                  <a:lnTo>
                    <a:pt x="8126" y="13556"/>
                  </a:lnTo>
                  <a:lnTo>
                    <a:pt x="7731" y="13592"/>
                  </a:lnTo>
                  <a:lnTo>
                    <a:pt x="6940" y="13592"/>
                  </a:lnTo>
                  <a:lnTo>
                    <a:pt x="6544" y="13556"/>
                  </a:lnTo>
                  <a:lnTo>
                    <a:pt x="6185" y="13484"/>
                  </a:lnTo>
                  <a:lnTo>
                    <a:pt x="6005" y="13484"/>
                  </a:lnTo>
                  <a:lnTo>
                    <a:pt x="5825" y="13520"/>
                  </a:lnTo>
                  <a:lnTo>
                    <a:pt x="5681" y="13556"/>
                  </a:lnTo>
                  <a:lnTo>
                    <a:pt x="5502" y="13628"/>
                  </a:lnTo>
                  <a:lnTo>
                    <a:pt x="4675" y="14131"/>
                  </a:lnTo>
                  <a:lnTo>
                    <a:pt x="3776" y="14742"/>
                  </a:lnTo>
                  <a:lnTo>
                    <a:pt x="3776" y="14706"/>
                  </a:lnTo>
                  <a:lnTo>
                    <a:pt x="3740" y="13735"/>
                  </a:lnTo>
                  <a:lnTo>
                    <a:pt x="3704" y="13268"/>
                  </a:lnTo>
                  <a:lnTo>
                    <a:pt x="3632" y="12801"/>
                  </a:lnTo>
                  <a:lnTo>
                    <a:pt x="3596" y="12585"/>
                  </a:lnTo>
                  <a:lnTo>
                    <a:pt x="3524" y="12441"/>
                  </a:lnTo>
                  <a:lnTo>
                    <a:pt x="3452" y="12261"/>
                  </a:lnTo>
                  <a:lnTo>
                    <a:pt x="3308" y="12117"/>
                  </a:lnTo>
                  <a:lnTo>
                    <a:pt x="2949" y="11794"/>
                  </a:lnTo>
                  <a:lnTo>
                    <a:pt x="2661" y="11434"/>
                  </a:lnTo>
                  <a:lnTo>
                    <a:pt x="2373" y="11075"/>
                  </a:lnTo>
                  <a:lnTo>
                    <a:pt x="2086" y="10715"/>
                  </a:lnTo>
                  <a:lnTo>
                    <a:pt x="1870" y="10320"/>
                  </a:lnTo>
                  <a:lnTo>
                    <a:pt x="1654" y="9924"/>
                  </a:lnTo>
                  <a:lnTo>
                    <a:pt x="1511" y="9529"/>
                  </a:lnTo>
                  <a:lnTo>
                    <a:pt x="1367" y="9133"/>
                  </a:lnTo>
                  <a:lnTo>
                    <a:pt x="1259" y="8702"/>
                  </a:lnTo>
                  <a:lnTo>
                    <a:pt x="1187" y="8306"/>
                  </a:lnTo>
                  <a:lnTo>
                    <a:pt x="1151" y="7875"/>
                  </a:lnTo>
                  <a:lnTo>
                    <a:pt x="1151" y="7443"/>
                  </a:lnTo>
                  <a:lnTo>
                    <a:pt x="1187" y="6976"/>
                  </a:lnTo>
                  <a:lnTo>
                    <a:pt x="1259" y="6544"/>
                  </a:lnTo>
                  <a:lnTo>
                    <a:pt x="1367" y="6077"/>
                  </a:lnTo>
                  <a:lnTo>
                    <a:pt x="1475" y="5609"/>
                  </a:lnTo>
                  <a:lnTo>
                    <a:pt x="1618" y="5142"/>
                  </a:lnTo>
                  <a:lnTo>
                    <a:pt x="1798" y="4711"/>
                  </a:lnTo>
                  <a:lnTo>
                    <a:pt x="2014" y="4279"/>
                  </a:lnTo>
                  <a:lnTo>
                    <a:pt x="2266" y="3884"/>
                  </a:lnTo>
                  <a:lnTo>
                    <a:pt x="2517" y="3524"/>
                  </a:lnTo>
                  <a:lnTo>
                    <a:pt x="2805" y="3164"/>
                  </a:lnTo>
                  <a:lnTo>
                    <a:pt x="3129" y="2841"/>
                  </a:lnTo>
                  <a:lnTo>
                    <a:pt x="3488" y="2553"/>
                  </a:lnTo>
                  <a:lnTo>
                    <a:pt x="3848" y="2266"/>
                  </a:lnTo>
                  <a:lnTo>
                    <a:pt x="4243" y="2014"/>
                  </a:lnTo>
                  <a:lnTo>
                    <a:pt x="4639" y="1834"/>
                  </a:lnTo>
                  <a:lnTo>
                    <a:pt x="5070" y="1618"/>
                  </a:lnTo>
                  <a:lnTo>
                    <a:pt x="5502" y="1474"/>
                  </a:lnTo>
                  <a:lnTo>
                    <a:pt x="5969" y="1367"/>
                  </a:lnTo>
                  <a:lnTo>
                    <a:pt x="6436" y="1295"/>
                  </a:lnTo>
                  <a:lnTo>
                    <a:pt x="6904" y="1259"/>
                  </a:lnTo>
                  <a:lnTo>
                    <a:pt x="7371" y="1187"/>
                  </a:lnTo>
                  <a:close/>
                  <a:moveTo>
                    <a:pt x="7659" y="0"/>
                  </a:moveTo>
                  <a:lnTo>
                    <a:pt x="6940" y="36"/>
                  </a:lnTo>
                  <a:lnTo>
                    <a:pt x="6221" y="108"/>
                  </a:lnTo>
                  <a:lnTo>
                    <a:pt x="5502" y="252"/>
                  </a:lnTo>
                  <a:lnTo>
                    <a:pt x="4818" y="504"/>
                  </a:lnTo>
                  <a:lnTo>
                    <a:pt x="4171" y="791"/>
                  </a:lnTo>
                  <a:lnTo>
                    <a:pt x="3524" y="1151"/>
                  </a:lnTo>
                  <a:lnTo>
                    <a:pt x="2877" y="1582"/>
                  </a:lnTo>
                  <a:lnTo>
                    <a:pt x="2302" y="2086"/>
                  </a:lnTo>
                  <a:lnTo>
                    <a:pt x="1798" y="2625"/>
                  </a:lnTo>
                  <a:lnTo>
                    <a:pt x="1331" y="3236"/>
                  </a:lnTo>
                  <a:lnTo>
                    <a:pt x="935" y="3848"/>
                  </a:lnTo>
                  <a:lnTo>
                    <a:pt x="612" y="4495"/>
                  </a:lnTo>
                  <a:lnTo>
                    <a:pt x="360" y="5178"/>
                  </a:lnTo>
                  <a:lnTo>
                    <a:pt x="180" y="5897"/>
                  </a:lnTo>
                  <a:lnTo>
                    <a:pt x="36" y="6616"/>
                  </a:lnTo>
                  <a:lnTo>
                    <a:pt x="0" y="7299"/>
                  </a:lnTo>
                  <a:lnTo>
                    <a:pt x="0" y="8018"/>
                  </a:lnTo>
                  <a:lnTo>
                    <a:pt x="108" y="8738"/>
                  </a:lnTo>
                  <a:lnTo>
                    <a:pt x="252" y="9457"/>
                  </a:lnTo>
                  <a:lnTo>
                    <a:pt x="468" y="10140"/>
                  </a:lnTo>
                  <a:lnTo>
                    <a:pt x="755" y="10823"/>
                  </a:lnTo>
                  <a:lnTo>
                    <a:pt x="1115" y="11470"/>
                  </a:lnTo>
                  <a:lnTo>
                    <a:pt x="1546" y="12081"/>
                  </a:lnTo>
                  <a:lnTo>
                    <a:pt x="2050" y="12657"/>
                  </a:lnTo>
                  <a:lnTo>
                    <a:pt x="2230" y="12837"/>
                  </a:lnTo>
                  <a:lnTo>
                    <a:pt x="2338" y="13052"/>
                  </a:lnTo>
                  <a:lnTo>
                    <a:pt x="2409" y="13304"/>
                  </a:lnTo>
                  <a:lnTo>
                    <a:pt x="2445" y="13556"/>
                  </a:lnTo>
                  <a:lnTo>
                    <a:pt x="2517" y="15246"/>
                  </a:lnTo>
                  <a:lnTo>
                    <a:pt x="2625" y="16971"/>
                  </a:lnTo>
                  <a:lnTo>
                    <a:pt x="5717" y="14922"/>
                  </a:lnTo>
                  <a:lnTo>
                    <a:pt x="5897" y="14850"/>
                  </a:lnTo>
                  <a:lnTo>
                    <a:pt x="6077" y="14778"/>
                  </a:lnTo>
                  <a:lnTo>
                    <a:pt x="6257" y="14742"/>
                  </a:lnTo>
                  <a:lnTo>
                    <a:pt x="6436" y="14742"/>
                  </a:lnTo>
                  <a:lnTo>
                    <a:pt x="6904" y="14778"/>
                  </a:lnTo>
                  <a:lnTo>
                    <a:pt x="7839" y="14778"/>
                  </a:lnTo>
                  <a:lnTo>
                    <a:pt x="8342" y="14742"/>
                  </a:lnTo>
                  <a:lnTo>
                    <a:pt x="8810" y="14634"/>
                  </a:lnTo>
                  <a:lnTo>
                    <a:pt x="9277" y="14562"/>
                  </a:lnTo>
                  <a:lnTo>
                    <a:pt x="9708" y="14419"/>
                  </a:lnTo>
                  <a:lnTo>
                    <a:pt x="10176" y="14275"/>
                  </a:lnTo>
                  <a:lnTo>
                    <a:pt x="10823" y="13951"/>
                  </a:lnTo>
                  <a:lnTo>
                    <a:pt x="11434" y="13592"/>
                  </a:lnTo>
                  <a:lnTo>
                    <a:pt x="12010" y="13196"/>
                  </a:lnTo>
                  <a:lnTo>
                    <a:pt x="12513" y="12765"/>
                  </a:lnTo>
                  <a:lnTo>
                    <a:pt x="12980" y="12261"/>
                  </a:lnTo>
                  <a:lnTo>
                    <a:pt x="13412" y="11722"/>
                  </a:lnTo>
                  <a:lnTo>
                    <a:pt x="13807" y="11147"/>
                  </a:lnTo>
                  <a:lnTo>
                    <a:pt x="14131" y="10571"/>
                  </a:lnTo>
                  <a:lnTo>
                    <a:pt x="14383" y="9960"/>
                  </a:lnTo>
                  <a:lnTo>
                    <a:pt x="14598" y="9313"/>
                  </a:lnTo>
                  <a:lnTo>
                    <a:pt x="14778" y="8630"/>
                  </a:lnTo>
                  <a:lnTo>
                    <a:pt x="14850" y="7947"/>
                  </a:lnTo>
                  <a:lnTo>
                    <a:pt x="14886" y="7263"/>
                  </a:lnTo>
                  <a:lnTo>
                    <a:pt x="14850" y="6580"/>
                  </a:lnTo>
                  <a:lnTo>
                    <a:pt x="14742" y="5861"/>
                  </a:lnTo>
                  <a:lnTo>
                    <a:pt x="14598" y="5178"/>
                  </a:lnTo>
                  <a:lnTo>
                    <a:pt x="14455" y="4782"/>
                  </a:lnTo>
                  <a:lnTo>
                    <a:pt x="14275" y="4387"/>
                  </a:lnTo>
                  <a:lnTo>
                    <a:pt x="14095" y="4027"/>
                  </a:lnTo>
                  <a:lnTo>
                    <a:pt x="13915" y="3668"/>
                  </a:lnTo>
                  <a:lnTo>
                    <a:pt x="13664" y="3308"/>
                  </a:lnTo>
                  <a:lnTo>
                    <a:pt x="13448" y="2985"/>
                  </a:lnTo>
                  <a:lnTo>
                    <a:pt x="13160" y="2625"/>
                  </a:lnTo>
                  <a:lnTo>
                    <a:pt x="12908" y="2337"/>
                  </a:lnTo>
                  <a:lnTo>
                    <a:pt x="12333" y="1798"/>
                  </a:lnTo>
                  <a:lnTo>
                    <a:pt x="11758" y="1331"/>
                  </a:lnTo>
                  <a:lnTo>
                    <a:pt x="11111" y="935"/>
                  </a:lnTo>
                  <a:lnTo>
                    <a:pt x="10463" y="612"/>
                  </a:lnTo>
                  <a:lnTo>
                    <a:pt x="9780" y="360"/>
                  </a:lnTo>
                  <a:lnTo>
                    <a:pt x="9097" y="180"/>
                  </a:lnTo>
                  <a:lnTo>
                    <a:pt x="8378" y="72"/>
                  </a:lnTo>
                  <a:lnTo>
                    <a:pt x="76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5343500" y="1146000"/>
              <a:ext cx="213950" cy="134850"/>
            </a:xfrm>
            <a:custGeom>
              <a:avLst/>
              <a:gdLst/>
              <a:ahLst/>
              <a:cxnLst/>
              <a:rect l="l" t="t" r="r" b="b"/>
              <a:pathLst>
                <a:path w="8558" h="5394" extrusionOk="0">
                  <a:moveTo>
                    <a:pt x="791" y="0"/>
                  </a:moveTo>
                  <a:lnTo>
                    <a:pt x="612" y="72"/>
                  </a:lnTo>
                  <a:lnTo>
                    <a:pt x="432" y="216"/>
                  </a:lnTo>
                  <a:lnTo>
                    <a:pt x="252" y="432"/>
                  </a:lnTo>
                  <a:lnTo>
                    <a:pt x="144" y="683"/>
                  </a:lnTo>
                  <a:lnTo>
                    <a:pt x="72" y="1043"/>
                  </a:lnTo>
                  <a:lnTo>
                    <a:pt x="0" y="1403"/>
                  </a:lnTo>
                  <a:lnTo>
                    <a:pt x="36" y="1762"/>
                  </a:lnTo>
                  <a:lnTo>
                    <a:pt x="72" y="2122"/>
                  </a:lnTo>
                  <a:lnTo>
                    <a:pt x="252" y="2553"/>
                  </a:lnTo>
                  <a:lnTo>
                    <a:pt x="504" y="2913"/>
                  </a:lnTo>
                  <a:lnTo>
                    <a:pt x="827" y="3272"/>
                  </a:lnTo>
                  <a:lnTo>
                    <a:pt x="1151" y="3560"/>
                  </a:lnTo>
                  <a:lnTo>
                    <a:pt x="1762" y="3991"/>
                  </a:lnTo>
                  <a:lnTo>
                    <a:pt x="2374" y="4387"/>
                  </a:lnTo>
                  <a:lnTo>
                    <a:pt x="3021" y="4710"/>
                  </a:lnTo>
                  <a:lnTo>
                    <a:pt x="3704" y="4998"/>
                  </a:lnTo>
                  <a:lnTo>
                    <a:pt x="4387" y="5178"/>
                  </a:lnTo>
                  <a:lnTo>
                    <a:pt x="5106" y="5322"/>
                  </a:lnTo>
                  <a:lnTo>
                    <a:pt x="5825" y="5394"/>
                  </a:lnTo>
                  <a:lnTo>
                    <a:pt x="6580" y="5394"/>
                  </a:lnTo>
                  <a:lnTo>
                    <a:pt x="6868" y="5358"/>
                  </a:lnTo>
                  <a:lnTo>
                    <a:pt x="7120" y="5286"/>
                  </a:lnTo>
                  <a:lnTo>
                    <a:pt x="7407" y="5214"/>
                  </a:lnTo>
                  <a:lnTo>
                    <a:pt x="7659" y="5070"/>
                  </a:lnTo>
                  <a:lnTo>
                    <a:pt x="7875" y="4890"/>
                  </a:lnTo>
                  <a:lnTo>
                    <a:pt x="8090" y="4710"/>
                  </a:lnTo>
                  <a:lnTo>
                    <a:pt x="8234" y="4495"/>
                  </a:lnTo>
                  <a:lnTo>
                    <a:pt x="8414" y="4243"/>
                  </a:lnTo>
                  <a:lnTo>
                    <a:pt x="8486" y="4099"/>
                  </a:lnTo>
                  <a:lnTo>
                    <a:pt x="8522" y="3991"/>
                  </a:lnTo>
                  <a:lnTo>
                    <a:pt x="8558" y="3848"/>
                  </a:lnTo>
                  <a:lnTo>
                    <a:pt x="8558" y="3704"/>
                  </a:lnTo>
                  <a:lnTo>
                    <a:pt x="8558" y="3524"/>
                  </a:lnTo>
                  <a:lnTo>
                    <a:pt x="8486" y="3344"/>
                  </a:lnTo>
                  <a:lnTo>
                    <a:pt x="8414" y="3200"/>
                  </a:lnTo>
                  <a:lnTo>
                    <a:pt x="8306" y="3092"/>
                  </a:lnTo>
                  <a:lnTo>
                    <a:pt x="8162" y="2985"/>
                  </a:lnTo>
                  <a:lnTo>
                    <a:pt x="8019" y="2913"/>
                  </a:lnTo>
                  <a:lnTo>
                    <a:pt x="7839" y="2877"/>
                  </a:lnTo>
                  <a:lnTo>
                    <a:pt x="7695" y="2841"/>
                  </a:lnTo>
                  <a:lnTo>
                    <a:pt x="7335" y="2805"/>
                  </a:lnTo>
                  <a:lnTo>
                    <a:pt x="6724" y="2733"/>
                  </a:lnTo>
                  <a:lnTo>
                    <a:pt x="6544" y="2769"/>
                  </a:lnTo>
                  <a:lnTo>
                    <a:pt x="6401" y="2805"/>
                  </a:lnTo>
                  <a:lnTo>
                    <a:pt x="6257" y="2913"/>
                  </a:lnTo>
                  <a:lnTo>
                    <a:pt x="6149" y="3092"/>
                  </a:lnTo>
                  <a:lnTo>
                    <a:pt x="5933" y="3632"/>
                  </a:lnTo>
                  <a:lnTo>
                    <a:pt x="5825" y="3812"/>
                  </a:lnTo>
                  <a:lnTo>
                    <a:pt x="5681" y="3955"/>
                  </a:lnTo>
                  <a:lnTo>
                    <a:pt x="5502" y="3991"/>
                  </a:lnTo>
                  <a:lnTo>
                    <a:pt x="5322" y="3991"/>
                  </a:lnTo>
                  <a:lnTo>
                    <a:pt x="4962" y="3955"/>
                  </a:lnTo>
                  <a:lnTo>
                    <a:pt x="4567" y="3884"/>
                  </a:lnTo>
                  <a:lnTo>
                    <a:pt x="4207" y="3776"/>
                  </a:lnTo>
                  <a:lnTo>
                    <a:pt x="3848" y="3632"/>
                  </a:lnTo>
                  <a:lnTo>
                    <a:pt x="3524" y="3488"/>
                  </a:lnTo>
                  <a:lnTo>
                    <a:pt x="3201" y="3308"/>
                  </a:lnTo>
                  <a:lnTo>
                    <a:pt x="2877" y="3128"/>
                  </a:lnTo>
                  <a:lnTo>
                    <a:pt x="2553" y="2877"/>
                  </a:lnTo>
                  <a:lnTo>
                    <a:pt x="2409" y="2733"/>
                  </a:lnTo>
                  <a:lnTo>
                    <a:pt x="2302" y="2589"/>
                  </a:lnTo>
                  <a:lnTo>
                    <a:pt x="2302" y="2481"/>
                  </a:lnTo>
                  <a:lnTo>
                    <a:pt x="2302" y="2409"/>
                  </a:lnTo>
                  <a:lnTo>
                    <a:pt x="2374" y="2194"/>
                  </a:lnTo>
                  <a:lnTo>
                    <a:pt x="2481" y="2050"/>
                  </a:lnTo>
                  <a:lnTo>
                    <a:pt x="2517" y="1870"/>
                  </a:lnTo>
                  <a:lnTo>
                    <a:pt x="2517" y="1726"/>
                  </a:lnTo>
                  <a:lnTo>
                    <a:pt x="2517" y="1546"/>
                  </a:lnTo>
                  <a:lnTo>
                    <a:pt x="2481" y="1403"/>
                  </a:lnTo>
                  <a:lnTo>
                    <a:pt x="2409" y="1259"/>
                  </a:lnTo>
                  <a:lnTo>
                    <a:pt x="2338" y="1115"/>
                  </a:lnTo>
                  <a:lnTo>
                    <a:pt x="2230" y="1007"/>
                  </a:lnTo>
                  <a:lnTo>
                    <a:pt x="1942" y="683"/>
                  </a:lnTo>
                  <a:lnTo>
                    <a:pt x="1690" y="396"/>
                  </a:lnTo>
                  <a:lnTo>
                    <a:pt x="1475" y="216"/>
                  </a:lnTo>
                  <a:lnTo>
                    <a:pt x="1223" y="72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108850" y="3118175"/>
              <a:ext cx="1304325" cy="1873300"/>
            </a:xfrm>
            <a:custGeom>
              <a:avLst/>
              <a:gdLst/>
              <a:ahLst/>
              <a:cxnLst/>
              <a:rect l="l" t="t" r="r" b="b"/>
              <a:pathLst>
                <a:path w="52173" h="74932" extrusionOk="0">
                  <a:moveTo>
                    <a:pt x="22365" y="0"/>
                  </a:moveTo>
                  <a:lnTo>
                    <a:pt x="20064" y="7335"/>
                  </a:lnTo>
                  <a:lnTo>
                    <a:pt x="17583" y="15353"/>
                  </a:lnTo>
                  <a:lnTo>
                    <a:pt x="14491" y="25385"/>
                  </a:lnTo>
                  <a:lnTo>
                    <a:pt x="10679" y="37933"/>
                  </a:lnTo>
                  <a:lnTo>
                    <a:pt x="8702" y="44477"/>
                  </a:lnTo>
                  <a:lnTo>
                    <a:pt x="6760" y="51021"/>
                  </a:lnTo>
                  <a:lnTo>
                    <a:pt x="4891" y="57493"/>
                  </a:lnTo>
                  <a:lnTo>
                    <a:pt x="3093" y="63714"/>
                  </a:lnTo>
                  <a:lnTo>
                    <a:pt x="1439" y="69539"/>
                  </a:lnTo>
                  <a:lnTo>
                    <a:pt x="1" y="74932"/>
                  </a:lnTo>
                  <a:lnTo>
                    <a:pt x="32828" y="74932"/>
                  </a:lnTo>
                  <a:lnTo>
                    <a:pt x="34626" y="67885"/>
                  </a:lnTo>
                  <a:lnTo>
                    <a:pt x="37394" y="57062"/>
                  </a:lnTo>
                  <a:lnTo>
                    <a:pt x="41457" y="41313"/>
                  </a:lnTo>
                  <a:lnTo>
                    <a:pt x="45449" y="25924"/>
                  </a:lnTo>
                  <a:lnTo>
                    <a:pt x="52172" y="36"/>
                  </a:lnTo>
                  <a:lnTo>
                    <a:pt x="223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3741675" y="3305125"/>
              <a:ext cx="519575" cy="1686350"/>
            </a:xfrm>
            <a:custGeom>
              <a:avLst/>
              <a:gdLst/>
              <a:ahLst/>
              <a:cxnLst/>
              <a:rect l="l" t="t" r="r" b="b"/>
              <a:pathLst>
                <a:path w="20783" h="67454" extrusionOk="0">
                  <a:moveTo>
                    <a:pt x="20711" y="1"/>
                  </a:moveTo>
                  <a:lnTo>
                    <a:pt x="20675" y="37"/>
                  </a:lnTo>
                  <a:lnTo>
                    <a:pt x="20603" y="217"/>
                  </a:lnTo>
                  <a:lnTo>
                    <a:pt x="20495" y="540"/>
                  </a:lnTo>
                  <a:lnTo>
                    <a:pt x="19920" y="2410"/>
                  </a:lnTo>
                  <a:lnTo>
                    <a:pt x="19345" y="4280"/>
                  </a:lnTo>
                  <a:lnTo>
                    <a:pt x="18697" y="6149"/>
                  </a:lnTo>
                  <a:lnTo>
                    <a:pt x="18122" y="8019"/>
                  </a:lnTo>
                  <a:lnTo>
                    <a:pt x="15749" y="15714"/>
                  </a:lnTo>
                  <a:lnTo>
                    <a:pt x="11111" y="30887"/>
                  </a:lnTo>
                  <a:lnTo>
                    <a:pt x="1870" y="61341"/>
                  </a:lnTo>
                  <a:lnTo>
                    <a:pt x="935" y="64398"/>
                  </a:lnTo>
                  <a:lnTo>
                    <a:pt x="0" y="67454"/>
                  </a:lnTo>
                  <a:lnTo>
                    <a:pt x="971" y="67454"/>
                  </a:lnTo>
                  <a:lnTo>
                    <a:pt x="4495" y="55696"/>
                  </a:lnTo>
                  <a:lnTo>
                    <a:pt x="13735" y="24810"/>
                  </a:lnTo>
                  <a:lnTo>
                    <a:pt x="18302" y="9242"/>
                  </a:lnTo>
                  <a:lnTo>
                    <a:pt x="19452" y="5322"/>
                  </a:lnTo>
                  <a:lnTo>
                    <a:pt x="20567" y="1367"/>
                  </a:lnTo>
                  <a:lnTo>
                    <a:pt x="20675" y="936"/>
                  </a:lnTo>
                  <a:lnTo>
                    <a:pt x="20747" y="540"/>
                  </a:lnTo>
                  <a:lnTo>
                    <a:pt x="20783" y="253"/>
                  </a:lnTo>
                  <a:lnTo>
                    <a:pt x="20783" y="73"/>
                  </a:lnTo>
                  <a:lnTo>
                    <a:pt x="2074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3752450" y="3118175"/>
              <a:ext cx="660725" cy="1697125"/>
            </a:xfrm>
            <a:custGeom>
              <a:avLst/>
              <a:gdLst/>
              <a:ahLst/>
              <a:cxnLst/>
              <a:rect l="l" t="t" r="r" b="b"/>
              <a:pathLst>
                <a:path w="26429" h="67885" extrusionOk="0">
                  <a:moveTo>
                    <a:pt x="1" y="0"/>
                  </a:moveTo>
                  <a:lnTo>
                    <a:pt x="4136" y="31785"/>
                  </a:lnTo>
                  <a:lnTo>
                    <a:pt x="8882" y="67885"/>
                  </a:lnTo>
                  <a:lnTo>
                    <a:pt x="14491" y="46131"/>
                  </a:lnTo>
                  <a:lnTo>
                    <a:pt x="20208" y="24055"/>
                  </a:lnTo>
                  <a:lnTo>
                    <a:pt x="264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3692225" y="3118175"/>
              <a:ext cx="1117350" cy="1873300"/>
            </a:xfrm>
            <a:custGeom>
              <a:avLst/>
              <a:gdLst/>
              <a:ahLst/>
              <a:cxnLst/>
              <a:rect l="l" t="t" r="r" b="b"/>
              <a:pathLst>
                <a:path w="44694" h="74932" extrusionOk="0">
                  <a:moveTo>
                    <a:pt x="1" y="0"/>
                  </a:moveTo>
                  <a:lnTo>
                    <a:pt x="37" y="647"/>
                  </a:lnTo>
                  <a:lnTo>
                    <a:pt x="145" y="2409"/>
                  </a:lnTo>
                  <a:lnTo>
                    <a:pt x="360" y="5142"/>
                  </a:lnTo>
                  <a:lnTo>
                    <a:pt x="720" y="8558"/>
                  </a:lnTo>
                  <a:lnTo>
                    <a:pt x="972" y="10499"/>
                  </a:lnTo>
                  <a:lnTo>
                    <a:pt x="1259" y="12513"/>
                  </a:lnTo>
                  <a:lnTo>
                    <a:pt x="1583" y="14634"/>
                  </a:lnTo>
                  <a:lnTo>
                    <a:pt x="1942" y="16827"/>
                  </a:lnTo>
                  <a:lnTo>
                    <a:pt x="2338" y="19021"/>
                  </a:lnTo>
                  <a:lnTo>
                    <a:pt x="2805" y="21250"/>
                  </a:lnTo>
                  <a:lnTo>
                    <a:pt x="3345" y="23443"/>
                  </a:lnTo>
                  <a:lnTo>
                    <a:pt x="3920" y="25601"/>
                  </a:lnTo>
                  <a:lnTo>
                    <a:pt x="4315" y="26967"/>
                  </a:lnTo>
                  <a:lnTo>
                    <a:pt x="4783" y="28333"/>
                  </a:lnTo>
                  <a:lnTo>
                    <a:pt x="5898" y="28801"/>
                  </a:lnTo>
                  <a:lnTo>
                    <a:pt x="7012" y="29268"/>
                  </a:lnTo>
                  <a:lnTo>
                    <a:pt x="8091" y="29807"/>
                  </a:lnTo>
                  <a:lnTo>
                    <a:pt x="9170" y="30347"/>
                  </a:lnTo>
                  <a:lnTo>
                    <a:pt x="10248" y="30922"/>
                  </a:lnTo>
                  <a:lnTo>
                    <a:pt x="11291" y="31497"/>
                  </a:lnTo>
                  <a:lnTo>
                    <a:pt x="12334" y="32109"/>
                  </a:lnTo>
                  <a:lnTo>
                    <a:pt x="13376" y="32756"/>
                  </a:lnTo>
                  <a:lnTo>
                    <a:pt x="13592" y="40091"/>
                  </a:lnTo>
                  <a:lnTo>
                    <a:pt x="14059" y="57026"/>
                  </a:lnTo>
                  <a:lnTo>
                    <a:pt x="14527" y="74932"/>
                  </a:lnTo>
                  <a:lnTo>
                    <a:pt x="44694" y="74932"/>
                  </a:lnTo>
                  <a:lnTo>
                    <a:pt x="44190" y="63714"/>
                  </a:lnTo>
                  <a:lnTo>
                    <a:pt x="43543" y="51309"/>
                  </a:lnTo>
                  <a:lnTo>
                    <a:pt x="42824" y="38509"/>
                  </a:lnTo>
                  <a:lnTo>
                    <a:pt x="42141" y="26248"/>
                  </a:lnTo>
                  <a:lnTo>
                    <a:pt x="41062" y="7587"/>
                  </a:lnTo>
                  <a:lnTo>
                    <a:pt x="406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4627975" y="3243125"/>
              <a:ext cx="75525" cy="1748350"/>
            </a:xfrm>
            <a:custGeom>
              <a:avLst/>
              <a:gdLst/>
              <a:ahLst/>
              <a:cxnLst/>
              <a:rect l="l" t="t" r="r" b="b"/>
              <a:pathLst>
                <a:path w="3021" h="69934" extrusionOk="0">
                  <a:moveTo>
                    <a:pt x="109" y="0"/>
                  </a:moveTo>
                  <a:lnTo>
                    <a:pt x="37" y="36"/>
                  </a:lnTo>
                  <a:lnTo>
                    <a:pt x="1" y="72"/>
                  </a:lnTo>
                  <a:lnTo>
                    <a:pt x="1" y="144"/>
                  </a:lnTo>
                  <a:lnTo>
                    <a:pt x="468" y="16791"/>
                  </a:lnTo>
                  <a:lnTo>
                    <a:pt x="972" y="33439"/>
                  </a:lnTo>
                  <a:lnTo>
                    <a:pt x="1331" y="42536"/>
                  </a:lnTo>
                  <a:lnTo>
                    <a:pt x="1691" y="51668"/>
                  </a:lnTo>
                  <a:lnTo>
                    <a:pt x="2086" y="60801"/>
                  </a:lnTo>
                  <a:lnTo>
                    <a:pt x="2518" y="69934"/>
                  </a:lnTo>
                  <a:lnTo>
                    <a:pt x="3021" y="69934"/>
                  </a:lnTo>
                  <a:lnTo>
                    <a:pt x="2733" y="64469"/>
                  </a:lnTo>
                  <a:lnTo>
                    <a:pt x="2446" y="59039"/>
                  </a:lnTo>
                  <a:lnTo>
                    <a:pt x="1834" y="44297"/>
                  </a:lnTo>
                  <a:lnTo>
                    <a:pt x="1259" y="29592"/>
                  </a:lnTo>
                  <a:lnTo>
                    <a:pt x="756" y="14850"/>
                  </a:lnTo>
                  <a:lnTo>
                    <a:pt x="252" y="144"/>
                  </a:lnTo>
                  <a:lnTo>
                    <a:pt x="216" y="72"/>
                  </a:lnTo>
                  <a:lnTo>
                    <a:pt x="216" y="36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3767750" y="3804925"/>
              <a:ext cx="260700" cy="137550"/>
            </a:xfrm>
            <a:custGeom>
              <a:avLst/>
              <a:gdLst/>
              <a:ahLst/>
              <a:cxnLst/>
              <a:rect l="l" t="t" r="r" b="b"/>
              <a:pathLst>
                <a:path w="10428" h="5502" extrusionOk="0">
                  <a:moveTo>
                    <a:pt x="180" y="0"/>
                  </a:moveTo>
                  <a:lnTo>
                    <a:pt x="108" y="36"/>
                  </a:lnTo>
                  <a:lnTo>
                    <a:pt x="36" y="108"/>
                  </a:lnTo>
                  <a:lnTo>
                    <a:pt x="0" y="180"/>
                  </a:lnTo>
                  <a:lnTo>
                    <a:pt x="0" y="252"/>
                  </a:lnTo>
                  <a:lnTo>
                    <a:pt x="36" y="360"/>
                  </a:lnTo>
                  <a:lnTo>
                    <a:pt x="108" y="432"/>
                  </a:lnTo>
                  <a:lnTo>
                    <a:pt x="1330" y="1079"/>
                  </a:lnTo>
                  <a:lnTo>
                    <a:pt x="2589" y="1762"/>
                  </a:lnTo>
                  <a:lnTo>
                    <a:pt x="5142" y="3021"/>
                  </a:lnTo>
                  <a:lnTo>
                    <a:pt x="10247" y="5502"/>
                  </a:lnTo>
                  <a:lnTo>
                    <a:pt x="10319" y="5502"/>
                  </a:lnTo>
                  <a:lnTo>
                    <a:pt x="10391" y="5430"/>
                  </a:lnTo>
                  <a:lnTo>
                    <a:pt x="10427" y="5358"/>
                  </a:lnTo>
                  <a:lnTo>
                    <a:pt x="10355" y="5286"/>
                  </a:lnTo>
                  <a:lnTo>
                    <a:pt x="9169" y="4531"/>
                  </a:lnTo>
                  <a:lnTo>
                    <a:pt x="7946" y="3812"/>
                  </a:lnTo>
                  <a:lnTo>
                    <a:pt x="6688" y="3093"/>
                  </a:lnTo>
                  <a:lnTo>
                    <a:pt x="5465" y="2409"/>
                  </a:lnTo>
                  <a:lnTo>
                    <a:pt x="4171" y="1762"/>
                  </a:lnTo>
                  <a:lnTo>
                    <a:pt x="2913" y="1151"/>
                  </a:lnTo>
                  <a:lnTo>
                    <a:pt x="1618" y="576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3719200" y="3408500"/>
              <a:ext cx="196875" cy="465650"/>
            </a:xfrm>
            <a:custGeom>
              <a:avLst/>
              <a:gdLst/>
              <a:ahLst/>
              <a:cxnLst/>
              <a:rect l="l" t="t" r="r" b="b"/>
              <a:pathLst>
                <a:path w="7875" h="18626" extrusionOk="0">
                  <a:moveTo>
                    <a:pt x="36" y="1"/>
                  </a:moveTo>
                  <a:lnTo>
                    <a:pt x="0" y="37"/>
                  </a:lnTo>
                  <a:lnTo>
                    <a:pt x="0" y="109"/>
                  </a:lnTo>
                  <a:lnTo>
                    <a:pt x="144" y="1367"/>
                  </a:lnTo>
                  <a:lnTo>
                    <a:pt x="288" y="2662"/>
                  </a:lnTo>
                  <a:lnTo>
                    <a:pt x="576" y="5214"/>
                  </a:lnTo>
                  <a:lnTo>
                    <a:pt x="684" y="6293"/>
                  </a:lnTo>
                  <a:lnTo>
                    <a:pt x="827" y="7372"/>
                  </a:lnTo>
                  <a:lnTo>
                    <a:pt x="1007" y="8450"/>
                  </a:lnTo>
                  <a:lnTo>
                    <a:pt x="1259" y="9529"/>
                  </a:lnTo>
                  <a:lnTo>
                    <a:pt x="1439" y="9997"/>
                  </a:lnTo>
                  <a:lnTo>
                    <a:pt x="1618" y="10464"/>
                  </a:lnTo>
                  <a:lnTo>
                    <a:pt x="1834" y="10931"/>
                  </a:lnTo>
                  <a:lnTo>
                    <a:pt x="2086" y="11363"/>
                  </a:lnTo>
                  <a:lnTo>
                    <a:pt x="2374" y="11794"/>
                  </a:lnTo>
                  <a:lnTo>
                    <a:pt x="2697" y="12190"/>
                  </a:lnTo>
                  <a:lnTo>
                    <a:pt x="3057" y="12549"/>
                  </a:lnTo>
                  <a:lnTo>
                    <a:pt x="3416" y="12873"/>
                  </a:lnTo>
                  <a:lnTo>
                    <a:pt x="4315" y="13592"/>
                  </a:lnTo>
                  <a:lnTo>
                    <a:pt x="5178" y="14203"/>
                  </a:lnTo>
                  <a:lnTo>
                    <a:pt x="6005" y="14851"/>
                  </a:lnTo>
                  <a:lnTo>
                    <a:pt x="6437" y="15174"/>
                  </a:lnTo>
                  <a:lnTo>
                    <a:pt x="6868" y="15462"/>
                  </a:lnTo>
                  <a:lnTo>
                    <a:pt x="6940" y="15929"/>
                  </a:lnTo>
                  <a:lnTo>
                    <a:pt x="7084" y="16576"/>
                  </a:lnTo>
                  <a:lnTo>
                    <a:pt x="7228" y="17224"/>
                  </a:lnTo>
                  <a:lnTo>
                    <a:pt x="7371" y="17907"/>
                  </a:lnTo>
                  <a:lnTo>
                    <a:pt x="7623" y="18554"/>
                  </a:lnTo>
                  <a:lnTo>
                    <a:pt x="7659" y="18590"/>
                  </a:lnTo>
                  <a:lnTo>
                    <a:pt x="7731" y="18626"/>
                  </a:lnTo>
                  <a:lnTo>
                    <a:pt x="7803" y="18590"/>
                  </a:lnTo>
                  <a:lnTo>
                    <a:pt x="7839" y="18554"/>
                  </a:lnTo>
                  <a:lnTo>
                    <a:pt x="7875" y="17871"/>
                  </a:lnTo>
                  <a:lnTo>
                    <a:pt x="7839" y="17188"/>
                  </a:lnTo>
                  <a:lnTo>
                    <a:pt x="7731" y="15857"/>
                  </a:lnTo>
                  <a:lnTo>
                    <a:pt x="7192" y="12334"/>
                  </a:lnTo>
                  <a:lnTo>
                    <a:pt x="6760" y="9889"/>
                  </a:lnTo>
                  <a:lnTo>
                    <a:pt x="6473" y="8235"/>
                  </a:lnTo>
                  <a:lnTo>
                    <a:pt x="6041" y="6365"/>
                  </a:lnTo>
                  <a:lnTo>
                    <a:pt x="5574" y="4531"/>
                  </a:lnTo>
                  <a:lnTo>
                    <a:pt x="4603" y="864"/>
                  </a:lnTo>
                  <a:lnTo>
                    <a:pt x="4567" y="828"/>
                  </a:lnTo>
                  <a:lnTo>
                    <a:pt x="4495" y="828"/>
                  </a:lnTo>
                  <a:lnTo>
                    <a:pt x="4459" y="900"/>
                  </a:lnTo>
                  <a:lnTo>
                    <a:pt x="4819" y="2769"/>
                  </a:lnTo>
                  <a:lnTo>
                    <a:pt x="5142" y="4639"/>
                  </a:lnTo>
                  <a:lnTo>
                    <a:pt x="5717" y="8415"/>
                  </a:lnTo>
                  <a:lnTo>
                    <a:pt x="6329" y="12226"/>
                  </a:lnTo>
                  <a:lnTo>
                    <a:pt x="6616" y="13952"/>
                  </a:lnTo>
                  <a:lnTo>
                    <a:pt x="6724" y="14563"/>
                  </a:lnTo>
                  <a:lnTo>
                    <a:pt x="5753" y="13808"/>
                  </a:lnTo>
                  <a:lnTo>
                    <a:pt x="4855" y="13089"/>
                  </a:lnTo>
                  <a:lnTo>
                    <a:pt x="3992" y="12370"/>
                  </a:lnTo>
                  <a:lnTo>
                    <a:pt x="3632" y="11974"/>
                  </a:lnTo>
                  <a:lnTo>
                    <a:pt x="3308" y="11579"/>
                  </a:lnTo>
                  <a:lnTo>
                    <a:pt x="3021" y="11183"/>
                  </a:lnTo>
                  <a:lnTo>
                    <a:pt x="2769" y="10716"/>
                  </a:lnTo>
                  <a:lnTo>
                    <a:pt x="2517" y="10284"/>
                  </a:lnTo>
                  <a:lnTo>
                    <a:pt x="2338" y="9781"/>
                  </a:lnTo>
                  <a:lnTo>
                    <a:pt x="2158" y="9313"/>
                  </a:lnTo>
                  <a:lnTo>
                    <a:pt x="2014" y="8810"/>
                  </a:lnTo>
                  <a:lnTo>
                    <a:pt x="1762" y="7767"/>
                  </a:lnTo>
                  <a:lnTo>
                    <a:pt x="1547" y="6689"/>
                  </a:lnTo>
                  <a:lnTo>
                    <a:pt x="1115" y="4567"/>
                  </a:lnTo>
                  <a:lnTo>
                    <a:pt x="612" y="2338"/>
                  </a:lnTo>
                  <a:lnTo>
                    <a:pt x="360" y="1223"/>
                  </a:lnTo>
                  <a:lnTo>
                    <a:pt x="144" y="73"/>
                  </a:lnTo>
                  <a:lnTo>
                    <a:pt x="108" y="37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2985700" y="1910050"/>
              <a:ext cx="876450" cy="1357350"/>
            </a:xfrm>
            <a:custGeom>
              <a:avLst/>
              <a:gdLst/>
              <a:ahLst/>
              <a:cxnLst/>
              <a:rect l="l" t="t" r="r" b="b"/>
              <a:pathLst>
                <a:path w="35058" h="54294" extrusionOk="0">
                  <a:moveTo>
                    <a:pt x="32936" y="1"/>
                  </a:moveTo>
                  <a:lnTo>
                    <a:pt x="32648" y="109"/>
                  </a:lnTo>
                  <a:lnTo>
                    <a:pt x="32361" y="252"/>
                  </a:lnTo>
                  <a:lnTo>
                    <a:pt x="32001" y="504"/>
                  </a:lnTo>
                  <a:lnTo>
                    <a:pt x="31642" y="828"/>
                  </a:lnTo>
                  <a:lnTo>
                    <a:pt x="31282" y="1259"/>
                  </a:lnTo>
                  <a:lnTo>
                    <a:pt x="30887" y="1762"/>
                  </a:lnTo>
                  <a:lnTo>
                    <a:pt x="30455" y="2410"/>
                  </a:lnTo>
                  <a:lnTo>
                    <a:pt x="29988" y="3129"/>
                  </a:lnTo>
                  <a:lnTo>
                    <a:pt x="29520" y="3956"/>
                  </a:lnTo>
                  <a:lnTo>
                    <a:pt x="29053" y="4891"/>
                  </a:lnTo>
                  <a:lnTo>
                    <a:pt x="28514" y="5933"/>
                  </a:lnTo>
                  <a:lnTo>
                    <a:pt x="27687" y="7731"/>
                  </a:lnTo>
                  <a:lnTo>
                    <a:pt x="26967" y="9421"/>
                  </a:lnTo>
                  <a:lnTo>
                    <a:pt x="26284" y="11039"/>
                  </a:lnTo>
                  <a:lnTo>
                    <a:pt x="25709" y="12585"/>
                  </a:lnTo>
                  <a:lnTo>
                    <a:pt x="25170" y="14023"/>
                  </a:lnTo>
                  <a:lnTo>
                    <a:pt x="24666" y="15390"/>
                  </a:lnTo>
                  <a:lnTo>
                    <a:pt x="23875" y="17835"/>
                  </a:lnTo>
                  <a:lnTo>
                    <a:pt x="22761" y="21322"/>
                  </a:lnTo>
                  <a:lnTo>
                    <a:pt x="22581" y="21862"/>
                  </a:lnTo>
                  <a:lnTo>
                    <a:pt x="22401" y="22293"/>
                  </a:lnTo>
                  <a:lnTo>
                    <a:pt x="22257" y="22581"/>
                  </a:lnTo>
                  <a:lnTo>
                    <a:pt x="22185" y="22653"/>
                  </a:lnTo>
                  <a:lnTo>
                    <a:pt x="22113" y="22725"/>
                  </a:lnTo>
                  <a:lnTo>
                    <a:pt x="22077" y="22725"/>
                  </a:lnTo>
                  <a:lnTo>
                    <a:pt x="22041" y="22689"/>
                  </a:lnTo>
                  <a:lnTo>
                    <a:pt x="21898" y="22509"/>
                  </a:lnTo>
                  <a:lnTo>
                    <a:pt x="21718" y="22257"/>
                  </a:lnTo>
                  <a:lnTo>
                    <a:pt x="21538" y="21898"/>
                  </a:lnTo>
                  <a:lnTo>
                    <a:pt x="21035" y="20891"/>
                  </a:lnTo>
                  <a:lnTo>
                    <a:pt x="20423" y="19632"/>
                  </a:lnTo>
                  <a:lnTo>
                    <a:pt x="19057" y="16648"/>
                  </a:lnTo>
                  <a:lnTo>
                    <a:pt x="18302" y="15102"/>
                  </a:lnTo>
                  <a:lnTo>
                    <a:pt x="17511" y="13664"/>
                  </a:lnTo>
                  <a:lnTo>
                    <a:pt x="17439" y="13556"/>
                  </a:lnTo>
                  <a:lnTo>
                    <a:pt x="17331" y="13448"/>
                  </a:lnTo>
                  <a:lnTo>
                    <a:pt x="17223" y="13376"/>
                  </a:lnTo>
                  <a:lnTo>
                    <a:pt x="17080" y="13304"/>
                  </a:lnTo>
                  <a:lnTo>
                    <a:pt x="16720" y="13196"/>
                  </a:lnTo>
                  <a:lnTo>
                    <a:pt x="16325" y="13160"/>
                  </a:lnTo>
                  <a:lnTo>
                    <a:pt x="15821" y="13196"/>
                  </a:lnTo>
                  <a:lnTo>
                    <a:pt x="15282" y="13268"/>
                  </a:lnTo>
                  <a:lnTo>
                    <a:pt x="14671" y="13376"/>
                  </a:lnTo>
                  <a:lnTo>
                    <a:pt x="14023" y="13520"/>
                  </a:lnTo>
                  <a:lnTo>
                    <a:pt x="13340" y="13700"/>
                  </a:lnTo>
                  <a:lnTo>
                    <a:pt x="12621" y="13951"/>
                  </a:lnTo>
                  <a:lnTo>
                    <a:pt x="11075" y="14527"/>
                  </a:lnTo>
                  <a:lnTo>
                    <a:pt x="9457" y="15210"/>
                  </a:lnTo>
                  <a:lnTo>
                    <a:pt x="7839" y="15965"/>
                  </a:lnTo>
                  <a:lnTo>
                    <a:pt x="6257" y="16792"/>
                  </a:lnTo>
                  <a:lnTo>
                    <a:pt x="4711" y="17655"/>
                  </a:lnTo>
                  <a:lnTo>
                    <a:pt x="3345" y="18518"/>
                  </a:lnTo>
                  <a:lnTo>
                    <a:pt x="2697" y="18949"/>
                  </a:lnTo>
                  <a:lnTo>
                    <a:pt x="2122" y="19381"/>
                  </a:lnTo>
                  <a:lnTo>
                    <a:pt x="1583" y="19812"/>
                  </a:lnTo>
                  <a:lnTo>
                    <a:pt x="1151" y="20208"/>
                  </a:lnTo>
                  <a:lnTo>
                    <a:pt x="756" y="20603"/>
                  </a:lnTo>
                  <a:lnTo>
                    <a:pt x="432" y="20963"/>
                  </a:lnTo>
                  <a:lnTo>
                    <a:pt x="180" y="21322"/>
                  </a:lnTo>
                  <a:lnTo>
                    <a:pt x="37" y="21646"/>
                  </a:lnTo>
                  <a:lnTo>
                    <a:pt x="1" y="21790"/>
                  </a:lnTo>
                  <a:lnTo>
                    <a:pt x="1" y="21934"/>
                  </a:lnTo>
                  <a:lnTo>
                    <a:pt x="1" y="22077"/>
                  </a:lnTo>
                  <a:lnTo>
                    <a:pt x="37" y="22185"/>
                  </a:lnTo>
                  <a:lnTo>
                    <a:pt x="1187" y="24954"/>
                  </a:lnTo>
                  <a:lnTo>
                    <a:pt x="2769" y="28550"/>
                  </a:lnTo>
                  <a:lnTo>
                    <a:pt x="4711" y="32756"/>
                  </a:lnTo>
                  <a:lnTo>
                    <a:pt x="5754" y="34950"/>
                  </a:lnTo>
                  <a:lnTo>
                    <a:pt x="6868" y="37215"/>
                  </a:lnTo>
                  <a:lnTo>
                    <a:pt x="8019" y="39444"/>
                  </a:lnTo>
                  <a:lnTo>
                    <a:pt x="9169" y="41673"/>
                  </a:lnTo>
                  <a:lnTo>
                    <a:pt x="10320" y="43795"/>
                  </a:lnTo>
                  <a:lnTo>
                    <a:pt x="11435" y="45772"/>
                  </a:lnTo>
                  <a:lnTo>
                    <a:pt x="12549" y="47642"/>
                  </a:lnTo>
                  <a:lnTo>
                    <a:pt x="13628" y="49296"/>
                  </a:lnTo>
                  <a:lnTo>
                    <a:pt x="14131" y="50051"/>
                  </a:lnTo>
                  <a:lnTo>
                    <a:pt x="14635" y="50734"/>
                  </a:lnTo>
                  <a:lnTo>
                    <a:pt x="15102" y="51345"/>
                  </a:lnTo>
                  <a:lnTo>
                    <a:pt x="15569" y="51885"/>
                  </a:lnTo>
                  <a:lnTo>
                    <a:pt x="16145" y="52460"/>
                  </a:lnTo>
                  <a:lnTo>
                    <a:pt x="16720" y="52927"/>
                  </a:lnTo>
                  <a:lnTo>
                    <a:pt x="17295" y="53323"/>
                  </a:lnTo>
                  <a:lnTo>
                    <a:pt x="17907" y="53611"/>
                  </a:lnTo>
                  <a:lnTo>
                    <a:pt x="18518" y="53862"/>
                  </a:lnTo>
                  <a:lnTo>
                    <a:pt x="19129" y="54042"/>
                  </a:lnTo>
                  <a:lnTo>
                    <a:pt x="19740" y="54186"/>
                  </a:lnTo>
                  <a:lnTo>
                    <a:pt x="20316" y="54258"/>
                  </a:lnTo>
                  <a:lnTo>
                    <a:pt x="20855" y="54294"/>
                  </a:lnTo>
                  <a:lnTo>
                    <a:pt x="21394" y="54294"/>
                  </a:lnTo>
                  <a:lnTo>
                    <a:pt x="21898" y="54258"/>
                  </a:lnTo>
                  <a:lnTo>
                    <a:pt x="22365" y="54186"/>
                  </a:lnTo>
                  <a:lnTo>
                    <a:pt x="23120" y="54042"/>
                  </a:lnTo>
                  <a:lnTo>
                    <a:pt x="23624" y="53898"/>
                  </a:lnTo>
                  <a:lnTo>
                    <a:pt x="23911" y="53790"/>
                  </a:lnTo>
                  <a:lnTo>
                    <a:pt x="24163" y="53647"/>
                  </a:lnTo>
                  <a:lnTo>
                    <a:pt x="24415" y="53431"/>
                  </a:lnTo>
                  <a:lnTo>
                    <a:pt x="24666" y="53215"/>
                  </a:lnTo>
                  <a:lnTo>
                    <a:pt x="24918" y="52963"/>
                  </a:lnTo>
                  <a:lnTo>
                    <a:pt x="25170" y="52676"/>
                  </a:lnTo>
                  <a:lnTo>
                    <a:pt x="25673" y="51993"/>
                  </a:lnTo>
                  <a:lnTo>
                    <a:pt x="26140" y="51202"/>
                  </a:lnTo>
                  <a:lnTo>
                    <a:pt x="26608" y="50303"/>
                  </a:lnTo>
                  <a:lnTo>
                    <a:pt x="27075" y="49296"/>
                  </a:lnTo>
                  <a:lnTo>
                    <a:pt x="27507" y="48181"/>
                  </a:lnTo>
                  <a:lnTo>
                    <a:pt x="27938" y="46995"/>
                  </a:lnTo>
                  <a:lnTo>
                    <a:pt x="28370" y="45700"/>
                  </a:lnTo>
                  <a:lnTo>
                    <a:pt x="28765" y="44334"/>
                  </a:lnTo>
                  <a:lnTo>
                    <a:pt x="29161" y="42896"/>
                  </a:lnTo>
                  <a:lnTo>
                    <a:pt x="29556" y="41386"/>
                  </a:lnTo>
                  <a:lnTo>
                    <a:pt x="29916" y="39804"/>
                  </a:lnTo>
                  <a:lnTo>
                    <a:pt x="30635" y="36496"/>
                  </a:lnTo>
                  <a:lnTo>
                    <a:pt x="31282" y="33044"/>
                  </a:lnTo>
                  <a:lnTo>
                    <a:pt x="31929" y="29484"/>
                  </a:lnTo>
                  <a:lnTo>
                    <a:pt x="32505" y="25853"/>
                  </a:lnTo>
                  <a:lnTo>
                    <a:pt x="33044" y="22221"/>
                  </a:lnTo>
                  <a:lnTo>
                    <a:pt x="33583" y="18662"/>
                  </a:lnTo>
                  <a:lnTo>
                    <a:pt x="34051" y="15174"/>
                  </a:lnTo>
                  <a:lnTo>
                    <a:pt x="34878" y="8702"/>
                  </a:lnTo>
                  <a:lnTo>
                    <a:pt x="34986" y="7551"/>
                  </a:lnTo>
                  <a:lnTo>
                    <a:pt x="35057" y="6365"/>
                  </a:lnTo>
                  <a:lnTo>
                    <a:pt x="35057" y="5214"/>
                  </a:lnTo>
                  <a:lnTo>
                    <a:pt x="34986" y="4064"/>
                  </a:lnTo>
                  <a:lnTo>
                    <a:pt x="34878" y="3021"/>
                  </a:lnTo>
                  <a:lnTo>
                    <a:pt x="34770" y="2518"/>
                  </a:lnTo>
                  <a:lnTo>
                    <a:pt x="34698" y="2050"/>
                  </a:lnTo>
                  <a:lnTo>
                    <a:pt x="34554" y="1619"/>
                  </a:lnTo>
                  <a:lnTo>
                    <a:pt x="34446" y="1259"/>
                  </a:lnTo>
                  <a:lnTo>
                    <a:pt x="34266" y="900"/>
                  </a:lnTo>
                  <a:lnTo>
                    <a:pt x="34087" y="612"/>
                  </a:lnTo>
                  <a:lnTo>
                    <a:pt x="33907" y="360"/>
                  </a:lnTo>
                  <a:lnTo>
                    <a:pt x="33691" y="180"/>
                  </a:lnTo>
                  <a:lnTo>
                    <a:pt x="33475" y="37"/>
                  </a:lnTo>
                  <a:lnTo>
                    <a:pt x="33224" y="1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2858050" y="1874100"/>
              <a:ext cx="568125" cy="695775"/>
            </a:xfrm>
            <a:custGeom>
              <a:avLst/>
              <a:gdLst/>
              <a:ahLst/>
              <a:cxnLst/>
              <a:rect l="l" t="t" r="r" b="b"/>
              <a:pathLst>
                <a:path w="22725" h="27831" extrusionOk="0">
                  <a:moveTo>
                    <a:pt x="11471" y="0"/>
                  </a:moveTo>
                  <a:lnTo>
                    <a:pt x="11039" y="72"/>
                  </a:lnTo>
                  <a:lnTo>
                    <a:pt x="10572" y="216"/>
                  </a:lnTo>
                  <a:lnTo>
                    <a:pt x="10104" y="432"/>
                  </a:lnTo>
                  <a:lnTo>
                    <a:pt x="9601" y="720"/>
                  </a:lnTo>
                  <a:lnTo>
                    <a:pt x="9098" y="1115"/>
                  </a:lnTo>
                  <a:lnTo>
                    <a:pt x="8558" y="1547"/>
                  </a:lnTo>
                  <a:lnTo>
                    <a:pt x="8019" y="2014"/>
                  </a:lnTo>
                  <a:lnTo>
                    <a:pt x="7480" y="2553"/>
                  </a:lnTo>
                  <a:lnTo>
                    <a:pt x="6904" y="3165"/>
                  </a:lnTo>
                  <a:lnTo>
                    <a:pt x="6365" y="3776"/>
                  </a:lnTo>
                  <a:lnTo>
                    <a:pt x="5790" y="4459"/>
                  </a:lnTo>
                  <a:lnTo>
                    <a:pt x="5250" y="5142"/>
                  </a:lnTo>
                  <a:lnTo>
                    <a:pt x="4711" y="5897"/>
                  </a:lnTo>
                  <a:lnTo>
                    <a:pt x="4208" y="6616"/>
                  </a:lnTo>
                  <a:lnTo>
                    <a:pt x="3668" y="7407"/>
                  </a:lnTo>
                  <a:lnTo>
                    <a:pt x="3201" y="8162"/>
                  </a:lnTo>
                  <a:lnTo>
                    <a:pt x="2734" y="8953"/>
                  </a:lnTo>
                  <a:lnTo>
                    <a:pt x="2266" y="9744"/>
                  </a:lnTo>
                  <a:lnTo>
                    <a:pt x="1871" y="10500"/>
                  </a:lnTo>
                  <a:lnTo>
                    <a:pt x="1475" y="11291"/>
                  </a:lnTo>
                  <a:lnTo>
                    <a:pt x="1151" y="12046"/>
                  </a:lnTo>
                  <a:lnTo>
                    <a:pt x="828" y="12765"/>
                  </a:lnTo>
                  <a:lnTo>
                    <a:pt x="576" y="13484"/>
                  </a:lnTo>
                  <a:lnTo>
                    <a:pt x="360" y="14167"/>
                  </a:lnTo>
                  <a:lnTo>
                    <a:pt x="181" y="14814"/>
                  </a:lnTo>
                  <a:lnTo>
                    <a:pt x="73" y="15389"/>
                  </a:lnTo>
                  <a:lnTo>
                    <a:pt x="1" y="15965"/>
                  </a:lnTo>
                  <a:lnTo>
                    <a:pt x="1" y="16468"/>
                  </a:lnTo>
                  <a:lnTo>
                    <a:pt x="73" y="16900"/>
                  </a:lnTo>
                  <a:lnTo>
                    <a:pt x="181" y="17295"/>
                  </a:lnTo>
                  <a:lnTo>
                    <a:pt x="576" y="17978"/>
                  </a:lnTo>
                  <a:lnTo>
                    <a:pt x="1008" y="18733"/>
                  </a:lnTo>
                  <a:lnTo>
                    <a:pt x="1583" y="19524"/>
                  </a:lnTo>
                  <a:lnTo>
                    <a:pt x="2194" y="20315"/>
                  </a:lnTo>
                  <a:lnTo>
                    <a:pt x="2877" y="21142"/>
                  </a:lnTo>
                  <a:lnTo>
                    <a:pt x="3561" y="21969"/>
                  </a:lnTo>
                  <a:lnTo>
                    <a:pt x="4316" y="22760"/>
                  </a:lnTo>
                  <a:lnTo>
                    <a:pt x="5071" y="23551"/>
                  </a:lnTo>
                  <a:lnTo>
                    <a:pt x="5862" y="24342"/>
                  </a:lnTo>
                  <a:lnTo>
                    <a:pt x="6617" y="25026"/>
                  </a:lnTo>
                  <a:lnTo>
                    <a:pt x="7372" y="25709"/>
                  </a:lnTo>
                  <a:lnTo>
                    <a:pt x="8055" y="26284"/>
                  </a:lnTo>
                  <a:lnTo>
                    <a:pt x="8738" y="26823"/>
                  </a:lnTo>
                  <a:lnTo>
                    <a:pt x="9313" y="27255"/>
                  </a:lnTo>
                  <a:lnTo>
                    <a:pt x="9853" y="27578"/>
                  </a:lnTo>
                  <a:lnTo>
                    <a:pt x="10284" y="27794"/>
                  </a:lnTo>
                  <a:lnTo>
                    <a:pt x="10500" y="27830"/>
                  </a:lnTo>
                  <a:lnTo>
                    <a:pt x="10788" y="27830"/>
                  </a:lnTo>
                  <a:lnTo>
                    <a:pt x="11075" y="27758"/>
                  </a:lnTo>
                  <a:lnTo>
                    <a:pt x="11435" y="27650"/>
                  </a:lnTo>
                  <a:lnTo>
                    <a:pt x="11830" y="27471"/>
                  </a:lnTo>
                  <a:lnTo>
                    <a:pt x="12226" y="27219"/>
                  </a:lnTo>
                  <a:lnTo>
                    <a:pt x="13161" y="26644"/>
                  </a:lnTo>
                  <a:lnTo>
                    <a:pt x="14132" y="25889"/>
                  </a:lnTo>
                  <a:lnTo>
                    <a:pt x="15210" y="25026"/>
                  </a:lnTo>
                  <a:lnTo>
                    <a:pt x="16289" y="24091"/>
                  </a:lnTo>
                  <a:lnTo>
                    <a:pt x="17403" y="23084"/>
                  </a:lnTo>
                  <a:lnTo>
                    <a:pt x="18446" y="22005"/>
                  </a:lnTo>
                  <a:lnTo>
                    <a:pt x="19453" y="20927"/>
                  </a:lnTo>
                  <a:lnTo>
                    <a:pt x="20388" y="19884"/>
                  </a:lnTo>
                  <a:lnTo>
                    <a:pt x="21179" y="18913"/>
                  </a:lnTo>
                  <a:lnTo>
                    <a:pt x="21862" y="17978"/>
                  </a:lnTo>
                  <a:lnTo>
                    <a:pt x="22114" y="17547"/>
                  </a:lnTo>
                  <a:lnTo>
                    <a:pt x="22365" y="17151"/>
                  </a:lnTo>
                  <a:lnTo>
                    <a:pt x="22509" y="16792"/>
                  </a:lnTo>
                  <a:lnTo>
                    <a:pt x="22653" y="16468"/>
                  </a:lnTo>
                  <a:lnTo>
                    <a:pt x="22725" y="16181"/>
                  </a:lnTo>
                  <a:lnTo>
                    <a:pt x="22725" y="15965"/>
                  </a:lnTo>
                  <a:lnTo>
                    <a:pt x="22689" y="15713"/>
                  </a:lnTo>
                  <a:lnTo>
                    <a:pt x="22581" y="15425"/>
                  </a:lnTo>
                  <a:lnTo>
                    <a:pt x="22329" y="14670"/>
                  </a:lnTo>
                  <a:lnTo>
                    <a:pt x="21970" y="13807"/>
                  </a:lnTo>
                  <a:lnTo>
                    <a:pt x="21466" y="12765"/>
                  </a:lnTo>
                  <a:lnTo>
                    <a:pt x="20891" y="11614"/>
                  </a:lnTo>
                  <a:lnTo>
                    <a:pt x="20244" y="10428"/>
                  </a:lnTo>
                  <a:lnTo>
                    <a:pt x="19489" y="9133"/>
                  </a:lnTo>
                  <a:lnTo>
                    <a:pt x="18734" y="7875"/>
                  </a:lnTo>
                  <a:lnTo>
                    <a:pt x="17907" y="6580"/>
                  </a:lnTo>
                  <a:lnTo>
                    <a:pt x="17044" y="5322"/>
                  </a:lnTo>
                  <a:lnTo>
                    <a:pt x="16181" y="4135"/>
                  </a:lnTo>
                  <a:lnTo>
                    <a:pt x="15354" y="3057"/>
                  </a:lnTo>
                  <a:lnTo>
                    <a:pt x="14491" y="2086"/>
                  </a:lnTo>
                  <a:lnTo>
                    <a:pt x="14096" y="1618"/>
                  </a:lnTo>
                  <a:lnTo>
                    <a:pt x="13700" y="1223"/>
                  </a:lnTo>
                  <a:lnTo>
                    <a:pt x="13305" y="899"/>
                  </a:lnTo>
                  <a:lnTo>
                    <a:pt x="12909" y="576"/>
                  </a:lnTo>
                  <a:lnTo>
                    <a:pt x="12549" y="324"/>
                  </a:lnTo>
                  <a:lnTo>
                    <a:pt x="12226" y="144"/>
                  </a:lnTo>
                  <a:lnTo>
                    <a:pt x="12046" y="72"/>
                  </a:lnTo>
                  <a:lnTo>
                    <a:pt x="11866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2858050" y="1874100"/>
              <a:ext cx="568125" cy="695775"/>
            </a:xfrm>
            <a:custGeom>
              <a:avLst/>
              <a:gdLst/>
              <a:ahLst/>
              <a:cxnLst/>
              <a:rect l="l" t="t" r="r" b="b"/>
              <a:pathLst>
                <a:path w="22725" h="27831" fill="none" extrusionOk="0">
                  <a:moveTo>
                    <a:pt x="181" y="17295"/>
                  </a:moveTo>
                  <a:lnTo>
                    <a:pt x="181" y="17295"/>
                  </a:lnTo>
                  <a:lnTo>
                    <a:pt x="576" y="17978"/>
                  </a:lnTo>
                  <a:lnTo>
                    <a:pt x="1008" y="18733"/>
                  </a:lnTo>
                  <a:lnTo>
                    <a:pt x="1583" y="19524"/>
                  </a:lnTo>
                  <a:lnTo>
                    <a:pt x="2194" y="20315"/>
                  </a:lnTo>
                  <a:lnTo>
                    <a:pt x="2877" y="21142"/>
                  </a:lnTo>
                  <a:lnTo>
                    <a:pt x="3561" y="21969"/>
                  </a:lnTo>
                  <a:lnTo>
                    <a:pt x="4316" y="22760"/>
                  </a:lnTo>
                  <a:lnTo>
                    <a:pt x="5071" y="23551"/>
                  </a:lnTo>
                  <a:lnTo>
                    <a:pt x="5862" y="24342"/>
                  </a:lnTo>
                  <a:lnTo>
                    <a:pt x="6617" y="25026"/>
                  </a:lnTo>
                  <a:lnTo>
                    <a:pt x="7372" y="25709"/>
                  </a:lnTo>
                  <a:lnTo>
                    <a:pt x="8055" y="26284"/>
                  </a:lnTo>
                  <a:lnTo>
                    <a:pt x="8738" y="26823"/>
                  </a:lnTo>
                  <a:lnTo>
                    <a:pt x="9313" y="27255"/>
                  </a:lnTo>
                  <a:lnTo>
                    <a:pt x="9853" y="27578"/>
                  </a:lnTo>
                  <a:lnTo>
                    <a:pt x="10284" y="27794"/>
                  </a:lnTo>
                  <a:lnTo>
                    <a:pt x="10284" y="27794"/>
                  </a:lnTo>
                  <a:lnTo>
                    <a:pt x="10500" y="27830"/>
                  </a:lnTo>
                  <a:lnTo>
                    <a:pt x="10788" y="27830"/>
                  </a:lnTo>
                  <a:lnTo>
                    <a:pt x="11075" y="27758"/>
                  </a:lnTo>
                  <a:lnTo>
                    <a:pt x="11435" y="27650"/>
                  </a:lnTo>
                  <a:lnTo>
                    <a:pt x="11830" y="27471"/>
                  </a:lnTo>
                  <a:lnTo>
                    <a:pt x="12226" y="27219"/>
                  </a:lnTo>
                  <a:lnTo>
                    <a:pt x="13161" y="26644"/>
                  </a:lnTo>
                  <a:lnTo>
                    <a:pt x="14132" y="25889"/>
                  </a:lnTo>
                  <a:lnTo>
                    <a:pt x="15210" y="25026"/>
                  </a:lnTo>
                  <a:lnTo>
                    <a:pt x="16289" y="24091"/>
                  </a:lnTo>
                  <a:lnTo>
                    <a:pt x="17403" y="23084"/>
                  </a:lnTo>
                  <a:lnTo>
                    <a:pt x="18446" y="22005"/>
                  </a:lnTo>
                  <a:lnTo>
                    <a:pt x="19453" y="20927"/>
                  </a:lnTo>
                  <a:lnTo>
                    <a:pt x="20388" y="19884"/>
                  </a:lnTo>
                  <a:lnTo>
                    <a:pt x="21179" y="18913"/>
                  </a:lnTo>
                  <a:lnTo>
                    <a:pt x="21862" y="17978"/>
                  </a:lnTo>
                  <a:lnTo>
                    <a:pt x="22114" y="17547"/>
                  </a:lnTo>
                  <a:lnTo>
                    <a:pt x="22365" y="17151"/>
                  </a:lnTo>
                  <a:lnTo>
                    <a:pt x="22509" y="16792"/>
                  </a:lnTo>
                  <a:lnTo>
                    <a:pt x="22653" y="16468"/>
                  </a:lnTo>
                  <a:lnTo>
                    <a:pt x="22725" y="16181"/>
                  </a:lnTo>
                  <a:lnTo>
                    <a:pt x="22725" y="15965"/>
                  </a:lnTo>
                  <a:lnTo>
                    <a:pt x="22725" y="15965"/>
                  </a:lnTo>
                  <a:lnTo>
                    <a:pt x="22689" y="15713"/>
                  </a:lnTo>
                  <a:lnTo>
                    <a:pt x="22581" y="15425"/>
                  </a:lnTo>
                  <a:lnTo>
                    <a:pt x="22329" y="14670"/>
                  </a:lnTo>
                  <a:lnTo>
                    <a:pt x="21970" y="13807"/>
                  </a:lnTo>
                  <a:lnTo>
                    <a:pt x="21466" y="12765"/>
                  </a:lnTo>
                  <a:lnTo>
                    <a:pt x="20891" y="11614"/>
                  </a:lnTo>
                  <a:lnTo>
                    <a:pt x="20244" y="10428"/>
                  </a:lnTo>
                  <a:lnTo>
                    <a:pt x="19489" y="9133"/>
                  </a:lnTo>
                  <a:lnTo>
                    <a:pt x="18734" y="7875"/>
                  </a:lnTo>
                  <a:lnTo>
                    <a:pt x="17907" y="6580"/>
                  </a:lnTo>
                  <a:lnTo>
                    <a:pt x="17044" y="5322"/>
                  </a:lnTo>
                  <a:lnTo>
                    <a:pt x="16181" y="4135"/>
                  </a:lnTo>
                  <a:lnTo>
                    <a:pt x="15354" y="3057"/>
                  </a:lnTo>
                  <a:lnTo>
                    <a:pt x="14491" y="2086"/>
                  </a:lnTo>
                  <a:lnTo>
                    <a:pt x="14096" y="1618"/>
                  </a:lnTo>
                  <a:lnTo>
                    <a:pt x="13700" y="1223"/>
                  </a:lnTo>
                  <a:lnTo>
                    <a:pt x="13305" y="899"/>
                  </a:lnTo>
                  <a:lnTo>
                    <a:pt x="12909" y="576"/>
                  </a:lnTo>
                  <a:lnTo>
                    <a:pt x="12549" y="324"/>
                  </a:lnTo>
                  <a:lnTo>
                    <a:pt x="12226" y="144"/>
                  </a:lnTo>
                  <a:lnTo>
                    <a:pt x="12226" y="144"/>
                  </a:lnTo>
                  <a:lnTo>
                    <a:pt x="12046" y="72"/>
                  </a:lnTo>
                  <a:lnTo>
                    <a:pt x="11866" y="0"/>
                  </a:lnTo>
                  <a:lnTo>
                    <a:pt x="11651" y="0"/>
                  </a:lnTo>
                  <a:lnTo>
                    <a:pt x="11471" y="0"/>
                  </a:lnTo>
                  <a:lnTo>
                    <a:pt x="11039" y="72"/>
                  </a:lnTo>
                  <a:lnTo>
                    <a:pt x="10572" y="216"/>
                  </a:lnTo>
                  <a:lnTo>
                    <a:pt x="10104" y="432"/>
                  </a:lnTo>
                  <a:lnTo>
                    <a:pt x="9601" y="720"/>
                  </a:lnTo>
                  <a:lnTo>
                    <a:pt x="9098" y="1115"/>
                  </a:lnTo>
                  <a:lnTo>
                    <a:pt x="8558" y="1547"/>
                  </a:lnTo>
                  <a:lnTo>
                    <a:pt x="8019" y="2014"/>
                  </a:lnTo>
                  <a:lnTo>
                    <a:pt x="7480" y="2553"/>
                  </a:lnTo>
                  <a:lnTo>
                    <a:pt x="6904" y="3165"/>
                  </a:lnTo>
                  <a:lnTo>
                    <a:pt x="6365" y="3776"/>
                  </a:lnTo>
                  <a:lnTo>
                    <a:pt x="5790" y="4459"/>
                  </a:lnTo>
                  <a:lnTo>
                    <a:pt x="5250" y="5142"/>
                  </a:lnTo>
                  <a:lnTo>
                    <a:pt x="4711" y="5897"/>
                  </a:lnTo>
                  <a:lnTo>
                    <a:pt x="4208" y="6616"/>
                  </a:lnTo>
                  <a:lnTo>
                    <a:pt x="3668" y="7407"/>
                  </a:lnTo>
                  <a:lnTo>
                    <a:pt x="3201" y="8162"/>
                  </a:lnTo>
                  <a:lnTo>
                    <a:pt x="2734" y="8953"/>
                  </a:lnTo>
                  <a:lnTo>
                    <a:pt x="2266" y="9744"/>
                  </a:lnTo>
                  <a:lnTo>
                    <a:pt x="1871" y="10500"/>
                  </a:lnTo>
                  <a:lnTo>
                    <a:pt x="1475" y="11291"/>
                  </a:lnTo>
                  <a:lnTo>
                    <a:pt x="1151" y="12046"/>
                  </a:lnTo>
                  <a:lnTo>
                    <a:pt x="828" y="12765"/>
                  </a:lnTo>
                  <a:lnTo>
                    <a:pt x="576" y="13484"/>
                  </a:lnTo>
                  <a:lnTo>
                    <a:pt x="360" y="14167"/>
                  </a:lnTo>
                  <a:lnTo>
                    <a:pt x="181" y="14814"/>
                  </a:lnTo>
                  <a:lnTo>
                    <a:pt x="73" y="15389"/>
                  </a:lnTo>
                  <a:lnTo>
                    <a:pt x="1" y="15965"/>
                  </a:lnTo>
                  <a:lnTo>
                    <a:pt x="1" y="16468"/>
                  </a:lnTo>
                  <a:lnTo>
                    <a:pt x="73" y="16900"/>
                  </a:lnTo>
                  <a:lnTo>
                    <a:pt x="181" y="1729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3227500" y="1734775"/>
              <a:ext cx="247225" cy="508800"/>
            </a:xfrm>
            <a:custGeom>
              <a:avLst/>
              <a:gdLst/>
              <a:ahLst/>
              <a:cxnLst/>
              <a:rect l="l" t="t" r="r" b="b"/>
              <a:pathLst>
                <a:path w="9889" h="20352" extrusionOk="0">
                  <a:moveTo>
                    <a:pt x="8306" y="0"/>
                  </a:moveTo>
                  <a:lnTo>
                    <a:pt x="7911" y="72"/>
                  </a:lnTo>
                  <a:lnTo>
                    <a:pt x="7515" y="216"/>
                  </a:lnTo>
                  <a:lnTo>
                    <a:pt x="7120" y="432"/>
                  </a:lnTo>
                  <a:lnTo>
                    <a:pt x="6760" y="719"/>
                  </a:lnTo>
                  <a:lnTo>
                    <a:pt x="6365" y="1043"/>
                  </a:lnTo>
                  <a:lnTo>
                    <a:pt x="5969" y="1439"/>
                  </a:lnTo>
                  <a:lnTo>
                    <a:pt x="5574" y="1870"/>
                  </a:lnTo>
                  <a:lnTo>
                    <a:pt x="5214" y="2301"/>
                  </a:lnTo>
                  <a:lnTo>
                    <a:pt x="4855" y="2805"/>
                  </a:lnTo>
                  <a:lnTo>
                    <a:pt x="4459" y="3344"/>
                  </a:lnTo>
                  <a:lnTo>
                    <a:pt x="3776" y="4459"/>
                  </a:lnTo>
                  <a:lnTo>
                    <a:pt x="3093" y="5645"/>
                  </a:lnTo>
                  <a:lnTo>
                    <a:pt x="2482" y="6832"/>
                  </a:lnTo>
                  <a:lnTo>
                    <a:pt x="1906" y="8018"/>
                  </a:lnTo>
                  <a:lnTo>
                    <a:pt x="1403" y="9133"/>
                  </a:lnTo>
                  <a:lnTo>
                    <a:pt x="1007" y="10104"/>
                  </a:lnTo>
                  <a:lnTo>
                    <a:pt x="396" y="11614"/>
                  </a:lnTo>
                  <a:lnTo>
                    <a:pt x="180" y="12189"/>
                  </a:lnTo>
                  <a:lnTo>
                    <a:pt x="109" y="12441"/>
                  </a:lnTo>
                  <a:lnTo>
                    <a:pt x="37" y="13196"/>
                  </a:lnTo>
                  <a:lnTo>
                    <a:pt x="1" y="13699"/>
                  </a:lnTo>
                  <a:lnTo>
                    <a:pt x="1" y="14239"/>
                  </a:lnTo>
                  <a:lnTo>
                    <a:pt x="1" y="14850"/>
                  </a:lnTo>
                  <a:lnTo>
                    <a:pt x="73" y="15497"/>
                  </a:lnTo>
                  <a:lnTo>
                    <a:pt x="145" y="16180"/>
                  </a:lnTo>
                  <a:lnTo>
                    <a:pt x="288" y="16864"/>
                  </a:lnTo>
                  <a:lnTo>
                    <a:pt x="504" y="17511"/>
                  </a:lnTo>
                  <a:lnTo>
                    <a:pt x="648" y="17834"/>
                  </a:lnTo>
                  <a:lnTo>
                    <a:pt x="792" y="18122"/>
                  </a:lnTo>
                  <a:lnTo>
                    <a:pt x="972" y="18446"/>
                  </a:lnTo>
                  <a:lnTo>
                    <a:pt x="1151" y="18733"/>
                  </a:lnTo>
                  <a:lnTo>
                    <a:pt x="1367" y="18985"/>
                  </a:lnTo>
                  <a:lnTo>
                    <a:pt x="1619" y="19237"/>
                  </a:lnTo>
                  <a:lnTo>
                    <a:pt x="1906" y="19488"/>
                  </a:lnTo>
                  <a:lnTo>
                    <a:pt x="2194" y="19704"/>
                  </a:lnTo>
                  <a:lnTo>
                    <a:pt x="2518" y="19884"/>
                  </a:lnTo>
                  <a:lnTo>
                    <a:pt x="2841" y="20064"/>
                  </a:lnTo>
                  <a:lnTo>
                    <a:pt x="3417" y="20243"/>
                  </a:lnTo>
                  <a:lnTo>
                    <a:pt x="3992" y="20351"/>
                  </a:lnTo>
                  <a:lnTo>
                    <a:pt x="4531" y="20351"/>
                  </a:lnTo>
                  <a:lnTo>
                    <a:pt x="5106" y="20315"/>
                  </a:lnTo>
                  <a:lnTo>
                    <a:pt x="5682" y="20171"/>
                  </a:lnTo>
                  <a:lnTo>
                    <a:pt x="6185" y="19956"/>
                  </a:lnTo>
                  <a:lnTo>
                    <a:pt x="6688" y="19704"/>
                  </a:lnTo>
                  <a:lnTo>
                    <a:pt x="7156" y="19344"/>
                  </a:lnTo>
                  <a:lnTo>
                    <a:pt x="7120" y="18446"/>
                  </a:lnTo>
                  <a:lnTo>
                    <a:pt x="7120" y="17475"/>
                  </a:lnTo>
                  <a:lnTo>
                    <a:pt x="7156" y="16216"/>
                  </a:lnTo>
                  <a:lnTo>
                    <a:pt x="7228" y="14742"/>
                  </a:lnTo>
                  <a:lnTo>
                    <a:pt x="7408" y="13124"/>
                  </a:lnTo>
                  <a:lnTo>
                    <a:pt x="7515" y="12297"/>
                  </a:lnTo>
                  <a:lnTo>
                    <a:pt x="7659" y="11434"/>
                  </a:lnTo>
                  <a:lnTo>
                    <a:pt x="7839" y="10607"/>
                  </a:lnTo>
                  <a:lnTo>
                    <a:pt x="8055" y="9780"/>
                  </a:lnTo>
                  <a:lnTo>
                    <a:pt x="8918" y="6796"/>
                  </a:lnTo>
                  <a:lnTo>
                    <a:pt x="9349" y="5250"/>
                  </a:lnTo>
                  <a:lnTo>
                    <a:pt x="9529" y="4495"/>
                  </a:lnTo>
                  <a:lnTo>
                    <a:pt x="9673" y="3776"/>
                  </a:lnTo>
                  <a:lnTo>
                    <a:pt x="9781" y="3092"/>
                  </a:lnTo>
                  <a:lnTo>
                    <a:pt x="9889" y="2445"/>
                  </a:lnTo>
                  <a:lnTo>
                    <a:pt x="9889" y="1870"/>
                  </a:lnTo>
                  <a:lnTo>
                    <a:pt x="9889" y="1331"/>
                  </a:lnTo>
                  <a:lnTo>
                    <a:pt x="9781" y="899"/>
                  </a:lnTo>
                  <a:lnTo>
                    <a:pt x="9709" y="719"/>
                  </a:lnTo>
                  <a:lnTo>
                    <a:pt x="9637" y="540"/>
                  </a:lnTo>
                  <a:lnTo>
                    <a:pt x="9529" y="396"/>
                  </a:lnTo>
                  <a:lnTo>
                    <a:pt x="9385" y="252"/>
                  </a:lnTo>
                  <a:lnTo>
                    <a:pt x="9241" y="144"/>
                  </a:lnTo>
                  <a:lnTo>
                    <a:pt x="9062" y="72"/>
                  </a:lnTo>
                  <a:lnTo>
                    <a:pt x="8666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3227500" y="1734775"/>
              <a:ext cx="247225" cy="508800"/>
            </a:xfrm>
            <a:custGeom>
              <a:avLst/>
              <a:gdLst/>
              <a:ahLst/>
              <a:cxnLst/>
              <a:rect l="l" t="t" r="r" b="b"/>
              <a:pathLst>
                <a:path w="9889" h="20352" fill="none" extrusionOk="0">
                  <a:moveTo>
                    <a:pt x="7156" y="19344"/>
                  </a:moveTo>
                  <a:lnTo>
                    <a:pt x="7156" y="19344"/>
                  </a:lnTo>
                  <a:lnTo>
                    <a:pt x="7120" y="18446"/>
                  </a:lnTo>
                  <a:lnTo>
                    <a:pt x="7120" y="17475"/>
                  </a:lnTo>
                  <a:lnTo>
                    <a:pt x="7156" y="16216"/>
                  </a:lnTo>
                  <a:lnTo>
                    <a:pt x="7228" y="14742"/>
                  </a:lnTo>
                  <a:lnTo>
                    <a:pt x="7408" y="13124"/>
                  </a:lnTo>
                  <a:lnTo>
                    <a:pt x="7515" y="12297"/>
                  </a:lnTo>
                  <a:lnTo>
                    <a:pt x="7659" y="11434"/>
                  </a:lnTo>
                  <a:lnTo>
                    <a:pt x="7839" y="10607"/>
                  </a:lnTo>
                  <a:lnTo>
                    <a:pt x="8055" y="9780"/>
                  </a:lnTo>
                  <a:lnTo>
                    <a:pt x="8055" y="9780"/>
                  </a:lnTo>
                  <a:lnTo>
                    <a:pt x="8918" y="6796"/>
                  </a:lnTo>
                  <a:lnTo>
                    <a:pt x="9349" y="5250"/>
                  </a:lnTo>
                  <a:lnTo>
                    <a:pt x="9529" y="4495"/>
                  </a:lnTo>
                  <a:lnTo>
                    <a:pt x="9673" y="3776"/>
                  </a:lnTo>
                  <a:lnTo>
                    <a:pt x="9781" y="3092"/>
                  </a:lnTo>
                  <a:lnTo>
                    <a:pt x="9889" y="2445"/>
                  </a:lnTo>
                  <a:lnTo>
                    <a:pt x="9889" y="1870"/>
                  </a:lnTo>
                  <a:lnTo>
                    <a:pt x="9889" y="1331"/>
                  </a:lnTo>
                  <a:lnTo>
                    <a:pt x="9781" y="899"/>
                  </a:lnTo>
                  <a:lnTo>
                    <a:pt x="9709" y="719"/>
                  </a:lnTo>
                  <a:lnTo>
                    <a:pt x="9637" y="540"/>
                  </a:lnTo>
                  <a:lnTo>
                    <a:pt x="9529" y="396"/>
                  </a:lnTo>
                  <a:lnTo>
                    <a:pt x="9385" y="252"/>
                  </a:lnTo>
                  <a:lnTo>
                    <a:pt x="9241" y="144"/>
                  </a:lnTo>
                  <a:lnTo>
                    <a:pt x="9062" y="72"/>
                  </a:lnTo>
                  <a:lnTo>
                    <a:pt x="9062" y="72"/>
                  </a:lnTo>
                  <a:lnTo>
                    <a:pt x="8666" y="0"/>
                  </a:lnTo>
                  <a:lnTo>
                    <a:pt x="8306" y="0"/>
                  </a:lnTo>
                  <a:lnTo>
                    <a:pt x="7911" y="72"/>
                  </a:lnTo>
                  <a:lnTo>
                    <a:pt x="7515" y="216"/>
                  </a:lnTo>
                  <a:lnTo>
                    <a:pt x="7120" y="432"/>
                  </a:lnTo>
                  <a:lnTo>
                    <a:pt x="6760" y="719"/>
                  </a:lnTo>
                  <a:lnTo>
                    <a:pt x="6365" y="1043"/>
                  </a:lnTo>
                  <a:lnTo>
                    <a:pt x="5969" y="1439"/>
                  </a:lnTo>
                  <a:lnTo>
                    <a:pt x="5574" y="1870"/>
                  </a:lnTo>
                  <a:lnTo>
                    <a:pt x="5214" y="2301"/>
                  </a:lnTo>
                  <a:lnTo>
                    <a:pt x="4855" y="2805"/>
                  </a:lnTo>
                  <a:lnTo>
                    <a:pt x="4459" y="3344"/>
                  </a:lnTo>
                  <a:lnTo>
                    <a:pt x="3776" y="4459"/>
                  </a:lnTo>
                  <a:lnTo>
                    <a:pt x="3093" y="5645"/>
                  </a:lnTo>
                  <a:lnTo>
                    <a:pt x="2482" y="6832"/>
                  </a:lnTo>
                  <a:lnTo>
                    <a:pt x="1906" y="8018"/>
                  </a:lnTo>
                  <a:lnTo>
                    <a:pt x="1403" y="9133"/>
                  </a:lnTo>
                  <a:lnTo>
                    <a:pt x="1007" y="10104"/>
                  </a:lnTo>
                  <a:lnTo>
                    <a:pt x="396" y="11614"/>
                  </a:lnTo>
                  <a:lnTo>
                    <a:pt x="180" y="12189"/>
                  </a:lnTo>
                  <a:lnTo>
                    <a:pt x="180" y="12189"/>
                  </a:lnTo>
                  <a:lnTo>
                    <a:pt x="109" y="12441"/>
                  </a:lnTo>
                  <a:lnTo>
                    <a:pt x="37" y="13196"/>
                  </a:lnTo>
                  <a:lnTo>
                    <a:pt x="1" y="13699"/>
                  </a:lnTo>
                  <a:lnTo>
                    <a:pt x="1" y="14239"/>
                  </a:lnTo>
                  <a:lnTo>
                    <a:pt x="1" y="14850"/>
                  </a:lnTo>
                  <a:lnTo>
                    <a:pt x="73" y="15497"/>
                  </a:lnTo>
                  <a:lnTo>
                    <a:pt x="145" y="16180"/>
                  </a:lnTo>
                  <a:lnTo>
                    <a:pt x="288" y="16864"/>
                  </a:lnTo>
                  <a:lnTo>
                    <a:pt x="504" y="17511"/>
                  </a:lnTo>
                  <a:lnTo>
                    <a:pt x="648" y="17834"/>
                  </a:lnTo>
                  <a:lnTo>
                    <a:pt x="792" y="18122"/>
                  </a:lnTo>
                  <a:lnTo>
                    <a:pt x="972" y="18446"/>
                  </a:lnTo>
                  <a:lnTo>
                    <a:pt x="1151" y="18733"/>
                  </a:lnTo>
                  <a:lnTo>
                    <a:pt x="1367" y="18985"/>
                  </a:lnTo>
                  <a:lnTo>
                    <a:pt x="1619" y="19237"/>
                  </a:lnTo>
                  <a:lnTo>
                    <a:pt x="1906" y="19488"/>
                  </a:lnTo>
                  <a:lnTo>
                    <a:pt x="2194" y="19704"/>
                  </a:lnTo>
                  <a:lnTo>
                    <a:pt x="2518" y="19884"/>
                  </a:lnTo>
                  <a:lnTo>
                    <a:pt x="2841" y="20064"/>
                  </a:lnTo>
                  <a:lnTo>
                    <a:pt x="2841" y="20064"/>
                  </a:lnTo>
                  <a:lnTo>
                    <a:pt x="3417" y="20243"/>
                  </a:lnTo>
                  <a:lnTo>
                    <a:pt x="3992" y="20351"/>
                  </a:lnTo>
                  <a:lnTo>
                    <a:pt x="4531" y="20351"/>
                  </a:lnTo>
                  <a:lnTo>
                    <a:pt x="5106" y="20315"/>
                  </a:lnTo>
                  <a:lnTo>
                    <a:pt x="5682" y="20171"/>
                  </a:lnTo>
                  <a:lnTo>
                    <a:pt x="6185" y="19956"/>
                  </a:lnTo>
                  <a:lnTo>
                    <a:pt x="6688" y="19704"/>
                  </a:lnTo>
                  <a:lnTo>
                    <a:pt x="7156" y="193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2986600" y="1865100"/>
              <a:ext cx="266100" cy="460275"/>
            </a:xfrm>
            <a:custGeom>
              <a:avLst/>
              <a:gdLst/>
              <a:ahLst/>
              <a:cxnLst/>
              <a:rect l="l" t="t" r="r" b="b"/>
              <a:pathLst>
                <a:path w="10644" h="18411" extrusionOk="0">
                  <a:moveTo>
                    <a:pt x="3057" y="1"/>
                  </a:moveTo>
                  <a:lnTo>
                    <a:pt x="1" y="17332"/>
                  </a:lnTo>
                  <a:lnTo>
                    <a:pt x="6005" y="18410"/>
                  </a:lnTo>
                  <a:lnTo>
                    <a:pt x="10643" y="1331"/>
                  </a:lnTo>
                  <a:lnTo>
                    <a:pt x="30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2986600" y="1865100"/>
              <a:ext cx="266100" cy="460275"/>
            </a:xfrm>
            <a:custGeom>
              <a:avLst/>
              <a:gdLst/>
              <a:ahLst/>
              <a:cxnLst/>
              <a:rect l="l" t="t" r="r" b="b"/>
              <a:pathLst>
                <a:path w="10644" h="18411" fill="none" extrusionOk="0">
                  <a:moveTo>
                    <a:pt x="6005" y="18410"/>
                  </a:moveTo>
                  <a:lnTo>
                    <a:pt x="1" y="17332"/>
                  </a:lnTo>
                  <a:lnTo>
                    <a:pt x="3057" y="1"/>
                  </a:lnTo>
                  <a:lnTo>
                    <a:pt x="10643" y="1331"/>
                  </a:lnTo>
                  <a:lnTo>
                    <a:pt x="6005" y="1841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2986600" y="1865100"/>
              <a:ext cx="266100" cy="460275"/>
            </a:xfrm>
            <a:custGeom>
              <a:avLst/>
              <a:gdLst/>
              <a:ahLst/>
              <a:cxnLst/>
              <a:rect l="l" t="t" r="r" b="b"/>
              <a:pathLst>
                <a:path w="10644" h="18411" extrusionOk="0">
                  <a:moveTo>
                    <a:pt x="3057" y="1"/>
                  </a:moveTo>
                  <a:lnTo>
                    <a:pt x="1" y="17332"/>
                  </a:lnTo>
                  <a:lnTo>
                    <a:pt x="6005" y="18410"/>
                  </a:lnTo>
                  <a:lnTo>
                    <a:pt x="8882" y="7839"/>
                  </a:lnTo>
                  <a:lnTo>
                    <a:pt x="10643" y="1331"/>
                  </a:lnTo>
                  <a:lnTo>
                    <a:pt x="30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2986600" y="1865100"/>
              <a:ext cx="266100" cy="460275"/>
            </a:xfrm>
            <a:custGeom>
              <a:avLst/>
              <a:gdLst/>
              <a:ahLst/>
              <a:cxnLst/>
              <a:rect l="l" t="t" r="r" b="b"/>
              <a:pathLst>
                <a:path w="10644" h="18411" fill="none" extrusionOk="0">
                  <a:moveTo>
                    <a:pt x="10643" y="1331"/>
                  </a:moveTo>
                  <a:lnTo>
                    <a:pt x="8882" y="7839"/>
                  </a:lnTo>
                  <a:lnTo>
                    <a:pt x="6005" y="18410"/>
                  </a:lnTo>
                  <a:lnTo>
                    <a:pt x="1" y="17332"/>
                  </a:lnTo>
                  <a:lnTo>
                    <a:pt x="3057" y="1"/>
                  </a:lnTo>
                  <a:lnTo>
                    <a:pt x="10643" y="133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3023450" y="1745550"/>
              <a:ext cx="267000" cy="220250"/>
            </a:xfrm>
            <a:custGeom>
              <a:avLst/>
              <a:gdLst/>
              <a:ahLst/>
              <a:cxnLst/>
              <a:rect l="l" t="t" r="r" b="b"/>
              <a:pathLst>
                <a:path w="10680" h="8810" extrusionOk="0">
                  <a:moveTo>
                    <a:pt x="1259" y="1"/>
                  </a:moveTo>
                  <a:lnTo>
                    <a:pt x="1" y="7156"/>
                  </a:lnTo>
                  <a:lnTo>
                    <a:pt x="9421" y="8810"/>
                  </a:lnTo>
                  <a:lnTo>
                    <a:pt x="10680" y="1655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3023450" y="1745550"/>
              <a:ext cx="267000" cy="220250"/>
            </a:xfrm>
            <a:custGeom>
              <a:avLst/>
              <a:gdLst/>
              <a:ahLst/>
              <a:cxnLst/>
              <a:rect l="l" t="t" r="r" b="b"/>
              <a:pathLst>
                <a:path w="10680" h="8810" fill="none" extrusionOk="0">
                  <a:moveTo>
                    <a:pt x="1259" y="1"/>
                  </a:moveTo>
                  <a:lnTo>
                    <a:pt x="10680" y="1655"/>
                  </a:lnTo>
                  <a:lnTo>
                    <a:pt x="9421" y="8810"/>
                  </a:lnTo>
                  <a:lnTo>
                    <a:pt x="1" y="7156"/>
                  </a:lnTo>
                  <a:lnTo>
                    <a:pt x="125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273350" y="1445325"/>
              <a:ext cx="231050" cy="303850"/>
            </a:xfrm>
            <a:custGeom>
              <a:avLst/>
              <a:gdLst/>
              <a:ahLst/>
              <a:cxnLst/>
              <a:rect l="l" t="t" r="r" b="b"/>
              <a:pathLst>
                <a:path w="9242" h="12154" extrusionOk="0">
                  <a:moveTo>
                    <a:pt x="2050" y="1"/>
                  </a:moveTo>
                  <a:lnTo>
                    <a:pt x="0" y="11578"/>
                  </a:lnTo>
                  <a:lnTo>
                    <a:pt x="7443" y="12154"/>
                  </a:lnTo>
                  <a:lnTo>
                    <a:pt x="9241" y="2014"/>
                  </a:lnTo>
                  <a:lnTo>
                    <a:pt x="20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3273350" y="1445325"/>
              <a:ext cx="231050" cy="303850"/>
            </a:xfrm>
            <a:custGeom>
              <a:avLst/>
              <a:gdLst/>
              <a:ahLst/>
              <a:cxnLst/>
              <a:rect l="l" t="t" r="r" b="b"/>
              <a:pathLst>
                <a:path w="9242" h="12154" fill="none" extrusionOk="0">
                  <a:moveTo>
                    <a:pt x="7443" y="12154"/>
                  </a:moveTo>
                  <a:lnTo>
                    <a:pt x="0" y="11578"/>
                  </a:lnTo>
                  <a:lnTo>
                    <a:pt x="2050" y="1"/>
                  </a:lnTo>
                  <a:lnTo>
                    <a:pt x="9241" y="2014"/>
                  </a:lnTo>
                  <a:lnTo>
                    <a:pt x="7443" y="121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2091300" y="891600"/>
              <a:ext cx="1148825" cy="1026575"/>
            </a:xfrm>
            <a:custGeom>
              <a:avLst/>
              <a:gdLst/>
              <a:ahLst/>
              <a:cxnLst/>
              <a:rect l="l" t="t" r="r" b="b"/>
              <a:pathLst>
                <a:path w="45953" h="41063" extrusionOk="0">
                  <a:moveTo>
                    <a:pt x="7228" y="1"/>
                  </a:moveTo>
                  <a:lnTo>
                    <a:pt x="1" y="41062"/>
                  </a:lnTo>
                  <a:lnTo>
                    <a:pt x="30419" y="35597"/>
                  </a:lnTo>
                  <a:lnTo>
                    <a:pt x="42968" y="36280"/>
                  </a:lnTo>
                  <a:lnTo>
                    <a:pt x="45952" y="19201"/>
                  </a:lnTo>
                  <a:lnTo>
                    <a:pt x="33943" y="15570"/>
                  </a:lnTo>
                  <a:lnTo>
                    <a:pt x="72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2091300" y="891600"/>
              <a:ext cx="1148825" cy="1026575"/>
            </a:xfrm>
            <a:custGeom>
              <a:avLst/>
              <a:gdLst/>
              <a:ahLst/>
              <a:cxnLst/>
              <a:rect l="l" t="t" r="r" b="b"/>
              <a:pathLst>
                <a:path w="45953" h="41063" fill="none" extrusionOk="0">
                  <a:moveTo>
                    <a:pt x="45952" y="19201"/>
                  </a:moveTo>
                  <a:lnTo>
                    <a:pt x="42968" y="36280"/>
                  </a:lnTo>
                  <a:lnTo>
                    <a:pt x="30419" y="35597"/>
                  </a:lnTo>
                  <a:lnTo>
                    <a:pt x="1" y="41062"/>
                  </a:lnTo>
                  <a:lnTo>
                    <a:pt x="7228" y="1"/>
                  </a:lnTo>
                  <a:lnTo>
                    <a:pt x="33943" y="15570"/>
                  </a:lnTo>
                  <a:lnTo>
                    <a:pt x="45952" y="192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1976250" y="886225"/>
              <a:ext cx="377550" cy="1032850"/>
            </a:xfrm>
            <a:custGeom>
              <a:avLst/>
              <a:gdLst/>
              <a:ahLst/>
              <a:cxnLst/>
              <a:rect l="l" t="t" r="r" b="b"/>
              <a:pathLst>
                <a:path w="15102" h="41314" extrusionOk="0">
                  <a:moveTo>
                    <a:pt x="10499" y="0"/>
                  </a:moveTo>
                  <a:lnTo>
                    <a:pt x="10140" y="72"/>
                  </a:lnTo>
                  <a:lnTo>
                    <a:pt x="9780" y="216"/>
                  </a:lnTo>
                  <a:lnTo>
                    <a:pt x="9421" y="360"/>
                  </a:lnTo>
                  <a:lnTo>
                    <a:pt x="9061" y="611"/>
                  </a:lnTo>
                  <a:lnTo>
                    <a:pt x="8702" y="863"/>
                  </a:lnTo>
                  <a:lnTo>
                    <a:pt x="8306" y="1187"/>
                  </a:lnTo>
                  <a:lnTo>
                    <a:pt x="7947" y="1546"/>
                  </a:lnTo>
                  <a:lnTo>
                    <a:pt x="7587" y="1942"/>
                  </a:lnTo>
                  <a:lnTo>
                    <a:pt x="7227" y="2409"/>
                  </a:lnTo>
                  <a:lnTo>
                    <a:pt x="6868" y="2877"/>
                  </a:lnTo>
                  <a:lnTo>
                    <a:pt x="6508" y="3416"/>
                  </a:lnTo>
                  <a:lnTo>
                    <a:pt x="6149" y="3991"/>
                  </a:lnTo>
                  <a:lnTo>
                    <a:pt x="5789" y="4602"/>
                  </a:lnTo>
                  <a:lnTo>
                    <a:pt x="5430" y="5250"/>
                  </a:lnTo>
                  <a:lnTo>
                    <a:pt x="4747" y="6616"/>
                  </a:lnTo>
                  <a:lnTo>
                    <a:pt x="4099" y="8162"/>
                  </a:lnTo>
                  <a:lnTo>
                    <a:pt x="3452" y="9780"/>
                  </a:lnTo>
                  <a:lnTo>
                    <a:pt x="2841" y="11542"/>
                  </a:lnTo>
                  <a:lnTo>
                    <a:pt x="2302" y="13412"/>
                  </a:lnTo>
                  <a:lnTo>
                    <a:pt x="1798" y="15353"/>
                  </a:lnTo>
                  <a:lnTo>
                    <a:pt x="1331" y="17367"/>
                  </a:lnTo>
                  <a:lnTo>
                    <a:pt x="935" y="19488"/>
                  </a:lnTo>
                  <a:lnTo>
                    <a:pt x="576" y="21609"/>
                  </a:lnTo>
                  <a:lnTo>
                    <a:pt x="324" y="23659"/>
                  </a:lnTo>
                  <a:lnTo>
                    <a:pt x="144" y="25672"/>
                  </a:lnTo>
                  <a:lnTo>
                    <a:pt x="36" y="27614"/>
                  </a:lnTo>
                  <a:lnTo>
                    <a:pt x="0" y="29448"/>
                  </a:lnTo>
                  <a:lnTo>
                    <a:pt x="0" y="31210"/>
                  </a:lnTo>
                  <a:lnTo>
                    <a:pt x="108" y="32864"/>
                  </a:lnTo>
                  <a:lnTo>
                    <a:pt x="288" y="34410"/>
                  </a:lnTo>
                  <a:lnTo>
                    <a:pt x="396" y="35129"/>
                  </a:lnTo>
                  <a:lnTo>
                    <a:pt x="540" y="35812"/>
                  </a:lnTo>
                  <a:lnTo>
                    <a:pt x="684" y="36495"/>
                  </a:lnTo>
                  <a:lnTo>
                    <a:pt x="827" y="37106"/>
                  </a:lnTo>
                  <a:lnTo>
                    <a:pt x="1007" y="37682"/>
                  </a:lnTo>
                  <a:lnTo>
                    <a:pt x="1187" y="38221"/>
                  </a:lnTo>
                  <a:lnTo>
                    <a:pt x="1403" y="38724"/>
                  </a:lnTo>
                  <a:lnTo>
                    <a:pt x="1618" y="39192"/>
                  </a:lnTo>
                  <a:lnTo>
                    <a:pt x="1834" y="39623"/>
                  </a:lnTo>
                  <a:lnTo>
                    <a:pt x="2086" y="40019"/>
                  </a:lnTo>
                  <a:lnTo>
                    <a:pt x="2373" y="40342"/>
                  </a:lnTo>
                  <a:lnTo>
                    <a:pt x="2661" y="40630"/>
                  </a:lnTo>
                  <a:lnTo>
                    <a:pt x="2949" y="40882"/>
                  </a:lnTo>
                  <a:lnTo>
                    <a:pt x="3236" y="41062"/>
                  </a:lnTo>
                  <a:lnTo>
                    <a:pt x="3560" y="41205"/>
                  </a:lnTo>
                  <a:lnTo>
                    <a:pt x="3920" y="41277"/>
                  </a:lnTo>
                  <a:lnTo>
                    <a:pt x="4243" y="41313"/>
                  </a:lnTo>
                  <a:lnTo>
                    <a:pt x="4603" y="41313"/>
                  </a:lnTo>
                  <a:lnTo>
                    <a:pt x="4962" y="41205"/>
                  </a:lnTo>
                  <a:lnTo>
                    <a:pt x="5322" y="41097"/>
                  </a:lnTo>
                  <a:lnTo>
                    <a:pt x="5681" y="40918"/>
                  </a:lnTo>
                  <a:lnTo>
                    <a:pt x="6041" y="40702"/>
                  </a:lnTo>
                  <a:lnTo>
                    <a:pt x="6400" y="40450"/>
                  </a:lnTo>
                  <a:lnTo>
                    <a:pt x="6760" y="40127"/>
                  </a:lnTo>
                  <a:lnTo>
                    <a:pt x="7156" y="39767"/>
                  </a:lnTo>
                  <a:lnTo>
                    <a:pt x="7515" y="39336"/>
                  </a:lnTo>
                  <a:lnTo>
                    <a:pt x="7875" y="38904"/>
                  </a:lnTo>
                  <a:lnTo>
                    <a:pt x="8234" y="38401"/>
                  </a:lnTo>
                  <a:lnTo>
                    <a:pt x="8594" y="37897"/>
                  </a:lnTo>
                  <a:lnTo>
                    <a:pt x="8953" y="37322"/>
                  </a:lnTo>
                  <a:lnTo>
                    <a:pt x="9313" y="36711"/>
                  </a:lnTo>
                  <a:lnTo>
                    <a:pt x="9672" y="36064"/>
                  </a:lnTo>
                  <a:lnTo>
                    <a:pt x="10356" y="34661"/>
                  </a:lnTo>
                  <a:lnTo>
                    <a:pt x="11003" y="33151"/>
                  </a:lnTo>
                  <a:lnTo>
                    <a:pt x="11650" y="31497"/>
                  </a:lnTo>
                  <a:lnTo>
                    <a:pt x="12225" y="29771"/>
                  </a:lnTo>
                  <a:lnTo>
                    <a:pt x="12801" y="27902"/>
                  </a:lnTo>
                  <a:lnTo>
                    <a:pt x="13304" y="25960"/>
                  </a:lnTo>
                  <a:lnTo>
                    <a:pt x="13771" y="23911"/>
                  </a:lnTo>
                  <a:lnTo>
                    <a:pt x="14167" y="21825"/>
                  </a:lnTo>
                  <a:lnTo>
                    <a:pt x="14526" y="19704"/>
                  </a:lnTo>
                  <a:lnTo>
                    <a:pt x="14778" y="17654"/>
                  </a:lnTo>
                  <a:lnTo>
                    <a:pt x="14958" y="15641"/>
                  </a:lnTo>
                  <a:lnTo>
                    <a:pt x="15066" y="13699"/>
                  </a:lnTo>
                  <a:lnTo>
                    <a:pt x="15102" y="11830"/>
                  </a:lnTo>
                  <a:lnTo>
                    <a:pt x="15066" y="10068"/>
                  </a:lnTo>
                  <a:lnTo>
                    <a:pt x="14994" y="8414"/>
                  </a:lnTo>
                  <a:lnTo>
                    <a:pt x="14814" y="6904"/>
                  </a:lnTo>
                  <a:lnTo>
                    <a:pt x="14706" y="6149"/>
                  </a:lnTo>
                  <a:lnTo>
                    <a:pt x="14562" y="5465"/>
                  </a:lnTo>
                  <a:lnTo>
                    <a:pt x="14419" y="4818"/>
                  </a:lnTo>
                  <a:lnTo>
                    <a:pt x="14275" y="4207"/>
                  </a:lnTo>
                  <a:lnTo>
                    <a:pt x="14095" y="3596"/>
                  </a:lnTo>
                  <a:lnTo>
                    <a:pt x="13915" y="3056"/>
                  </a:lnTo>
                  <a:lnTo>
                    <a:pt x="13699" y="2553"/>
                  </a:lnTo>
                  <a:lnTo>
                    <a:pt x="13484" y="2086"/>
                  </a:lnTo>
                  <a:lnTo>
                    <a:pt x="13232" y="1654"/>
                  </a:lnTo>
                  <a:lnTo>
                    <a:pt x="12980" y="1294"/>
                  </a:lnTo>
                  <a:lnTo>
                    <a:pt x="12729" y="971"/>
                  </a:lnTo>
                  <a:lnTo>
                    <a:pt x="12441" y="683"/>
                  </a:lnTo>
                  <a:lnTo>
                    <a:pt x="12153" y="432"/>
                  </a:lnTo>
                  <a:lnTo>
                    <a:pt x="11830" y="252"/>
                  </a:lnTo>
                  <a:lnTo>
                    <a:pt x="11506" y="108"/>
                  </a:lnTo>
                  <a:lnTo>
                    <a:pt x="111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976250" y="886225"/>
              <a:ext cx="377550" cy="1032850"/>
            </a:xfrm>
            <a:custGeom>
              <a:avLst/>
              <a:gdLst/>
              <a:ahLst/>
              <a:cxnLst/>
              <a:rect l="l" t="t" r="r" b="b"/>
              <a:pathLst>
                <a:path w="15102" h="41314" fill="none" extrusionOk="0">
                  <a:moveTo>
                    <a:pt x="935" y="19488"/>
                  </a:moveTo>
                  <a:lnTo>
                    <a:pt x="935" y="19488"/>
                  </a:lnTo>
                  <a:lnTo>
                    <a:pt x="1331" y="17367"/>
                  </a:lnTo>
                  <a:lnTo>
                    <a:pt x="1798" y="15353"/>
                  </a:lnTo>
                  <a:lnTo>
                    <a:pt x="2302" y="13412"/>
                  </a:lnTo>
                  <a:lnTo>
                    <a:pt x="2841" y="11542"/>
                  </a:lnTo>
                  <a:lnTo>
                    <a:pt x="3452" y="9780"/>
                  </a:lnTo>
                  <a:lnTo>
                    <a:pt x="4099" y="8162"/>
                  </a:lnTo>
                  <a:lnTo>
                    <a:pt x="4747" y="6616"/>
                  </a:lnTo>
                  <a:lnTo>
                    <a:pt x="5430" y="5250"/>
                  </a:lnTo>
                  <a:lnTo>
                    <a:pt x="5789" y="4602"/>
                  </a:lnTo>
                  <a:lnTo>
                    <a:pt x="6149" y="3991"/>
                  </a:lnTo>
                  <a:lnTo>
                    <a:pt x="6508" y="3416"/>
                  </a:lnTo>
                  <a:lnTo>
                    <a:pt x="6868" y="2877"/>
                  </a:lnTo>
                  <a:lnTo>
                    <a:pt x="7227" y="2409"/>
                  </a:lnTo>
                  <a:lnTo>
                    <a:pt x="7587" y="1942"/>
                  </a:lnTo>
                  <a:lnTo>
                    <a:pt x="7947" y="1546"/>
                  </a:lnTo>
                  <a:lnTo>
                    <a:pt x="8306" y="1187"/>
                  </a:lnTo>
                  <a:lnTo>
                    <a:pt x="8702" y="863"/>
                  </a:lnTo>
                  <a:lnTo>
                    <a:pt x="9061" y="611"/>
                  </a:lnTo>
                  <a:lnTo>
                    <a:pt x="9421" y="360"/>
                  </a:lnTo>
                  <a:lnTo>
                    <a:pt x="9780" y="216"/>
                  </a:lnTo>
                  <a:lnTo>
                    <a:pt x="10140" y="72"/>
                  </a:lnTo>
                  <a:lnTo>
                    <a:pt x="10499" y="0"/>
                  </a:lnTo>
                  <a:lnTo>
                    <a:pt x="10823" y="0"/>
                  </a:lnTo>
                  <a:lnTo>
                    <a:pt x="11183" y="0"/>
                  </a:lnTo>
                  <a:lnTo>
                    <a:pt x="11183" y="0"/>
                  </a:lnTo>
                  <a:lnTo>
                    <a:pt x="11506" y="108"/>
                  </a:lnTo>
                  <a:lnTo>
                    <a:pt x="11830" y="252"/>
                  </a:lnTo>
                  <a:lnTo>
                    <a:pt x="12153" y="432"/>
                  </a:lnTo>
                  <a:lnTo>
                    <a:pt x="12441" y="683"/>
                  </a:lnTo>
                  <a:lnTo>
                    <a:pt x="12729" y="971"/>
                  </a:lnTo>
                  <a:lnTo>
                    <a:pt x="12980" y="1294"/>
                  </a:lnTo>
                  <a:lnTo>
                    <a:pt x="13232" y="1654"/>
                  </a:lnTo>
                  <a:lnTo>
                    <a:pt x="13484" y="2086"/>
                  </a:lnTo>
                  <a:lnTo>
                    <a:pt x="13699" y="2553"/>
                  </a:lnTo>
                  <a:lnTo>
                    <a:pt x="13915" y="3056"/>
                  </a:lnTo>
                  <a:lnTo>
                    <a:pt x="14095" y="3596"/>
                  </a:lnTo>
                  <a:lnTo>
                    <a:pt x="14275" y="4207"/>
                  </a:lnTo>
                  <a:lnTo>
                    <a:pt x="14419" y="4818"/>
                  </a:lnTo>
                  <a:lnTo>
                    <a:pt x="14562" y="5465"/>
                  </a:lnTo>
                  <a:lnTo>
                    <a:pt x="14706" y="6149"/>
                  </a:lnTo>
                  <a:lnTo>
                    <a:pt x="14814" y="6904"/>
                  </a:lnTo>
                  <a:lnTo>
                    <a:pt x="14994" y="8414"/>
                  </a:lnTo>
                  <a:lnTo>
                    <a:pt x="15066" y="10068"/>
                  </a:lnTo>
                  <a:lnTo>
                    <a:pt x="15102" y="11830"/>
                  </a:lnTo>
                  <a:lnTo>
                    <a:pt x="15066" y="13699"/>
                  </a:lnTo>
                  <a:lnTo>
                    <a:pt x="14958" y="15641"/>
                  </a:lnTo>
                  <a:lnTo>
                    <a:pt x="14778" y="17654"/>
                  </a:lnTo>
                  <a:lnTo>
                    <a:pt x="14526" y="19704"/>
                  </a:lnTo>
                  <a:lnTo>
                    <a:pt x="14167" y="21825"/>
                  </a:lnTo>
                  <a:lnTo>
                    <a:pt x="14167" y="21825"/>
                  </a:lnTo>
                  <a:lnTo>
                    <a:pt x="13771" y="23911"/>
                  </a:lnTo>
                  <a:lnTo>
                    <a:pt x="13304" y="25960"/>
                  </a:lnTo>
                  <a:lnTo>
                    <a:pt x="12801" y="27902"/>
                  </a:lnTo>
                  <a:lnTo>
                    <a:pt x="12225" y="29771"/>
                  </a:lnTo>
                  <a:lnTo>
                    <a:pt x="11650" y="31497"/>
                  </a:lnTo>
                  <a:lnTo>
                    <a:pt x="11003" y="33151"/>
                  </a:lnTo>
                  <a:lnTo>
                    <a:pt x="10356" y="34661"/>
                  </a:lnTo>
                  <a:lnTo>
                    <a:pt x="9672" y="36064"/>
                  </a:lnTo>
                  <a:lnTo>
                    <a:pt x="9313" y="36711"/>
                  </a:lnTo>
                  <a:lnTo>
                    <a:pt x="8953" y="37322"/>
                  </a:lnTo>
                  <a:lnTo>
                    <a:pt x="8594" y="37897"/>
                  </a:lnTo>
                  <a:lnTo>
                    <a:pt x="8234" y="38401"/>
                  </a:lnTo>
                  <a:lnTo>
                    <a:pt x="7875" y="38904"/>
                  </a:lnTo>
                  <a:lnTo>
                    <a:pt x="7515" y="39336"/>
                  </a:lnTo>
                  <a:lnTo>
                    <a:pt x="7156" y="39767"/>
                  </a:lnTo>
                  <a:lnTo>
                    <a:pt x="6760" y="40127"/>
                  </a:lnTo>
                  <a:lnTo>
                    <a:pt x="6400" y="40450"/>
                  </a:lnTo>
                  <a:lnTo>
                    <a:pt x="6041" y="40702"/>
                  </a:lnTo>
                  <a:lnTo>
                    <a:pt x="5681" y="40918"/>
                  </a:lnTo>
                  <a:lnTo>
                    <a:pt x="5322" y="41097"/>
                  </a:lnTo>
                  <a:lnTo>
                    <a:pt x="4962" y="41205"/>
                  </a:lnTo>
                  <a:lnTo>
                    <a:pt x="4603" y="41313"/>
                  </a:lnTo>
                  <a:lnTo>
                    <a:pt x="4243" y="41313"/>
                  </a:lnTo>
                  <a:lnTo>
                    <a:pt x="3920" y="41277"/>
                  </a:lnTo>
                  <a:lnTo>
                    <a:pt x="3920" y="41277"/>
                  </a:lnTo>
                  <a:lnTo>
                    <a:pt x="3560" y="41205"/>
                  </a:lnTo>
                  <a:lnTo>
                    <a:pt x="3236" y="41062"/>
                  </a:lnTo>
                  <a:lnTo>
                    <a:pt x="2949" y="40882"/>
                  </a:lnTo>
                  <a:lnTo>
                    <a:pt x="2661" y="40630"/>
                  </a:lnTo>
                  <a:lnTo>
                    <a:pt x="2373" y="40342"/>
                  </a:lnTo>
                  <a:lnTo>
                    <a:pt x="2086" y="40019"/>
                  </a:lnTo>
                  <a:lnTo>
                    <a:pt x="1834" y="39623"/>
                  </a:lnTo>
                  <a:lnTo>
                    <a:pt x="1618" y="39192"/>
                  </a:lnTo>
                  <a:lnTo>
                    <a:pt x="1403" y="38724"/>
                  </a:lnTo>
                  <a:lnTo>
                    <a:pt x="1187" y="38221"/>
                  </a:lnTo>
                  <a:lnTo>
                    <a:pt x="1007" y="37682"/>
                  </a:lnTo>
                  <a:lnTo>
                    <a:pt x="827" y="37106"/>
                  </a:lnTo>
                  <a:lnTo>
                    <a:pt x="684" y="36495"/>
                  </a:lnTo>
                  <a:lnTo>
                    <a:pt x="540" y="35812"/>
                  </a:lnTo>
                  <a:lnTo>
                    <a:pt x="396" y="35129"/>
                  </a:lnTo>
                  <a:lnTo>
                    <a:pt x="288" y="34410"/>
                  </a:lnTo>
                  <a:lnTo>
                    <a:pt x="108" y="32864"/>
                  </a:lnTo>
                  <a:lnTo>
                    <a:pt x="0" y="31210"/>
                  </a:lnTo>
                  <a:lnTo>
                    <a:pt x="0" y="29448"/>
                  </a:lnTo>
                  <a:lnTo>
                    <a:pt x="36" y="27614"/>
                  </a:lnTo>
                  <a:lnTo>
                    <a:pt x="144" y="25672"/>
                  </a:lnTo>
                  <a:lnTo>
                    <a:pt x="324" y="23659"/>
                  </a:lnTo>
                  <a:lnTo>
                    <a:pt x="576" y="21609"/>
                  </a:lnTo>
                  <a:lnTo>
                    <a:pt x="935" y="1948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2000525" y="933850"/>
              <a:ext cx="315525" cy="916900"/>
            </a:xfrm>
            <a:custGeom>
              <a:avLst/>
              <a:gdLst/>
              <a:ahLst/>
              <a:cxnLst/>
              <a:rect l="l" t="t" r="r" b="b"/>
              <a:pathLst>
                <a:path w="12621" h="36676" extrusionOk="0">
                  <a:moveTo>
                    <a:pt x="8953" y="1"/>
                  </a:moveTo>
                  <a:lnTo>
                    <a:pt x="8665" y="73"/>
                  </a:lnTo>
                  <a:lnTo>
                    <a:pt x="8378" y="181"/>
                  </a:lnTo>
                  <a:lnTo>
                    <a:pt x="8090" y="324"/>
                  </a:lnTo>
                  <a:lnTo>
                    <a:pt x="7803" y="540"/>
                  </a:lnTo>
                  <a:lnTo>
                    <a:pt x="7515" y="756"/>
                  </a:lnTo>
                  <a:lnTo>
                    <a:pt x="7227" y="1007"/>
                  </a:lnTo>
                  <a:lnTo>
                    <a:pt x="6940" y="1331"/>
                  </a:lnTo>
                  <a:lnTo>
                    <a:pt x="6616" y="1655"/>
                  </a:lnTo>
                  <a:lnTo>
                    <a:pt x="6328" y="2050"/>
                  </a:lnTo>
                  <a:lnTo>
                    <a:pt x="5753" y="2913"/>
                  </a:lnTo>
                  <a:lnTo>
                    <a:pt x="5178" y="3884"/>
                  </a:lnTo>
                  <a:lnTo>
                    <a:pt x="4602" y="4999"/>
                  </a:lnTo>
                  <a:lnTo>
                    <a:pt x="4027" y="6221"/>
                  </a:lnTo>
                  <a:lnTo>
                    <a:pt x="3488" y="7551"/>
                  </a:lnTo>
                  <a:lnTo>
                    <a:pt x="2984" y="8990"/>
                  </a:lnTo>
                  <a:lnTo>
                    <a:pt x="2481" y="10536"/>
                  </a:lnTo>
                  <a:lnTo>
                    <a:pt x="2014" y="12118"/>
                  </a:lnTo>
                  <a:lnTo>
                    <a:pt x="1618" y="13808"/>
                  </a:lnTo>
                  <a:lnTo>
                    <a:pt x="1223" y="15570"/>
                  </a:lnTo>
                  <a:lnTo>
                    <a:pt x="863" y="17367"/>
                  </a:lnTo>
                  <a:lnTo>
                    <a:pt x="575" y="19237"/>
                  </a:lnTo>
                  <a:lnTo>
                    <a:pt x="324" y="21071"/>
                  </a:lnTo>
                  <a:lnTo>
                    <a:pt x="144" y="22869"/>
                  </a:lnTo>
                  <a:lnTo>
                    <a:pt x="36" y="24594"/>
                  </a:lnTo>
                  <a:lnTo>
                    <a:pt x="0" y="26212"/>
                  </a:lnTo>
                  <a:lnTo>
                    <a:pt x="0" y="27795"/>
                  </a:lnTo>
                  <a:lnTo>
                    <a:pt x="72" y="29233"/>
                  </a:lnTo>
                  <a:lnTo>
                    <a:pt x="180" y="30599"/>
                  </a:lnTo>
                  <a:lnTo>
                    <a:pt x="360" y="31858"/>
                  </a:lnTo>
                  <a:lnTo>
                    <a:pt x="575" y="32972"/>
                  </a:lnTo>
                  <a:lnTo>
                    <a:pt x="719" y="33511"/>
                  </a:lnTo>
                  <a:lnTo>
                    <a:pt x="863" y="33979"/>
                  </a:lnTo>
                  <a:lnTo>
                    <a:pt x="1043" y="34410"/>
                  </a:lnTo>
                  <a:lnTo>
                    <a:pt x="1223" y="34842"/>
                  </a:lnTo>
                  <a:lnTo>
                    <a:pt x="1402" y="35201"/>
                  </a:lnTo>
                  <a:lnTo>
                    <a:pt x="1582" y="35525"/>
                  </a:lnTo>
                  <a:lnTo>
                    <a:pt x="1798" y="35849"/>
                  </a:lnTo>
                  <a:lnTo>
                    <a:pt x="2050" y="36100"/>
                  </a:lnTo>
                  <a:lnTo>
                    <a:pt x="2265" y="36280"/>
                  </a:lnTo>
                  <a:lnTo>
                    <a:pt x="2517" y="36460"/>
                  </a:lnTo>
                  <a:lnTo>
                    <a:pt x="2805" y="36568"/>
                  </a:lnTo>
                  <a:lnTo>
                    <a:pt x="3056" y="36640"/>
                  </a:lnTo>
                  <a:lnTo>
                    <a:pt x="3344" y="36676"/>
                  </a:lnTo>
                  <a:lnTo>
                    <a:pt x="3632" y="36640"/>
                  </a:lnTo>
                  <a:lnTo>
                    <a:pt x="3919" y="36568"/>
                  </a:lnTo>
                  <a:lnTo>
                    <a:pt x="4207" y="36460"/>
                  </a:lnTo>
                  <a:lnTo>
                    <a:pt x="4495" y="36316"/>
                  </a:lnTo>
                  <a:lnTo>
                    <a:pt x="4782" y="36136"/>
                  </a:lnTo>
                  <a:lnTo>
                    <a:pt x="5070" y="35921"/>
                  </a:lnTo>
                  <a:lnTo>
                    <a:pt x="5394" y="35633"/>
                  </a:lnTo>
                  <a:lnTo>
                    <a:pt x="5681" y="35345"/>
                  </a:lnTo>
                  <a:lnTo>
                    <a:pt x="5969" y="34986"/>
                  </a:lnTo>
                  <a:lnTo>
                    <a:pt x="6256" y="34626"/>
                  </a:lnTo>
                  <a:lnTo>
                    <a:pt x="6868" y="33763"/>
                  </a:lnTo>
                  <a:lnTo>
                    <a:pt x="7443" y="32756"/>
                  </a:lnTo>
                  <a:lnTo>
                    <a:pt x="8018" y="31642"/>
                  </a:lnTo>
                  <a:lnTo>
                    <a:pt x="8558" y="30419"/>
                  </a:lnTo>
                  <a:lnTo>
                    <a:pt x="9097" y="29089"/>
                  </a:lnTo>
                  <a:lnTo>
                    <a:pt x="9600" y="27651"/>
                  </a:lnTo>
                  <a:lnTo>
                    <a:pt x="10104" y="26141"/>
                  </a:lnTo>
                  <a:lnTo>
                    <a:pt x="10571" y="24523"/>
                  </a:lnTo>
                  <a:lnTo>
                    <a:pt x="11003" y="22833"/>
                  </a:lnTo>
                  <a:lnTo>
                    <a:pt x="11398" y="21107"/>
                  </a:lnTo>
                  <a:lnTo>
                    <a:pt x="11722" y="19273"/>
                  </a:lnTo>
                  <a:lnTo>
                    <a:pt x="12045" y="17403"/>
                  </a:lnTo>
                  <a:lnTo>
                    <a:pt x="12261" y="15570"/>
                  </a:lnTo>
                  <a:lnTo>
                    <a:pt x="12441" y="13808"/>
                  </a:lnTo>
                  <a:lnTo>
                    <a:pt x="12549" y="12082"/>
                  </a:lnTo>
                  <a:lnTo>
                    <a:pt x="12621" y="10428"/>
                  </a:lnTo>
                  <a:lnTo>
                    <a:pt x="12621" y="8882"/>
                  </a:lnTo>
                  <a:lnTo>
                    <a:pt x="12549" y="7408"/>
                  </a:lnTo>
                  <a:lnTo>
                    <a:pt x="12405" y="6041"/>
                  </a:lnTo>
                  <a:lnTo>
                    <a:pt x="12261" y="4819"/>
                  </a:lnTo>
                  <a:lnTo>
                    <a:pt x="12009" y="3668"/>
                  </a:lnTo>
                  <a:lnTo>
                    <a:pt x="11866" y="3165"/>
                  </a:lnTo>
                  <a:lnTo>
                    <a:pt x="11722" y="2661"/>
                  </a:lnTo>
                  <a:lnTo>
                    <a:pt x="11578" y="2230"/>
                  </a:lnTo>
                  <a:lnTo>
                    <a:pt x="11398" y="1834"/>
                  </a:lnTo>
                  <a:lnTo>
                    <a:pt x="11182" y="1439"/>
                  </a:lnTo>
                  <a:lnTo>
                    <a:pt x="11003" y="1115"/>
                  </a:lnTo>
                  <a:lnTo>
                    <a:pt x="10787" y="828"/>
                  </a:lnTo>
                  <a:lnTo>
                    <a:pt x="10571" y="576"/>
                  </a:lnTo>
                  <a:lnTo>
                    <a:pt x="10319" y="360"/>
                  </a:lnTo>
                  <a:lnTo>
                    <a:pt x="10068" y="216"/>
                  </a:lnTo>
                  <a:lnTo>
                    <a:pt x="9816" y="73"/>
                  </a:lnTo>
                  <a:lnTo>
                    <a:pt x="95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2000525" y="933850"/>
              <a:ext cx="315525" cy="916900"/>
            </a:xfrm>
            <a:custGeom>
              <a:avLst/>
              <a:gdLst/>
              <a:ahLst/>
              <a:cxnLst/>
              <a:rect l="l" t="t" r="r" b="b"/>
              <a:pathLst>
                <a:path w="12621" h="36676" fill="none" extrusionOk="0">
                  <a:moveTo>
                    <a:pt x="9241" y="1"/>
                  </a:moveTo>
                  <a:lnTo>
                    <a:pt x="9241" y="1"/>
                  </a:lnTo>
                  <a:lnTo>
                    <a:pt x="8953" y="1"/>
                  </a:lnTo>
                  <a:lnTo>
                    <a:pt x="8665" y="73"/>
                  </a:lnTo>
                  <a:lnTo>
                    <a:pt x="8378" y="181"/>
                  </a:lnTo>
                  <a:lnTo>
                    <a:pt x="8090" y="324"/>
                  </a:lnTo>
                  <a:lnTo>
                    <a:pt x="7803" y="540"/>
                  </a:lnTo>
                  <a:lnTo>
                    <a:pt x="7515" y="756"/>
                  </a:lnTo>
                  <a:lnTo>
                    <a:pt x="7227" y="1007"/>
                  </a:lnTo>
                  <a:lnTo>
                    <a:pt x="6940" y="1331"/>
                  </a:lnTo>
                  <a:lnTo>
                    <a:pt x="6616" y="1655"/>
                  </a:lnTo>
                  <a:lnTo>
                    <a:pt x="6328" y="2050"/>
                  </a:lnTo>
                  <a:lnTo>
                    <a:pt x="5753" y="2913"/>
                  </a:lnTo>
                  <a:lnTo>
                    <a:pt x="5178" y="3884"/>
                  </a:lnTo>
                  <a:lnTo>
                    <a:pt x="4602" y="4999"/>
                  </a:lnTo>
                  <a:lnTo>
                    <a:pt x="4027" y="6221"/>
                  </a:lnTo>
                  <a:lnTo>
                    <a:pt x="3488" y="7551"/>
                  </a:lnTo>
                  <a:lnTo>
                    <a:pt x="2984" y="8990"/>
                  </a:lnTo>
                  <a:lnTo>
                    <a:pt x="2481" y="10536"/>
                  </a:lnTo>
                  <a:lnTo>
                    <a:pt x="2014" y="12118"/>
                  </a:lnTo>
                  <a:lnTo>
                    <a:pt x="1618" y="13808"/>
                  </a:lnTo>
                  <a:lnTo>
                    <a:pt x="1223" y="15570"/>
                  </a:lnTo>
                  <a:lnTo>
                    <a:pt x="863" y="17367"/>
                  </a:lnTo>
                  <a:lnTo>
                    <a:pt x="863" y="17367"/>
                  </a:lnTo>
                  <a:lnTo>
                    <a:pt x="575" y="19237"/>
                  </a:lnTo>
                  <a:lnTo>
                    <a:pt x="324" y="21071"/>
                  </a:lnTo>
                  <a:lnTo>
                    <a:pt x="144" y="22869"/>
                  </a:lnTo>
                  <a:lnTo>
                    <a:pt x="36" y="24594"/>
                  </a:lnTo>
                  <a:lnTo>
                    <a:pt x="0" y="26212"/>
                  </a:lnTo>
                  <a:lnTo>
                    <a:pt x="0" y="27795"/>
                  </a:lnTo>
                  <a:lnTo>
                    <a:pt x="72" y="29233"/>
                  </a:lnTo>
                  <a:lnTo>
                    <a:pt x="180" y="30599"/>
                  </a:lnTo>
                  <a:lnTo>
                    <a:pt x="360" y="31858"/>
                  </a:lnTo>
                  <a:lnTo>
                    <a:pt x="575" y="32972"/>
                  </a:lnTo>
                  <a:lnTo>
                    <a:pt x="719" y="33511"/>
                  </a:lnTo>
                  <a:lnTo>
                    <a:pt x="863" y="33979"/>
                  </a:lnTo>
                  <a:lnTo>
                    <a:pt x="1043" y="34410"/>
                  </a:lnTo>
                  <a:lnTo>
                    <a:pt x="1223" y="34842"/>
                  </a:lnTo>
                  <a:lnTo>
                    <a:pt x="1402" y="35201"/>
                  </a:lnTo>
                  <a:lnTo>
                    <a:pt x="1582" y="35525"/>
                  </a:lnTo>
                  <a:lnTo>
                    <a:pt x="1798" y="35849"/>
                  </a:lnTo>
                  <a:lnTo>
                    <a:pt x="2050" y="36100"/>
                  </a:lnTo>
                  <a:lnTo>
                    <a:pt x="2265" y="36280"/>
                  </a:lnTo>
                  <a:lnTo>
                    <a:pt x="2517" y="36460"/>
                  </a:lnTo>
                  <a:lnTo>
                    <a:pt x="2805" y="36568"/>
                  </a:lnTo>
                  <a:lnTo>
                    <a:pt x="3056" y="36640"/>
                  </a:lnTo>
                  <a:lnTo>
                    <a:pt x="3056" y="36640"/>
                  </a:lnTo>
                  <a:lnTo>
                    <a:pt x="3344" y="36676"/>
                  </a:lnTo>
                  <a:lnTo>
                    <a:pt x="3344" y="36676"/>
                  </a:lnTo>
                  <a:lnTo>
                    <a:pt x="3632" y="36640"/>
                  </a:lnTo>
                  <a:lnTo>
                    <a:pt x="3919" y="36568"/>
                  </a:lnTo>
                  <a:lnTo>
                    <a:pt x="4207" y="36460"/>
                  </a:lnTo>
                  <a:lnTo>
                    <a:pt x="4495" y="36316"/>
                  </a:lnTo>
                  <a:lnTo>
                    <a:pt x="4782" y="36136"/>
                  </a:lnTo>
                  <a:lnTo>
                    <a:pt x="5070" y="35921"/>
                  </a:lnTo>
                  <a:lnTo>
                    <a:pt x="5394" y="35633"/>
                  </a:lnTo>
                  <a:lnTo>
                    <a:pt x="5681" y="35345"/>
                  </a:lnTo>
                  <a:lnTo>
                    <a:pt x="5969" y="34986"/>
                  </a:lnTo>
                  <a:lnTo>
                    <a:pt x="6256" y="34626"/>
                  </a:lnTo>
                  <a:lnTo>
                    <a:pt x="6868" y="33763"/>
                  </a:lnTo>
                  <a:lnTo>
                    <a:pt x="7443" y="32756"/>
                  </a:lnTo>
                  <a:lnTo>
                    <a:pt x="8018" y="31642"/>
                  </a:lnTo>
                  <a:lnTo>
                    <a:pt x="8558" y="30419"/>
                  </a:lnTo>
                  <a:lnTo>
                    <a:pt x="9097" y="29089"/>
                  </a:lnTo>
                  <a:lnTo>
                    <a:pt x="9600" y="27651"/>
                  </a:lnTo>
                  <a:lnTo>
                    <a:pt x="10104" y="26141"/>
                  </a:lnTo>
                  <a:lnTo>
                    <a:pt x="10571" y="24523"/>
                  </a:lnTo>
                  <a:lnTo>
                    <a:pt x="11003" y="22833"/>
                  </a:lnTo>
                  <a:lnTo>
                    <a:pt x="11398" y="21107"/>
                  </a:lnTo>
                  <a:lnTo>
                    <a:pt x="11722" y="19273"/>
                  </a:lnTo>
                  <a:lnTo>
                    <a:pt x="11722" y="19273"/>
                  </a:lnTo>
                  <a:lnTo>
                    <a:pt x="12045" y="17403"/>
                  </a:lnTo>
                  <a:lnTo>
                    <a:pt x="12261" y="15570"/>
                  </a:lnTo>
                  <a:lnTo>
                    <a:pt x="12441" y="13808"/>
                  </a:lnTo>
                  <a:lnTo>
                    <a:pt x="12549" y="12082"/>
                  </a:lnTo>
                  <a:lnTo>
                    <a:pt x="12621" y="10428"/>
                  </a:lnTo>
                  <a:lnTo>
                    <a:pt x="12621" y="8882"/>
                  </a:lnTo>
                  <a:lnTo>
                    <a:pt x="12549" y="7408"/>
                  </a:lnTo>
                  <a:lnTo>
                    <a:pt x="12405" y="6041"/>
                  </a:lnTo>
                  <a:lnTo>
                    <a:pt x="12261" y="4819"/>
                  </a:lnTo>
                  <a:lnTo>
                    <a:pt x="12009" y="3668"/>
                  </a:lnTo>
                  <a:lnTo>
                    <a:pt x="11866" y="3165"/>
                  </a:lnTo>
                  <a:lnTo>
                    <a:pt x="11722" y="2661"/>
                  </a:lnTo>
                  <a:lnTo>
                    <a:pt x="11578" y="2230"/>
                  </a:lnTo>
                  <a:lnTo>
                    <a:pt x="11398" y="1834"/>
                  </a:lnTo>
                  <a:lnTo>
                    <a:pt x="11182" y="1439"/>
                  </a:lnTo>
                  <a:lnTo>
                    <a:pt x="11003" y="1115"/>
                  </a:lnTo>
                  <a:lnTo>
                    <a:pt x="10787" y="828"/>
                  </a:lnTo>
                  <a:lnTo>
                    <a:pt x="10571" y="576"/>
                  </a:lnTo>
                  <a:lnTo>
                    <a:pt x="10319" y="360"/>
                  </a:lnTo>
                  <a:lnTo>
                    <a:pt x="10068" y="216"/>
                  </a:lnTo>
                  <a:lnTo>
                    <a:pt x="9816" y="73"/>
                  </a:lnTo>
                  <a:lnTo>
                    <a:pt x="9528" y="1"/>
                  </a:lnTo>
                  <a:lnTo>
                    <a:pt x="9528" y="1"/>
                  </a:lnTo>
                  <a:lnTo>
                    <a:pt x="92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2096700" y="1265550"/>
              <a:ext cx="190600" cy="256200"/>
            </a:xfrm>
            <a:custGeom>
              <a:avLst/>
              <a:gdLst/>
              <a:ahLst/>
              <a:cxnLst/>
              <a:rect l="l" t="t" r="r" b="b"/>
              <a:pathLst>
                <a:path w="7624" h="10248" extrusionOk="0">
                  <a:moveTo>
                    <a:pt x="4351" y="0"/>
                  </a:moveTo>
                  <a:lnTo>
                    <a:pt x="3956" y="36"/>
                  </a:lnTo>
                  <a:lnTo>
                    <a:pt x="3560" y="108"/>
                  </a:lnTo>
                  <a:lnTo>
                    <a:pt x="3165" y="216"/>
                  </a:lnTo>
                  <a:lnTo>
                    <a:pt x="2805" y="360"/>
                  </a:lnTo>
                  <a:lnTo>
                    <a:pt x="2445" y="540"/>
                  </a:lnTo>
                  <a:lnTo>
                    <a:pt x="2086" y="755"/>
                  </a:lnTo>
                  <a:lnTo>
                    <a:pt x="1798" y="1007"/>
                  </a:lnTo>
                  <a:lnTo>
                    <a:pt x="1511" y="1259"/>
                  </a:lnTo>
                  <a:lnTo>
                    <a:pt x="1223" y="1582"/>
                  </a:lnTo>
                  <a:lnTo>
                    <a:pt x="1007" y="1906"/>
                  </a:lnTo>
                  <a:lnTo>
                    <a:pt x="791" y="2266"/>
                  </a:lnTo>
                  <a:lnTo>
                    <a:pt x="612" y="2625"/>
                  </a:lnTo>
                  <a:lnTo>
                    <a:pt x="504" y="3021"/>
                  </a:lnTo>
                  <a:lnTo>
                    <a:pt x="396" y="3452"/>
                  </a:lnTo>
                  <a:lnTo>
                    <a:pt x="72" y="5394"/>
                  </a:lnTo>
                  <a:lnTo>
                    <a:pt x="0" y="5717"/>
                  </a:lnTo>
                  <a:lnTo>
                    <a:pt x="0" y="6077"/>
                  </a:lnTo>
                  <a:lnTo>
                    <a:pt x="0" y="6436"/>
                  </a:lnTo>
                  <a:lnTo>
                    <a:pt x="36" y="6796"/>
                  </a:lnTo>
                  <a:lnTo>
                    <a:pt x="108" y="7120"/>
                  </a:lnTo>
                  <a:lnTo>
                    <a:pt x="216" y="7479"/>
                  </a:lnTo>
                  <a:lnTo>
                    <a:pt x="360" y="7803"/>
                  </a:lnTo>
                  <a:lnTo>
                    <a:pt x="504" y="8126"/>
                  </a:lnTo>
                  <a:lnTo>
                    <a:pt x="755" y="8486"/>
                  </a:lnTo>
                  <a:lnTo>
                    <a:pt x="1007" y="8810"/>
                  </a:lnTo>
                  <a:lnTo>
                    <a:pt x="1295" y="9097"/>
                  </a:lnTo>
                  <a:lnTo>
                    <a:pt x="1582" y="9385"/>
                  </a:lnTo>
                  <a:lnTo>
                    <a:pt x="1906" y="9601"/>
                  </a:lnTo>
                  <a:lnTo>
                    <a:pt x="2266" y="9816"/>
                  </a:lnTo>
                  <a:lnTo>
                    <a:pt x="2625" y="9960"/>
                  </a:lnTo>
                  <a:lnTo>
                    <a:pt x="3021" y="10104"/>
                  </a:lnTo>
                  <a:lnTo>
                    <a:pt x="3416" y="10176"/>
                  </a:lnTo>
                  <a:lnTo>
                    <a:pt x="3812" y="10248"/>
                  </a:lnTo>
                  <a:lnTo>
                    <a:pt x="4603" y="10248"/>
                  </a:lnTo>
                  <a:lnTo>
                    <a:pt x="4998" y="10176"/>
                  </a:lnTo>
                  <a:lnTo>
                    <a:pt x="5394" y="10068"/>
                  </a:lnTo>
                  <a:lnTo>
                    <a:pt x="5789" y="9924"/>
                  </a:lnTo>
                  <a:lnTo>
                    <a:pt x="6185" y="9744"/>
                  </a:lnTo>
                  <a:lnTo>
                    <a:pt x="6401" y="8774"/>
                  </a:lnTo>
                  <a:lnTo>
                    <a:pt x="6616" y="7839"/>
                  </a:lnTo>
                  <a:lnTo>
                    <a:pt x="7012" y="5825"/>
                  </a:lnTo>
                  <a:lnTo>
                    <a:pt x="7192" y="4711"/>
                  </a:lnTo>
                  <a:lnTo>
                    <a:pt x="7335" y="3596"/>
                  </a:lnTo>
                  <a:lnTo>
                    <a:pt x="7479" y="2517"/>
                  </a:lnTo>
                  <a:lnTo>
                    <a:pt x="7623" y="1403"/>
                  </a:lnTo>
                  <a:lnTo>
                    <a:pt x="7371" y="1151"/>
                  </a:lnTo>
                  <a:lnTo>
                    <a:pt x="7120" y="935"/>
                  </a:lnTo>
                  <a:lnTo>
                    <a:pt x="6832" y="720"/>
                  </a:lnTo>
                  <a:lnTo>
                    <a:pt x="6508" y="540"/>
                  </a:lnTo>
                  <a:lnTo>
                    <a:pt x="6221" y="360"/>
                  </a:lnTo>
                  <a:lnTo>
                    <a:pt x="5897" y="252"/>
                  </a:lnTo>
                  <a:lnTo>
                    <a:pt x="5538" y="144"/>
                  </a:lnTo>
                  <a:lnTo>
                    <a:pt x="5214" y="72"/>
                  </a:lnTo>
                  <a:lnTo>
                    <a:pt x="47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2966825" y="1264650"/>
              <a:ext cx="445875" cy="587000"/>
            </a:xfrm>
            <a:custGeom>
              <a:avLst/>
              <a:gdLst/>
              <a:ahLst/>
              <a:cxnLst/>
              <a:rect l="l" t="t" r="r" b="b"/>
              <a:pathLst>
                <a:path w="17835" h="23480" extrusionOk="0">
                  <a:moveTo>
                    <a:pt x="3920" y="0"/>
                  </a:moveTo>
                  <a:lnTo>
                    <a:pt x="1" y="22401"/>
                  </a:lnTo>
                  <a:lnTo>
                    <a:pt x="14383" y="23480"/>
                  </a:lnTo>
                  <a:lnTo>
                    <a:pt x="17835" y="3920"/>
                  </a:lnTo>
                  <a:lnTo>
                    <a:pt x="39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966825" y="1264650"/>
              <a:ext cx="445875" cy="587000"/>
            </a:xfrm>
            <a:custGeom>
              <a:avLst/>
              <a:gdLst/>
              <a:ahLst/>
              <a:cxnLst/>
              <a:rect l="l" t="t" r="r" b="b"/>
              <a:pathLst>
                <a:path w="17835" h="23480" fill="none" extrusionOk="0">
                  <a:moveTo>
                    <a:pt x="14383" y="23480"/>
                  </a:moveTo>
                  <a:lnTo>
                    <a:pt x="1" y="22401"/>
                  </a:lnTo>
                  <a:lnTo>
                    <a:pt x="3920" y="0"/>
                  </a:lnTo>
                  <a:lnTo>
                    <a:pt x="17835" y="3920"/>
                  </a:lnTo>
                  <a:lnTo>
                    <a:pt x="14383" y="2348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2966825" y="1264650"/>
              <a:ext cx="445875" cy="587000"/>
            </a:xfrm>
            <a:custGeom>
              <a:avLst/>
              <a:gdLst/>
              <a:ahLst/>
              <a:cxnLst/>
              <a:rect l="l" t="t" r="r" b="b"/>
              <a:pathLst>
                <a:path w="17835" h="23480" extrusionOk="0">
                  <a:moveTo>
                    <a:pt x="3920" y="0"/>
                  </a:moveTo>
                  <a:lnTo>
                    <a:pt x="3560" y="2050"/>
                  </a:lnTo>
                  <a:lnTo>
                    <a:pt x="252" y="20963"/>
                  </a:lnTo>
                  <a:lnTo>
                    <a:pt x="1" y="22401"/>
                  </a:lnTo>
                  <a:lnTo>
                    <a:pt x="14383" y="23480"/>
                  </a:lnTo>
                  <a:lnTo>
                    <a:pt x="17835" y="3920"/>
                  </a:lnTo>
                  <a:lnTo>
                    <a:pt x="13700" y="2733"/>
                  </a:lnTo>
                  <a:lnTo>
                    <a:pt x="11075" y="2014"/>
                  </a:lnTo>
                  <a:lnTo>
                    <a:pt x="39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2966825" y="1264650"/>
              <a:ext cx="445875" cy="587000"/>
            </a:xfrm>
            <a:custGeom>
              <a:avLst/>
              <a:gdLst/>
              <a:ahLst/>
              <a:cxnLst/>
              <a:rect l="l" t="t" r="r" b="b"/>
              <a:pathLst>
                <a:path w="17835" h="23480" fill="none" extrusionOk="0">
                  <a:moveTo>
                    <a:pt x="3920" y="0"/>
                  </a:moveTo>
                  <a:lnTo>
                    <a:pt x="3560" y="2050"/>
                  </a:lnTo>
                  <a:lnTo>
                    <a:pt x="252" y="20963"/>
                  </a:lnTo>
                  <a:lnTo>
                    <a:pt x="1" y="22401"/>
                  </a:lnTo>
                  <a:lnTo>
                    <a:pt x="14383" y="23480"/>
                  </a:lnTo>
                  <a:lnTo>
                    <a:pt x="17835" y="3920"/>
                  </a:lnTo>
                  <a:lnTo>
                    <a:pt x="13700" y="2733"/>
                  </a:lnTo>
                  <a:lnTo>
                    <a:pt x="11075" y="2014"/>
                  </a:lnTo>
                  <a:lnTo>
                    <a:pt x="392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2297150" y="1203525"/>
              <a:ext cx="56650" cy="375750"/>
            </a:xfrm>
            <a:custGeom>
              <a:avLst/>
              <a:gdLst/>
              <a:ahLst/>
              <a:cxnLst/>
              <a:rect l="l" t="t" r="r" b="b"/>
              <a:pathLst>
                <a:path w="2266" h="15030" extrusionOk="0">
                  <a:moveTo>
                    <a:pt x="2266" y="0"/>
                  </a:moveTo>
                  <a:lnTo>
                    <a:pt x="2230" y="1043"/>
                  </a:lnTo>
                  <a:lnTo>
                    <a:pt x="2194" y="2158"/>
                  </a:lnTo>
                  <a:lnTo>
                    <a:pt x="2086" y="3272"/>
                  </a:lnTo>
                  <a:lnTo>
                    <a:pt x="2014" y="4387"/>
                  </a:lnTo>
                  <a:lnTo>
                    <a:pt x="1870" y="5538"/>
                  </a:lnTo>
                  <a:lnTo>
                    <a:pt x="1726" y="6724"/>
                  </a:lnTo>
                  <a:lnTo>
                    <a:pt x="1547" y="7911"/>
                  </a:lnTo>
                  <a:lnTo>
                    <a:pt x="1331" y="9133"/>
                  </a:lnTo>
                  <a:lnTo>
                    <a:pt x="1043" y="10643"/>
                  </a:lnTo>
                  <a:lnTo>
                    <a:pt x="720" y="12153"/>
                  </a:lnTo>
                  <a:lnTo>
                    <a:pt x="396" y="13628"/>
                  </a:lnTo>
                  <a:lnTo>
                    <a:pt x="1" y="15030"/>
                  </a:lnTo>
                  <a:lnTo>
                    <a:pt x="1" y="15030"/>
                  </a:lnTo>
                  <a:lnTo>
                    <a:pt x="432" y="13592"/>
                  </a:lnTo>
                  <a:lnTo>
                    <a:pt x="792" y="12153"/>
                  </a:lnTo>
                  <a:lnTo>
                    <a:pt x="1115" y="10679"/>
                  </a:lnTo>
                  <a:lnTo>
                    <a:pt x="1367" y="9205"/>
                  </a:lnTo>
                  <a:lnTo>
                    <a:pt x="1583" y="8055"/>
                  </a:lnTo>
                  <a:lnTo>
                    <a:pt x="1762" y="6904"/>
                  </a:lnTo>
                  <a:lnTo>
                    <a:pt x="1906" y="5717"/>
                  </a:lnTo>
                  <a:lnTo>
                    <a:pt x="2050" y="4531"/>
                  </a:lnTo>
                  <a:lnTo>
                    <a:pt x="2158" y="3380"/>
                  </a:lnTo>
                  <a:lnTo>
                    <a:pt x="2230" y="2194"/>
                  </a:lnTo>
                  <a:lnTo>
                    <a:pt x="22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31"/>
            <p:cNvSpPr/>
            <p:nvPr/>
          </p:nvSpPr>
          <p:spPr>
            <a:xfrm>
              <a:off x="2297150" y="1203525"/>
              <a:ext cx="56650" cy="375750"/>
            </a:xfrm>
            <a:custGeom>
              <a:avLst/>
              <a:gdLst/>
              <a:ahLst/>
              <a:cxnLst/>
              <a:rect l="l" t="t" r="r" b="b"/>
              <a:pathLst>
                <a:path w="2266" h="15030" fill="none" extrusionOk="0">
                  <a:moveTo>
                    <a:pt x="2266" y="0"/>
                  </a:moveTo>
                  <a:lnTo>
                    <a:pt x="2266" y="0"/>
                  </a:lnTo>
                  <a:lnTo>
                    <a:pt x="2230" y="1043"/>
                  </a:lnTo>
                  <a:lnTo>
                    <a:pt x="2194" y="2158"/>
                  </a:lnTo>
                  <a:lnTo>
                    <a:pt x="2086" y="3272"/>
                  </a:lnTo>
                  <a:lnTo>
                    <a:pt x="2014" y="4387"/>
                  </a:lnTo>
                  <a:lnTo>
                    <a:pt x="1870" y="5538"/>
                  </a:lnTo>
                  <a:lnTo>
                    <a:pt x="1726" y="6724"/>
                  </a:lnTo>
                  <a:lnTo>
                    <a:pt x="1547" y="7911"/>
                  </a:lnTo>
                  <a:lnTo>
                    <a:pt x="1331" y="9133"/>
                  </a:lnTo>
                  <a:lnTo>
                    <a:pt x="1331" y="9133"/>
                  </a:lnTo>
                  <a:lnTo>
                    <a:pt x="1043" y="10643"/>
                  </a:lnTo>
                  <a:lnTo>
                    <a:pt x="720" y="12153"/>
                  </a:lnTo>
                  <a:lnTo>
                    <a:pt x="396" y="13628"/>
                  </a:lnTo>
                  <a:lnTo>
                    <a:pt x="1" y="15030"/>
                  </a:lnTo>
                  <a:lnTo>
                    <a:pt x="1" y="15030"/>
                  </a:lnTo>
                  <a:lnTo>
                    <a:pt x="432" y="13592"/>
                  </a:lnTo>
                  <a:lnTo>
                    <a:pt x="792" y="12153"/>
                  </a:lnTo>
                  <a:lnTo>
                    <a:pt x="1115" y="10679"/>
                  </a:lnTo>
                  <a:lnTo>
                    <a:pt x="1367" y="9205"/>
                  </a:lnTo>
                  <a:lnTo>
                    <a:pt x="1367" y="9205"/>
                  </a:lnTo>
                  <a:lnTo>
                    <a:pt x="1583" y="8055"/>
                  </a:lnTo>
                  <a:lnTo>
                    <a:pt x="1762" y="6904"/>
                  </a:lnTo>
                  <a:lnTo>
                    <a:pt x="1762" y="6904"/>
                  </a:lnTo>
                  <a:lnTo>
                    <a:pt x="1906" y="5717"/>
                  </a:lnTo>
                  <a:lnTo>
                    <a:pt x="2050" y="4531"/>
                  </a:lnTo>
                  <a:lnTo>
                    <a:pt x="2050" y="4531"/>
                  </a:lnTo>
                  <a:lnTo>
                    <a:pt x="2158" y="3380"/>
                  </a:lnTo>
                  <a:lnTo>
                    <a:pt x="2230" y="2194"/>
                  </a:lnTo>
                  <a:lnTo>
                    <a:pt x="2230" y="2194"/>
                  </a:lnTo>
                  <a:lnTo>
                    <a:pt x="226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31"/>
            <p:cNvSpPr/>
            <p:nvPr/>
          </p:nvSpPr>
          <p:spPr>
            <a:xfrm>
              <a:off x="2152425" y="970700"/>
              <a:ext cx="201375" cy="874650"/>
            </a:xfrm>
            <a:custGeom>
              <a:avLst/>
              <a:gdLst/>
              <a:ahLst/>
              <a:cxnLst/>
              <a:rect l="l" t="t" r="r" b="b"/>
              <a:pathLst>
                <a:path w="8055" h="34986" extrusionOk="0">
                  <a:moveTo>
                    <a:pt x="6221" y="1"/>
                  </a:moveTo>
                  <a:lnTo>
                    <a:pt x="6473" y="540"/>
                  </a:lnTo>
                  <a:lnTo>
                    <a:pt x="6688" y="1080"/>
                  </a:lnTo>
                  <a:lnTo>
                    <a:pt x="6868" y="1619"/>
                  </a:lnTo>
                  <a:lnTo>
                    <a:pt x="7048" y="2194"/>
                  </a:lnTo>
                  <a:lnTo>
                    <a:pt x="7192" y="2770"/>
                  </a:lnTo>
                  <a:lnTo>
                    <a:pt x="7300" y="3345"/>
                  </a:lnTo>
                  <a:lnTo>
                    <a:pt x="7408" y="3920"/>
                  </a:lnTo>
                  <a:lnTo>
                    <a:pt x="7479" y="4495"/>
                  </a:lnTo>
                  <a:lnTo>
                    <a:pt x="7587" y="5646"/>
                  </a:lnTo>
                  <a:lnTo>
                    <a:pt x="7695" y="6833"/>
                  </a:lnTo>
                  <a:lnTo>
                    <a:pt x="7731" y="7983"/>
                  </a:lnTo>
                  <a:lnTo>
                    <a:pt x="7731" y="9170"/>
                  </a:lnTo>
                  <a:lnTo>
                    <a:pt x="7659" y="10320"/>
                  </a:lnTo>
                  <a:lnTo>
                    <a:pt x="7623" y="11507"/>
                  </a:lnTo>
                  <a:lnTo>
                    <a:pt x="7515" y="12657"/>
                  </a:lnTo>
                  <a:lnTo>
                    <a:pt x="7408" y="13808"/>
                  </a:lnTo>
                  <a:lnTo>
                    <a:pt x="7264" y="14994"/>
                  </a:lnTo>
                  <a:lnTo>
                    <a:pt x="7120" y="16145"/>
                  </a:lnTo>
                  <a:lnTo>
                    <a:pt x="6940" y="17296"/>
                  </a:lnTo>
                  <a:lnTo>
                    <a:pt x="6724" y="18446"/>
                  </a:lnTo>
                  <a:lnTo>
                    <a:pt x="6509" y="19597"/>
                  </a:lnTo>
                  <a:lnTo>
                    <a:pt x="6293" y="20747"/>
                  </a:lnTo>
                  <a:lnTo>
                    <a:pt x="6041" y="21898"/>
                  </a:lnTo>
                  <a:lnTo>
                    <a:pt x="5754" y="23013"/>
                  </a:lnTo>
                  <a:lnTo>
                    <a:pt x="5466" y="24163"/>
                  </a:lnTo>
                  <a:lnTo>
                    <a:pt x="5142" y="25278"/>
                  </a:lnTo>
                  <a:lnTo>
                    <a:pt x="4783" y="26392"/>
                  </a:lnTo>
                  <a:lnTo>
                    <a:pt x="4387" y="27507"/>
                  </a:lnTo>
                  <a:lnTo>
                    <a:pt x="3992" y="28586"/>
                  </a:lnTo>
                  <a:lnTo>
                    <a:pt x="3524" y="29664"/>
                  </a:lnTo>
                  <a:lnTo>
                    <a:pt x="3021" y="30743"/>
                  </a:lnTo>
                  <a:lnTo>
                    <a:pt x="2482" y="31750"/>
                  </a:lnTo>
                  <a:lnTo>
                    <a:pt x="2194" y="32289"/>
                  </a:lnTo>
                  <a:lnTo>
                    <a:pt x="1906" y="32757"/>
                  </a:lnTo>
                  <a:lnTo>
                    <a:pt x="1547" y="33260"/>
                  </a:lnTo>
                  <a:lnTo>
                    <a:pt x="1187" y="33727"/>
                  </a:lnTo>
                  <a:lnTo>
                    <a:pt x="828" y="34159"/>
                  </a:lnTo>
                  <a:lnTo>
                    <a:pt x="396" y="34590"/>
                  </a:lnTo>
                  <a:lnTo>
                    <a:pt x="1" y="34986"/>
                  </a:lnTo>
                  <a:lnTo>
                    <a:pt x="468" y="34626"/>
                  </a:lnTo>
                  <a:lnTo>
                    <a:pt x="900" y="34195"/>
                  </a:lnTo>
                  <a:lnTo>
                    <a:pt x="1295" y="33799"/>
                  </a:lnTo>
                  <a:lnTo>
                    <a:pt x="1655" y="33332"/>
                  </a:lnTo>
                  <a:lnTo>
                    <a:pt x="2014" y="32864"/>
                  </a:lnTo>
                  <a:lnTo>
                    <a:pt x="2338" y="32361"/>
                  </a:lnTo>
                  <a:lnTo>
                    <a:pt x="2661" y="31858"/>
                  </a:lnTo>
                  <a:lnTo>
                    <a:pt x="3237" y="30851"/>
                  </a:lnTo>
                  <a:lnTo>
                    <a:pt x="3776" y="29808"/>
                  </a:lnTo>
                  <a:lnTo>
                    <a:pt x="4279" y="28730"/>
                  </a:lnTo>
                  <a:lnTo>
                    <a:pt x="4711" y="27615"/>
                  </a:lnTo>
                  <a:lnTo>
                    <a:pt x="5286" y="25997"/>
                  </a:lnTo>
                  <a:lnTo>
                    <a:pt x="5790" y="24343"/>
                  </a:lnTo>
                  <a:lnTo>
                    <a:pt x="6185" y="22941"/>
                  </a:lnTo>
                  <a:lnTo>
                    <a:pt x="6509" y="21466"/>
                  </a:lnTo>
                  <a:lnTo>
                    <a:pt x="6832" y="19956"/>
                  </a:lnTo>
                  <a:lnTo>
                    <a:pt x="7120" y="18446"/>
                  </a:lnTo>
                  <a:lnTo>
                    <a:pt x="7336" y="17224"/>
                  </a:lnTo>
                  <a:lnTo>
                    <a:pt x="7515" y="16037"/>
                  </a:lnTo>
                  <a:lnTo>
                    <a:pt x="7659" y="14851"/>
                  </a:lnTo>
                  <a:lnTo>
                    <a:pt x="7803" y="13700"/>
                  </a:lnTo>
                  <a:lnTo>
                    <a:pt x="7875" y="12585"/>
                  </a:lnTo>
                  <a:lnTo>
                    <a:pt x="7983" y="11471"/>
                  </a:lnTo>
                  <a:lnTo>
                    <a:pt x="8019" y="10356"/>
                  </a:lnTo>
                  <a:lnTo>
                    <a:pt x="8055" y="9313"/>
                  </a:lnTo>
                  <a:lnTo>
                    <a:pt x="8055" y="9170"/>
                  </a:lnTo>
                  <a:lnTo>
                    <a:pt x="8019" y="7983"/>
                  </a:lnTo>
                  <a:lnTo>
                    <a:pt x="7983" y="6797"/>
                  </a:lnTo>
                  <a:lnTo>
                    <a:pt x="7839" y="5610"/>
                  </a:lnTo>
                  <a:lnTo>
                    <a:pt x="7695" y="4459"/>
                  </a:lnTo>
                  <a:lnTo>
                    <a:pt x="7587" y="3884"/>
                  </a:lnTo>
                  <a:lnTo>
                    <a:pt x="7479" y="3309"/>
                  </a:lnTo>
                  <a:lnTo>
                    <a:pt x="7336" y="2734"/>
                  </a:lnTo>
                  <a:lnTo>
                    <a:pt x="7156" y="2158"/>
                  </a:lnTo>
                  <a:lnTo>
                    <a:pt x="6940" y="1619"/>
                  </a:lnTo>
                  <a:lnTo>
                    <a:pt x="6724" y="1044"/>
                  </a:lnTo>
                  <a:lnTo>
                    <a:pt x="6473" y="504"/>
                  </a:lnTo>
                  <a:lnTo>
                    <a:pt x="62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31"/>
            <p:cNvSpPr/>
            <p:nvPr/>
          </p:nvSpPr>
          <p:spPr>
            <a:xfrm>
              <a:off x="2140750" y="970700"/>
              <a:ext cx="213050" cy="884550"/>
            </a:xfrm>
            <a:custGeom>
              <a:avLst/>
              <a:gdLst/>
              <a:ahLst/>
              <a:cxnLst/>
              <a:rect l="l" t="t" r="r" b="b"/>
              <a:pathLst>
                <a:path w="8522" h="35382" fill="none" extrusionOk="0">
                  <a:moveTo>
                    <a:pt x="6688" y="1"/>
                  </a:moveTo>
                  <a:lnTo>
                    <a:pt x="6688" y="1"/>
                  </a:lnTo>
                  <a:lnTo>
                    <a:pt x="6940" y="540"/>
                  </a:lnTo>
                  <a:lnTo>
                    <a:pt x="7155" y="1080"/>
                  </a:lnTo>
                  <a:lnTo>
                    <a:pt x="7335" y="1619"/>
                  </a:lnTo>
                  <a:lnTo>
                    <a:pt x="7515" y="2194"/>
                  </a:lnTo>
                  <a:lnTo>
                    <a:pt x="7659" y="2770"/>
                  </a:lnTo>
                  <a:lnTo>
                    <a:pt x="7767" y="3345"/>
                  </a:lnTo>
                  <a:lnTo>
                    <a:pt x="7875" y="3920"/>
                  </a:lnTo>
                  <a:lnTo>
                    <a:pt x="7946" y="4495"/>
                  </a:lnTo>
                  <a:lnTo>
                    <a:pt x="7946" y="4495"/>
                  </a:lnTo>
                  <a:lnTo>
                    <a:pt x="8054" y="5646"/>
                  </a:lnTo>
                  <a:lnTo>
                    <a:pt x="8162" y="6833"/>
                  </a:lnTo>
                  <a:lnTo>
                    <a:pt x="8198" y="7983"/>
                  </a:lnTo>
                  <a:lnTo>
                    <a:pt x="8198" y="9170"/>
                  </a:lnTo>
                  <a:lnTo>
                    <a:pt x="8198" y="9170"/>
                  </a:lnTo>
                  <a:lnTo>
                    <a:pt x="8126" y="10320"/>
                  </a:lnTo>
                  <a:lnTo>
                    <a:pt x="8090" y="11507"/>
                  </a:lnTo>
                  <a:lnTo>
                    <a:pt x="7982" y="12657"/>
                  </a:lnTo>
                  <a:lnTo>
                    <a:pt x="7875" y="13808"/>
                  </a:lnTo>
                  <a:lnTo>
                    <a:pt x="7731" y="14994"/>
                  </a:lnTo>
                  <a:lnTo>
                    <a:pt x="7587" y="16145"/>
                  </a:lnTo>
                  <a:lnTo>
                    <a:pt x="7407" y="17296"/>
                  </a:lnTo>
                  <a:lnTo>
                    <a:pt x="7191" y="18446"/>
                  </a:lnTo>
                  <a:lnTo>
                    <a:pt x="7191" y="18446"/>
                  </a:lnTo>
                  <a:lnTo>
                    <a:pt x="6976" y="19597"/>
                  </a:lnTo>
                  <a:lnTo>
                    <a:pt x="6760" y="20747"/>
                  </a:lnTo>
                  <a:lnTo>
                    <a:pt x="6508" y="21898"/>
                  </a:lnTo>
                  <a:lnTo>
                    <a:pt x="6221" y="23013"/>
                  </a:lnTo>
                  <a:lnTo>
                    <a:pt x="5933" y="24163"/>
                  </a:lnTo>
                  <a:lnTo>
                    <a:pt x="5609" y="25278"/>
                  </a:lnTo>
                  <a:lnTo>
                    <a:pt x="5250" y="26392"/>
                  </a:lnTo>
                  <a:lnTo>
                    <a:pt x="4854" y="27507"/>
                  </a:lnTo>
                  <a:lnTo>
                    <a:pt x="4854" y="27507"/>
                  </a:lnTo>
                  <a:lnTo>
                    <a:pt x="4459" y="28586"/>
                  </a:lnTo>
                  <a:lnTo>
                    <a:pt x="3991" y="29664"/>
                  </a:lnTo>
                  <a:lnTo>
                    <a:pt x="3488" y="30743"/>
                  </a:lnTo>
                  <a:lnTo>
                    <a:pt x="2949" y="31750"/>
                  </a:lnTo>
                  <a:lnTo>
                    <a:pt x="2949" y="31750"/>
                  </a:lnTo>
                  <a:lnTo>
                    <a:pt x="2661" y="32289"/>
                  </a:lnTo>
                  <a:lnTo>
                    <a:pt x="2373" y="32757"/>
                  </a:lnTo>
                  <a:lnTo>
                    <a:pt x="2014" y="33260"/>
                  </a:lnTo>
                  <a:lnTo>
                    <a:pt x="1654" y="33727"/>
                  </a:lnTo>
                  <a:lnTo>
                    <a:pt x="1295" y="34159"/>
                  </a:lnTo>
                  <a:lnTo>
                    <a:pt x="863" y="34590"/>
                  </a:lnTo>
                  <a:lnTo>
                    <a:pt x="468" y="34986"/>
                  </a:lnTo>
                  <a:lnTo>
                    <a:pt x="0" y="35381"/>
                  </a:lnTo>
                  <a:lnTo>
                    <a:pt x="0" y="35381"/>
                  </a:lnTo>
                  <a:lnTo>
                    <a:pt x="468" y="34986"/>
                  </a:lnTo>
                  <a:lnTo>
                    <a:pt x="935" y="34626"/>
                  </a:lnTo>
                  <a:lnTo>
                    <a:pt x="1367" y="34195"/>
                  </a:lnTo>
                  <a:lnTo>
                    <a:pt x="1762" y="33799"/>
                  </a:lnTo>
                  <a:lnTo>
                    <a:pt x="2122" y="33332"/>
                  </a:lnTo>
                  <a:lnTo>
                    <a:pt x="2481" y="32864"/>
                  </a:lnTo>
                  <a:lnTo>
                    <a:pt x="2805" y="32361"/>
                  </a:lnTo>
                  <a:lnTo>
                    <a:pt x="3128" y="31858"/>
                  </a:lnTo>
                  <a:lnTo>
                    <a:pt x="3128" y="31858"/>
                  </a:lnTo>
                  <a:lnTo>
                    <a:pt x="3704" y="30851"/>
                  </a:lnTo>
                  <a:lnTo>
                    <a:pt x="4243" y="29808"/>
                  </a:lnTo>
                  <a:lnTo>
                    <a:pt x="4746" y="28730"/>
                  </a:lnTo>
                  <a:lnTo>
                    <a:pt x="5178" y="27615"/>
                  </a:lnTo>
                  <a:lnTo>
                    <a:pt x="5178" y="27615"/>
                  </a:lnTo>
                  <a:lnTo>
                    <a:pt x="5753" y="25997"/>
                  </a:lnTo>
                  <a:lnTo>
                    <a:pt x="6257" y="24343"/>
                  </a:lnTo>
                  <a:lnTo>
                    <a:pt x="6257" y="24343"/>
                  </a:lnTo>
                  <a:lnTo>
                    <a:pt x="6652" y="22941"/>
                  </a:lnTo>
                  <a:lnTo>
                    <a:pt x="6976" y="21466"/>
                  </a:lnTo>
                  <a:lnTo>
                    <a:pt x="7299" y="19956"/>
                  </a:lnTo>
                  <a:lnTo>
                    <a:pt x="7587" y="18446"/>
                  </a:lnTo>
                  <a:lnTo>
                    <a:pt x="7587" y="18446"/>
                  </a:lnTo>
                  <a:lnTo>
                    <a:pt x="7803" y="17224"/>
                  </a:lnTo>
                  <a:lnTo>
                    <a:pt x="7982" y="16037"/>
                  </a:lnTo>
                  <a:lnTo>
                    <a:pt x="8126" y="14851"/>
                  </a:lnTo>
                  <a:lnTo>
                    <a:pt x="8270" y="13700"/>
                  </a:lnTo>
                  <a:lnTo>
                    <a:pt x="8342" y="12585"/>
                  </a:lnTo>
                  <a:lnTo>
                    <a:pt x="8450" y="11471"/>
                  </a:lnTo>
                  <a:lnTo>
                    <a:pt x="8486" y="10356"/>
                  </a:lnTo>
                  <a:lnTo>
                    <a:pt x="8522" y="9313"/>
                  </a:lnTo>
                  <a:lnTo>
                    <a:pt x="8522" y="9313"/>
                  </a:lnTo>
                  <a:lnTo>
                    <a:pt x="8522" y="9170"/>
                  </a:lnTo>
                  <a:lnTo>
                    <a:pt x="8522" y="9170"/>
                  </a:lnTo>
                  <a:lnTo>
                    <a:pt x="8486" y="7983"/>
                  </a:lnTo>
                  <a:lnTo>
                    <a:pt x="8450" y="6797"/>
                  </a:lnTo>
                  <a:lnTo>
                    <a:pt x="8306" y="5610"/>
                  </a:lnTo>
                  <a:lnTo>
                    <a:pt x="8162" y="4459"/>
                  </a:lnTo>
                  <a:lnTo>
                    <a:pt x="8162" y="4459"/>
                  </a:lnTo>
                  <a:lnTo>
                    <a:pt x="8054" y="3884"/>
                  </a:lnTo>
                  <a:lnTo>
                    <a:pt x="7946" y="3309"/>
                  </a:lnTo>
                  <a:lnTo>
                    <a:pt x="7803" y="2734"/>
                  </a:lnTo>
                  <a:lnTo>
                    <a:pt x="7623" y="2158"/>
                  </a:lnTo>
                  <a:lnTo>
                    <a:pt x="7407" y="1619"/>
                  </a:lnTo>
                  <a:lnTo>
                    <a:pt x="7191" y="1044"/>
                  </a:lnTo>
                  <a:lnTo>
                    <a:pt x="6940" y="504"/>
                  </a:lnTo>
                  <a:lnTo>
                    <a:pt x="668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1933100" y="881725"/>
              <a:ext cx="234625" cy="223850"/>
            </a:xfrm>
            <a:custGeom>
              <a:avLst/>
              <a:gdLst/>
              <a:ahLst/>
              <a:cxnLst/>
              <a:rect l="l" t="t" r="r" b="b"/>
              <a:pathLst>
                <a:path w="9385" h="8954" extrusionOk="0">
                  <a:moveTo>
                    <a:pt x="0" y="0"/>
                  </a:moveTo>
                  <a:lnTo>
                    <a:pt x="1079" y="1187"/>
                  </a:lnTo>
                  <a:lnTo>
                    <a:pt x="2194" y="2373"/>
                  </a:lnTo>
                  <a:lnTo>
                    <a:pt x="3344" y="3524"/>
                  </a:lnTo>
                  <a:lnTo>
                    <a:pt x="4531" y="4675"/>
                  </a:lnTo>
                  <a:lnTo>
                    <a:pt x="5717" y="5753"/>
                  </a:lnTo>
                  <a:lnTo>
                    <a:pt x="6904" y="6868"/>
                  </a:lnTo>
                  <a:lnTo>
                    <a:pt x="8126" y="7947"/>
                  </a:lnTo>
                  <a:lnTo>
                    <a:pt x="8774" y="8450"/>
                  </a:lnTo>
                  <a:lnTo>
                    <a:pt x="9385" y="8953"/>
                  </a:lnTo>
                  <a:lnTo>
                    <a:pt x="9385" y="8953"/>
                  </a:lnTo>
                  <a:lnTo>
                    <a:pt x="8846" y="8378"/>
                  </a:lnTo>
                  <a:lnTo>
                    <a:pt x="8306" y="7767"/>
                  </a:lnTo>
                  <a:lnTo>
                    <a:pt x="7156" y="6580"/>
                  </a:lnTo>
                  <a:lnTo>
                    <a:pt x="6041" y="5430"/>
                  </a:lnTo>
                  <a:lnTo>
                    <a:pt x="4855" y="4315"/>
                  </a:lnTo>
                  <a:lnTo>
                    <a:pt x="2481" y="2086"/>
                  </a:lnTo>
                  <a:lnTo>
                    <a:pt x="1259" y="1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31"/>
            <p:cNvSpPr/>
            <p:nvPr/>
          </p:nvSpPr>
          <p:spPr>
            <a:xfrm>
              <a:off x="1722750" y="1674550"/>
              <a:ext cx="361400" cy="62950"/>
            </a:xfrm>
            <a:custGeom>
              <a:avLst/>
              <a:gdLst/>
              <a:ahLst/>
              <a:cxnLst/>
              <a:rect l="l" t="t" r="r" b="b"/>
              <a:pathLst>
                <a:path w="14456" h="2518" extrusionOk="0">
                  <a:moveTo>
                    <a:pt x="14455" y="0"/>
                  </a:moveTo>
                  <a:lnTo>
                    <a:pt x="12657" y="216"/>
                  </a:lnTo>
                  <a:lnTo>
                    <a:pt x="10824" y="468"/>
                  </a:lnTo>
                  <a:lnTo>
                    <a:pt x="9026" y="719"/>
                  </a:lnTo>
                  <a:lnTo>
                    <a:pt x="7192" y="1007"/>
                  </a:lnTo>
                  <a:lnTo>
                    <a:pt x="5394" y="1331"/>
                  </a:lnTo>
                  <a:lnTo>
                    <a:pt x="3596" y="1690"/>
                  </a:lnTo>
                  <a:lnTo>
                    <a:pt x="1799" y="2086"/>
                  </a:lnTo>
                  <a:lnTo>
                    <a:pt x="1" y="2517"/>
                  </a:lnTo>
                  <a:lnTo>
                    <a:pt x="936" y="2409"/>
                  </a:lnTo>
                  <a:lnTo>
                    <a:pt x="1835" y="2337"/>
                  </a:lnTo>
                  <a:lnTo>
                    <a:pt x="3668" y="2086"/>
                  </a:lnTo>
                  <a:lnTo>
                    <a:pt x="5466" y="1798"/>
                  </a:lnTo>
                  <a:lnTo>
                    <a:pt x="7300" y="1510"/>
                  </a:lnTo>
                  <a:lnTo>
                    <a:pt x="9098" y="1187"/>
                  </a:lnTo>
                  <a:lnTo>
                    <a:pt x="10895" y="827"/>
                  </a:lnTo>
                  <a:lnTo>
                    <a:pt x="12693" y="432"/>
                  </a:lnTo>
                  <a:lnTo>
                    <a:pt x="144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31"/>
            <p:cNvSpPr/>
            <p:nvPr/>
          </p:nvSpPr>
          <p:spPr>
            <a:xfrm>
              <a:off x="1521400" y="1554100"/>
              <a:ext cx="540275" cy="15300"/>
            </a:xfrm>
            <a:custGeom>
              <a:avLst/>
              <a:gdLst/>
              <a:ahLst/>
              <a:cxnLst/>
              <a:rect l="l" t="t" r="r" b="b"/>
              <a:pathLst>
                <a:path w="21611" h="612" extrusionOk="0">
                  <a:moveTo>
                    <a:pt x="16217" y="0"/>
                  </a:moveTo>
                  <a:lnTo>
                    <a:pt x="13484" y="36"/>
                  </a:lnTo>
                  <a:lnTo>
                    <a:pt x="10787" y="72"/>
                  </a:lnTo>
                  <a:lnTo>
                    <a:pt x="8127" y="144"/>
                  </a:lnTo>
                  <a:lnTo>
                    <a:pt x="5394" y="252"/>
                  </a:lnTo>
                  <a:lnTo>
                    <a:pt x="2697" y="396"/>
                  </a:lnTo>
                  <a:lnTo>
                    <a:pt x="1" y="575"/>
                  </a:lnTo>
                  <a:lnTo>
                    <a:pt x="2697" y="611"/>
                  </a:lnTo>
                  <a:lnTo>
                    <a:pt x="8091" y="611"/>
                  </a:lnTo>
                  <a:lnTo>
                    <a:pt x="10787" y="575"/>
                  </a:lnTo>
                  <a:lnTo>
                    <a:pt x="13520" y="504"/>
                  </a:lnTo>
                  <a:lnTo>
                    <a:pt x="16217" y="396"/>
                  </a:lnTo>
                  <a:lnTo>
                    <a:pt x="18913" y="252"/>
                  </a:lnTo>
                  <a:lnTo>
                    <a:pt x="20244" y="180"/>
                  </a:lnTo>
                  <a:lnTo>
                    <a:pt x="21610" y="72"/>
                  </a:lnTo>
                  <a:lnTo>
                    <a:pt x="20244" y="36"/>
                  </a:lnTo>
                  <a:lnTo>
                    <a:pt x="189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31"/>
            <p:cNvSpPr/>
            <p:nvPr/>
          </p:nvSpPr>
          <p:spPr>
            <a:xfrm>
              <a:off x="1682300" y="890700"/>
              <a:ext cx="443200" cy="320050"/>
            </a:xfrm>
            <a:custGeom>
              <a:avLst/>
              <a:gdLst/>
              <a:ahLst/>
              <a:cxnLst/>
              <a:rect l="l" t="t" r="r" b="b"/>
              <a:pathLst>
                <a:path w="17728" h="12802" extrusionOk="0">
                  <a:moveTo>
                    <a:pt x="1" y="1"/>
                  </a:moveTo>
                  <a:lnTo>
                    <a:pt x="1080" y="864"/>
                  </a:lnTo>
                  <a:lnTo>
                    <a:pt x="2158" y="1691"/>
                  </a:lnTo>
                  <a:lnTo>
                    <a:pt x="4316" y="3345"/>
                  </a:lnTo>
                  <a:lnTo>
                    <a:pt x="6509" y="4999"/>
                  </a:lnTo>
                  <a:lnTo>
                    <a:pt x="8702" y="6617"/>
                  </a:lnTo>
                  <a:lnTo>
                    <a:pt x="10931" y="8199"/>
                  </a:lnTo>
                  <a:lnTo>
                    <a:pt x="13197" y="9745"/>
                  </a:lnTo>
                  <a:lnTo>
                    <a:pt x="15426" y="11291"/>
                  </a:lnTo>
                  <a:lnTo>
                    <a:pt x="16576" y="12082"/>
                  </a:lnTo>
                  <a:lnTo>
                    <a:pt x="17727" y="12801"/>
                  </a:lnTo>
                  <a:lnTo>
                    <a:pt x="15570" y="11111"/>
                  </a:lnTo>
                  <a:lnTo>
                    <a:pt x="13412" y="9457"/>
                  </a:lnTo>
                  <a:lnTo>
                    <a:pt x="11219" y="7803"/>
                  </a:lnTo>
                  <a:lnTo>
                    <a:pt x="8990" y="6185"/>
                  </a:lnTo>
                  <a:lnTo>
                    <a:pt x="6796" y="4603"/>
                  </a:lnTo>
                  <a:lnTo>
                    <a:pt x="4531" y="3057"/>
                  </a:lnTo>
                  <a:lnTo>
                    <a:pt x="2266" y="15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31"/>
            <p:cNvSpPr/>
            <p:nvPr/>
          </p:nvSpPr>
          <p:spPr>
            <a:xfrm>
              <a:off x="1457575" y="1266450"/>
              <a:ext cx="621175" cy="116875"/>
            </a:xfrm>
            <a:custGeom>
              <a:avLst/>
              <a:gdLst/>
              <a:ahLst/>
              <a:cxnLst/>
              <a:rect l="l" t="t" r="r" b="b"/>
              <a:pathLst>
                <a:path w="24847" h="4675" extrusionOk="0">
                  <a:moveTo>
                    <a:pt x="1" y="0"/>
                  </a:moveTo>
                  <a:lnTo>
                    <a:pt x="1547" y="360"/>
                  </a:lnTo>
                  <a:lnTo>
                    <a:pt x="3093" y="719"/>
                  </a:lnTo>
                  <a:lnTo>
                    <a:pt x="6185" y="1367"/>
                  </a:lnTo>
                  <a:lnTo>
                    <a:pt x="9277" y="1978"/>
                  </a:lnTo>
                  <a:lnTo>
                    <a:pt x="12370" y="2589"/>
                  </a:lnTo>
                  <a:lnTo>
                    <a:pt x="18590" y="3668"/>
                  </a:lnTo>
                  <a:lnTo>
                    <a:pt x="21718" y="4207"/>
                  </a:lnTo>
                  <a:lnTo>
                    <a:pt x="24846" y="4675"/>
                  </a:lnTo>
                  <a:lnTo>
                    <a:pt x="21754" y="3955"/>
                  </a:lnTo>
                  <a:lnTo>
                    <a:pt x="18662" y="3272"/>
                  </a:lnTo>
                  <a:lnTo>
                    <a:pt x="15570" y="2661"/>
                  </a:lnTo>
                  <a:lnTo>
                    <a:pt x="12478" y="2050"/>
                  </a:lnTo>
                  <a:lnTo>
                    <a:pt x="9349" y="1510"/>
                  </a:lnTo>
                  <a:lnTo>
                    <a:pt x="6257" y="971"/>
                  </a:lnTo>
                  <a:lnTo>
                    <a:pt x="3129" y="4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31"/>
            <p:cNvSpPr/>
            <p:nvPr/>
          </p:nvSpPr>
          <p:spPr>
            <a:xfrm>
              <a:off x="2804125" y="1760850"/>
              <a:ext cx="485425" cy="577100"/>
            </a:xfrm>
            <a:custGeom>
              <a:avLst/>
              <a:gdLst/>
              <a:ahLst/>
              <a:cxnLst/>
              <a:rect l="l" t="t" r="r" b="b"/>
              <a:pathLst>
                <a:path w="19417" h="23084" extrusionOk="0">
                  <a:moveTo>
                    <a:pt x="8918" y="0"/>
                  </a:moveTo>
                  <a:lnTo>
                    <a:pt x="8558" y="36"/>
                  </a:lnTo>
                  <a:lnTo>
                    <a:pt x="8270" y="72"/>
                  </a:lnTo>
                  <a:lnTo>
                    <a:pt x="7983" y="180"/>
                  </a:lnTo>
                  <a:lnTo>
                    <a:pt x="7767" y="324"/>
                  </a:lnTo>
                  <a:lnTo>
                    <a:pt x="7551" y="503"/>
                  </a:lnTo>
                  <a:lnTo>
                    <a:pt x="7371" y="683"/>
                  </a:lnTo>
                  <a:lnTo>
                    <a:pt x="7264" y="899"/>
                  </a:lnTo>
                  <a:lnTo>
                    <a:pt x="7120" y="1115"/>
                  </a:lnTo>
                  <a:lnTo>
                    <a:pt x="6976" y="1582"/>
                  </a:lnTo>
                  <a:lnTo>
                    <a:pt x="6868" y="2014"/>
                  </a:lnTo>
                  <a:lnTo>
                    <a:pt x="6832" y="2445"/>
                  </a:lnTo>
                  <a:lnTo>
                    <a:pt x="6832" y="2769"/>
                  </a:lnTo>
                  <a:lnTo>
                    <a:pt x="6868" y="3056"/>
                  </a:lnTo>
                  <a:lnTo>
                    <a:pt x="6293" y="3056"/>
                  </a:lnTo>
                  <a:lnTo>
                    <a:pt x="5969" y="3092"/>
                  </a:lnTo>
                  <a:lnTo>
                    <a:pt x="5574" y="3164"/>
                  </a:lnTo>
                  <a:lnTo>
                    <a:pt x="5178" y="3308"/>
                  </a:lnTo>
                  <a:lnTo>
                    <a:pt x="4962" y="3416"/>
                  </a:lnTo>
                  <a:lnTo>
                    <a:pt x="4783" y="3560"/>
                  </a:lnTo>
                  <a:lnTo>
                    <a:pt x="4639" y="3739"/>
                  </a:lnTo>
                  <a:lnTo>
                    <a:pt x="4495" y="3919"/>
                  </a:lnTo>
                  <a:lnTo>
                    <a:pt x="4315" y="4171"/>
                  </a:lnTo>
                  <a:lnTo>
                    <a:pt x="4207" y="4423"/>
                  </a:lnTo>
                  <a:lnTo>
                    <a:pt x="4135" y="4674"/>
                  </a:lnTo>
                  <a:lnTo>
                    <a:pt x="4064" y="4926"/>
                  </a:lnTo>
                  <a:lnTo>
                    <a:pt x="4064" y="5178"/>
                  </a:lnTo>
                  <a:lnTo>
                    <a:pt x="4064" y="5429"/>
                  </a:lnTo>
                  <a:lnTo>
                    <a:pt x="4135" y="5861"/>
                  </a:lnTo>
                  <a:lnTo>
                    <a:pt x="4243" y="6220"/>
                  </a:lnTo>
                  <a:lnTo>
                    <a:pt x="4351" y="6508"/>
                  </a:lnTo>
                  <a:lnTo>
                    <a:pt x="4495" y="6796"/>
                  </a:lnTo>
                  <a:lnTo>
                    <a:pt x="3884" y="6796"/>
                  </a:lnTo>
                  <a:lnTo>
                    <a:pt x="3560" y="6832"/>
                  </a:lnTo>
                  <a:lnTo>
                    <a:pt x="3165" y="6939"/>
                  </a:lnTo>
                  <a:lnTo>
                    <a:pt x="2805" y="7047"/>
                  </a:lnTo>
                  <a:lnTo>
                    <a:pt x="2625" y="7155"/>
                  </a:lnTo>
                  <a:lnTo>
                    <a:pt x="2482" y="7263"/>
                  </a:lnTo>
                  <a:lnTo>
                    <a:pt x="2338" y="7371"/>
                  </a:lnTo>
                  <a:lnTo>
                    <a:pt x="2230" y="7515"/>
                  </a:lnTo>
                  <a:lnTo>
                    <a:pt x="2086" y="7838"/>
                  </a:lnTo>
                  <a:lnTo>
                    <a:pt x="1978" y="8126"/>
                  </a:lnTo>
                  <a:lnTo>
                    <a:pt x="1906" y="8450"/>
                  </a:lnTo>
                  <a:lnTo>
                    <a:pt x="1870" y="8737"/>
                  </a:lnTo>
                  <a:lnTo>
                    <a:pt x="1870" y="9025"/>
                  </a:lnTo>
                  <a:lnTo>
                    <a:pt x="1906" y="9313"/>
                  </a:lnTo>
                  <a:lnTo>
                    <a:pt x="2014" y="9852"/>
                  </a:lnTo>
                  <a:lnTo>
                    <a:pt x="2194" y="10283"/>
                  </a:lnTo>
                  <a:lnTo>
                    <a:pt x="2338" y="10643"/>
                  </a:lnTo>
                  <a:lnTo>
                    <a:pt x="2553" y="10967"/>
                  </a:lnTo>
                  <a:lnTo>
                    <a:pt x="2158" y="10967"/>
                  </a:lnTo>
                  <a:lnTo>
                    <a:pt x="1798" y="11038"/>
                  </a:lnTo>
                  <a:lnTo>
                    <a:pt x="1439" y="11146"/>
                  </a:lnTo>
                  <a:lnTo>
                    <a:pt x="1115" y="11326"/>
                  </a:lnTo>
                  <a:lnTo>
                    <a:pt x="828" y="11542"/>
                  </a:lnTo>
                  <a:lnTo>
                    <a:pt x="576" y="11829"/>
                  </a:lnTo>
                  <a:lnTo>
                    <a:pt x="396" y="12117"/>
                  </a:lnTo>
                  <a:lnTo>
                    <a:pt x="252" y="12477"/>
                  </a:lnTo>
                  <a:lnTo>
                    <a:pt x="144" y="12800"/>
                  </a:lnTo>
                  <a:lnTo>
                    <a:pt x="72" y="13124"/>
                  </a:lnTo>
                  <a:lnTo>
                    <a:pt x="37" y="13483"/>
                  </a:lnTo>
                  <a:lnTo>
                    <a:pt x="1" y="13807"/>
                  </a:lnTo>
                  <a:lnTo>
                    <a:pt x="37" y="14562"/>
                  </a:lnTo>
                  <a:lnTo>
                    <a:pt x="108" y="15317"/>
                  </a:lnTo>
                  <a:lnTo>
                    <a:pt x="252" y="16108"/>
                  </a:lnTo>
                  <a:lnTo>
                    <a:pt x="432" y="16863"/>
                  </a:lnTo>
                  <a:lnTo>
                    <a:pt x="648" y="17654"/>
                  </a:lnTo>
                  <a:lnTo>
                    <a:pt x="899" y="18373"/>
                  </a:lnTo>
                  <a:lnTo>
                    <a:pt x="1151" y="19093"/>
                  </a:lnTo>
                  <a:lnTo>
                    <a:pt x="1403" y="19740"/>
                  </a:lnTo>
                  <a:lnTo>
                    <a:pt x="1906" y="20818"/>
                  </a:lnTo>
                  <a:lnTo>
                    <a:pt x="2230" y="21573"/>
                  </a:lnTo>
                  <a:lnTo>
                    <a:pt x="2374" y="21825"/>
                  </a:lnTo>
                  <a:lnTo>
                    <a:pt x="3273" y="19704"/>
                  </a:lnTo>
                  <a:lnTo>
                    <a:pt x="4100" y="17690"/>
                  </a:lnTo>
                  <a:lnTo>
                    <a:pt x="4315" y="17762"/>
                  </a:lnTo>
                  <a:lnTo>
                    <a:pt x="4567" y="17870"/>
                  </a:lnTo>
                  <a:lnTo>
                    <a:pt x="5034" y="18194"/>
                  </a:lnTo>
                  <a:lnTo>
                    <a:pt x="5538" y="18589"/>
                  </a:lnTo>
                  <a:lnTo>
                    <a:pt x="6077" y="19057"/>
                  </a:lnTo>
                  <a:lnTo>
                    <a:pt x="7120" y="20135"/>
                  </a:lnTo>
                  <a:lnTo>
                    <a:pt x="8163" y="21250"/>
                  </a:lnTo>
                  <a:lnTo>
                    <a:pt x="8702" y="21753"/>
                  </a:lnTo>
                  <a:lnTo>
                    <a:pt x="9241" y="22221"/>
                  </a:lnTo>
                  <a:lnTo>
                    <a:pt x="9745" y="22580"/>
                  </a:lnTo>
                  <a:lnTo>
                    <a:pt x="9996" y="22760"/>
                  </a:lnTo>
                  <a:lnTo>
                    <a:pt x="10248" y="22868"/>
                  </a:lnTo>
                  <a:lnTo>
                    <a:pt x="10500" y="22976"/>
                  </a:lnTo>
                  <a:lnTo>
                    <a:pt x="10751" y="23048"/>
                  </a:lnTo>
                  <a:lnTo>
                    <a:pt x="10967" y="23084"/>
                  </a:lnTo>
                  <a:lnTo>
                    <a:pt x="11219" y="23084"/>
                  </a:lnTo>
                  <a:lnTo>
                    <a:pt x="11434" y="23048"/>
                  </a:lnTo>
                  <a:lnTo>
                    <a:pt x="11686" y="22940"/>
                  </a:lnTo>
                  <a:lnTo>
                    <a:pt x="11902" y="22832"/>
                  </a:lnTo>
                  <a:lnTo>
                    <a:pt x="12118" y="22652"/>
                  </a:lnTo>
                  <a:lnTo>
                    <a:pt x="12333" y="22400"/>
                  </a:lnTo>
                  <a:lnTo>
                    <a:pt x="12477" y="22113"/>
                  </a:lnTo>
                  <a:lnTo>
                    <a:pt x="12621" y="21825"/>
                  </a:lnTo>
                  <a:lnTo>
                    <a:pt x="12693" y="21502"/>
                  </a:lnTo>
                  <a:lnTo>
                    <a:pt x="12729" y="21178"/>
                  </a:lnTo>
                  <a:lnTo>
                    <a:pt x="12729" y="20854"/>
                  </a:lnTo>
                  <a:lnTo>
                    <a:pt x="12693" y="20531"/>
                  </a:lnTo>
                  <a:lnTo>
                    <a:pt x="12657" y="20207"/>
                  </a:lnTo>
                  <a:lnTo>
                    <a:pt x="12513" y="19632"/>
                  </a:lnTo>
                  <a:lnTo>
                    <a:pt x="12333" y="19128"/>
                  </a:lnTo>
                  <a:lnTo>
                    <a:pt x="12118" y="18625"/>
                  </a:lnTo>
                  <a:lnTo>
                    <a:pt x="12261" y="18769"/>
                  </a:lnTo>
                  <a:lnTo>
                    <a:pt x="12621" y="19021"/>
                  </a:lnTo>
                  <a:lnTo>
                    <a:pt x="13088" y="19344"/>
                  </a:lnTo>
                  <a:lnTo>
                    <a:pt x="13340" y="19488"/>
                  </a:lnTo>
                  <a:lnTo>
                    <a:pt x="13664" y="19632"/>
                  </a:lnTo>
                  <a:lnTo>
                    <a:pt x="13951" y="19776"/>
                  </a:lnTo>
                  <a:lnTo>
                    <a:pt x="14275" y="19848"/>
                  </a:lnTo>
                  <a:lnTo>
                    <a:pt x="14599" y="19884"/>
                  </a:lnTo>
                  <a:lnTo>
                    <a:pt x="14922" y="19848"/>
                  </a:lnTo>
                  <a:lnTo>
                    <a:pt x="15210" y="19776"/>
                  </a:lnTo>
                  <a:lnTo>
                    <a:pt x="15497" y="19632"/>
                  </a:lnTo>
                  <a:lnTo>
                    <a:pt x="15785" y="19416"/>
                  </a:lnTo>
                  <a:lnTo>
                    <a:pt x="16037" y="19093"/>
                  </a:lnTo>
                  <a:lnTo>
                    <a:pt x="16253" y="18697"/>
                  </a:lnTo>
                  <a:lnTo>
                    <a:pt x="16360" y="18301"/>
                  </a:lnTo>
                  <a:lnTo>
                    <a:pt x="16396" y="17906"/>
                  </a:lnTo>
                  <a:lnTo>
                    <a:pt x="16396" y="17510"/>
                  </a:lnTo>
                  <a:lnTo>
                    <a:pt x="16324" y="17115"/>
                  </a:lnTo>
                  <a:lnTo>
                    <a:pt x="16217" y="16719"/>
                  </a:lnTo>
                  <a:lnTo>
                    <a:pt x="16037" y="16324"/>
                  </a:lnTo>
                  <a:lnTo>
                    <a:pt x="15893" y="15964"/>
                  </a:lnTo>
                  <a:lnTo>
                    <a:pt x="15677" y="15605"/>
                  </a:lnTo>
                  <a:lnTo>
                    <a:pt x="15497" y="15281"/>
                  </a:lnTo>
                  <a:lnTo>
                    <a:pt x="15102" y="14742"/>
                  </a:lnTo>
                  <a:lnTo>
                    <a:pt x="14778" y="14382"/>
                  </a:lnTo>
                  <a:lnTo>
                    <a:pt x="14635" y="14203"/>
                  </a:lnTo>
                  <a:lnTo>
                    <a:pt x="15174" y="14526"/>
                  </a:lnTo>
                  <a:lnTo>
                    <a:pt x="15713" y="14778"/>
                  </a:lnTo>
                  <a:lnTo>
                    <a:pt x="16001" y="14886"/>
                  </a:lnTo>
                  <a:lnTo>
                    <a:pt x="16324" y="14994"/>
                  </a:lnTo>
                  <a:lnTo>
                    <a:pt x="16648" y="15065"/>
                  </a:lnTo>
                  <a:lnTo>
                    <a:pt x="16972" y="15101"/>
                  </a:lnTo>
                  <a:lnTo>
                    <a:pt x="17295" y="15101"/>
                  </a:lnTo>
                  <a:lnTo>
                    <a:pt x="17583" y="15065"/>
                  </a:lnTo>
                  <a:lnTo>
                    <a:pt x="17907" y="14958"/>
                  </a:lnTo>
                  <a:lnTo>
                    <a:pt x="18158" y="14778"/>
                  </a:lnTo>
                  <a:lnTo>
                    <a:pt x="18410" y="14526"/>
                  </a:lnTo>
                  <a:lnTo>
                    <a:pt x="18626" y="14203"/>
                  </a:lnTo>
                  <a:lnTo>
                    <a:pt x="18733" y="13987"/>
                  </a:lnTo>
                  <a:lnTo>
                    <a:pt x="18769" y="13807"/>
                  </a:lnTo>
                  <a:lnTo>
                    <a:pt x="18877" y="13376"/>
                  </a:lnTo>
                  <a:lnTo>
                    <a:pt x="18877" y="12944"/>
                  </a:lnTo>
                  <a:lnTo>
                    <a:pt x="18805" y="12549"/>
                  </a:lnTo>
                  <a:lnTo>
                    <a:pt x="18698" y="12117"/>
                  </a:lnTo>
                  <a:lnTo>
                    <a:pt x="18518" y="11686"/>
                  </a:lnTo>
                  <a:lnTo>
                    <a:pt x="18338" y="11290"/>
                  </a:lnTo>
                  <a:lnTo>
                    <a:pt x="18122" y="10931"/>
                  </a:lnTo>
                  <a:lnTo>
                    <a:pt x="17691" y="10247"/>
                  </a:lnTo>
                  <a:lnTo>
                    <a:pt x="17259" y="9672"/>
                  </a:lnTo>
                  <a:lnTo>
                    <a:pt x="16828" y="9205"/>
                  </a:lnTo>
                  <a:lnTo>
                    <a:pt x="17223" y="9384"/>
                  </a:lnTo>
                  <a:lnTo>
                    <a:pt x="17583" y="9564"/>
                  </a:lnTo>
                  <a:lnTo>
                    <a:pt x="18050" y="9672"/>
                  </a:lnTo>
                  <a:lnTo>
                    <a:pt x="18266" y="9708"/>
                  </a:lnTo>
                  <a:lnTo>
                    <a:pt x="18482" y="9672"/>
                  </a:lnTo>
                  <a:lnTo>
                    <a:pt x="18698" y="9636"/>
                  </a:lnTo>
                  <a:lnTo>
                    <a:pt x="18913" y="9564"/>
                  </a:lnTo>
                  <a:lnTo>
                    <a:pt x="19093" y="9420"/>
                  </a:lnTo>
                  <a:lnTo>
                    <a:pt x="19237" y="9205"/>
                  </a:lnTo>
                  <a:lnTo>
                    <a:pt x="19345" y="8917"/>
                  </a:lnTo>
                  <a:lnTo>
                    <a:pt x="19417" y="8557"/>
                  </a:lnTo>
                  <a:lnTo>
                    <a:pt x="19417" y="8126"/>
                  </a:lnTo>
                  <a:lnTo>
                    <a:pt x="19381" y="7730"/>
                  </a:lnTo>
                  <a:lnTo>
                    <a:pt x="19273" y="7299"/>
                  </a:lnTo>
                  <a:lnTo>
                    <a:pt x="19129" y="6868"/>
                  </a:lnTo>
                  <a:lnTo>
                    <a:pt x="18949" y="6436"/>
                  </a:lnTo>
                  <a:lnTo>
                    <a:pt x="18698" y="6005"/>
                  </a:lnTo>
                  <a:lnTo>
                    <a:pt x="18410" y="5573"/>
                  </a:lnTo>
                  <a:lnTo>
                    <a:pt x="18122" y="5142"/>
                  </a:lnTo>
                  <a:lnTo>
                    <a:pt x="17763" y="4746"/>
                  </a:lnTo>
                  <a:lnTo>
                    <a:pt x="17367" y="4315"/>
                  </a:lnTo>
                  <a:lnTo>
                    <a:pt x="16972" y="3919"/>
                  </a:lnTo>
                  <a:lnTo>
                    <a:pt x="16540" y="3524"/>
                  </a:lnTo>
                  <a:lnTo>
                    <a:pt x="16073" y="3164"/>
                  </a:lnTo>
                  <a:lnTo>
                    <a:pt x="15605" y="2805"/>
                  </a:lnTo>
                  <a:lnTo>
                    <a:pt x="14599" y="2121"/>
                  </a:lnTo>
                  <a:lnTo>
                    <a:pt x="13592" y="1510"/>
                  </a:lnTo>
                  <a:lnTo>
                    <a:pt x="12549" y="1007"/>
                  </a:lnTo>
                  <a:lnTo>
                    <a:pt x="11542" y="575"/>
                  </a:lnTo>
                  <a:lnTo>
                    <a:pt x="11039" y="396"/>
                  </a:lnTo>
                  <a:lnTo>
                    <a:pt x="10572" y="252"/>
                  </a:lnTo>
                  <a:lnTo>
                    <a:pt x="10140" y="144"/>
                  </a:lnTo>
                  <a:lnTo>
                    <a:pt x="9709" y="72"/>
                  </a:lnTo>
                  <a:lnTo>
                    <a:pt x="9277" y="36"/>
                  </a:lnTo>
                  <a:lnTo>
                    <a:pt x="8918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31"/>
            <p:cNvSpPr/>
            <p:nvPr/>
          </p:nvSpPr>
          <p:spPr>
            <a:xfrm>
              <a:off x="2981200" y="1836350"/>
              <a:ext cx="247225" cy="160925"/>
            </a:xfrm>
            <a:custGeom>
              <a:avLst/>
              <a:gdLst/>
              <a:ahLst/>
              <a:cxnLst/>
              <a:rect l="l" t="t" r="r" b="b"/>
              <a:pathLst>
                <a:path w="9889" h="6437" extrusionOk="0">
                  <a:moveTo>
                    <a:pt x="1" y="0"/>
                  </a:moveTo>
                  <a:lnTo>
                    <a:pt x="1" y="36"/>
                  </a:lnTo>
                  <a:lnTo>
                    <a:pt x="1" y="72"/>
                  </a:lnTo>
                  <a:lnTo>
                    <a:pt x="1331" y="683"/>
                  </a:lnTo>
                  <a:lnTo>
                    <a:pt x="2590" y="1367"/>
                  </a:lnTo>
                  <a:lnTo>
                    <a:pt x="3848" y="2122"/>
                  </a:lnTo>
                  <a:lnTo>
                    <a:pt x="5107" y="2877"/>
                  </a:lnTo>
                  <a:lnTo>
                    <a:pt x="6293" y="3704"/>
                  </a:lnTo>
                  <a:lnTo>
                    <a:pt x="7480" y="4567"/>
                  </a:lnTo>
                  <a:lnTo>
                    <a:pt x="8630" y="5466"/>
                  </a:lnTo>
                  <a:lnTo>
                    <a:pt x="9709" y="6400"/>
                  </a:lnTo>
                  <a:lnTo>
                    <a:pt x="9817" y="6436"/>
                  </a:lnTo>
                  <a:lnTo>
                    <a:pt x="9889" y="6400"/>
                  </a:lnTo>
                  <a:lnTo>
                    <a:pt x="9889" y="6329"/>
                  </a:lnTo>
                  <a:lnTo>
                    <a:pt x="9889" y="6257"/>
                  </a:lnTo>
                  <a:lnTo>
                    <a:pt x="9421" y="5681"/>
                  </a:lnTo>
                  <a:lnTo>
                    <a:pt x="8918" y="5142"/>
                  </a:lnTo>
                  <a:lnTo>
                    <a:pt x="8379" y="4639"/>
                  </a:lnTo>
                  <a:lnTo>
                    <a:pt x="7839" y="4135"/>
                  </a:lnTo>
                  <a:lnTo>
                    <a:pt x="7264" y="3668"/>
                  </a:lnTo>
                  <a:lnTo>
                    <a:pt x="6653" y="3200"/>
                  </a:lnTo>
                  <a:lnTo>
                    <a:pt x="6041" y="2769"/>
                  </a:lnTo>
                  <a:lnTo>
                    <a:pt x="5430" y="2373"/>
                  </a:lnTo>
                  <a:lnTo>
                    <a:pt x="4783" y="1978"/>
                  </a:lnTo>
                  <a:lnTo>
                    <a:pt x="4136" y="1618"/>
                  </a:lnTo>
                  <a:lnTo>
                    <a:pt x="3453" y="1295"/>
                  </a:lnTo>
                  <a:lnTo>
                    <a:pt x="2769" y="971"/>
                  </a:lnTo>
                  <a:lnTo>
                    <a:pt x="2086" y="683"/>
                  </a:lnTo>
                  <a:lnTo>
                    <a:pt x="1403" y="432"/>
                  </a:lnTo>
                  <a:lnTo>
                    <a:pt x="720" y="2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2913800" y="1928025"/>
              <a:ext cx="260700" cy="192400"/>
            </a:xfrm>
            <a:custGeom>
              <a:avLst/>
              <a:gdLst/>
              <a:ahLst/>
              <a:cxnLst/>
              <a:rect l="l" t="t" r="r" b="b"/>
              <a:pathLst>
                <a:path w="10428" h="7696" extrusionOk="0">
                  <a:moveTo>
                    <a:pt x="0" y="1"/>
                  </a:moveTo>
                  <a:lnTo>
                    <a:pt x="0" y="37"/>
                  </a:lnTo>
                  <a:lnTo>
                    <a:pt x="36" y="73"/>
                  </a:lnTo>
                  <a:lnTo>
                    <a:pt x="683" y="360"/>
                  </a:lnTo>
                  <a:lnTo>
                    <a:pt x="1366" y="720"/>
                  </a:lnTo>
                  <a:lnTo>
                    <a:pt x="2050" y="1115"/>
                  </a:lnTo>
                  <a:lnTo>
                    <a:pt x="2805" y="1547"/>
                  </a:lnTo>
                  <a:lnTo>
                    <a:pt x="4279" y="2482"/>
                  </a:lnTo>
                  <a:lnTo>
                    <a:pt x="5753" y="3524"/>
                  </a:lnTo>
                  <a:lnTo>
                    <a:pt x="7155" y="4567"/>
                  </a:lnTo>
                  <a:lnTo>
                    <a:pt x="7803" y="5106"/>
                  </a:lnTo>
                  <a:lnTo>
                    <a:pt x="8414" y="5646"/>
                  </a:lnTo>
                  <a:lnTo>
                    <a:pt x="8989" y="6185"/>
                  </a:lnTo>
                  <a:lnTo>
                    <a:pt x="9492" y="6689"/>
                  </a:lnTo>
                  <a:lnTo>
                    <a:pt x="9924" y="7192"/>
                  </a:lnTo>
                  <a:lnTo>
                    <a:pt x="10319" y="7659"/>
                  </a:lnTo>
                  <a:lnTo>
                    <a:pt x="10355" y="7695"/>
                  </a:lnTo>
                  <a:lnTo>
                    <a:pt x="10427" y="7659"/>
                  </a:lnTo>
                  <a:lnTo>
                    <a:pt x="10427" y="7551"/>
                  </a:lnTo>
                  <a:lnTo>
                    <a:pt x="10391" y="7444"/>
                  </a:lnTo>
                  <a:lnTo>
                    <a:pt x="9924" y="6760"/>
                  </a:lnTo>
                  <a:lnTo>
                    <a:pt x="9421" y="6077"/>
                  </a:lnTo>
                  <a:lnTo>
                    <a:pt x="8881" y="5466"/>
                  </a:lnTo>
                  <a:lnTo>
                    <a:pt x="8306" y="4855"/>
                  </a:lnTo>
                  <a:lnTo>
                    <a:pt x="7695" y="4244"/>
                  </a:lnTo>
                  <a:lnTo>
                    <a:pt x="7083" y="3704"/>
                  </a:lnTo>
                  <a:lnTo>
                    <a:pt x="6436" y="3201"/>
                  </a:lnTo>
                  <a:lnTo>
                    <a:pt x="5753" y="2697"/>
                  </a:lnTo>
                  <a:lnTo>
                    <a:pt x="5070" y="2230"/>
                  </a:lnTo>
                  <a:lnTo>
                    <a:pt x="4387" y="1799"/>
                  </a:lnTo>
                  <a:lnTo>
                    <a:pt x="3668" y="1439"/>
                  </a:lnTo>
                  <a:lnTo>
                    <a:pt x="2949" y="1079"/>
                  </a:lnTo>
                  <a:lnTo>
                    <a:pt x="2229" y="756"/>
                  </a:lnTo>
                  <a:lnTo>
                    <a:pt x="1510" y="468"/>
                  </a:lnTo>
                  <a:lnTo>
                    <a:pt x="791" y="217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2870650" y="2033200"/>
              <a:ext cx="240925" cy="201375"/>
            </a:xfrm>
            <a:custGeom>
              <a:avLst/>
              <a:gdLst/>
              <a:ahLst/>
              <a:cxnLst/>
              <a:rect l="l" t="t" r="r" b="b"/>
              <a:pathLst>
                <a:path w="9637" h="8055" extrusionOk="0">
                  <a:moveTo>
                    <a:pt x="36" y="1"/>
                  </a:moveTo>
                  <a:lnTo>
                    <a:pt x="36" y="37"/>
                  </a:lnTo>
                  <a:lnTo>
                    <a:pt x="0" y="37"/>
                  </a:lnTo>
                  <a:lnTo>
                    <a:pt x="0" y="73"/>
                  </a:lnTo>
                  <a:lnTo>
                    <a:pt x="0" y="108"/>
                  </a:lnTo>
                  <a:lnTo>
                    <a:pt x="1403" y="864"/>
                  </a:lnTo>
                  <a:lnTo>
                    <a:pt x="2733" y="1655"/>
                  </a:lnTo>
                  <a:lnTo>
                    <a:pt x="4027" y="2553"/>
                  </a:lnTo>
                  <a:lnTo>
                    <a:pt x="4639" y="2985"/>
                  </a:lnTo>
                  <a:lnTo>
                    <a:pt x="5250" y="3488"/>
                  </a:lnTo>
                  <a:lnTo>
                    <a:pt x="5861" y="3956"/>
                  </a:lnTo>
                  <a:lnTo>
                    <a:pt x="6436" y="4495"/>
                  </a:lnTo>
                  <a:lnTo>
                    <a:pt x="6976" y="4998"/>
                  </a:lnTo>
                  <a:lnTo>
                    <a:pt x="7515" y="5574"/>
                  </a:lnTo>
                  <a:lnTo>
                    <a:pt x="8054" y="6149"/>
                  </a:lnTo>
                  <a:lnTo>
                    <a:pt x="8558" y="6760"/>
                  </a:lnTo>
                  <a:lnTo>
                    <a:pt x="9025" y="7372"/>
                  </a:lnTo>
                  <a:lnTo>
                    <a:pt x="9493" y="8019"/>
                  </a:lnTo>
                  <a:lnTo>
                    <a:pt x="9565" y="8055"/>
                  </a:lnTo>
                  <a:lnTo>
                    <a:pt x="9600" y="8019"/>
                  </a:lnTo>
                  <a:lnTo>
                    <a:pt x="9636" y="7983"/>
                  </a:lnTo>
                  <a:lnTo>
                    <a:pt x="9636" y="7947"/>
                  </a:lnTo>
                  <a:lnTo>
                    <a:pt x="9313" y="7264"/>
                  </a:lnTo>
                  <a:lnTo>
                    <a:pt x="8989" y="6616"/>
                  </a:lnTo>
                  <a:lnTo>
                    <a:pt x="8594" y="6005"/>
                  </a:lnTo>
                  <a:lnTo>
                    <a:pt x="8162" y="5394"/>
                  </a:lnTo>
                  <a:lnTo>
                    <a:pt x="7695" y="4819"/>
                  </a:lnTo>
                  <a:lnTo>
                    <a:pt x="7191" y="4279"/>
                  </a:lnTo>
                  <a:lnTo>
                    <a:pt x="6652" y="3776"/>
                  </a:lnTo>
                  <a:lnTo>
                    <a:pt x="6077" y="3309"/>
                  </a:lnTo>
                  <a:lnTo>
                    <a:pt x="5430" y="2805"/>
                  </a:lnTo>
                  <a:lnTo>
                    <a:pt x="4746" y="2302"/>
                  </a:lnTo>
                  <a:lnTo>
                    <a:pt x="3991" y="1834"/>
                  </a:lnTo>
                  <a:lnTo>
                    <a:pt x="3236" y="1367"/>
                  </a:lnTo>
                  <a:lnTo>
                    <a:pt x="2445" y="935"/>
                  </a:lnTo>
                  <a:lnTo>
                    <a:pt x="1654" y="540"/>
                  </a:lnTo>
                  <a:lnTo>
                    <a:pt x="827" y="252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2905700" y="1991850"/>
              <a:ext cx="380250" cy="351500"/>
            </a:xfrm>
            <a:custGeom>
              <a:avLst/>
              <a:gdLst/>
              <a:ahLst/>
              <a:cxnLst/>
              <a:rect l="l" t="t" r="r" b="b"/>
              <a:pathLst>
                <a:path w="15210" h="14060" extrusionOk="0">
                  <a:moveTo>
                    <a:pt x="12873" y="1"/>
                  </a:moveTo>
                  <a:lnTo>
                    <a:pt x="12873" y="37"/>
                  </a:lnTo>
                  <a:lnTo>
                    <a:pt x="12801" y="73"/>
                  </a:lnTo>
                  <a:lnTo>
                    <a:pt x="12765" y="109"/>
                  </a:lnTo>
                  <a:lnTo>
                    <a:pt x="12729" y="144"/>
                  </a:lnTo>
                  <a:lnTo>
                    <a:pt x="12765" y="180"/>
                  </a:lnTo>
                  <a:lnTo>
                    <a:pt x="12981" y="504"/>
                  </a:lnTo>
                  <a:lnTo>
                    <a:pt x="13304" y="1007"/>
                  </a:lnTo>
                  <a:lnTo>
                    <a:pt x="13664" y="1655"/>
                  </a:lnTo>
                  <a:lnTo>
                    <a:pt x="14023" y="2410"/>
                  </a:lnTo>
                  <a:lnTo>
                    <a:pt x="14311" y="3165"/>
                  </a:lnTo>
                  <a:lnTo>
                    <a:pt x="14419" y="3524"/>
                  </a:lnTo>
                  <a:lnTo>
                    <a:pt x="14491" y="3884"/>
                  </a:lnTo>
                  <a:lnTo>
                    <a:pt x="14527" y="4243"/>
                  </a:lnTo>
                  <a:lnTo>
                    <a:pt x="14491" y="4531"/>
                  </a:lnTo>
                  <a:lnTo>
                    <a:pt x="14419" y="4783"/>
                  </a:lnTo>
                  <a:lnTo>
                    <a:pt x="14311" y="5034"/>
                  </a:lnTo>
                  <a:lnTo>
                    <a:pt x="14167" y="5178"/>
                  </a:lnTo>
                  <a:lnTo>
                    <a:pt x="13987" y="5286"/>
                  </a:lnTo>
                  <a:lnTo>
                    <a:pt x="13808" y="5358"/>
                  </a:lnTo>
                  <a:lnTo>
                    <a:pt x="13628" y="5430"/>
                  </a:lnTo>
                  <a:lnTo>
                    <a:pt x="13196" y="5502"/>
                  </a:lnTo>
                  <a:lnTo>
                    <a:pt x="12801" y="5502"/>
                  </a:lnTo>
                  <a:lnTo>
                    <a:pt x="12369" y="5466"/>
                  </a:lnTo>
                  <a:lnTo>
                    <a:pt x="11974" y="5358"/>
                  </a:lnTo>
                  <a:lnTo>
                    <a:pt x="11650" y="5214"/>
                  </a:lnTo>
                  <a:lnTo>
                    <a:pt x="11399" y="5070"/>
                  </a:lnTo>
                  <a:lnTo>
                    <a:pt x="9960" y="4100"/>
                  </a:lnTo>
                  <a:lnTo>
                    <a:pt x="10967" y="5502"/>
                  </a:lnTo>
                  <a:lnTo>
                    <a:pt x="11255" y="6005"/>
                  </a:lnTo>
                  <a:lnTo>
                    <a:pt x="11542" y="6509"/>
                  </a:lnTo>
                  <a:lnTo>
                    <a:pt x="11758" y="7012"/>
                  </a:lnTo>
                  <a:lnTo>
                    <a:pt x="11938" y="7587"/>
                  </a:lnTo>
                  <a:lnTo>
                    <a:pt x="12010" y="7839"/>
                  </a:lnTo>
                  <a:lnTo>
                    <a:pt x="12082" y="8091"/>
                  </a:lnTo>
                  <a:lnTo>
                    <a:pt x="12082" y="8342"/>
                  </a:lnTo>
                  <a:lnTo>
                    <a:pt x="12082" y="8630"/>
                  </a:lnTo>
                  <a:lnTo>
                    <a:pt x="12046" y="8882"/>
                  </a:lnTo>
                  <a:lnTo>
                    <a:pt x="11974" y="9133"/>
                  </a:lnTo>
                  <a:lnTo>
                    <a:pt x="11902" y="9385"/>
                  </a:lnTo>
                  <a:lnTo>
                    <a:pt x="11794" y="9637"/>
                  </a:lnTo>
                  <a:lnTo>
                    <a:pt x="11650" y="9853"/>
                  </a:lnTo>
                  <a:lnTo>
                    <a:pt x="11470" y="10032"/>
                  </a:lnTo>
                  <a:lnTo>
                    <a:pt x="11291" y="10176"/>
                  </a:lnTo>
                  <a:lnTo>
                    <a:pt x="11075" y="10284"/>
                  </a:lnTo>
                  <a:lnTo>
                    <a:pt x="10823" y="10356"/>
                  </a:lnTo>
                  <a:lnTo>
                    <a:pt x="10607" y="10392"/>
                  </a:lnTo>
                  <a:lnTo>
                    <a:pt x="10356" y="10356"/>
                  </a:lnTo>
                  <a:lnTo>
                    <a:pt x="10104" y="10320"/>
                  </a:lnTo>
                  <a:lnTo>
                    <a:pt x="9601" y="10104"/>
                  </a:lnTo>
                  <a:lnTo>
                    <a:pt x="9097" y="9853"/>
                  </a:lnTo>
                  <a:lnTo>
                    <a:pt x="8666" y="9529"/>
                  </a:lnTo>
                  <a:lnTo>
                    <a:pt x="8270" y="9133"/>
                  </a:lnTo>
                  <a:lnTo>
                    <a:pt x="6832" y="7659"/>
                  </a:lnTo>
                  <a:lnTo>
                    <a:pt x="7695" y="9493"/>
                  </a:lnTo>
                  <a:lnTo>
                    <a:pt x="7875" y="9888"/>
                  </a:lnTo>
                  <a:lnTo>
                    <a:pt x="8019" y="10284"/>
                  </a:lnTo>
                  <a:lnTo>
                    <a:pt x="8127" y="10679"/>
                  </a:lnTo>
                  <a:lnTo>
                    <a:pt x="8234" y="11111"/>
                  </a:lnTo>
                  <a:lnTo>
                    <a:pt x="8306" y="11506"/>
                  </a:lnTo>
                  <a:lnTo>
                    <a:pt x="8306" y="11902"/>
                  </a:lnTo>
                  <a:lnTo>
                    <a:pt x="8270" y="12297"/>
                  </a:lnTo>
                  <a:lnTo>
                    <a:pt x="8163" y="12693"/>
                  </a:lnTo>
                  <a:lnTo>
                    <a:pt x="8055" y="12837"/>
                  </a:lnTo>
                  <a:lnTo>
                    <a:pt x="7983" y="12981"/>
                  </a:lnTo>
                  <a:lnTo>
                    <a:pt x="7839" y="13124"/>
                  </a:lnTo>
                  <a:lnTo>
                    <a:pt x="7695" y="13232"/>
                  </a:lnTo>
                  <a:lnTo>
                    <a:pt x="7551" y="13340"/>
                  </a:lnTo>
                  <a:lnTo>
                    <a:pt x="7371" y="13412"/>
                  </a:lnTo>
                  <a:lnTo>
                    <a:pt x="7228" y="13448"/>
                  </a:lnTo>
                  <a:lnTo>
                    <a:pt x="7048" y="13484"/>
                  </a:lnTo>
                  <a:lnTo>
                    <a:pt x="6616" y="13412"/>
                  </a:lnTo>
                  <a:lnTo>
                    <a:pt x="6257" y="13304"/>
                  </a:lnTo>
                  <a:lnTo>
                    <a:pt x="5861" y="13124"/>
                  </a:lnTo>
                  <a:lnTo>
                    <a:pt x="5538" y="12909"/>
                  </a:lnTo>
                  <a:lnTo>
                    <a:pt x="4819" y="12369"/>
                  </a:lnTo>
                  <a:lnTo>
                    <a:pt x="4135" y="11794"/>
                  </a:lnTo>
                  <a:lnTo>
                    <a:pt x="3488" y="11183"/>
                  </a:lnTo>
                  <a:lnTo>
                    <a:pt x="2841" y="10572"/>
                  </a:lnTo>
                  <a:lnTo>
                    <a:pt x="2194" y="9960"/>
                  </a:lnTo>
                  <a:lnTo>
                    <a:pt x="1511" y="9349"/>
                  </a:lnTo>
                  <a:lnTo>
                    <a:pt x="1187" y="9061"/>
                  </a:lnTo>
                  <a:lnTo>
                    <a:pt x="792" y="8810"/>
                  </a:lnTo>
                  <a:lnTo>
                    <a:pt x="396" y="8594"/>
                  </a:lnTo>
                  <a:lnTo>
                    <a:pt x="1" y="8414"/>
                  </a:lnTo>
                  <a:lnTo>
                    <a:pt x="360" y="8630"/>
                  </a:lnTo>
                  <a:lnTo>
                    <a:pt x="756" y="8882"/>
                  </a:lnTo>
                  <a:lnTo>
                    <a:pt x="1079" y="9169"/>
                  </a:lnTo>
                  <a:lnTo>
                    <a:pt x="1403" y="9493"/>
                  </a:lnTo>
                  <a:lnTo>
                    <a:pt x="2014" y="10140"/>
                  </a:lnTo>
                  <a:lnTo>
                    <a:pt x="2625" y="10787"/>
                  </a:lnTo>
                  <a:lnTo>
                    <a:pt x="3237" y="11471"/>
                  </a:lnTo>
                  <a:lnTo>
                    <a:pt x="3884" y="12118"/>
                  </a:lnTo>
                  <a:lnTo>
                    <a:pt x="4531" y="12729"/>
                  </a:lnTo>
                  <a:lnTo>
                    <a:pt x="5250" y="13304"/>
                  </a:lnTo>
                  <a:lnTo>
                    <a:pt x="5646" y="13592"/>
                  </a:lnTo>
                  <a:lnTo>
                    <a:pt x="6077" y="13808"/>
                  </a:lnTo>
                  <a:lnTo>
                    <a:pt x="6545" y="13987"/>
                  </a:lnTo>
                  <a:lnTo>
                    <a:pt x="7048" y="14059"/>
                  </a:lnTo>
                  <a:lnTo>
                    <a:pt x="7300" y="14023"/>
                  </a:lnTo>
                  <a:lnTo>
                    <a:pt x="7551" y="13987"/>
                  </a:lnTo>
                  <a:lnTo>
                    <a:pt x="7803" y="13880"/>
                  </a:lnTo>
                  <a:lnTo>
                    <a:pt x="8055" y="13772"/>
                  </a:lnTo>
                  <a:lnTo>
                    <a:pt x="8270" y="13592"/>
                  </a:lnTo>
                  <a:lnTo>
                    <a:pt x="8450" y="13412"/>
                  </a:lnTo>
                  <a:lnTo>
                    <a:pt x="8594" y="13196"/>
                  </a:lnTo>
                  <a:lnTo>
                    <a:pt x="8738" y="12945"/>
                  </a:lnTo>
                  <a:lnTo>
                    <a:pt x="8882" y="12477"/>
                  </a:lnTo>
                  <a:lnTo>
                    <a:pt x="8954" y="11974"/>
                  </a:lnTo>
                  <a:lnTo>
                    <a:pt x="8954" y="11471"/>
                  </a:lnTo>
                  <a:lnTo>
                    <a:pt x="8882" y="10967"/>
                  </a:lnTo>
                  <a:lnTo>
                    <a:pt x="8810" y="10500"/>
                  </a:lnTo>
                  <a:lnTo>
                    <a:pt x="8795" y="10457"/>
                  </a:lnTo>
                  <a:lnTo>
                    <a:pt x="8795" y="10457"/>
                  </a:lnTo>
                  <a:lnTo>
                    <a:pt x="9313" y="10715"/>
                  </a:lnTo>
                  <a:lnTo>
                    <a:pt x="9924" y="10967"/>
                  </a:lnTo>
                  <a:lnTo>
                    <a:pt x="10284" y="11039"/>
                  </a:lnTo>
                  <a:lnTo>
                    <a:pt x="10643" y="11075"/>
                  </a:lnTo>
                  <a:lnTo>
                    <a:pt x="11003" y="11003"/>
                  </a:lnTo>
                  <a:lnTo>
                    <a:pt x="11363" y="10895"/>
                  </a:lnTo>
                  <a:lnTo>
                    <a:pt x="11650" y="10715"/>
                  </a:lnTo>
                  <a:lnTo>
                    <a:pt x="11938" y="10500"/>
                  </a:lnTo>
                  <a:lnTo>
                    <a:pt x="12190" y="10248"/>
                  </a:lnTo>
                  <a:lnTo>
                    <a:pt x="12405" y="9960"/>
                  </a:lnTo>
                  <a:lnTo>
                    <a:pt x="12549" y="9673"/>
                  </a:lnTo>
                  <a:lnTo>
                    <a:pt x="12657" y="9349"/>
                  </a:lnTo>
                  <a:lnTo>
                    <a:pt x="12729" y="9026"/>
                  </a:lnTo>
                  <a:lnTo>
                    <a:pt x="12765" y="8666"/>
                  </a:lnTo>
                  <a:lnTo>
                    <a:pt x="12765" y="8342"/>
                  </a:lnTo>
                  <a:lnTo>
                    <a:pt x="12729" y="8019"/>
                  </a:lnTo>
                  <a:lnTo>
                    <a:pt x="12693" y="7695"/>
                  </a:lnTo>
                  <a:lnTo>
                    <a:pt x="12585" y="7372"/>
                  </a:lnTo>
                  <a:lnTo>
                    <a:pt x="12369" y="6760"/>
                  </a:lnTo>
                  <a:lnTo>
                    <a:pt x="12118" y="6185"/>
                  </a:lnTo>
                  <a:lnTo>
                    <a:pt x="11996" y="5981"/>
                  </a:lnTo>
                  <a:lnTo>
                    <a:pt x="11996" y="5981"/>
                  </a:lnTo>
                  <a:lnTo>
                    <a:pt x="12190" y="6041"/>
                  </a:lnTo>
                  <a:lnTo>
                    <a:pt x="12693" y="6149"/>
                  </a:lnTo>
                  <a:lnTo>
                    <a:pt x="13232" y="6149"/>
                  </a:lnTo>
                  <a:lnTo>
                    <a:pt x="13484" y="6113"/>
                  </a:lnTo>
                  <a:lnTo>
                    <a:pt x="13772" y="6041"/>
                  </a:lnTo>
                  <a:lnTo>
                    <a:pt x="14023" y="5969"/>
                  </a:lnTo>
                  <a:lnTo>
                    <a:pt x="14275" y="5861"/>
                  </a:lnTo>
                  <a:lnTo>
                    <a:pt x="14527" y="5682"/>
                  </a:lnTo>
                  <a:lnTo>
                    <a:pt x="14778" y="5502"/>
                  </a:lnTo>
                  <a:lnTo>
                    <a:pt x="14922" y="5322"/>
                  </a:lnTo>
                  <a:lnTo>
                    <a:pt x="15030" y="5142"/>
                  </a:lnTo>
                  <a:lnTo>
                    <a:pt x="15102" y="4963"/>
                  </a:lnTo>
                  <a:lnTo>
                    <a:pt x="15138" y="4783"/>
                  </a:lnTo>
                  <a:lnTo>
                    <a:pt x="15210" y="4387"/>
                  </a:lnTo>
                  <a:lnTo>
                    <a:pt x="15174" y="3992"/>
                  </a:lnTo>
                  <a:lnTo>
                    <a:pt x="15102" y="3560"/>
                  </a:lnTo>
                  <a:lnTo>
                    <a:pt x="14958" y="3129"/>
                  </a:lnTo>
                  <a:lnTo>
                    <a:pt x="14778" y="2697"/>
                  </a:lnTo>
                  <a:lnTo>
                    <a:pt x="14563" y="2302"/>
                  </a:lnTo>
                  <a:lnTo>
                    <a:pt x="14347" y="1870"/>
                  </a:lnTo>
                  <a:lnTo>
                    <a:pt x="14095" y="1511"/>
                  </a:lnTo>
                  <a:lnTo>
                    <a:pt x="13592" y="828"/>
                  </a:lnTo>
                  <a:lnTo>
                    <a:pt x="13160" y="288"/>
                  </a:lnTo>
                  <a:lnTo>
                    <a:pt x="128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31"/>
            <p:cNvSpPr/>
            <p:nvPr/>
          </p:nvSpPr>
          <p:spPr>
            <a:xfrm>
              <a:off x="3224800" y="1926225"/>
              <a:ext cx="71950" cy="83625"/>
            </a:xfrm>
            <a:custGeom>
              <a:avLst/>
              <a:gdLst/>
              <a:ahLst/>
              <a:cxnLst/>
              <a:rect l="l" t="t" r="r" b="b"/>
              <a:pathLst>
                <a:path w="2878" h="3345" extrusionOk="0">
                  <a:moveTo>
                    <a:pt x="2194" y="1"/>
                  </a:moveTo>
                  <a:lnTo>
                    <a:pt x="2302" y="648"/>
                  </a:lnTo>
                  <a:lnTo>
                    <a:pt x="2374" y="1295"/>
                  </a:lnTo>
                  <a:lnTo>
                    <a:pt x="2374" y="1583"/>
                  </a:lnTo>
                  <a:lnTo>
                    <a:pt x="2338" y="1871"/>
                  </a:lnTo>
                  <a:lnTo>
                    <a:pt x="2266" y="2158"/>
                  </a:lnTo>
                  <a:lnTo>
                    <a:pt x="2194" y="2410"/>
                  </a:lnTo>
                  <a:lnTo>
                    <a:pt x="2014" y="2626"/>
                  </a:lnTo>
                  <a:lnTo>
                    <a:pt x="1799" y="2769"/>
                  </a:lnTo>
                  <a:lnTo>
                    <a:pt x="1547" y="2841"/>
                  </a:lnTo>
                  <a:lnTo>
                    <a:pt x="1295" y="2841"/>
                  </a:lnTo>
                  <a:lnTo>
                    <a:pt x="972" y="2805"/>
                  </a:lnTo>
                  <a:lnTo>
                    <a:pt x="648" y="2769"/>
                  </a:lnTo>
                  <a:lnTo>
                    <a:pt x="324" y="2698"/>
                  </a:lnTo>
                  <a:lnTo>
                    <a:pt x="1" y="2590"/>
                  </a:lnTo>
                  <a:lnTo>
                    <a:pt x="253" y="2841"/>
                  </a:lnTo>
                  <a:lnTo>
                    <a:pt x="576" y="3057"/>
                  </a:lnTo>
                  <a:lnTo>
                    <a:pt x="900" y="3201"/>
                  </a:lnTo>
                  <a:lnTo>
                    <a:pt x="1223" y="3309"/>
                  </a:lnTo>
                  <a:lnTo>
                    <a:pt x="1439" y="3345"/>
                  </a:lnTo>
                  <a:lnTo>
                    <a:pt x="1619" y="3345"/>
                  </a:lnTo>
                  <a:lnTo>
                    <a:pt x="1835" y="3309"/>
                  </a:lnTo>
                  <a:lnTo>
                    <a:pt x="2014" y="3273"/>
                  </a:lnTo>
                  <a:lnTo>
                    <a:pt x="2230" y="3165"/>
                  </a:lnTo>
                  <a:lnTo>
                    <a:pt x="2374" y="3057"/>
                  </a:lnTo>
                  <a:lnTo>
                    <a:pt x="2554" y="2913"/>
                  </a:lnTo>
                  <a:lnTo>
                    <a:pt x="2662" y="2734"/>
                  </a:lnTo>
                  <a:lnTo>
                    <a:pt x="2805" y="2374"/>
                  </a:lnTo>
                  <a:lnTo>
                    <a:pt x="2877" y="2014"/>
                  </a:lnTo>
                  <a:lnTo>
                    <a:pt x="2877" y="1619"/>
                  </a:lnTo>
                  <a:lnTo>
                    <a:pt x="2805" y="1223"/>
                  </a:lnTo>
                  <a:lnTo>
                    <a:pt x="2698" y="900"/>
                  </a:lnTo>
                  <a:lnTo>
                    <a:pt x="2590" y="576"/>
                  </a:lnTo>
                  <a:lnTo>
                    <a:pt x="2410" y="289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31"/>
            <p:cNvSpPr/>
            <p:nvPr/>
          </p:nvSpPr>
          <p:spPr>
            <a:xfrm>
              <a:off x="2953350" y="1886675"/>
              <a:ext cx="924075" cy="1406800"/>
            </a:xfrm>
            <a:custGeom>
              <a:avLst/>
              <a:gdLst/>
              <a:ahLst/>
              <a:cxnLst/>
              <a:rect l="l" t="t" r="r" b="b"/>
              <a:pathLst>
                <a:path w="36963" h="56272" extrusionOk="0">
                  <a:moveTo>
                    <a:pt x="34877" y="1"/>
                  </a:moveTo>
                  <a:lnTo>
                    <a:pt x="34590" y="37"/>
                  </a:lnTo>
                  <a:lnTo>
                    <a:pt x="34266" y="145"/>
                  </a:lnTo>
                  <a:lnTo>
                    <a:pt x="33942" y="324"/>
                  </a:lnTo>
                  <a:lnTo>
                    <a:pt x="33619" y="576"/>
                  </a:lnTo>
                  <a:lnTo>
                    <a:pt x="33259" y="900"/>
                  </a:lnTo>
                  <a:lnTo>
                    <a:pt x="32864" y="1331"/>
                  </a:lnTo>
                  <a:lnTo>
                    <a:pt x="32468" y="1835"/>
                  </a:lnTo>
                  <a:lnTo>
                    <a:pt x="32037" y="2410"/>
                  </a:lnTo>
                  <a:lnTo>
                    <a:pt x="31569" y="3093"/>
                  </a:lnTo>
                  <a:lnTo>
                    <a:pt x="31138" y="3812"/>
                  </a:lnTo>
                  <a:lnTo>
                    <a:pt x="30670" y="4567"/>
                  </a:lnTo>
                  <a:lnTo>
                    <a:pt x="29843" y="6149"/>
                  </a:lnTo>
                  <a:lnTo>
                    <a:pt x="29016" y="7803"/>
                  </a:lnTo>
                  <a:lnTo>
                    <a:pt x="28261" y="9493"/>
                  </a:lnTo>
                  <a:lnTo>
                    <a:pt x="27578" y="11183"/>
                  </a:lnTo>
                  <a:lnTo>
                    <a:pt x="26931" y="12837"/>
                  </a:lnTo>
                  <a:lnTo>
                    <a:pt x="26320" y="14491"/>
                  </a:lnTo>
                  <a:lnTo>
                    <a:pt x="25780" y="16037"/>
                  </a:lnTo>
                  <a:lnTo>
                    <a:pt x="24846" y="18878"/>
                  </a:lnTo>
                  <a:lnTo>
                    <a:pt x="24126" y="21179"/>
                  </a:lnTo>
                  <a:lnTo>
                    <a:pt x="23659" y="22689"/>
                  </a:lnTo>
                  <a:lnTo>
                    <a:pt x="23515" y="23084"/>
                  </a:lnTo>
                  <a:lnTo>
                    <a:pt x="23443" y="23264"/>
                  </a:lnTo>
                  <a:lnTo>
                    <a:pt x="23335" y="23156"/>
                  </a:lnTo>
                  <a:lnTo>
                    <a:pt x="23156" y="22869"/>
                  </a:lnTo>
                  <a:lnTo>
                    <a:pt x="22580" y="21826"/>
                  </a:lnTo>
                  <a:lnTo>
                    <a:pt x="21825" y="20316"/>
                  </a:lnTo>
                  <a:lnTo>
                    <a:pt x="20962" y="18626"/>
                  </a:lnTo>
                  <a:lnTo>
                    <a:pt x="19380" y="15390"/>
                  </a:lnTo>
                  <a:lnTo>
                    <a:pt x="18661" y="13952"/>
                  </a:lnTo>
                  <a:lnTo>
                    <a:pt x="0" y="28909"/>
                  </a:lnTo>
                  <a:lnTo>
                    <a:pt x="2158" y="32253"/>
                  </a:lnTo>
                  <a:lnTo>
                    <a:pt x="4387" y="35741"/>
                  </a:lnTo>
                  <a:lnTo>
                    <a:pt x="7048" y="39804"/>
                  </a:lnTo>
                  <a:lnTo>
                    <a:pt x="9816" y="44011"/>
                  </a:lnTo>
                  <a:lnTo>
                    <a:pt x="12405" y="47822"/>
                  </a:lnTo>
                  <a:lnTo>
                    <a:pt x="13556" y="49440"/>
                  </a:lnTo>
                  <a:lnTo>
                    <a:pt x="14526" y="50806"/>
                  </a:lnTo>
                  <a:lnTo>
                    <a:pt x="15353" y="51849"/>
                  </a:lnTo>
                  <a:lnTo>
                    <a:pt x="15677" y="52244"/>
                  </a:lnTo>
                  <a:lnTo>
                    <a:pt x="15929" y="52532"/>
                  </a:lnTo>
                  <a:lnTo>
                    <a:pt x="16720" y="53251"/>
                  </a:lnTo>
                  <a:lnTo>
                    <a:pt x="17151" y="53683"/>
                  </a:lnTo>
                  <a:lnTo>
                    <a:pt x="17654" y="54078"/>
                  </a:lnTo>
                  <a:lnTo>
                    <a:pt x="18230" y="54510"/>
                  </a:lnTo>
                  <a:lnTo>
                    <a:pt x="18805" y="54941"/>
                  </a:lnTo>
                  <a:lnTo>
                    <a:pt x="19452" y="55301"/>
                  </a:lnTo>
                  <a:lnTo>
                    <a:pt x="20099" y="55660"/>
                  </a:lnTo>
                  <a:lnTo>
                    <a:pt x="20783" y="55912"/>
                  </a:lnTo>
                  <a:lnTo>
                    <a:pt x="21502" y="56128"/>
                  </a:lnTo>
                  <a:lnTo>
                    <a:pt x="21897" y="56200"/>
                  </a:lnTo>
                  <a:lnTo>
                    <a:pt x="22257" y="56236"/>
                  </a:lnTo>
                  <a:lnTo>
                    <a:pt x="22652" y="56272"/>
                  </a:lnTo>
                  <a:lnTo>
                    <a:pt x="23048" y="56272"/>
                  </a:lnTo>
                  <a:lnTo>
                    <a:pt x="23407" y="56236"/>
                  </a:lnTo>
                  <a:lnTo>
                    <a:pt x="23803" y="56164"/>
                  </a:lnTo>
                  <a:lnTo>
                    <a:pt x="24234" y="56056"/>
                  </a:lnTo>
                  <a:lnTo>
                    <a:pt x="24630" y="55948"/>
                  </a:lnTo>
                  <a:lnTo>
                    <a:pt x="25025" y="55768"/>
                  </a:lnTo>
                  <a:lnTo>
                    <a:pt x="25421" y="55588"/>
                  </a:lnTo>
                  <a:lnTo>
                    <a:pt x="25852" y="55337"/>
                  </a:lnTo>
                  <a:lnTo>
                    <a:pt x="26248" y="55049"/>
                  </a:lnTo>
                  <a:lnTo>
                    <a:pt x="26464" y="54869"/>
                  </a:lnTo>
                  <a:lnTo>
                    <a:pt x="26679" y="54654"/>
                  </a:lnTo>
                  <a:lnTo>
                    <a:pt x="26895" y="54402"/>
                  </a:lnTo>
                  <a:lnTo>
                    <a:pt x="27075" y="54078"/>
                  </a:lnTo>
                  <a:lnTo>
                    <a:pt x="27506" y="53359"/>
                  </a:lnTo>
                  <a:lnTo>
                    <a:pt x="27938" y="52460"/>
                  </a:lnTo>
                  <a:lnTo>
                    <a:pt x="28333" y="51418"/>
                  </a:lnTo>
                  <a:lnTo>
                    <a:pt x="28765" y="50267"/>
                  </a:lnTo>
                  <a:lnTo>
                    <a:pt x="29196" y="48973"/>
                  </a:lnTo>
                  <a:lnTo>
                    <a:pt x="29592" y="47570"/>
                  </a:lnTo>
                  <a:lnTo>
                    <a:pt x="29987" y="46060"/>
                  </a:lnTo>
                  <a:lnTo>
                    <a:pt x="30419" y="44478"/>
                  </a:lnTo>
                  <a:lnTo>
                    <a:pt x="31210" y="41098"/>
                  </a:lnTo>
                  <a:lnTo>
                    <a:pt x="31965" y="37503"/>
                  </a:lnTo>
                  <a:lnTo>
                    <a:pt x="32720" y="33763"/>
                  </a:lnTo>
                  <a:lnTo>
                    <a:pt x="33403" y="29988"/>
                  </a:lnTo>
                  <a:lnTo>
                    <a:pt x="34050" y="26284"/>
                  </a:lnTo>
                  <a:lnTo>
                    <a:pt x="34662" y="22725"/>
                  </a:lnTo>
                  <a:lnTo>
                    <a:pt x="35201" y="19381"/>
                  </a:lnTo>
                  <a:lnTo>
                    <a:pt x="36639" y="10104"/>
                  </a:lnTo>
                  <a:lnTo>
                    <a:pt x="36783" y="8918"/>
                  </a:lnTo>
                  <a:lnTo>
                    <a:pt x="36891" y="7659"/>
                  </a:lnTo>
                  <a:lnTo>
                    <a:pt x="36963" y="6437"/>
                  </a:lnTo>
                  <a:lnTo>
                    <a:pt x="36963" y="5250"/>
                  </a:lnTo>
                  <a:lnTo>
                    <a:pt x="36891" y="4100"/>
                  </a:lnTo>
                  <a:lnTo>
                    <a:pt x="36783" y="3057"/>
                  </a:lnTo>
                  <a:lnTo>
                    <a:pt x="36675" y="2554"/>
                  </a:lnTo>
                  <a:lnTo>
                    <a:pt x="36603" y="2122"/>
                  </a:lnTo>
                  <a:lnTo>
                    <a:pt x="36459" y="1691"/>
                  </a:lnTo>
                  <a:lnTo>
                    <a:pt x="36315" y="1295"/>
                  </a:lnTo>
                  <a:lnTo>
                    <a:pt x="36172" y="972"/>
                  </a:lnTo>
                  <a:lnTo>
                    <a:pt x="35992" y="684"/>
                  </a:lnTo>
                  <a:lnTo>
                    <a:pt x="35812" y="432"/>
                  </a:lnTo>
                  <a:lnTo>
                    <a:pt x="35596" y="217"/>
                  </a:lnTo>
                  <a:lnTo>
                    <a:pt x="35381" y="73"/>
                  </a:lnTo>
                  <a:lnTo>
                    <a:pt x="351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31"/>
            <p:cNvSpPr/>
            <p:nvPr/>
          </p:nvSpPr>
          <p:spPr>
            <a:xfrm>
              <a:off x="3042325" y="2352300"/>
              <a:ext cx="396450" cy="302075"/>
            </a:xfrm>
            <a:custGeom>
              <a:avLst/>
              <a:gdLst/>
              <a:ahLst/>
              <a:cxnLst/>
              <a:rect l="l" t="t" r="r" b="b"/>
              <a:pathLst>
                <a:path w="15858" h="12083" extrusionOk="0">
                  <a:moveTo>
                    <a:pt x="15749" y="1"/>
                  </a:moveTo>
                  <a:lnTo>
                    <a:pt x="14707" y="684"/>
                  </a:lnTo>
                  <a:lnTo>
                    <a:pt x="13664" y="1439"/>
                  </a:lnTo>
                  <a:lnTo>
                    <a:pt x="11686" y="2949"/>
                  </a:lnTo>
                  <a:lnTo>
                    <a:pt x="7767" y="5826"/>
                  </a:lnTo>
                  <a:lnTo>
                    <a:pt x="6113" y="7120"/>
                  </a:lnTo>
                  <a:lnTo>
                    <a:pt x="3632" y="9062"/>
                  </a:lnTo>
                  <a:lnTo>
                    <a:pt x="1295" y="10895"/>
                  </a:lnTo>
                  <a:lnTo>
                    <a:pt x="468" y="11579"/>
                  </a:lnTo>
                  <a:lnTo>
                    <a:pt x="37" y="11974"/>
                  </a:lnTo>
                  <a:lnTo>
                    <a:pt x="1" y="12010"/>
                  </a:lnTo>
                  <a:lnTo>
                    <a:pt x="37" y="12046"/>
                  </a:lnTo>
                  <a:lnTo>
                    <a:pt x="37" y="12082"/>
                  </a:lnTo>
                  <a:lnTo>
                    <a:pt x="73" y="12082"/>
                  </a:lnTo>
                  <a:lnTo>
                    <a:pt x="576" y="11758"/>
                  </a:lnTo>
                  <a:lnTo>
                    <a:pt x="1439" y="11147"/>
                  </a:lnTo>
                  <a:lnTo>
                    <a:pt x="3812" y="9421"/>
                  </a:lnTo>
                  <a:lnTo>
                    <a:pt x="6329" y="7552"/>
                  </a:lnTo>
                  <a:lnTo>
                    <a:pt x="7983" y="6293"/>
                  </a:lnTo>
                  <a:lnTo>
                    <a:pt x="11902" y="3237"/>
                  </a:lnTo>
                  <a:lnTo>
                    <a:pt x="13880" y="1691"/>
                  </a:lnTo>
                  <a:lnTo>
                    <a:pt x="14886" y="900"/>
                  </a:lnTo>
                  <a:lnTo>
                    <a:pt x="15821" y="109"/>
                  </a:lnTo>
                  <a:lnTo>
                    <a:pt x="15857" y="37"/>
                  </a:lnTo>
                  <a:lnTo>
                    <a:pt x="158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31"/>
            <p:cNvSpPr/>
            <p:nvPr/>
          </p:nvSpPr>
          <p:spPr>
            <a:xfrm>
              <a:off x="3539425" y="2467375"/>
              <a:ext cx="107000" cy="347900"/>
            </a:xfrm>
            <a:custGeom>
              <a:avLst/>
              <a:gdLst/>
              <a:ahLst/>
              <a:cxnLst/>
              <a:rect l="l" t="t" r="r" b="b"/>
              <a:pathLst>
                <a:path w="4280" h="13916" extrusionOk="0">
                  <a:moveTo>
                    <a:pt x="0" y="0"/>
                  </a:moveTo>
                  <a:lnTo>
                    <a:pt x="252" y="863"/>
                  </a:lnTo>
                  <a:lnTo>
                    <a:pt x="504" y="1762"/>
                  </a:lnTo>
                  <a:lnTo>
                    <a:pt x="1079" y="3524"/>
                  </a:lnTo>
                  <a:lnTo>
                    <a:pt x="2158" y="6976"/>
                  </a:lnTo>
                  <a:lnTo>
                    <a:pt x="3236" y="10427"/>
                  </a:lnTo>
                  <a:lnTo>
                    <a:pt x="3776" y="12153"/>
                  </a:lnTo>
                  <a:lnTo>
                    <a:pt x="4027" y="13016"/>
                  </a:lnTo>
                  <a:lnTo>
                    <a:pt x="4279" y="13915"/>
                  </a:lnTo>
                  <a:lnTo>
                    <a:pt x="4135" y="12980"/>
                  </a:lnTo>
                  <a:lnTo>
                    <a:pt x="3991" y="12081"/>
                  </a:lnTo>
                  <a:lnTo>
                    <a:pt x="3812" y="11218"/>
                  </a:lnTo>
                  <a:lnTo>
                    <a:pt x="3596" y="10320"/>
                  </a:lnTo>
                  <a:lnTo>
                    <a:pt x="3128" y="8558"/>
                  </a:lnTo>
                  <a:lnTo>
                    <a:pt x="2625" y="6796"/>
                  </a:lnTo>
                  <a:lnTo>
                    <a:pt x="2014" y="5070"/>
                  </a:lnTo>
                  <a:lnTo>
                    <a:pt x="1403" y="3344"/>
                  </a:lnTo>
                  <a:lnTo>
                    <a:pt x="1079" y="2517"/>
                  </a:lnTo>
                  <a:lnTo>
                    <a:pt x="755" y="16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31"/>
            <p:cNvSpPr/>
            <p:nvPr/>
          </p:nvSpPr>
          <p:spPr>
            <a:xfrm>
              <a:off x="3539425" y="1809375"/>
              <a:ext cx="1269250" cy="1623425"/>
            </a:xfrm>
            <a:custGeom>
              <a:avLst/>
              <a:gdLst/>
              <a:ahLst/>
              <a:cxnLst/>
              <a:rect l="l" t="t" r="r" b="b"/>
              <a:pathLst>
                <a:path w="50770" h="64937" extrusionOk="0">
                  <a:moveTo>
                    <a:pt x="19524" y="1"/>
                  </a:moveTo>
                  <a:lnTo>
                    <a:pt x="18733" y="37"/>
                  </a:lnTo>
                  <a:lnTo>
                    <a:pt x="17942" y="144"/>
                  </a:lnTo>
                  <a:lnTo>
                    <a:pt x="17115" y="288"/>
                  </a:lnTo>
                  <a:lnTo>
                    <a:pt x="16288" y="468"/>
                  </a:lnTo>
                  <a:lnTo>
                    <a:pt x="15461" y="720"/>
                  </a:lnTo>
                  <a:lnTo>
                    <a:pt x="14634" y="1007"/>
                  </a:lnTo>
                  <a:lnTo>
                    <a:pt x="13879" y="1295"/>
                  </a:lnTo>
                  <a:lnTo>
                    <a:pt x="13160" y="1619"/>
                  </a:lnTo>
                  <a:lnTo>
                    <a:pt x="12513" y="1978"/>
                  </a:lnTo>
                  <a:lnTo>
                    <a:pt x="11938" y="2302"/>
                  </a:lnTo>
                  <a:lnTo>
                    <a:pt x="11470" y="2661"/>
                  </a:lnTo>
                  <a:lnTo>
                    <a:pt x="11075" y="2985"/>
                  </a:lnTo>
                  <a:lnTo>
                    <a:pt x="10859" y="3237"/>
                  </a:lnTo>
                  <a:lnTo>
                    <a:pt x="10643" y="3632"/>
                  </a:lnTo>
                  <a:lnTo>
                    <a:pt x="10356" y="4136"/>
                  </a:lnTo>
                  <a:lnTo>
                    <a:pt x="10068" y="4783"/>
                  </a:lnTo>
                  <a:lnTo>
                    <a:pt x="9457" y="6257"/>
                  </a:lnTo>
                  <a:lnTo>
                    <a:pt x="8774" y="8055"/>
                  </a:lnTo>
                  <a:lnTo>
                    <a:pt x="8090" y="10068"/>
                  </a:lnTo>
                  <a:lnTo>
                    <a:pt x="7371" y="12226"/>
                  </a:lnTo>
                  <a:lnTo>
                    <a:pt x="6724" y="14419"/>
                  </a:lnTo>
                  <a:lnTo>
                    <a:pt x="6113" y="16612"/>
                  </a:lnTo>
                  <a:lnTo>
                    <a:pt x="5825" y="17727"/>
                  </a:lnTo>
                  <a:lnTo>
                    <a:pt x="5538" y="18985"/>
                  </a:lnTo>
                  <a:lnTo>
                    <a:pt x="5214" y="20388"/>
                  </a:lnTo>
                  <a:lnTo>
                    <a:pt x="4926" y="21898"/>
                  </a:lnTo>
                  <a:lnTo>
                    <a:pt x="4351" y="25206"/>
                  </a:lnTo>
                  <a:lnTo>
                    <a:pt x="3776" y="28837"/>
                  </a:lnTo>
                  <a:lnTo>
                    <a:pt x="3200" y="32684"/>
                  </a:lnTo>
                  <a:lnTo>
                    <a:pt x="2661" y="36640"/>
                  </a:lnTo>
                  <a:lnTo>
                    <a:pt x="2158" y="40703"/>
                  </a:lnTo>
                  <a:lnTo>
                    <a:pt x="1690" y="44694"/>
                  </a:lnTo>
                  <a:lnTo>
                    <a:pt x="1259" y="48577"/>
                  </a:lnTo>
                  <a:lnTo>
                    <a:pt x="863" y="52244"/>
                  </a:lnTo>
                  <a:lnTo>
                    <a:pt x="540" y="55588"/>
                  </a:lnTo>
                  <a:lnTo>
                    <a:pt x="288" y="58573"/>
                  </a:lnTo>
                  <a:lnTo>
                    <a:pt x="108" y="61053"/>
                  </a:lnTo>
                  <a:lnTo>
                    <a:pt x="0" y="62995"/>
                  </a:lnTo>
                  <a:lnTo>
                    <a:pt x="0" y="64254"/>
                  </a:lnTo>
                  <a:lnTo>
                    <a:pt x="36" y="64613"/>
                  </a:lnTo>
                  <a:lnTo>
                    <a:pt x="72" y="64793"/>
                  </a:lnTo>
                  <a:lnTo>
                    <a:pt x="144" y="64829"/>
                  </a:lnTo>
                  <a:lnTo>
                    <a:pt x="288" y="64865"/>
                  </a:lnTo>
                  <a:lnTo>
                    <a:pt x="791" y="64901"/>
                  </a:lnTo>
                  <a:lnTo>
                    <a:pt x="1510" y="64937"/>
                  </a:lnTo>
                  <a:lnTo>
                    <a:pt x="5034" y="64937"/>
                  </a:lnTo>
                  <a:lnTo>
                    <a:pt x="8306" y="64829"/>
                  </a:lnTo>
                  <a:lnTo>
                    <a:pt x="12153" y="64721"/>
                  </a:lnTo>
                  <a:lnTo>
                    <a:pt x="16396" y="64541"/>
                  </a:lnTo>
                  <a:lnTo>
                    <a:pt x="25637" y="64146"/>
                  </a:lnTo>
                  <a:lnTo>
                    <a:pt x="34805" y="63678"/>
                  </a:lnTo>
                  <a:lnTo>
                    <a:pt x="42824" y="63247"/>
                  </a:lnTo>
                  <a:lnTo>
                    <a:pt x="48541" y="62851"/>
                  </a:lnTo>
                  <a:lnTo>
                    <a:pt x="50159" y="62743"/>
                  </a:lnTo>
                  <a:lnTo>
                    <a:pt x="50590" y="62671"/>
                  </a:lnTo>
                  <a:lnTo>
                    <a:pt x="50734" y="62636"/>
                  </a:lnTo>
                  <a:lnTo>
                    <a:pt x="50770" y="62564"/>
                  </a:lnTo>
                  <a:lnTo>
                    <a:pt x="50734" y="62420"/>
                  </a:lnTo>
                  <a:lnTo>
                    <a:pt x="50662" y="61916"/>
                  </a:lnTo>
                  <a:lnTo>
                    <a:pt x="50446" y="61125"/>
                  </a:lnTo>
                  <a:lnTo>
                    <a:pt x="50159" y="60083"/>
                  </a:lnTo>
                  <a:lnTo>
                    <a:pt x="49332" y="57314"/>
                  </a:lnTo>
                  <a:lnTo>
                    <a:pt x="48181" y="53754"/>
                  </a:lnTo>
                  <a:lnTo>
                    <a:pt x="46707" y="49548"/>
                  </a:lnTo>
                  <a:lnTo>
                    <a:pt x="45017" y="44837"/>
                  </a:lnTo>
                  <a:lnTo>
                    <a:pt x="43075" y="39768"/>
                  </a:lnTo>
                  <a:lnTo>
                    <a:pt x="42069" y="37107"/>
                  </a:lnTo>
                  <a:lnTo>
                    <a:pt x="40990" y="34446"/>
                  </a:lnTo>
                  <a:lnTo>
                    <a:pt x="39875" y="31750"/>
                  </a:lnTo>
                  <a:lnTo>
                    <a:pt x="38761" y="29053"/>
                  </a:lnTo>
                  <a:lnTo>
                    <a:pt x="37574" y="26356"/>
                  </a:lnTo>
                  <a:lnTo>
                    <a:pt x="36388" y="23695"/>
                  </a:lnTo>
                  <a:lnTo>
                    <a:pt x="35201" y="21071"/>
                  </a:lnTo>
                  <a:lnTo>
                    <a:pt x="33978" y="18554"/>
                  </a:lnTo>
                  <a:lnTo>
                    <a:pt x="32756" y="16073"/>
                  </a:lnTo>
                  <a:lnTo>
                    <a:pt x="31498" y="13736"/>
                  </a:lnTo>
                  <a:lnTo>
                    <a:pt x="30275" y="11470"/>
                  </a:lnTo>
                  <a:lnTo>
                    <a:pt x="29053" y="9385"/>
                  </a:lnTo>
                  <a:lnTo>
                    <a:pt x="27830" y="7443"/>
                  </a:lnTo>
                  <a:lnTo>
                    <a:pt x="27219" y="6545"/>
                  </a:lnTo>
                  <a:lnTo>
                    <a:pt x="26644" y="5646"/>
                  </a:lnTo>
                  <a:lnTo>
                    <a:pt x="26032" y="4855"/>
                  </a:lnTo>
                  <a:lnTo>
                    <a:pt x="25457" y="4064"/>
                  </a:lnTo>
                  <a:lnTo>
                    <a:pt x="24846" y="3345"/>
                  </a:lnTo>
                  <a:lnTo>
                    <a:pt x="24270" y="2697"/>
                  </a:lnTo>
                  <a:lnTo>
                    <a:pt x="23695" y="2086"/>
                  </a:lnTo>
                  <a:lnTo>
                    <a:pt x="23156" y="1547"/>
                  </a:lnTo>
                  <a:lnTo>
                    <a:pt x="22581" y="1043"/>
                  </a:lnTo>
                  <a:lnTo>
                    <a:pt x="22041" y="648"/>
                  </a:lnTo>
                  <a:lnTo>
                    <a:pt x="21789" y="468"/>
                  </a:lnTo>
                  <a:lnTo>
                    <a:pt x="21502" y="360"/>
                  </a:lnTo>
                  <a:lnTo>
                    <a:pt x="21214" y="252"/>
                  </a:lnTo>
                  <a:lnTo>
                    <a:pt x="20927" y="144"/>
                  </a:lnTo>
                  <a:lnTo>
                    <a:pt x="20603" y="73"/>
                  </a:lnTo>
                  <a:lnTo>
                    <a:pt x="20243" y="37"/>
                  </a:lnTo>
                  <a:lnTo>
                    <a:pt x="195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31"/>
            <p:cNvSpPr/>
            <p:nvPr/>
          </p:nvSpPr>
          <p:spPr>
            <a:xfrm>
              <a:off x="3793800" y="1791400"/>
              <a:ext cx="306550" cy="289475"/>
            </a:xfrm>
            <a:custGeom>
              <a:avLst/>
              <a:gdLst/>
              <a:ahLst/>
              <a:cxnLst/>
              <a:rect l="l" t="t" r="r" b="b"/>
              <a:pathLst>
                <a:path w="12262" h="11579" extrusionOk="0">
                  <a:moveTo>
                    <a:pt x="6329" y="1"/>
                  </a:moveTo>
                  <a:lnTo>
                    <a:pt x="5862" y="36"/>
                  </a:lnTo>
                  <a:lnTo>
                    <a:pt x="5430" y="72"/>
                  </a:lnTo>
                  <a:lnTo>
                    <a:pt x="4963" y="144"/>
                  </a:lnTo>
                  <a:lnTo>
                    <a:pt x="4495" y="252"/>
                  </a:lnTo>
                  <a:lnTo>
                    <a:pt x="4064" y="396"/>
                  </a:lnTo>
                  <a:lnTo>
                    <a:pt x="3596" y="540"/>
                  </a:lnTo>
                  <a:lnTo>
                    <a:pt x="3165" y="720"/>
                  </a:lnTo>
                  <a:lnTo>
                    <a:pt x="2733" y="935"/>
                  </a:lnTo>
                  <a:lnTo>
                    <a:pt x="2338" y="1187"/>
                  </a:lnTo>
                  <a:lnTo>
                    <a:pt x="1906" y="1475"/>
                  </a:lnTo>
                  <a:lnTo>
                    <a:pt x="1727" y="1619"/>
                  </a:lnTo>
                  <a:lnTo>
                    <a:pt x="1547" y="1798"/>
                  </a:lnTo>
                  <a:lnTo>
                    <a:pt x="1403" y="2050"/>
                  </a:lnTo>
                  <a:lnTo>
                    <a:pt x="1223" y="2266"/>
                  </a:lnTo>
                  <a:lnTo>
                    <a:pt x="900" y="2841"/>
                  </a:lnTo>
                  <a:lnTo>
                    <a:pt x="612" y="3524"/>
                  </a:lnTo>
                  <a:lnTo>
                    <a:pt x="396" y="4243"/>
                  </a:lnTo>
                  <a:lnTo>
                    <a:pt x="181" y="5034"/>
                  </a:lnTo>
                  <a:lnTo>
                    <a:pt x="73" y="5825"/>
                  </a:lnTo>
                  <a:lnTo>
                    <a:pt x="1" y="6652"/>
                  </a:lnTo>
                  <a:lnTo>
                    <a:pt x="37" y="7479"/>
                  </a:lnTo>
                  <a:lnTo>
                    <a:pt x="73" y="7875"/>
                  </a:lnTo>
                  <a:lnTo>
                    <a:pt x="145" y="8270"/>
                  </a:lnTo>
                  <a:lnTo>
                    <a:pt x="217" y="8630"/>
                  </a:lnTo>
                  <a:lnTo>
                    <a:pt x="324" y="9025"/>
                  </a:lnTo>
                  <a:lnTo>
                    <a:pt x="468" y="9349"/>
                  </a:lnTo>
                  <a:lnTo>
                    <a:pt x="612" y="9709"/>
                  </a:lnTo>
                  <a:lnTo>
                    <a:pt x="792" y="10032"/>
                  </a:lnTo>
                  <a:lnTo>
                    <a:pt x="1008" y="10320"/>
                  </a:lnTo>
                  <a:lnTo>
                    <a:pt x="1259" y="10571"/>
                  </a:lnTo>
                  <a:lnTo>
                    <a:pt x="1547" y="10823"/>
                  </a:lnTo>
                  <a:lnTo>
                    <a:pt x="1835" y="11039"/>
                  </a:lnTo>
                  <a:lnTo>
                    <a:pt x="2158" y="11219"/>
                  </a:lnTo>
                  <a:lnTo>
                    <a:pt x="2554" y="11363"/>
                  </a:lnTo>
                  <a:lnTo>
                    <a:pt x="2949" y="11506"/>
                  </a:lnTo>
                  <a:lnTo>
                    <a:pt x="3381" y="11578"/>
                  </a:lnTo>
                  <a:lnTo>
                    <a:pt x="4208" y="11578"/>
                  </a:lnTo>
                  <a:lnTo>
                    <a:pt x="4603" y="11506"/>
                  </a:lnTo>
                  <a:lnTo>
                    <a:pt x="4999" y="11434"/>
                  </a:lnTo>
                  <a:lnTo>
                    <a:pt x="5430" y="11291"/>
                  </a:lnTo>
                  <a:lnTo>
                    <a:pt x="5826" y="11147"/>
                  </a:lnTo>
                  <a:lnTo>
                    <a:pt x="6221" y="10931"/>
                  </a:lnTo>
                  <a:lnTo>
                    <a:pt x="6581" y="10715"/>
                  </a:lnTo>
                  <a:lnTo>
                    <a:pt x="6976" y="10464"/>
                  </a:lnTo>
                  <a:lnTo>
                    <a:pt x="7336" y="10176"/>
                  </a:lnTo>
                  <a:lnTo>
                    <a:pt x="7695" y="9888"/>
                  </a:lnTo>
                  <a:lnTo>
                    <a:pt x="8378" y="9241"/>
                  </a:lnTo>
                  <a:lnTo>
                    <a:pt x="9026" y="8558"/>
                  </a:lnTo>
                  <a:lnTo>
                    <a:pt x="9637" y="7803"/>
                  </a:lnTo>
                  <a:lnTo>
                    <a:pt x="10212" y="7048"/>
                  </a:lnTo>
                  <a:lnTo>
                    <a:pt x="10716" y="6293"/>
                  </a:lnTo>
                  <a:lnTo>
                    <a:pt x="11147" y="5538"/>
                  </a:lnTo>
                  <a:lnTo>
                    <a:pt x="11543" y="4855"/>
                  </a:lnTo>
                  <a:lnTo>
                    <a:pt x="11830" y="4171"/>
                  </a:lnTo>
                  <a:lnTo>
                    <a:pt x="12082" y="3596"/>
                  </a:lnTo>
                  <a:lnTo>
                    <a:pt x="12226" y="3129"/>
                  </a:lnTo>
                  <a:lnTo>
                    <a:pt x="12262" y="2913"/>
                  </a:lnTo>
                  <a:lnTo>
                    <a:pt x="12262" y="2697"/>
                  </a:lnTo>
                  <a:lnTo>
                    <a:pt x="12226" y="2481"/>
                  </a:lnTo>
                  <a:lnTo>
                    <a:pt x="12118" y="2266"/>
                  </a:lnTo>
                  <a:lnTo>
                    <a:pt x="12010" y="2050"/>
                  </a:lnTo>
                  <a:lnTo>
                    <a:pt x="11866" y="1870"/>
                  </a:lnTo>
                  <a:lnTo>
                    <a:pt x="11686" y="1654"/>
                  </a:lnTo>
                  <a:lnTo>
                    <a:pt x="11471" y="1475"/>
                  </a:lnTo>
                  <a:lnTo>
                    <a:pt x="11219" y="1259"/>
                  </a:lnTo>
                  <a:lnTo>
                    <a:pt x="10967" y="1115"/>
                  </a:lnTo>
                  <a:lnTo>
                    <a:pt x="10356" y="756"/>
                  </a:lnTo>
                  <a:lnTo>
                    <a:pt x="9673" y="504"/>
                  </a:lnTo>
                  <a:lnTo>
                    <a:pt x="8882" y="252"/>
                  </a:lnTo>
                  <a:lnTo>
                    <a:pt x="8091" y="108"/>
                  </a:lnTo>
                  <a:lnTo>
                    <a:pt x="72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31"/>
            <p:cNvSpPr/>
            <p:nvPr/>
          </p:nvSpPr>
          <p:spPr>
            <a:xfrm>
              <a:off x="3755150" y="1574775"/>
              <a:ext cx="333525" cy="478225"/>
            </a:xfrm>
            <a:custGeom>
              <a:avLst/>
              <a:gdLst/>
              <a:ahLst/>
              <a:cxnLst/>
              <a:rect l="l" t="t" r="r" b="b"/>
              <a:pathLst>
                <a:path w="13341" h="19129" extrusionOk="0">
                  <a:moveTo>
                    <a:pt x="11291" y="0"/>
                  </a:moveTo>
                  <a:lnTo>
                    <a:pt x="1" y="4063"/>
                  </a:lnTo>
                  <a:lnTo>
                    <a:pt x="252" y="4710"/>
                  </a:lnTo>
                  <a:lnTo>
                    <a:pt x="504" y="5429"/>
                  </a:lnTo>
                  <a:lnTo>
                    <a:pt x="828" y="6328"/>
                  </a:lnTo>
                  <a:lnTo>
                    <a:pt x="1115" y="7407"/>
                  </a:lnTo>
                  <a:lnTo>
                    <a:pt x="1439" y="8594"/>
                  </a:lnTo>
                  <a:lnTo>
                    <a:pt x="1691" y="9816"/>
                  </a:lnTo>
                  <a:lnTo>
                    <a:pt x="1798" y="10427"/>
                  </a:lnTo>
                  <a:lnTo>
                    <a:pt x="1870" y="11039"/>
                  </a:lnTo>
                  <a:lnTo>
                    <a:pt x="1870" y="11434"/>
                  </a:lnTo>
                  <a:lnTo>
                    <a:pt x="1870" y="11830"/>
                  </a:lnTo>
                  <a:lnTo>
                    <a:pt x="1870" y="11937"/>
                  </a:lnTo>
                  <a:lnTo>
                    <a:pt x="1870" y="12657"/>
                  </a:lnTo>
                  <a:lnTo>
                    <a:pt x="1906" y="13627"/>
                  </a:lnTo>
                  <a:lnTo>
                    <a:pt x="1978" y="14203"/>
                  </a:lnTo>
                  <a:lnTo>
                    <a:pt x="2050" y="14778"/>
                  </a:lnTo>
                  <a:lnTo>
                    <a:pt x="2158" y="15353"/>
                  </a:lnTo>
                  <a:lnTo>
                    <a:pt x="2302" y="15965"/>
                  </a:lnTo>
                  <a:lnTo>
                    <a:pt x="2482" y="16540"/>
                  </a:lnTo>
                  <a:lnTo>
                    <a:pt x="2661" y="17079"/>
                  </a:lnTo>
                  <a:lnTo>
                    <a:pt x="2913" y="17618"/>
                  </a:lnTo>
                  <a:lnTo>
                    <a:pt x="3201" y="18050"/>
                  </a:lnTo>
                  <a:lnTo>
                    <a:pt x="3524" y="18445"/>
                  </a:lnTo>
                  <a:lnTo>
                    <a:pt x="3704" y="18625"/>
                  </a:lnTo>
                  <a:lnTo>
                    <a:pt x="3920" y="18769"/>
                  </a:lnTo>
                  <a:lnTo>
                    <a:pt x="4100" y="18913"/>
                  </a:lnTo>
                  <a:lnTo>
                    <a:pt x="4351" y="18985"/>
                  </a:lnTo>
                  <a:lnTo>
                    <a:pt x="4567" y="19093"/>
                  </a:lnTo>
                  <a:lnTo>
                    <a:pt x="4819" y="19129"/>
                  </a:lnTo>
                  <a:lnTo>
                    <a:pt x="5358" y="19129"/>
                  </a:lnTo>
                  <a:lnTo>
                    <a:pt x="5646" y="19093"/>
                  </a:lnTo>
                  <a:lnTo>
                    <a:pt x="5933" y="19021"/>
                  </a:lnTo>
                  <a:lnTo>
                    <a:pt x="6509" y="18841"/>
                  </a:lnTo>
                  <a:lnTo>
                    <a:pt x="7120" y="18553"/>
                  </a:lnTo>
                  <a:lnTo>
                    <a:pt x="7731" y="18194"/>
                  </a:lnTo>
                  <a:lnTo>
                    <a:pt x="8342" y="17726"/>
                  </a:lnTo>
                  <a:lnTo>
                    <a:pt x="8954" y="17223"/>
                  </a:lnTo>
                  <a:lnTo>
                    <a:pt x="9565" y="16684"/>
                  </a:lnTo>
                  <a:lnTo>
                    <a:pt x="10140" y="16072"/>
                  </a:lnTo>
                  <a:lnTo>
                    <a:pt x="10716" y="15425"/>
                  </a:lnTo>
                  <a:lnTo>
                    <a:pt x="11255" y="14742"/>
                  </a:lnTo>
                  <a:lnTo>
                    <a:pt x="11758" y="14059"/>
                  </a:lnTo>
                  <a:lnTo>
                    <a:pt x="12226" y="13340"/>
                  </a:lnTo>
                  <a:lnTo>
                    <a:pt x="12657" y="12621"/>
                  </a:lnTo>
                  <a:lnTo>
                    <a:pt x="13017" y="11937"/>
                  </a:lnTo>
                  <a:lnTo>
                    <a:pt x="13340" y="11254"/>
                  </a:lnTo>
                  <a:lnTo>
                    <a:pt x="13340" y="11075"/>
                  </a:lnTo>
                  <a:lnTo>
                    <a:pt x="13268" y="10679"/>
                  </a:lnTo>
                  <a:lnTo>
                    <a:pt x="13053" y="9457"/>
                  </a:lnTo>
                  <a:lnTo>
                    <a:pt x="12226" y="5645"/>
                  </a:lnTo>
                  <a:lnTo>
                    <a:pt x="11938" y="4279"/>
                  </a:lnTo>
                  <a:lnTo>
                    <a:pt x="11686" y="2877"/>
                  </a:lnTo>
                  <a:lnTo>
                    <a:pt x="11471" y="1438"/>
                  </a:lnTo>
                  <a:lnTo>
                    <a:pt x="11291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31"/>
            <p:cNvSpPr/>
            <p:nvPr/>
          </p:nvSpPr>
          <p:spPr>
            <a:xfrm>
              <a:off x="3754250" y="1580150"/>
              <a:ext cx="270600" cy="293975"/>
            </a:xfrm>
            <a:custGeom>
              <a:avLst/>
              <a:gdLst/>
              <a:ahLst/>
              <a:cxnLst/>
              <a:rect l="l" t="t" r="r" b="b"/>
              <a:pathLst>
                <a:path w="10824" h="11759" extrusionOk="0">
                  <a:moveTo>
                    <a:pt x="10823" y="1"/>
                  </a:moveTo>
                  <a:lnTo>
                    <a:pt x="1" y="3848"/>
                  </a:lnTo>
                  <a:lnTo>
                    <a:pt x="252" y="4495"/>
                  </a:lnTo>
                  <a:lnTo>
                    <a:pt x="540" y="5214"/>
                  </a:lnTo>
                  <a:lnTo>
                    <a:pt x="828" y="6149"/>
                  </a:lnTo>
                  <a:lnTo>
                    <a:pt x="1151" y="7228"/>
                  </a:lnTo>
                  <a:lnTo>
                    <a:pt x="1475" y="8379"/>
                  </a:lnTo>
                  <a:lnTo>
                    <a:pt x="1727" y="9637"/>
                  </a:lnTo>
                  <a:lnTo>
                    <a:pt x="1799" y="10248"/>
                  </a:lnTo>
                  <a:lnTo>
                    <a:pt x="1906" y="10860"/>
                  </a:lnTo>
                  <a:lnTo>
                    <a:pt x="1906" y="11219"/>
                  </a:lnTo>
                  <a:lnTo>
                    <a:pt x="1906" y="11615"/>
                  </a:lnTo>
                  <a:lnTo>
                    <a:pt x="1906" y="11758"/>
                  </a:lnTo>
                  <a:lnTo>
                    <a:pt x="2482" y="11722"/>
                  </a:lnTo>
                  <a:lnTo>
                    <a:pt x="3093" y="11687"/>
                  </a:lnTo>
                  <a:lnTo>
                    <a:pt x="3704" y="11579"/>
                  </a:lnTo>
                  <a:lnTo>
                    <a:pt x="4279" y="11435"/>
                  </a:lnTo>
                  <a:lnTo>
                    <a:pt x="4819" y="11255"/>
                  </a:lnTo>
                  <a:lnTo>
                    <a:pt x="5358" y="11039"/>
                  </a:lnTo>
                  <a:lnTo>
                    <a:pt x="5826" y="10788"/>
                  </a:lnTo>
                  <a:lnTo>
                    <a:pt x="6293" y="10500"/>
                  </a:lnTo>
                  <a:lnTo>
                    <a:pt x="6724" y="10176"/>
                  </a:lnTo>
                  <a:lnTo>
                    <a:pt x="7120" y="9817"/>
                  </a:lnTo>
                  <a:lnTo>
                    <a:pt x="7480" y="9457"/>
                  </a:lnTo>
                  <a:lnTo>
                    <a:pt x="7839" y="9062"/>
                  </a:lnTo>
                  <a:lnTo>
                    <a:pt x="8163" y="8666"/>
                  </a:lnTo>
                  <a:lnTo>
                    <a:pt x="8450" y="8235"/>
                  </a:lnTo>
                  <a:lnTo>
                    <a:pt x="8738" y="7803"/>
                  </a:lnTo>
                  <a:lnTo>
                    <a:pt x="8990" y="7336"/>
                  </a:lnTo>
                  <a:lnTo>
                    <a:pt x="9205" y="6868"/>
                  </a:lnTo>
                  <a:lnTo>
                    <a:pt x="9421" y="6401"/>
                  </a:lnTo>
                  <a:lnTo>
                    <a:pt x="9781" y="5466"/>
                  </a:lnTo>
                  <a:lnTo>
                    <a:pt x="10068" y="4495"/>
                  </a:lnTo>
                  <a:lnTo>
                    <a:pt x="10320" y="3596"/>
                  </a:lnTo>
                  <a:lnTo>
                    <a:pt x="10500" y="2698"/>
                  </a:lnTo>
                  <a:lnTo>
                    <a:pt x="10644" y="1871"/>
                  </a:lnTo>
                  <a:lnTo>
                    <a:pt x="10716" y="1151"/>
                  </a:lnTo>
                  <a:lnTo>
                    <a:pt x="108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31"/>
            <p:cNvSpPr/>
            <p:nvPr/>
          </p:nvSpPr>
          <p:spPr>
            <a:xfrm>
              <a:off x="3574475" y="1083975"/>
              <a:ext cx="488125" cy="712850"/>
            </a:xfrm>
            <a:custGeom>
              <a:avLst/>
              <a:gdLst/>
              <a:ahLst/>
              <a:cxnLst/>
              <a:rect l="l" t="t" r="r" b="b"/>
              <a:pathLst>
                <a:path w="19525" h="28514" extrusionOk="0">
                  <a:moveTo>
                    <a:pt x="9385" y="0"/>
                  </a:moveTo>
                  <a:lnTo>
                    <a:pt x="8810" y="36"/>
                  </a:lnTo>
                  <a:lnTo>
                    <a:pt x="8234" y="72"/>
                  </a:lnTo>
                  <a:lnTo>
                    <a:pt x="7695" y="144"/>
                  </a:lnTo>
                  <a:lnTo>
                    <a:pt x="7120" y="252"/>
                  </a:lnTo>
                  <a:lnTo>
                    <a:pt x="6581" y="360"/>
                  </a:lnTo>
                  <a:lnTo>
                    <a:pt x="6041" y="540"/>
                  </a:lnTo>
                  <a:lnTo>
                    <a:pt x="5502" y="719"/>
                  </a:lnTo>
                  <a:lnTo>
                    <a:pt x="4998" y="971"/>
                  </a:lnTo>
                  <a:lnTo>
                    <a:pt x="4495" y="1223"/>
                  </a:lnTo>
                  <a:lnTo>
                    <a:pt x="4028" y="1510"/>
                  </a:lnTo>
                  <a:lnTo>
                    <a:pt x="3560" y="1870"/>
                  </a:lnTo>
                  <a:lnTo>
                    <a:pt x="3129" y="2230"/>
                  </a:lnTo>
                  <a:lnTo>
                    <a:pt x="2841" y="2517"/>
                  </a:lnTo>
                  <a:lnTo>
                    <a:pt x="2589" y="2877"/>
                  </a:lnTo>
                  <a:lnTo>
                    <a:pt x="2302" y="3308"/>
                  </a:lnTo>
                  <a:lnTo>
                    <a:pt x="2050" y="3776"/>
                  </a:lnTo>
                  <a:lnTo>
                    <a:pt x="1834" y="4351"/>
                  </a:lnTo>
                  <a:lnTo>
                    <a:pt x="1583" y="4962"/>
                  </a:lnTo>
                  <a:lnTo>
                    <a:pt x="1367" y="5609"/>
                  </a:lnTo>
                  <a:lnTo>
                    <a:pt x="1187" y="6329"/>
                  </a:lnTo>
                  <a:lnTo>
                    <a:pt x="971" y="7048"/>
                  </a:lnTo>
                  <a:lnTo>
                    <a:pt x="828" y="7839"/>
                  </a:lnTo>
                  <a:lnTo>
                    <a:pt x="504" y="9493"/>
                  </a:lnTo>
                  <a:lnTo>
                    <a:pt x="288" y="11254"/>
                  </a:lnTo>
                  <a:lnTo>
                    <a:pt x="108" y="13052"/>
                  </a:lnTo>
                  <a:lnTo>
                    <a:pt x="37" y="14886"/>
                  </a:lnTo>
                  <a:lnTo>
                    <a:pt x="1" y="15785"/>
                  </a:lnTo>
                  <a:lnTo>
                    <a:pt x="37" y="16684"/>
                  </a:lnTo>
                  <a:lnTo>
                    <a:pt x="37" y="17583"/>
                  </a:lnTo>
                  <a:lnTo>
                    <a:pt x="108" y="18446"/>
                  </a:lnTo>
                  <a:lnTo>
                    <a:pt x="180" y="19309"/>
                  </a:lnTo>
                  <a:lnTo>
                    <a:pt x="288" y="20136"/>
                  </a:lnTo>
                  <a:lnTo>
                    <a:pt x="432" y="20927"/>
                  </a:lnTo>
                  <a:lnTo>
                    <a:pt x="576" y="21718"/>
                  </a:lnTo>
                  <a:lnTo>
                    <a:pt x="756" y="22437"/>
                  </a:lnTo>
                  <a:lnTo>
                    <a:pt x="971" y="23120"/>
                  </a:lnTo>
                  <a:lnTo>
                    <a:pt x="1223" y="23731"/>
                  </a:lnTo>
                  <a:lnTo>
                    <a:pt x="1475" y="24342"/>
                  </a:lnTo>
                  <a:lnTo>
                    <a:pt x="1762" y="24846"/>
                  </a:lnTo>
                  <a:lnTo>
                    <a:pt x="2086" y="25313"/>
                  </a:lnTo>
                  <a:lnTo>
                    <a:pt x="2446" y="25745"/>
                  </a:lnTo>
                  <a:lnTo>
                    <a:pt x="2841" y="26176"/>
                  </a:lnTo>
                  <a:lnTo>
                    <a:pt x="3237" y="26536"/>
                  </a:lnTo>
                  <a:lnTo>
                    <a:pt x="3632" y="26859"/>
                  </a:lnTo>
                  <a:lnTo>
                    <a:pt x="4064" y="27147"/>
                  </a:lnTo>
                  <a:lnTo>
                    <a:pt x="4495" y="27435"/>
                  </a:lnTo>
                  <a:lnTo>
                    <a:pt x="4927" y="27650"/>
                  </a:lnTo>
                  <a:lnTo>
                    <a:pt x="5394" y="27866"/>
                  </a:lnTo>
                  <a:lnTo>
                    <a:pt x="5861" y="28046"/>
                  </a:lnTo>
                  <a:lnTo>
                    <a:pt x="6329" y="28190"/>
                  </a:lnTo>
                  <a:lnTo>
                    <a:pt x="6832" y="28298"/>
                  </a:lnTo>
                  <a:lnTo>
                    <a:pt x="7336" y="28405"/>
                  </a:lnTo>
                  <a:lnTo>
                    <a:pt x="7803" y="28477"/>
                  </a:lnTo>
                  <a:lnTo>
                    <a:pt x="8306" y="28477"/>
                  </a:lnTo>
                  <a:lnTo>
                    <a:pt x="8810" y="28513"/>
                  </a:lnTo>
                  <a:lnTo>
                    <a:pt x="9313" y="28477"/>
                  </a:lnTo>
                  <a:lnTo>
                    <a:pt x="9817" y="28441"/>
                  </a:lnTo>
                  <a:lnTo>
                    <a:pt x="10320" y="28333"/>
                  </a:lnTo>
                  <a:lnTo>
                    <a:pt x="10823" y="28262"/>
                  </a:lnTo>
                  <a:lnTo>
                    <a:pt x="11327" y="28118"/>
                  </a:lnTo>
                  <a:lnTo>
                    <a:pt x="11830" y="27974"/>
                  </a:lnTo>
                  <a:lnTo>
                    <a:pt x="12297" y="27794"/>
                  </a:lnTo>
                  <a:lnTo>
                    <a:pt x="12801" y="27614"/>
                  </a:lnTo>
                  <a:lnTo>
                    <a:pt x="13268" y="27399"/>
                  </a:lnTo>
                  <a:lnTo>
                    <a:pt x="13736" y="27147"/>
                  </a:lnTo>
                  <a:lnTo>
                    <a:pt x="14203" y="26859"/>
                  </a:lnTo>
                  <a:lnTo>
                    <a:pt x="14635" y="26572"/>
                  </a:lnTo>
                  <a:lnTo>
                    <a:pt x="15066" y="26284"/>
                  </a:lnTo>
                  <a:lnTo>
                    <a:pt x="15498" y="25960"/>
                  </a:lnTo>
                  <a:lnTo>
                    <a:pt x="15893" y="25601"/>
                  </a:lnTo>
                  <a:lnTo>
                    <a:pt x="16289" y="25241"/>
                  </a:lnTo>
                  <a:lnTo>
                    <a:pt x="16648" y="24846"/>
                  </a:lnTo>
                  <a:lnTo>
                    <a:pt x="16900" y="24522"/>
                  </a:lnTo>
                  <a:lnTo>
                    <a:pt x="17151" y="24199"/>
                  </a:lnTo>
                  <a:lnTo>
                    <a:pt x="17367" y="23767"/>
                  </a:lnTo>
                  <a:lnTo>
                    <a:pt x="17583" y="23336"/>
                  </a:lnTo>
                  <a:lnTo>
                    <a:pt x="17799" y="22868"/>
                  </a:lnTo>
                  <a:lnTo>
                    <a:pt x="17978" y="22329"/>
                  </a:lnTo>
                  <a:lnTo>
                    <a:pt x="18338" y="21178"/>
                  </a:lnTo>
                  <a:lnTo>
                    <a:pt x="18662" y="19920"/>
                  </a:lnTo>
                  <a:lnTo>
                    <a:pt x="18913" y="18589"/>
                  </a:lnTo>
                  <a:lnTo>
                    <a:pt x="19129" y="17151"/>
                  </a:lnTo>
                  <a:lnTo>
                    <a:pt x="19309" y="15713"/>
                  </a:lnTo>
                  <a:lnTo>
                    <a:pt x="19417" y="14239"/>
                  </a:lnTo>
                  <a:lnTo>
                    <a:pt x="19489" y="12801"/>
                  </a:lnTo>
                  <a:lnTo>
                    <a:pt x="19525" y="11398"/>
                  </a:lnTo>
                  <a:lnTo>
                    <a:pt x="19489" y="10032"/>
                  </a:lnTo>
                  <a:lnTo>
                    <a:pt x="19381" y="8774"/>
                  </a:lnTo>
                  <a:lnTo>
                    <a:pt x="19237" y="7623"/>
                  </a:lnTo>
                  <a:lnTo>
                    <a:pt x="19129" y="7120"/>
                  </a:lnTo>
                  <a:lnTo>
                    <a:pt x="19021" y="6616"/>
                  </a:lnTo>
                  <a:lnTo>
                    <a:pt x="18877" y="6185"/>
                  </a:lnTo>
                  <a:lnTo>
                    <a:pt x="18734" y="5789"/>
                  </a:lnTo>
                  <a:lnTo>
                    <a:pt x="18482" y="5250"/>
                  </a:lnTo>
                  <a:lnTo>
                    <a:pt x="18194" y="4747"/>
                  </a:lnTo>
                  <a:lnTo>
                    <a:pt x="17871" y="4243"/>
                  </a:lnTo>
                  <a:lnTo>
                    <a:pt x="17547" y="3776"/>
                  </a:lnTo>
                  <a:lnTo>
                    <a:pt x="17151" y="3344"/>
                  </a:lnTo>
                  <a:lnTo>
                    <a:pt x="16756" y="2913"/>
                  </a:lnTo>
                  <a:lnTo>
                    <a:pt x="16325" y="2517"/>
                  </a:lnTo>
                  <a:lnTo>
                    <a:pt x="15893" y="2158"/>
                  </a:lnTo>
                  <a:lnTo>
                    <a:pt x="15426" y="1834"/>
                  </a:lnTo>
                  <a:lnTo>
                    <a:pt x="14922" y="1510"/>
                  </a:lnTo>
                  <a:lnTo>
                    <a:pt x="14419" y="1259"/>
                  </a:lnTo>
                  <a:lnTo>
                    <a:pt x="13915" y="1007"/>
                  </a:lnTo>
                  <a:lnTo>
                    <a:pt x="13376" y="755"/>
                  </a:lnTo>
                  <a:lnTo>
                    <a:pt x="12837" y="576"/>
                  </a:lnTo>
                  <a:lnTo>
                    <a:pt x="12262" y="396"/>
                  </a:lnTo>
                  <a:lnTo>
                    <a:pt x="11686" y="288"/>
                  </a:lnTo>
                  <a:lnTo>
                    <a:pt x="11111" y="144"/>
                  </a:lnTo>
                  <a:lnTo>
                    <a:pt x="10536" y="72"/>
                  </a:lnTo>
                  <a:lnTo>
                    <a:pt x="9960" y="36"/>
                  </a:lnTo>
                  <a:lnTo>
                    <a:pt x="9385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31"/>
            <p:cNvSpPr/>
            <p:nvPr/>
          </p:nvSpPr>
          <p:spPr>
            <a:xfrm>
              <a:off x="3772225" y="1438125"/>
              <a:ext cx="20700" cy="54875"/>
            </a:xfrm>
            <a:custGeom>
              <a:avLst/>
              <a:gdLst/>
              <a:ahLst/>
              <a:cxnLst/>
              <a:rect l="l" t="t" r="r" b="b"/>
              <a:pathLst>
                <a:path w="828" h="2195" extrusionOk="0">
                  <a:moveTo>
                    <a:pt x="109" y="1"/>
                  </a:moveTo>
                  <a:lnTo>
                    <a:pt x="37" y="289"/>
                  </a:lnTo>
                  <a:lnTo>
                    <a:pt x="1" y="612"/>
                  </a:lnTo>
                  <a:lnTo>
                    <a:pt x="1" y="972"/>
                  </a:lnTo>
                  <a:lnTo>
                    <a:pt x="73" y="1295"/>
                  </a:lnTo>
                  <a:lnTo>
                    <a:pt x="145" y="1619"/>
                  </a:lnTo>
                  <a:lnTo>
                    <a:pt x="324" y="1871"/>
                  </a:lnTo>
                  <a:lnTo>
                    <a:pt x="396" y="1978"/>
                  </a:lnTo>
                  <a:lnTo>
                    <a:pt x="540" y="2086"/>
                  </a:lnTo>
                  <a:lnTo>
                    <a:pt x="684" y="2158"/>
                  </a:lnTo>
                  <a:lnTo>
                    <a:pt x="828" y="2194"/>
                  </a:lnTo>
                  <a:lnTo>
                    <a:pt x="828" y="2158"/>
                  </a:lnTo>
                  <a:lnTo>
                    <a:pt x="612" y="2014"/>
                  </a:lnTo>
                  <a:lnTo>
                    <a:pt x="432" y="1799"/>
                  </a:lnTo>
                  <a:lnTo>
                    <a:pt x="289" y="1583"/>
                  </a:lnTo>
                  <a:lnTo>
                    <a:pt x="217" y="1295"/>
                  </a:lnTo>
                  <a:lnTo>
                    <a:pt x="145" y="1008"/>
                  </a:lnTo>
                  <a:lnTo>
                    <a:pt x="145" y="684"/>
                  </a:lnTo>
                  <a:lnTo>
                    <a:pt x="181" y="73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3773125" y="1418350"/>
              <a:ext cx="45875" cy="65650"/>
            </a:xfrm>
            <a:custGeom>
              <a:avLst/>
              <a:gdLst/>
              <a:ahLst/>
              <a:cxnLst/>
              <a:rect l="l" t="t" r="r" b="b"/>
              <a:pathLst>
                <a:path w="1835" h="2626" extrusionOk="0">
                  <a:moveTo>
                    <a:pt x="684" y="1"/>
                  </a:moveTo>
                  <a:lnTo>
                    <a:pt x="504" y="109"/>
                  </a:lnTo>
                  <a:lnTo>
                    <a:pt x="360" y="217"/>
                  </a:lnTo>
                  <a:lnTo>
                    <a:pt x="253" y="396"/>
                  </a:lnTo>
                  <a:lnTo>
                    <a:pt x="145" y="612"/>
                  </a:lnTo>
                  <a:lnTo>
                    <a:pt x="73" y="828"/>
                  </a:lnTo>
                  <a:lnTo>
                    <a:pt x="37" y="1044"/>
                  </a:lnTo>
                  <a:lnTo>
                    <a:pt x="1" y="1295"/>
                  </a:lnTo>
                  <a:lnTo>
                    <a:pt x="37" y="1547"/>
                  </a:lnTo>
                  <a:lnTo>
                    <a:pt x="73" y="1799"/>
                  </a:lnTo>
                  <a:lnTo>
                    <a:pt x="109" y="2014"/>
                  </a:lnTo>
                  <a:lnTo>
                    <a:pt x="217" y="2230"/>
                  </a:lnTo>
                  <a:lnTo>
                    <a:pt x="324" y="2374"/>
                  </a:lnTo>
                  <a:lnTo>
                    <a:pt x="504" y="2518"/>
                  </a:lnTo>
                  <a:lnTo>
                    <a:pt x="684" y="2590"/>
                  </a:lnTo>
                  <a:lnTo>
                    <a:pt x="900" y="2626"/>
                  </a:lnTo>
                  <a:lnTo>
                    <a:pt x="1115" y="2590"/>
                  </a:lnTo>
                  <a:lnTo>
                    <a:pt x="1295" y="2518"/>
                  </a:lnTo>
                  <a:lnTo>
                    <a:pt x="1439" y="2374"/>
                  </a:lnTo>
                  <a:lnTo>
                    <a:pt x="1583" y="2230"/>
                  </a:lnTo>
                  <a:lnTo>
                    <a:pt x="1691" y="2014"/>
                  </a:lnTo>
                  <a:lnTo>
                    <a:pt x="1763" y="1799"/>
                  </a:lnTo>
                  <a:lnTo>
                    <a:pt x="1799" y="1547"/>
                  </a:lnTo>
                  <a:lnTo>
                    <a:pt x="1835" y="1295"/>
                  </a:lnTo>
                  <a:lnTo>
                    <a:pt x="1835" y="1080"/>
                  </a:lnTo>
                  <a:lnTo>
                    <a:pt x="1799" y="828"/>
                  </a:lnTo>
                  <a:lnTo>
                    <a:pt x="1727" y="612"/>
                  </a:lnTo>
                  <a:lnTo>
                    <a:pt x="1619" y="396"/>
                  </a:lnTo>
                  <a:lnTo>
                    <a:pt x="1475" y="217"/>
                  </a:lnTo>
                  <a:lnTo>
                    <a:pt x="1295" y="109"/>
                  </a:lnTo>
                  <a:lnTo>
                    <a:pt x="11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317;p31"/>
            <p:cNvSpPr/>
            <p:nvPr/>
          </p:nvSpPr>
          <p:spPr>
            <a:xfrm>
              <a:off x="3636500" y="1433650"/>
              <a:ext cx="25200" cy="53050"/>
            </a:xfrm>
            <a:custGeom>
              <a:avLst/>
              <a:gdLst/>
              <a:ahLst/>
              <a:cxnLst/>
              <a:rect l="l" t="t" r="r" b="b"/>
              <a:pathLst>
                <a:path w="1008" h="2122" extrusionOk="0">
                  <a:moveTo>
                    <a:pt x="935" y="0"/>
                  </a:moveTo>
                  <a:lnTo>
                    <a:pt x="899" y="72"/>
                  </a:lnTo>
                  <a:lnTo>
                    <a:pt x="899" y="396"/>
                  </a:lnTo>
                  <a:lnTo>
                    <a:pt x="863" y="683"/>
                  </a:lnTo>
                  <a:lnTo>
                    <a:pt x="828" y="1007"/>
                  </a:lnTo>
                  <a:lnTo>
                    <a:pt x="720" y="1295"/>
                  </a:lnTo>
                  <a:lnTo>
                    <a:pt x="612" y="1546"/>
                  </a:lnTo>
                  <a:lnTo>
                    <a:pt x="468" y="1762"/>
                  </a:lnTo>
                  <a:lnTo>
                    <a:pt x="252" y="1942"/>
                  </a:lnTo>
                  <a:lnTo>
                    <a:pt x="1" y="2050"/>
                  </a:lnTo>
                  <a:lnTo>
                    <a:pt x="1" y="2122"/>
                  </a:lnTo>
                  <a:lnTo>
                    <a:pt x="144" y="2086"/>
                  </a:lnTo>
                  <a:lnTo>
                    <a:pt x="288" y="2014"/>
                  </a:lnTo>
                  <a:lnTo>
                    <a:pt x="432" y="1942"/>
                  </a:lnTo>
                  <a:lnTo>
                    <a:pt x="540" y="1870"/>
                  </a:lnTo>
                  <a:lnTo>
                    <a:pt x="756" y="1618"/>
                  </a:lnTo>
                  <a:lnTo>
                    <a:pt x="863" y="1330"/>
                  </a:lnTo>
                  <a:lnTo>
                    <a:pt x="971" y="971"/>
                  </a:lnTo>
                  <a:lnTo>
                    <a:pt x="1007" y="647"/>
                  </a:lnTo>
                  <a:lnTo>
                    <a:pt x="1007" y="324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31"/>
            <p:cNvSpPr/>
            <p:nvPr/>
          </p:nvSpPr>
          <p:spPr>
            <a:xfrm>
              <a:off x="3615825" y="1411175"/>
              <a:ext cx="45875" cy="65625"/>
            </a:xfrm>
            <a:custGeom>
              <a:avLst/>
              <a:gdLst/>
              <a:ahLst/>
              <a:cxnLst/>
              <a:rect l="l" t="t" r="r" b="b"/>
              <a:pathLst>
                <a:path w="1835" h="2625" extrusionOk="0">
                  <a:moveTo>
                    <a:pt x="864" y="0"/>
                  </a:moveTo>
                  <a:lnTo>
                    <a:pt x="648" y="72"/>
                  </a:lnTo>
                  <a:lnTo>
                    <a:pt x="468" y="180"/>
                  </a:lnTo>
                  <a:lnTo>
                    <a:pt x="324" y="324"/>
                  </a:lnTo>
                  <a:lnTo>
                    <a:pt x="216" y="504"/>
                  </a:lnTo>
                  <a:lnTo>
                    <a:pt x="108" y="719"/>
                  </a:lnTo>
                  <a:lnTo>
                    <a:pt x="37" y="971"/>
                  </a:lnTo>
                  <a:lnTo>
                    <a:pt x="1" y="1187"/>
                  </a:lnTo>
                  <a:lnTo>
                    <a:pt x="1" y="1438"/>
                  </a:lnTo>
                  <a:lnTo>
                    <a:pt x="1" y="1690"/>
                  </a:lnTo>
                  <a:lnTo>
                    <a:pt x="72" y="1906"/>
                  </a:lnTo>
                  <a:lnTo>
                    <a:pt x="144" y="2122"/>
                  </a:lnTo>
                  <a:lnTo>
                    <a:pt x="252" y="2301"/>
                  </a:lnTo>
                  <a:lnTo>
                    <a:pt x="396" y="2481"/>
                  </a:lnTo>
                  <a:lnTo>
                    <a:pt x="576" y="2589"/>
                  </a:lnTo>
                  <a:lnTo>
                    <a:pt x="792" y="2625"/>
                  </a:lnTo>
                  <a:lnTo>
                    <a:pt x="1007" y="2625"/>
                  </a:lnTo>
                  <a:lnTo>
                    <a:pt x="1187" y="2589"/>
                  </a:lnTo>
                  <a:lnTo>
                    <a:pt x="1367" y="2481"/>
                  </a:lnTo>
                  <a:lnTo>
                    <a:pt x="1511" y="2301"/>
                  </a:lnTo>
                  <a:lnTo>
                    <a:pt x="1619" y="2122"/>
                  </a:lnTo>
                  <a:lnTo>
                    <a:pt x="1726" y="1906"/>
                  </a:lnTo>
                  <a:lnTo>
                    <a:pt x="1762" y="1690"/>
                  </a:lnTo>
                  <a:lnTo>
                    <a:pt x="1798" y="1438"/>
                  </a:lnTo>
                  <a:lnTo>
                    <a:pt x="1834" y="1187"/>
                  </a:lnTo>
                  <a:lnTo>
                    <a:pt x="1798" y="935"/>
                  </a:lnTo>
                  <a:lnTo>
                    <a:pt x="1762" y="719"/>
                  </a:lnTo>
                  <a:lnTo>
                    <a:pt x="1690" y="504"/>
                  </a:lnTo>
                  <a:lnTo>
                    <a:pt x="1583" y="324"/>
                  </a:lnTo>
                  <a:lnTo>
                    <a:pt x="1439" y="180"/>
                  </a:lnTo>
                  <a:lnTo>
                    <a:pt x="1295" y="72"/>
                  </a:lnTo>
                  <a:lnTo>
                    <a:pt x="11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31"/>
            <p:cNvSpPr/>
            <p:nvPr/>
          </p:nvSpPr>
          <p:spPr>
            <a:xfrm>
              <a:off x="3772225" y="1341050"/>
              <a:ext cx="69250" cy="48575"/>
            </a:xfrm>
            <a:custGeom>
              <a:avLst/>
              <a:gdLst/>
              <a:ahLst/>
              <a:cxnLst/>
              <a:rect l="l" t="t" r="r" b="b"/>
              <a:pathLst>
                <a:path w="2770" h="1943" extrusionOk="0">
                  <a:moveTo>
                    <a:pt x="864" y="1"/>
                  </a:moveTo>
                  <a:lnTo>
                    <a:pt x="684" y="37"/>
                  </a:lnTo>
                  <a:lnTo>
                    <a:pt x="504" y="73"/>
                  </a:lnTo>
                  <a:lnTo>
                    <a:pt x="324" y="145"/>
                  </a:lnTo>
                  <a:lnTo>
                    <a:pt x="181" y="216"/>
                  </a:lnTo>
                  <a:lnTo>
                    <a:pt x="73" y="396"/>
                  </a:lnTo>
                  <a:lnTo>
                    <a:pt x="1" y="540"/>
                  </a:lnTo>
                  <a:lnTo>
                    <a:pt x="1" y="720"/>
                  </a:lnTo>
                  <a:lnTo>
                    <a:pt x="73" y="900"/>
                  </a:lnTo>
                  <a:lnTo>
                    <a:pt x="253" y="1115"/>
                  </a:lnTo>
                  <a:lnTo>
                    <a:pt x="468" y="1295"/>
                  </a:lnTo>
                  <a:lnTo>
                    <a:pt x="720" y="1403"/>
                  </a:lnTo>
                  <a:lnTo>
                    <a:pt x="1008" y="1511"/>
                  </a:lnTo>
                  <a:lnTo>
                    <a:pt x="1511" y="1727"/>
                  </a:lnTo>
                  <a:lnTo>
                    <a:pt x="2014" y="1906"/>
                  </a:lnTo>
                  <a:lnTo>
                    <a:pt x="2230" y="1942"/>
                  </a:lnTo>
                  <a:lnTo>
                    <a:pt x="2446" y="1870"/>
                  </a:lnTo>
                  <a:lnTo>
                    <a:pt x="2554" y="1798"/>
                  </a:lnTo>
                  <a:lnTo>
                    <a:pt x="2626" y="1727"/>
                  </a:lnTo>
                  <a:lnTo>
                    <a:pt x="2698" y="1655"/>
                  </a:lnTo>
                  <a:lnTo>
                    <a:pt x="2734" y="1547"/>
                  </a:lnTo>
                  <a:lnTo>
                    <a:pt x="2769" y="1439"/>
                  </a:lnTo>
                  <a:lnTo>
                    <a:pt x="2769" y="1295"/>
                  </a:lnTo>
                  <a:lnTo>
                    <a:pt x="2769" y="1187"/>
                  </a:lnTo>
                  <a:lnTo>
                    <a:pt x="2734" y="1079"/>
                  </a:lnTo>
                  <a:lnTo>
                    <a:pt x="2518" y="756"/>
                  </a:lnTo>
                  <a:lnTo>
                    <a:pt x="2230" y="504"/>
                  </a:lnTo>
                  <a:lnTo>
                    <a:pt x="1942" y="288"/>
                  </a:lnTo>
                  <a:lnTo>
                    <a:pt x="1583" y="145"/>
                  </a:lnTo>
                  <a:lnTo>
                    <a:pt x="1403" y="73"/>
                  </a:lnTo>
                  <a:lnTo>
                    <a:pt x="1223" y="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31"/>
            <p:cNvSpPr/>
            <p:nvPr/>
          </p:nvSpPr>
          <p:spPr>
            <a:xfrm>
              <a:off x="3602350" y="1333875"/>
              <a:ext cx="71925" cy="43150"/>
            </a:xfrm>
            <a:custGeom>
              <a:avLst/>
              <a:gdLst/>
              <a:ahLst/>
              <a:cxnLst/>
              <a:rect l="l" t="t" r="r" b="b"/>
              <a:pathLst>
                <a:path w="2877" h="1726" extrusionOk="0">
                  <a:moveTo>
                    <a:pt x="1762" y="0"/>
                  </a:moveTo>
                  <a:lnTo>
                    <a:pt x="1582" y="36"/>
                  </a:lnTo>
                  <a:lnTo>
                    <a:pt x="1403" y="72"/>
                  </a:lnTo>
                  <a:lnTo>
                    <a:pt x="1043" y="144"/>
                  </a:lnTo>
                  <a:lnTo>
                    <a:pt x="683" y="324"/>
                  </a:lnTo>
                  <a:lnTo>
                    <a:pt x="396" y="539"/>
                  </a:lnTo>
                  <a:lnTo>
                    <a:pt x="144" y="791"/>
                  </a:lnTo>
                  <a:lnTo>
                    <a:pt x="72" y="899"/>
                  </a:lnTo>
                  <a:lnTo>
                    <a:pt x="36" y="1007"/>
                  </a:lnTo>
                  <a:lnTo>
                    <a:pt x="0" y="1115"/>
                  </a:lnTo>
                  <a:lnTo>
                    <a:pt x="36" y="1223"/>
                  </a:lnTo>
                  <a:lnTo>
                    <a:pt x="72" y="1366"/>
                  </a:lnTo>
                  <a:lnTo>
                    <a:pt x="108" y="1438"/>
                  </a:lnTo>
                  <a:lnTo>
                    <a:pt x="180" y="1546"/>
                  </a:lnTo>
                  <a:lnTo>
                    <a:pt x="252" y="1618"/>
                  </a:lnTo>
                  <a:lnTo>
                    <a:pt x="468" y="1726"/>
                  </a:lnTo>
                  <a:lnTo>
                    <a:pt x="683" y="1726"/>
                  </a:lnTo>
                  <a:lnTo>
                    <a:pt x="1223" y="1618"/>
                  </a:lnTo>
                  <a:lnTo>
                    <a:pt x="1726" y="1510"/>
                  </a:lnTo>
                  <a:lnTo>
                    <a:pt x="2014" y="1474"/>
                  </a:lnTo>
                  <a:lnTo>
                    <a:pt x="2301" y="1366"/>
                  </a:lnTo>
                  <a:lnTo>
                    <a:pt x="2553" y="1223"/>
                  </a:lnTo>
                  <a:lnTo>
                    <a:pt x="2769" y="1079"/>
                  </a:lnTo>
                  <a:lnTo>
                    <a:pt x="2877" y="899"/>
                  </a:lnTo>
                  <a:lnTo>
                    <a:pt x="2877" y="719"/>
                  </a:lnTo>
                  <a:lnTo>
                    <a:pt x="2877" y="539"/>
                  </a:lnTo>
                  <a:lnTo>
                    <a:pt x="2769" y="396"/>
                  </a:lnTo>
                  <a:lnTo>
                    <a:pt x="2625" y="252"/>
                  </a:lnTo>
                  <a:lnTo>
                    <a:pt x="2481" y="180"/>
                  </a:lnTo>
                  <a:lnTo>
                    <a:pt x="2301" y="108"/>
                  </a:lnTo>
                  <a:lnTo>
                    <a:pt x="2122" y="36"/>
                  </a:lnTo>
                  <a:lnTo>
                    <a:pt x="194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3761450" y="1629600"/>
              <a:ext cx="42275" cy="18000"/>
            </a:xfrm>
            <a:custGeom>
              <a:avLst/>
              <a:gdLst/>
              <a:ahLst/>
              <a:cxnLst/>
              <a:rect l="l" t="t" r="r" b="b"/>
              <a:pathLst>
                <a:path w="1691" h="720" extrusionOk="0">
                  <a:moveTo>
                    <a:pt x="1582" y="0"/>
                  </a:moveTo>
                  <a:lnTo>
                    <a:pt x="1295" y="288"/>
                  </a:lnTo>
                  <a:lnTo>
                    <a:pt x="1115" y="396"/>
                  </a:lnTo>
                  <a:lnTo>
                    <a:pt x="1007" y="432"/>
                  </a:lnTo>
                  <a:lnTo>
                    <a:pt x="648" y="432"/>
                  </a:lnTo>
                  <a:lnTo>
                    <a:pt x="432" y="360"/>
                  </a:lnTo>
                  <a:lnTo>
                    <a:pt x="216" y="288"/>
                  </a:lnTo>
                  <a:lnTo>
                    <a:pt x="36" y="216"/>
                  </a:lnTo>
                  <a:lnTo>
                    <a:pt x="0" y="216"/>
                  </a:lnTo>
                  <a:lnTo>
                    <a:pt x="0" y="252"/>
                  </a:lnTo>
                  <a:lnTo>
                    <a:pt x="180" y="468"/>
                  </a:lnTo>
                  <a:lnTo>
                    <a:pt x="432" y="612"/>
                  </a:lnTo>
                  <a:lnTo>
                    <a:pt x="720" y="720"/>
                  </a:lnTo>
                  <a:lnTo>
                    <a:pt x="1007" y="720"/>
                  </a:lnTo>
                  <a:lnTo>
                    <a:pt x="1259" y="648"/>
                  </a:lnTo>
                  <a:lnTo>
                    <a:pt x="1439" y="504"/>
                  </a:lnTo>
                  <a:lnTo>
                    <a:pt x="1582" y="288"/>
                  </a:lnTo>
                  <a:lnTo>
                    <a:pt x="1690" y="36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3664375" y="1341950"/>
              <a:ext cx="118675" cy="255325"/>
            </a:xfrm>
            <a:custGeom>
              <a:avLst/>
              <a:gdLst/>
              <a:ahLst/>
              <a:cxnLst/>
              <a:rect l="l" t="t" r="r" b="b"/>
              <a:pathLst>
                <a:path w="4747" h="10213" extrusionOk="0">
                  <a:moveTo>
                    <a:pt x="1546" y="1"/>
                  </a:moveTo>
                  <a:lnTo>
                    <a:pt x="1474" y="37"/>
                  </a:lnTo>
                  <a:lnTo>
                    <a:pt x="1438" y="73"/>
                  </a:lnTo>
                  <a:lnTo>
                    <a:pt x="1151" y="1079"/>
                  </a:lnTo>
                  <a:lnTo>
                    <a:pt x="899" y="2086"/>
                  </a:lnTo>
                  <a:lnTo>
                    <a:pt x="683" y="3165"/>
                  </a:lnTo>
                  <a:lnTo>
                    <a:pt x="504" y="4207"/>
                  </a:lnTo>
                  <a:lnTo>
                    <a:pt x="360" y="5286"/>
                  </a:lnTo>
                  <a:lnTo>
                    <a:pt x="252" y="6329"/>
                  </a:lnTo>
                  <a:lnTo>
                    <a:pt x="0" y="8414"/>
                  </a:lnTo>
                  <a:lnTo>
                    <a:pt x="36" y="8486"/>
                  </a:lnTo>
                  <a:lnTo>
                    <a:pt x="72" y="8522"/>
                  </a:lnTo>
                  <a:lnTo>
                    <a:pt x="180" y="8558"/>
                  </a:lnTo>
                  <a:lnTo>
                    <a:pt x="396" y="8522"/>
                  </a:lnTo>
                  <a:lnTo>
                    <a:pt x="611" y="8450"/>
                  </a:lnTo>
                  <a:lnTo>
                    <a:pt x="1079" y="8306"/>
                  </a:lnTo>
                  <a:lnTo>
                    <a:pt x="1402" y="8163"/>
                  </a:lnTo>
                  <a:lnTo>
                    <a:pt x="1402" y="8163"/>
                  </a:lnTo>
                  <a:lnTo>
                    <a:pt x="1367" y="8738"/>
                  </a:lnTo>
                  <a:lnTo>
                    <a:pt x="1331" y="9241"/>
                  </a:lnTo>
                  <a:lnTo>
                    <a:pt x="1295" y="9745"/>
                  </a:lnTo>
                  <a:lnTo>
                    <a:pt x="1295" y="9817"/>
                  </a:lnTo>
                  <a:lnTo>
                    <a:pt x="1295" y="9924"/>
                  </a:lnTo>
                  <a:lnTo>
                    <a:pt x="1331" y="9996"/>
                  </a:lnTo>
                  <a:lnTo>
                    <a:pt x="1367" y="10032"/>
                  </a:lnTo>
                  <a:lnTo>
                    <a:pt x="1402" y="10068"/>
                  </a:lnTo>
                  <a:lnTo>
                    <a:pt x="1474" y="10104"/>
                  </a:lnTo>
                  <a:lnTo>
                    <a:pt x="1654" y="10140"/>
                  </a:lnTo>
                  <a:lnTo>
                    <a:pt x="1834" y="10176"/>
                  </a:lnTo>
                  <a:lnTo>
                    <a:pt x="2337" y="10212"/>
                  </a:lnTo>
                  <a:lnTo>
                    <a:pt x="2805" y="10176"/>
                  </a:lnTo>
                  <a:lnTo>
                    <a:pt x="3092" y="10104"/>
                  </a:lnTo>
                  <a:lnTo>
                    <a:pt x="3380" y="10032"/>
                  </a:lnTo>
                  <a:lnTo>
                    <a:pt x="3632" y="9924"/>
                  </a:lnTo>
                  <a:lnTo>
                    <a:pt x="3883" y="9781"/>
                  </a:lnTo>
                  <a:lnTo>
                    <a:pt x="4135" y="9637"/>
                  </a:lnTo>
                  <a:lnTo>
                    <a:pt x="4351" y="9457"/>
                  </a:lnTo>
                  <a:lnTo>
                    <a:pt x="4531" y="9241"/>
                  </a:lnTo>
                  <a:lnTo>
                    <a:pt x="4710" y="9026"/>
                  </a:lnTo>
                  <a:lnTo>
                    <a:pt x="4746" y="8954"/>
                  </a:lnTo>
                  <a:lnTo>
                    <a:pt x="4746" y="8918"/>
                  </a:lnTo>
                  <a:lnTo>
                    <a:pt x="4710" y="8918"/>
                  </a:lnTo>
                  <a:lnTo>
                    <a:pt x="4638" y="8954"/>
                  </a:lnTo>
                  <a:lnTo>
                    <a:pt x="4279" y="9169"/>
                  </a:lnTo>
                  <a:lnTo>
                    <a:pt x="3919" y="9385"/>
                  </a:lnTo>
                  <a:lnTo>
                    <a:pt x="3560" y="9529"/>
                  </a:lnTo>
                  <a:lnTo>
                    <a:pt x="3200" y="9637"/>
                  </a:lnTo>
                  <a:lnTo>
                    <a:pt x="2841" y="9709"/>
                  </a:lnTo>
                  <a:lnTo>
                    <a:pt x="2481" y="9781"/>
                  </a:lnTo>
                  <a:lnTo>
                    <a:pt x="2122" y="9745"/>
                  </a:lnTo>
                  <a:lnTo>
                    <a:pt x="1726" y="9709"/>
                  </a:lnTo>
                  <a:lnTo>
                    <a:pt x="1726" y="9673"/>
                  </a:lnTo>
                  <a:lnTo>
                    <a:pt x="1762" y="9241"/>
                  </a:lnTo>
                  <a:lnTo>
                    <a:pt x="1870" y="8522"/>
                  </a:lnTo>
                  <a:lnTo>
                    <a:pt x="1942" y="7875"/>
                  </a:lnTo>
                  <a:lnTo>
                    <a:pt x="1978" y="7659"/>
                  </a:lnTo>
                  <a:lnTo>
                    <a:pt x="1942" y="7551"/>
                  </a:lnTo>
                  <a:lnTo>
                    <a:pt x="1618" y="7623"/>
                  </a:lnTo>
                  <a:lnTo>
                    <a:pt x="1259" y="7695"/>
                  </a:lnTo>
                  <a:lnTo>
                    <a:pt x="935" y="7767"/>
                  </a:lnTo>
                  <a:lnTo>
                    <a:pt x="611" y="7911"/>
                  </a:lnTo>
                  <a:lnTo>
                    <a:pt x="719" y="6904"/>
                  </a:lnTo>
                  <a:lnTo>
                    <a:pt x="827" y="5933"/>
                  </a:lnTo>
                  <a:lnTo>
                    <a:pt x="1115" y="3992"/>
                  </a:lnTo>
                  <a:lnTo>
                    <a:pt x="1402" y="2014"/>
                  </a:lnTo>
                  <a:lnTo>
                    <a:pt x="1510" y="1043"/>
                  </a:lnTo>
                  <a:lnTo>
                    <a:pt x="1618" y="73"/>
                  </a:lnTo>
                  <a:lnTo>
                    <a:pt x="1582" y="37"/>
                  </a:lnTo>
                  <a:lnTo>
                    <a:pt x="15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31"/>
            <p:cNvSpPr/>
            <p:nvPr/>
          </p:nvSpPr>
          <p:spPr>
            <a:xfrm>
              <a:off x="3721000" y="1564875"/>
              <a:ext cx="71025" cy="53075"/>
            </a:xfrm>
            <a:custGeom>
              <a:avLst/>
              <a:gdLst/>
              <a:ahLst/>
              <a:cxnLst/>
              <a:rect l="l" t="t" r="r" b="b"/>
              <a:pathLst>
                <a:path w="2841" h="2123" extrusionOk="0">
                  <a:moveTo>
                    <a:pt x="2445" y="1"/>
                  </a:moveTo>
                  <a:lnTo>
                    <a:pt x="2158" y="216"/>
                  </a:lnTo>
                  <a:lnTo>
                    <a:pt x="1906" y="432"/>
                  </a:lnTo>
                  <a:lnTo>
                    <a:pt x="1618" y="576"/>
                  </a:lnTo>
                  <a:lnTo>
                    <a:pt x="1331" y="756"/>
                  </a:lnTo>
                  <a:lnTo>
                    <a:pt x="1007" y="864"/>
                  </a:lnTo>
                  <a:lnTo>
                    <a:pt x="684" y="971"/>
                  </a:lnTo>
                  <a:lnTo>
                    <a:pt x="360" y="1043"/>
                  </a:lnTo>
                  <a:lnTo>
                    <a:pt x="0" y="1115"/>
                  </a:lnTo>
                  <a:lnTo>
                    <a:pt x="288" y="1403"/>
                  </a:lnTo>
                  <a:lnTo>
                    <a:pt x="648" y="1655"/>
                  </a:lnTo>
                  <a:lnTo>
                    <a:pt x="971" y="1870"/>
                  </a:lnTo>
                  <a:lnTo>
                    <a:pt x="1367" y="2050"/>
                  </a:lnTo>
                  <a:lnTo>
                    <a:pt x="1582" y="2122"/>
                  </a:lnTo>
                  <a:lnTo>
                    <a:pt x="2050" y="2122"/>
                  </a:lnTo>
                  <a:lnTo>
                    <a:pt x="2266" y="2050"/>
                  </a:lnTo>
                  <a:lnTo>
                    <a:pt x="2481" y="1978"/>
                  </a:lnTo>
                  <a:lnTo>
                    <a:pt x="2625" y="1834"/>
                  </a:lnTo>
                  <a:lnTo>
                    <a:pt x="2733" y="1691"/>
                  </a:lnTo>
                  <a:lnTo>
                    <a:pt x="2805" y="1511"/>
                  </a:lnTo>
                  <a:lnTo>
                    <a:pt x="2841" y="1331"/>
                  </a:lnTo>
                  <a:lnTo>
                    <a:pt x="2841" y="1151"/>
                  </a:lnTo>
                  <a:lnTo>
                    <a:pt x="2769" y="756"/>
                  </a:lnTo>
                  <a:lnTo>
                    <a:pt x="2625" y="360"/>
                  </a:lnTo>
                  <a:lnTo>
                    <a:pt x="244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31"/>
            <p:cNvSpPr/>
            <p:nvPr/>
          </p:nvSpPr>
          <p:spPr>
            <a:xfrm>
              <a:off x="3755150" y="1583750"/>
              <a:ext cx="36875" cy="34200"/>
            </a:xfrm>
            <a:custGeom>
              <a:avLst/>
              <a:gdLst/>
              <a:ahLst/>
              <a:cxnLst/>
              <a:rect l="l" t="t" r="r" b="b"/>
              <a:pathLst>
                <a:path w="1475" h="1368" extrusionOk="0">
                  <a:moveTo>
                    <a:pt x="1403" y="1"/>
                  </a:moveTo>
                  <a:lnTo>
                    <a:pt x="1151" y="37"/>
                  </a:lnTo>
                  <a:lnTo>
                    <a:pt x="900" y="145"/>
                  </a:lnTo>
                  <a:lnTo>
                    <a:pt x="684" y="252"/>
                  </a:lnTo>
                  <a:lnTo>
                    <a:pt x="468" y="396"/>
                  </a:lnTo>
                  <a:lnTo>
                    <a:pt x="288" y="612"/>
                  </a:lnTo>
                  <a:lnTo>
                    <a:pt x="180" y="828"/>
                  </a:lnTo>
                  <a:lnTo>
                    <a:pt x="73" y="1043"/>
                  </a:lnTo>
                  <a:lnTo>
                    <a:pt x="1" y="1295"/>
                  </a:lnTo>
                  <a:lnTo>
                    <a:pt x="216" y="1367"/>
                  </a:lnTo>
                  <a:lnTo>
                    <a:pt x="684" y="1367"/>
                  </a:lnTo>
                  <a:lnTo>
                    <a:pt x="900" y="1295"/>
                  </a:lnTo>
                  <a:lnTo>
                    <a:pt x="1115" y="1223"/>
                  </a:lnTo>
                  <a:lnTo>
                    <a:pt x="1259" y="1079"/>
                  </a:lnTo>
                  <a:lnTo>
                    <a:pt x="1367" y="936"/>
                  </a:lnTo>
                  <a:lnTo>
                    <a:pt x="1439" y="756"/>
                  </a:lnTo>
                  <a:lnTo>
                    <a:pt x="1475" y="576"/>
                  </a:lnTo>
                  <a:lnTo>
                    <a:pt x="1475" y="396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rgbClr val="F39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31"/>
            <p:cNvSpPr/>
            <p:nvPr/>
          </p:nvSpPr>
          <p:spPr>
            <a:xfrm>
              <a:off x="3600550" y="993175"/>
              <a:ext cx="516875" cy="508800"/>
            </a:xfrm>
            <a:custGeom>
              <a:avLst/>
              <a:gdLst/>
              <a:ahLst/>
              <a:cxnLst/>
              <a:rect l="l" t="t" r="r" b="b"/>
              <a:pathLst>
                <a:path w="20675" h="20352" extrusionOk="0">
                  <a:moveTo>
                    <a:pt x="6185" y="1"/>
                  </a:moveTo>
                  <a:lnTo>
                    <a:pt x="6041" y="37"/>
                  </a:lnTo>
                  <a:lnTo>
                    <a:pt x="5789" y="145"/>
                  </a:lnTo>
                  <a:lnTo>
                    <a:pt x="5609" y="288"/>
                  </a:lnTo>
                  <a:lnTo>
                    <a:pt x="5466" y="468"/>
                  </a:lnTo>
                  <a:lnTo>
                    <a:pt x="5358" y="648"/>
                  </a:lnTo>
                  <a:lnTo>
                    <a:pt x="5286" y="828"/>
                  </a:lnTo>
                  <a:lnTo>
                    <a:pt x="5250" y="972"/>
                  </a:lnTo>
                  <a:lnTo>
                    <a:pt x="5178" y="828"/>
                  </a:lnTo>
                  <a:lnTo>
                    <a:pt x="5106" y="684"/>
                  </a:lnTo>
                  <a:lnTo>
                    <a:pt x="4962" y="540"/>
                  </a:lnTo>
                  <a:lnTo>
                    <a:pt x="4818" y="360"/>
                  </a:lnTo>
                  <a:lnTo>
                    <a:pt x="4639" y="253"/>
                  </a:lnTo>
                  <a:lnTo>
                    <a:pt x="4387" y="145"/>
                  </a:lnTo>
                  <a:lnTo>
                    <a:pt x="3991" y="145"/>
                  </a:lnTo>
                  <a:lnTo>
                    <a:pt x="3884" y="217"/>
                  </a:lnTo>
                  <a:lnTo>
                    <a:pt x="3668" y="324"/>
                  </a:lnTo>
                  <a:lnTo>
                    <a:pt x="3488" y="504"/>
                  </a:lnTo>
                  <a:lnTo>
                    <a:pt x="3380" y="720"/>
                  </a:lnTo>
                  <a:lnTo>
                    <a:pt x="3272" y="936"/>
                  </a:lnTo>
                  <a:lnTo>
                    <a:pt x="3236" y="1115"/>
                  </a:lnTo>
                  <a:lnTo>
                    <a:pt x="3200" y="1259"/>
                  </a:lnTo>
                  <a:lnTo>
                    <a:pt x="3093" y="1115"/>
                  </a:lnTo>
                  <a:lnTo>
                    <a:pt x="3021" y="972"/>
                  </a:lnTo>
                  <a:lnTo>
                    <a:pt x="2877" y="828"/>
                  </a:lnTo>
                  <a:lnTo>
                    <a:pt x="2661" y="648"/>
                  </a:lnTo>
                  <a:lnTo>
                    <a:pt x="2445" y="540"/>
                  </a:lnTo>
                  <a:lnTo>
                    <a:pt x="2301" y="540"/>
                  </a:lnTo>
                  <a:lnTo>
                    <a:pt x="2158" y="504"/>
                  </a:lnTo>
                  <a:lnTo>
                    <a:pt x="2014" y="540"/>
                  </a:lnTo>
                  <a:lnTo>
                    <a:pt x="1870" y="576"/>
                  </a:lnTo>
                  <a:lnTo>
                    <a:pt x="1726" y="612"/>
                  </a:lnTo>
                  <a:lnTo>
                    <a:pt x="1618" y="720"/>
                  </a:lnTo>
                  <a:lnTo>
                    <a:pt x="1510" y="828"/>
                  </a:lnTo>
                  <a:lnTo>
                    <a:pt x="1403" y="1008"/>
                  </a:lnTo>
                  <a:lnTo>
                    <a:pt x="1187" y="1403"/>
                  </a:lnTo>
                  <a:lnTo>
                    <a:pt x="1043" y="1906"/>
                  </a:lnTo>
                  <a:lnTo>
                    <a:pt x="863" y="2482"/>
                  </a:lnTo>
                  <a:lnTo>
                    <a:pt x="755" y="3129"/>
                  </a:lnTo>
                  <a:lnTo>
                    <a:pt x="612" y="3848"/>
                  </a:lnTo>
                  <a:lnTo>
                    <a:pt x="540" y="4603"/>
                  </a:lnTo>
                  <a:lnTo>
                    <a:pt x="360" y="6221"/>
                  </a:lnTo>
                  <a:lnTo>
                    <a:pt x="216" y="7803"/>
                  </a:lnTo>
                  <a:lnTo>
                    <a:pt x="108" y="9277"/>
                  </a:lnTo>
                  <a:lnTo>
                    <a:pt x="0" y="10500"/>
                  </a:lnTo>
                  <a:lnTo>
                    <a:pt x="72" y="10284"/>
                  </a:lnTo>
                  <a:lnTo>
                    <a:pt x="252" y="9817"/>
                  </a:lnTo>
                  <a:lnTo>
                    <a:pt x="396" y="9529"/>
                  </a:lnTo>
                  <a:lnTo>
                    <a:pt x="576" y="9313"/>
                  </a:lnTo>
                  <a:lnTo>
                    <a:pt x="755" y="9134"/>
                  </a:lnTo>
                  <a:lnTo>
                    <a:pt x="863" y="9098"/>
                  </a:lnTo>
                  <a:lnTo>
                    <a:pt x="971" y="9062"/>
                  </a:lnTo>
                  <a:lnTo>
                    <a:pt x="1187" y="9098"/>
                  </a:lnTo>
                  <a:lnTo>
                    <a:pt x="1403" y="9205"/>
                  </a:lnTo>
                  <a:lnTo>
                    <a:pt x="1618" y="9349"/>
                  </a:lnTo>
                  <a:lnTo>
                    <a:pt x="1834" y="9529"/>
                  </a:lnTo>
                  <a:lnTo>
                    <a:pt x="2086" y="9709"/>
                  </a:lnTo>
                  <a:lnTo>
                    <a:pt x="2373" y="9925"/>
                  </a:lnTo>
                  <a:lnTo>
                    <a:pt x="2697" y="10068"/>
                  </a:lnTo>
                  <a:lnTo>
                    <a:pt x="3093" y="10212"/>
                  </a:lnTo>
                  <a:lnTo>
                    <a:pt x="3380" y="10248"/>
                  </a:lnTo>
                  <a:lnTo>
                    <a:pt x="3704" y="10248"/>
                  </a:lnTo>
                  <a:lnTo>
                    <a:pt x="4063" y="10176"/>
                  </a:lnTo>
                  <a:lnTo>
                    <a:pt x="4423" y="10104"/>
                  </a:lnTo>
                  <a:lnTo>
                    <a:pt x="5214" y="9889"/>
                  </a:lnTo>
                  <a:lnTo>
                    <a:pt x="6005" y="9637"/>
                  </a:lnTo>
                  <a:lnTo>
                    <a:pt x="6868" y="9385"/>
                  </a:lnTo>
                  <a:lnTo>
                    <a:pt x="7299" y="9277"/>
                  </a:lnTo>
                  <a:lnTo>
                    <a:pt x="7731" y="9205"/>
                  </a:lnTo>
                  <a:lnTo>
                    <a:pt x="8162" y="9134"/>
                  </a:lnTo>
                  <a:lnTo>
                    <a:pt x="8558" y="9098"/>
                  </a:lnTo>
                  <a:lnTo>
                    <a:pt x="8989" y="9098"/>
                  </a:lnTo>
                  <a:lnTo>
                    <a:pt x="9385" y="9170"/>
                  </a:lnTo>
                  <a:lnTo>
                    <a:pt x="9780" y="9277"/>
                  </a:lnTo>
                  <a:lnTo>
                    <a:pt x="10176" y="9421"/>
                  </a:lnTo>
                  <a:lnTo>
                    <a:pt x="10535" y="9601"/>
                  </a:lnTo>
                  <a:lnTo>
                    <a:pt x="10895" y="9817"/>
                  </a:lnTo>
                  <a:lnTo>
                    <a:pt x="11219" y="10068"/>
                  </a:lnTo>
                  <a:lnTo>
                    <a:pt x="11542" y="10392"/>
                  </a:lnTo>
                  <a:lnTo>
                    <a:pt x="11830" y="10716"/>
                  </a:lnTo>
                  <a:lnTo>
                    <a:pt x="12117" y="11075"/>
                  </a:lnTo>
                  <a:lnTo>
                    <a:pt x="12369" y="11471"/>
                  </a:lnTo>
                  <a:lnTo>
                    <a:pt x="12621" y="11902"/>
                  </a:lnTo>
                  <a:lnTo>
                    <a:pt x="12872" y="12334"/>
                  </a:lnTo>
                  <a:lnTo>
                    <a:pt x="13088" y="12837"/>
                  </a:lnTo>
                  <a:lnTo>
                    <a:pt x="13268" y="13340"/>
                  </a:lnTo>
                  <a:lnTo>
                    <a:pt x="13484" y="13916"/>
                  </a:lnTo>
                  <a:lnTo>
                    <a:pt x="13628" y="14491"/>
                  </a:lnTo>
                  <a:lnTo>
                    <a:pt x="13771" y="15066"/>
                  </a:lnTo>
                  <a:lnTo>
                    <a:pt x="13951" y="15785"/>
                  </a:lnTo>
                  <a:lnTo>
                    <a:pt x="14167" y="16433"/>
                  </a:lnTo>
                  <a:lnTo>
                    <a:pt x="14419" y="17080"/>
                  </a:lnTo>
                  <a:lnTo>
                    <a:pt x="14670" y="17691"/>
                  </a:lnTo>
                  <a:lnTo>
                    <a:pt x="14958" y="18266"/>
                  </a:lnTo>
                  <a:lnTo>
                    <a:pt x="15282" y="18770"/>
                  </a:lnTo>
                  <a:lnTo>
                    <a:pt x="15605" y="19237"/>
                  </a:lnTo>
                  <a:lnTo>
                    <a:pt x="15893" y="19633"/>
                  </a:lnTo>
                  <a:lnTo>
                    <a:pt x="16216" y="19956"/>
                  </a:lnTo>
                  <a:lnTo>
                    <a:pt x="16540" y="20172"/>
                  </a:lnTo>
                  <a:lnTo>
                    <a:pt x="16828" y="20316"/>
                  </a:lnTo>
                  <a:lnTo>
                    <a:pt x="16971" y="20352"/>
                  </a:lnTo>
                  <a:lnTo>
                    <a:pt x="17259" y="20352"/>
                  </a:lnTo>
                  <a:lnTo>
                    <a:pt x="17367" y="20316"/>
                  </a:lnTo>
                  <a:lnTo>
                    <a:pt x="17475" y="20244"/>
                  </a:lnTo>
                  <a:lnTo>
                    <a:pt x="17583" y="20136"/>
                  </a:lnTo>
                  <a:lnTo>
                    <a:pt x="17691" y="20028"/>
                  </a:lnTo>
                  <a:lnTo>
                    <a:pt x="17798" y="19884"/>
                  </a:lnTo>
                  <a:lnTo>
                    <a:pt x="17870" y="19669"/>
                  </a:lnTo>
                  <a:lnTo>
                    <a:pt x="17942" y="19453"/>
                  </a:lnTo>
                  <a:lnTo>
                    <a:pt x="18553" y="17044"/>
                  </a:lnTo>
                  <a:lnTo>
                    <a:pt x="19021" y="14994"/>
                  </a:lnTo>
                  <a:lnTo>
                    <a:pt x="19524" y="12693"/>
                  </a:lnTo>
                  <a:lnTo>
                    <a:pt x="20028" y="10356"/>
                  </a:lnTo>
                  <a:lnTo>
                    <a:pt x="20423" y="8271"/>
                  </a:lnTo>
                  <a:lnTo>
                    <a:pt x="20567" y="7408"/>
                  </a:lnTo>
                  <a:lnTo>
                    <a:pt x="20639" y="6653"/>
                  </a:lnTo>
                  <a:lnTo>
                    <a:pt x="20675" y="6113"/>
                  </a:lnTo>
                  <a:lnTo>
                    <a:pt x="20675" y="5754"/>
                  </a:lnTo>
                  <a:lnTo>
                    <a:pt x="20603" y="5574"/>
                  </a:lnTo>
                  <a:lnTo>
                    <a:pt x="20531" y="5394"/>
                  </a:lnTo>
                  <a:lnTo>
                    <a:pt x="20423" y="5286"/>
                  </a:lnTo>
                  <a:lnTo>
                    <a:pt x="20315" y="5178"/>
                  </a:lnTo>
                  <a:lnTo>
                    <a:pt x="20207" y="5107"/>
                  </a:lnTo>
                  <a:lnTo>
                    <a:pt x="20064" y="5035"/>
                  </a:lnTo>
                  <a:lnTo>
                    <a:pt x="19812" y="4999"/>
                  </a:lnTo>
                  <a:lnTo>
                    <a:pt x="19344" y="4999"/>
                  </a:lnTo>
                  <a:lnTo>
                    <a:pt x="19201" y="5035"/>
                  </a:lnTo>
                  <a:lnTo>
                    <a:pt x="19129" y="5035"/>
                  </a:lnTo>
                  <a:lnTo>
                    <a:pt x="19129" y="4819"/>
                  </a:lnTo>
                  <a:lnTo>
                    <a:pt x="19021" y="4423"/>
                  </a:lnTo>
                  <a:lnTo>
                    <a:pt x="18949" y="4172"/>
                  </a:lnTo>
                  <a:lnTo>
                    <a:pt x="18805" y="3920"/>
                  </a:lnTo>
                  <a:lnTo>
                    <a:pt x="18661" y="3740"/>
                  </a:lnTo>
                  <a:lnTo>
                    <a:pt x="18446" y="3560"/>
                  </a:lnTo>
                  <a:lnTo>
                    <a:pt x="18086" y="3453"/>
                  </a:lnTo>
                  <a:lnTo>
                    <a:pt x="17762" y="3417"/>
                  </a:lnTo>
                  <a:lnTo>
                    <a:pt x="17403" y="3453"/>
                  </a:lnTo>
                  <a:lnTo>
                    <a:pt x="17043" y="3560"/>
                  </a:lnTo>
                  <a:lnTo>
                    <a:pt x="17007" y="3381"/>
                  </a:lnTo>
                  <a:lnTo>
                    <a:pt x="16864" y="2985"/>
                  </a:lnTo>
                  <a:lnTo>
                    <a:pt x="16756" y="2733"/>
                  </a:lnTo>
                  <a:lnTo>
                    <a:pt x="16612" y="2518"/>
                  </a:lnTo>
                  <a:lnTo>
                    <a:pt x="16432" y="2302"/>
                  </a:lnTo>
                  <a:lnTo>
                    <a:pt x="16180" y="2158"/>
                  </a:lnTo>
                  <a:lnTo>
                    <a:pt x="16001" y="2122"/>
                  </a:lnTo>
                  <a:lnTo>
                    <a:pt x="15461" y="2122"/>
                  </a:lnTo>
                  <a:lnTo>
                    <a:pt x="15317" y="2194"/>
                  </a:lnTo>
                  <a:lnTo>
                    <a:pt x="15138" y="2266"/>
                  </a:lnTo>
                  <a:lnTo>
                    <a:pt x="14994" y="2338"/>
                  </a:lnTo>
                  <a:lnTo>
                    <a:pt x="14850" y="2446"/>
                  </a:lnTo>
                  <a:lnTo>
                    <a:pt x="14778" y="2230"/>
                  </a:lnTo>
                  <a:lnTo>
                    <a:pt x="14706" y="2050"/>
                  </a:lnTo>
                  <a:lnTo>
                    <a:pt x="14598" y="1871"/>
                  </a:lnTo>
                  <a:lnTo>
                    <a:pt x="14455" y="1691"/>
                  </a:lnTo>
                  <a:lnTo>
                    <a:pt x="14311" y="1511"/>
                  </a:lnTo>
                  <a:lnTo>
                    <a:pt x="14131" y="1367"/>
                  </a:lnTo>
                  <a:lnTo>
                    <a:pt x="13951" y="1259"/>
                  </a:lnTo>
                  <a:lnTo>
                    <a:pt x="13771" y="1151"/>
                  </a:lnTo>
                  <a:lnTo>
                    <a:pt x="13556" y="1115"/>
                  </a:lnTo>
                  <a:lnTo>
                    <a:pt x="13376" y="1115"/>
                  </a:lnTo>
                  <a:lnTo>
                    <a:pt x="13196" y="1151"/>
                  </a:lnTo>
                  <a:lnTo>
                    <a:pt x="13016" y="1187"/>
                  </a:lnTo>
                  <a:lnTo>
                    <a:pt x="12837" y="1259"/>
                  </a:lnTo>
                  <a:lnTo>
                    <a:pt x="12693" y="1367"/>
                  </a:lnTo>
                  <a:lnTo>
                    <a:pt x="12549" y="1511"/>
                  </a:lnTo>
                  <a:lnTo>
                    <a:pt x="12441" y="1655"/>
                  </a:lnTo>
                  <a:lnTo>
                    <a:pt x="12369" y="1475"/>
                  </a:lnTo>
                  <a:lnTo>
                    <a:pt x="12189" y="1115"/>
                  </a:lnTo>
                  <a:lnTo>
                    <a:pt x="12045" y="900"/>
                  </a:lnTo>
                  <a:lnTo>
                    <a:pt x="11902" y="684"/>
                  </a:lnTo>
                  <a:lnTo>
                    <a:pt x="11686" y="540"/>
                  </a:lnTo>
                  <a:lnTo>
                    <a:pt x="11434" y="432"/>
                  </a:lnTo>
                  <a:lnTo>
                    <a:pt x="11183" y="396"/>
                  </a:lnTo>
                  <a:lnTo>
                    <a:pt x="10931" y="432"/>
                  </a:lnTo>
                  <a:lnTo>
                    <a:pt x="10715" y="504"/>
                  </a:lnTo>
                  <a:lnTo>
                    <a:pt x="10535" y="612"/>
                  </a:lnTo>
                  <a:lnTo>
                    <a:pt x="10212" y="864"/>
                  </a:lnTo>
                  <a:lnTo>
                    <a:pt x="10104" y="972"/>
                  </a:lnTo>
                  <a:lnTo>
                    <a:pt x="10032" y="792"/>
                  </a:lnTo>
                  <a:lnTo>
                    <a:pt x="9924" y="612"/>
                  </a:lnTo>
                  <a:lnTo>
                    <a:pt x="9780" y="468"/>
                  </a:lnTo>
                  <a:lnTo>
                    <a:pt x="9636" y="324"/>
                  </a:lnTo>
                  <a:lnTo>
                    <a:pt x="9457" y="217"/>
                  </a:lnTo>
                  <a:lnTo>
                    <a:pt x="9277" y="109"/>
                  </a:lnTo>
                  <a:lnTo>
                    <a:pt x="9061" y="37"/>
                  </a:lnTo>
                  <a:lnTo>
                    <a:pt x="8845" y="1"/>
                  </a:lnTo>
                  <a:lnTo>
                    <a:pt x="8666" y="37"/>
                  </a:lnTo>
                  <a:lnTo>
                    <a:pt x="8450" y="109"/>
                  </a:lnTo>
                  <a:lnTo>
                    <a:pt x="8270" y="181"/>
                  </a:lnTo>
                  <a:lnTo>
                    <a:pt x="8126" y="288"/>
                  </a:lnTo>
                  <a:lnTo>
                    <a:pt x="7982" y="432"/>
                  </a:lnTo>
                  <a:lnTo>
                    <a:pt x="7839" y="576"/>
                  </a:lnTo>
                  <a:lnTo>
                    <a:pt x="7731" y="756"/>
                  </a:lnTo>
                  <a:lnTo>
                    <a:pt x="7659" y="936"/>
                  </a:lnTo>
                  <a:lnTo>
                    <a:pt x="7551" y="792"/>
                  </a:lnTo>
                  <a:lnTo>
                    <a:pt x="7299" y="468"/>
                  </a:lnTo>
                  <a:lnTo>
                    <a:pt x="7120" y="288"/>
                  </a:lnTo>
                  <a:lnTo>
                    <a:pt x="6904" y="145"/>
                  </a:lnTo>
                  <a:lnTo>
                    <a:pt x="6616" y="37"/>
                  </a:lnTo>
                  <a:lnTo>
                    <a:pt x="63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3718300" y="1371625"/>
              <a:ext cx="169025" cy="168100"/>
            </a:xfrm>
            <a:custGeom>
              <a:avLst/>
              <a:gdLst/>
              <a:ahLst/>
              <a:cxnLst/>
              <a:rect l="l" t="t" r="r" b="b"/>
              <a:pathLst>
                <a:path w="6761" h="6724" extrusionOk="0">
                  <a:moveTo>
                    <a:pt x="3560" y="468"/>
                  </a:moveTo>
                  <a:lnTo>
                    <a:pt x="3920" y="504"/>
                  </a:lnTo>
                  <a:lnTo>
                    <a:pt x="4207" y="575"/>
                  </a:lnTo>
                  <a:lnTo>
                    <a:pt x="4459" y="683"/>
                  </a:lnTo>
                  <a:lnTo>
                    <a:pt x="4747" y="791"/>
                  </a:lnTo>
                  <a:lnTo>
                    <a:pt x="4998" y="935"/>
                  </a:lnTo>
                  <a:lnTo>
                    <a:pt x="5214" y="1115"/>
                  </a:lnTo>
                  <a:lnTo>
                    <a:pt x="5430" y="1295"/>
                  </a:lnTo>
                  <a:lnTo>
                    <a:pt x="5610" y="1474"/>
                  </a:lnTo>
                  <a:lnTo>
                    <a:pt x="5789" y="1726"/>
                  </a:lnTo>
                  <a:lnTo>
                    <a:pt x="5933" y="1942"/>
                  </a:lnTo>
                  <a:lnTo>
                    <a:pt x="6077" y="2193"/>
                  </a:lnTo>
                  <a:lnTo>
                    <a:pt x="6149" y="2481"/>
                  </a:lnTo>
                  <a:lnTo>
                    <a:pt x="6221" y="2733"/>
                  </a:lnTo>
                  <a:lnTo>
                    <a:pt x="6293" y="3020"/>
                  </a:lnTo>
                  <a:lnTo>
                    <a:pt x="6293" y="3308"/>
                  </a:lnTo>
                  <a:lnTo>
                    <a:pt x="6293" y="3596"/>
                  </a:lnTo>
                  <a:lnTo>
                    <a:pt x="6257" y="3883"/>
                  </a:lnTo>
                  <a:lnTo>
                    <a:pt x="6185" y="4207"/>
                  </a:lnTo>
                  <a:lnTo>
                    <a:pt x="6113" y="4459"/>
                  </a:lnTo>
                  <a:lnTo>
                    <a:pt x="5969" y="4746"/>
                  </a:lnTo>
                  <a:lnTo>
                    <a:pt x="5825" y="4962"/>
                  </a:lnTo>
                  <a:lnTo>
                    <a:pt x="5682" y="5214"/>
                  </a:lnTo>
                  <a:lnTo>
                    <a:pt x="5466" y="5429"/>
                  </a:lnTo>
                  <a:lnTo>
                    <a:pt x="5286" y="5609"/>
                  </a:lnTo>
                  <a:lnTo>
                    <a:pt x="5034" y="5789"/>
                  </a:lnTo>
                  <a:lnTo>
                    <a:pt x="4819" y="5933"/>
                  </a:lnTo>
                  <a:lnTo>
                    <a:pt x="4567" y="6041"/>
                  </a:lnTo>
                  <a:lnTo>
                    <a:pt x="4315" y="6149"/>
                  </a:lnTo>
                  <a:lnTo>
                    <a:pt x="4028" y="6221"/>
                  </a:lnTo>
                  <a:lnTo>
                    <a:pt x="3740" y="6292"/>
                  </a:lnTo>
                  <a:lnTo>
                    <a:pt x="3165" y="6292"/>
                  </a:lnTo>
                  <a:lnTo>
                    <a:pt x="2877" y="6256"/>
                  </a:lnTo>
                  <a:lnTo>
                    <a:pt x="2589" y="6185"/>
                  </a:lnTo>
                  <a:lnTo>
                    <a:pt x="2302" y="6077"/>
                  </a:lnTo>
                  <a:lnTo>
                    <a:pt x="2050" y="5969"/>
                  </a:lnTo>
                  <a:lnTo>
                    <a:pt x="1798" y="5825"/>
                  </a:lnTo>
                  <a:lnTo>
                    <a:pt x="1547" y="5645"/>
                  </a:lnTo>
                  <a:lnTo>
                    <a:pt x="1331" y="5465"/>
                  </a:lnTo>
                  <a:lnTo>
                    <a:pt x="1151" y="5286"/>
                  </a:lnTo>
                  <a:lnTo>
                    <a:pt x="971" y="5034"/>
                  </a:lnTo>
                  <a:lnTo>
                    <a:pt x="828" y="4818"/>
                  </a:lnTo>
                  <a:lnTo>
                    <a:pt x="720" y="4567"/>
                  </a:lnTo>
                  <a:lnTo>
                    <a:pt x="612" y="4279"/>
                  </a:lnTo>
                  <a:lnTo>
                    <a:pt x="540" y="4027"/>
                  </a:lnTo>
                  <a:lnTo>
                    <a:pt x="468" y="3740"/>
                  </a:lnTo>
                  <a:lnTo>
                    <a:pt x="468" y="3452"/>
                  </a:lnTo>
                  <a:lnTo>
                    <a:pt x="468" y="3164"/>
                  </a:lnTo>
                  <a:lnTo>
                    <a:pt x="504" y="2877"/>
                  </a:lnTo>
                  <a:lnTo>
                    <a:pt x="648" y="2373"/>
                  </a:lnTo>
                  <a:lnTo>
                    <a:pt x="828" y="1942"/>
                  </a:lnTo>
                  <a:lnTo>
                    <a:pt x="1115" y="1546"/>
                  </a:lnTo>
                  <a:lnTo>
                    <a:pt x="1439" y="1187"/>
                  </a:lnTo>
                  <a:lnTo>
                    <a:pt x="1798" y="899"/>
                  </a:lnTo>
                  <a:lnTo>
                    <a:pt x="2230" y="683"/>
                  </a:lnTo>
                  <a:lnTo>
                    <a:pt x="2697" y="540"/>
                  </a:lnTo>
                  <a:lnTo>
                    <a:pt x="3165" y="468"/>
                  </a:lnTo>
                  <a:close/>
                  <a:moveTo>
                    <a:pt x="3308" y="0"/>
                  </a:moveTo>
                  <a:lnTo>
                    <a:pt x="2985" y="36"/>
                  </a:lnTo>
                  <a:lnTo>
                    <a:pt x="2661" y="72"/>
                  </a:lnTo>
                  <a:lnTo>
                    <a:pt x="2338" y="180"/>
                  </a:lnTo>
                  <a:lnTo>
                    <a:pt x="2014" y="288"/>
                  </a:lnTo>
                  <a:lnTo>
                    <a:pt x="1726" y="432"/>
                  </a:lnTo>
                  <a:lnTo>
                    <a:pt x="1475" y="611"/>
                  </a:lnTo>
                  <a:lnTo>
                    <a:pt x="1223" y="791"/>
                  </a:lnTo>
                  <a:lnTo>
                    <a:pt x="971" y="1007"/>
                  </a:lnTo>
                  <a:lnTo>
                    <a:pt x="756" y="1259"/>
                  </a:lnTo>
                  <a:lnTo>
                    <a:pt x="576" y="1510"/>
                  </a:lnTo>
                  <a:lnTo>
                    <a:pt x="396" y="1798"/>
                  </a:lnTo>
                  <a:lnTo>
                    <a:pt x="252" y="2122"/>
                  </a:lnTo>
                  <a:lnTo>
                    <a:pt x="144" y="2409"/>
                  </a:lnTo>
                  <a:lnTo>
                    <a:pt x="72" y="2769"/>
                  </a:lnTo>
                  <a:lnTo>
                    <a:pt x="36" y="3092"/>
                  </a:lnTo>
                  <a:lnTo>
                    <a:pt x="1" y="3452"/>
                  </a:lnTo>
                  <a:lnTo>
                    <a:pt x="36" y="3776"/>
                  </a:lnTo>
                  <a:lnTo>
                    <a:pt x="108" y="4099"/>
                  </a:lnTo>
                  <a:lnTo>
                    <a:pt x="180" y="4423"/>
                  </a:lnTo>
                  <a:lnTo>
                    <a:pt x="288" y="4710"/>
                  </a:lnTo>
                  <a:lnTo>
                    <a:pt x="432" y="5034"/>
                  </a:lnTo>
                  <a:lnTo>
                    <a:pt x="612" y="5286"/>
                  </a:lnTo>
                  <a:lnTo>
                    <a:pt x="828" y="5537"/>
                  </a:lnTo>
                  <a:lnTo>
                    <a:pt x="1043" y="5789"/>
                  </a:lnTo>
                  <a:lnTo>
                    <a:pt x="1259" y="6005"/>
                  </a:lnTo>
                  <a:lnTo>
                    <a:pt x="1547" y="6185"/>
                  </a:lnTo>
                  <a:lnTo>
                    <a:pt x="1834" y="6364"/>
                  </a:lnTo>
                  <a:lnTo>
                    <a:pt x="2122" y="6508"/>
                  </a:lnTo>
                  <a:lnTo>
                    <a:pt x="2446" y="6616"/>
                  </a:lnTo>
                  <a:lnTo>
                    <a:pt x="2805" y="6688"/>
                  </a:lnTo>
                  <a:lnTo>
                    <a:pt x="3201" y="6724"/>
                  </a:lnTo>
                  <a:lnTo>
                    <a:pt x="3632" y="6724"/>
                  </a:lnTo>
                  <a:lnTo>
                    <a:pt x="3920" y="6688"/>
                  </a:lnTo>
                  <a:lnTo>
                    <a:pt x="4171" y="6652"/>
                  </a:lnTo>
                  <a:lnTo>
                    <a:pt x="4459" y="6544"/>
                  </a:lnTo>
                  <a:lnTo>
                    <a:pt x="4711" y="6472"/>
                  </a:lnTo>
                  <a:lnTo>
                    <a:pt x="4962" y="6328"/>
                  </a:lnTo>
                  <a:lnTo>
                    <a:pt x="5214" y="6221"/>
                  </a:lnTo>
                  <a:lnTo>
                    <a:pt x="5430" y="6041"/>
                  </a:lnTo>
                  <a:lnTo>
                    <a:pt x="5646" y="5861"/>
                  </a:lnTo>
                  <a:lnTo>
                    <a:pt x="5825" y="5681"/>
                  </a:lnTo>
                  <a:lnTo>
                    <a:pt x="6005" y="5465"/>
                  </a:lnTo>
                  <a:lnTo>
                    <a:pt x="6185" y="5250"/>
                  </a:lnTo>
                  <a:lnTo>
                    <a:pt x="6329" y="5034"/>
                  </a:lnTo>
                  <a:lnTo>
                    <a:pt x="6437" y="4782"/>
                  </a:lnTo>
                  <a:lnTo>
                    <a:pt x="6544" y="4531"/>
                  </a:lnTo>
                  <a:lnTo>
                    <a:pt x="6616" y="4243"/>
                  </a:lnTo>
                  <a:lnTo>
                    <a:pt x="6688" y="3955"/>
                  </a:lnTo>
                  <a:lnTo>
                    <a:pt x="6724" y="3632"/>
                  </a:lnTo>
                  <a:lnTo>
                    <a:pt x="6760" y="3272"/>
                  </a:lnTo>
                  <a:lnTo>
                    <a:pt x="6724" y="2949"/>
                  </a:lnTo>
                  <a:lnTo>
                    <a:pt x="6688" y="2625"/>
                  </a:lnTo>
                  <a:lnTo>
                    <a:pt x="6580" y="2301"/>
                  </a:lnTo>
                  <a:lnTo>
                    <a:pt x="6473" y="2014"/>
                  </a:lnTo>
                  <a:lnTo>
                    <a:pt x="6329" y="1726"/>
                  </a:lnTo>
                  <a:lnTo>
                    <a:pt x="6149" y="1438"/>
                  </a:lnTo>
                  <a:lnTo>
                    <a:pt x="5969" y="1187"/>
                  </a:lnTo>
                  <a:lnTo>
                    <a:pt x="5753" y="971"/>
                  </a:lnTo>
                  <a:lnTo>
                    <a:pt x="5502" y="755"/>
                  </a:lnTo>
                  <a:lnTo>
                    <a:pt x="5214" y="540"/>
                  </a:lnTo>
                  <a:lnTo>
                    <a:pt x="4962" y="396"/>
                  </a:lnTo>
                  <a:lnTo>
                    <a:pt x="4639" y="252"/>
                  </a:lnTo>
                  <a:lnTo>
                    <a:pt x="4315" y="144"/>
                  </a:lnTo>
                  <a:lnTo>
                    <a:pt x="3992" y="36"/>
                  </a:lnTo>
                  <a:lnTo>
                    <a:pt x="36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3551100" y="1361725"/>
              <a:ext cx="125875" cy="168125"/>
            </a:xfrm>
            <a:custGeom>
              <a:avLst/>
              <a:gdLst/>
              <a:ahLst/>
              <a:cxnLst/>
              <a:rect l="l" t="t" r="r" b="b"/>
              <a:pathLst>
                <a:path w="5035" h="6725" extrusionOk="0">
                  <a:moveTo>
                    <a:pt x="2661" y="468"/>
                  </a:moveTo>
                  <a:lnTo>
                    <a:pt x="2877" y="504"/>
                  </a:lnTo>
                  <a:lnTo>
                    <a:pt x="3093" y="540"/>
                  </a:lnTo>
                  <a:lnTo>
                    <a:pt x="3273" y="612"/>
                  </a:lnTo>
                  <a:lnTo>
                    <a:pt x="3453" y="720"/>
                  </a:lnTo>
                  <a:lnTo>
                    <a:pt x="3632" y="864"/>
                  </a:lnTo>
                  <a:lnTo>
                    <a:pt x="3776" y="1007"/>
                  </a:lnTo>
                  <a:lnTo>
                    <a:pt x="3920" y="1151"/>
                  </a:lnTo>
                  <a:lnTo>
                    <a:pt x="4064" y="1331"/>
                  </a:lnTo>
                  <a:lnTo>
                    <a:pt x="4315" y="1834"/>
                  </a:lnTo>
                  <a:lnTo>
                    <a:pt x="4495" y="2374"/>
                  </a:lnTo>
                  <a:lnTo>
                    <a:pt x="4567" y="2913"/>
                  </a:lnTo>
                  <a:lnTo>
                    <a:pt x="4567" y="3452"/>
                  </a:lnTo>
                  <a:lnTo>
                    <a:pt x="4495" y="4064"/>
                  </a:lnTo>
                  <a:lnTo>
                    <a:pt x="4351" y="4603"/>
                  </a:lnTo>
                  <a:lnTo>
                    <a:pt x="4136" y="5070"/>
                  </a:lnTo>
                  <a:lnTo>
                    <a:pt x="3884" y="5502"/>
                  </a:lnTo>
                  <a:lnTo>
                    <a:pt x="3704" y="5682"/>
                  </a:lnTo>
                  <a:lnTo>
                    <a:pt x="3560" y="5861"/>
                  </a:lnTo>
                  <a:lnTo>
                    <a:pt x="3381" y="6005"/>
                  </a:lnTo>
                  <a:lnTo>
                    <a:pt x="3201" y="6113"/>
                  </a:lnTo>
                  <a:lnTo>
                    <a:pt x="2985" y="6185"/>
                  </a:lnTo>
                  <a:lnTo>
                    <a:pt x="2805" y="6257"/>
                  </a:lnTo>
                  <a:lnTo>
                    <a:pt x="2590" y="6293"/>
                  </a:lnTo>
                  <a:lnTo>
                    <a:pt x="2374" y="6293"/>
                  </a:lnTo>
                  <a:lnTo>
                    <a:pt x="2158" y="6257"/>
                  </a:lnTo>
                  <a:lnTo>
                    <a:pt x="1978" y="6221"/>
                  </a:lnTo>
                  <a:lnTo>
                    <a:pt x="1763" y="6113"/>
                  </a:lnTo>
                  <a:lnTo>
                    <a:pt x="1583" y="6005"/>
                  </a:lnTo>
                  <a:lnTo>
                    <a:pt x="1439" y="5897"/>
                  </a:lnTo>
                  <a:lnTo>
                    <a:pt x="1259" y="5718"/>
                  </a:lnTo>
                  <a:lnTo>
                    <a:pt x="1115" y="5574"/>
                  </a:lnTo>
                  <a:lnTo>
                    <a:pt x="972" y="5358"/>
                  </a:lnTo>
                  <a:lnTo>
                    <a:pt x="756" y="4927"/>
                  </a:lnTo>
                  <a:lnTo>
                    <a:pt x="576" y="4423"/>
                  </a:lnTo>
                  <a:lnTo>
                    <a:pt x="468" y="3848"/>
                  </a:lnTo>
                  <a:lnTo>
                    <a:pt x="468" y="3273"/>
                  </a:lnTo>
                  <a:lnTo>
                    <a:pt x="468" y="2985"/>
                  </a:lnTo>
                  <a:lnTo>
                    <a:pt x="540" y="2733"/>
                  </a:lnTo>
                  <a:lnTo>
                    <a:pt x="648" y="2194"/>
                  </a:lnTo>
                  <a:lnTo>
                    <a:pt x="900" y="1691"/>
                  </a:lnTo>
                  <a:lnTo>
                    <a:pt x="1008" y="1439"/>
                  </a:lnTo>
                  <a:lnTo>
                    <a:pt x="1187" y="1223"/>
                  </a:lnTo>
                  <a:lnTo>
                    <a:pt x="1439" y="936"/>
                  </a:lnTo>
                  <a:lnTo>
                    <a:pt x="1763" y="684"/>
                  </a:lnTo>
                  <a:lnTo>
                    <a:pt x="2122" y="540"/>
                  </a:lnTo>
                  <a:lnTo>
                    <a:pt x="2518" y="468"/>
                  </a:lnTo>
                  <a:close/>
                  <a:moveTo>
                    <a:pt x="2590" y="1"/>
                  </a:moveTo>
                  <a:lnTo>
                    <a:pt x="2158" y="37"/>
                  </a:lnTo>
                  <a:lnTo>
                    <a:pt x="1799" y="144"/>
                  </a:lnTo>
                  <a:lnTo>
                    <a:pt x="1439" y="360"/>
                  </a:lnTo>
                  <a:lnTo>
                    <a:pt x="1115" y="612"/>
                  </a:lnTo>
                  <a:lnTo>
                    <a:pt x="972" y="756"/>
                  </a:lnTo>
                  <a:lnTo>
                    <a:pt x="828" y="936"/>
                  </a:lnTo>
                  <a:lnTo>
                    <a:pt x="648" y="1187"/>
                  </a:lnTo>
                  <a:lnTo>
                    <a:pt x="504" y="1475"/>
                  </a:lnTo>
                  <a:lnTo>
                    <a:pt x="360" y="1727"/>
                  </a:lnTo>
                  <a:lnTo>
                    <a:pt x="252" y="2014"/>
                  </a:lnTo>
                  <a:lnTo>
                    <a:pt x="145" y="2338"/>
                  </a:lnTo>
                  <a:lnTo>
                    <a:pt x="73" y="2625"/>
                  </a:lnTo>
                  <a:lnTo>
                    <a:pt x="37" y="2949"/>
                  </a:lnTo>
                  <a:lnTo>
                    <a:pt x="1" y="3273"/>
                  </a:lnTo>
                  <a:lnTo>
                    <a:pt x="1" y="3596"/>
                  </a:lnTo>
                  <a:lnTo>
                    <a:pt x="37" y="3920"/>
                  </a:lnTo>
                  <a:lnTo>
                    <a:pt x="73" y="4243"/>
                  </a:lnTo>
                  <a:lnTo>
                    <a:pt x="145" y="4567"/>
                  </a:lnTo>
                  <a:lnTo>
                    <a:pt x="252" y="4891"/>
                  </a:lnTo>
                  <a:lnTo>
                    <a:pt x="360" y="5142"/>
                  </a:lnTo>
                  <a:lnTo>
                    <a:pt x="504" y="5430"/>
                  </a:lnTo>
                  <a:lnTo>
                    <a:pt x="648" y="5682"/>
                  </a:lnTo>
                  <a:lnTo>
                    <a:pt x="792" y="5897"/>
                  </a:lnTo>
                  <a:lnTo>
                    <a:pt x="1008" y="6113"/>
                  </a:lnTo>
                  <a:lnTo>
                    <a:pt x="1187" y="6293"/>
                  </a:lnTo>
                  <a:lnTo>
                    <a:pt x="1403" y="6437"/>
                  </a:lnTo>
                  <a:lnTo>
                    <a:pt x="1619" y="6545"/>
                  </a:lnTo>
                  <a:lnTo>
                    <a:pt x="1870" y="6652"/>
                  </a:lnTo>
                  <a:lnTo>
                    <a:pt x="2122" y="6724"/>
                  </a:lnTo>
                  <a:lnTo>
                    <a:pt x="2554" y="6724"/>
                  </a:lnTo>
                  <a:lnTo>
                    <a:pt x="2805" y="6688"/>
                  </a:lnTo>
                  <a:lnTo>
                    <a:pt x="3057" y="6652"/>
                  </a:lnTo>
                  <a:lnTo>
                    <a:pt x="3273" y="6545"/>
                  </a:lnTo>
                  <a:lnTo>
                    <a:pt x="3488" y="6437"/>
                  </a:lnTo>
                  <a:lnTo>
                    <a:pt x="3704" y="6293"/>
                  </a:lnTo>
                  <a:lnTo>
                    <a:pt x="3884" y="6149"/>
                  </a:lnTo>
                  <a:lnTo>
                    <a:pt x="4064" y="5933"/>
                  </a:lnTo>
                  <a:lnTo>
                    <a:pt x="4244" y="5754"/>
                  </a:lnTo>
                  <a:lnTo>
                    <a:pt x="4423" y="5502"/>
                  </a:lnTo>
                  <a:lnTo>
                    <a:pt x="4567" y="5250"/>
                  </a:lnTo>
                  <a:lnTo>
                    <a:pt x="4675" y="4999"/>
                  </a:lnTo>
                  <a:lnTo>
                    <a:pt x="4783" y="4711"/>
                  </a:lnTo>
                  <a:lnTo>
                    <a:pt x="4891" y="4423"/>
                  </a:lnTo>
                  <a:lnTo>
                    <a:pt x="4963" y="4136"/>
                  </a:lnTo>
                  <a:lnTo>
                    <a:pt x="4999" y="3812"/>
                  </a:lnTo>
                  <a:lnTo>
                    <a:pt x="5035" y="3488"/>
                  </a:lnTo>
                  <a:lnTo>
                    <a:pt x="5035" y="3165"/>
                  </a:lnTo>
                  <a:lnTo>
                    <a:pt x="4999" y="2877"/>
                  </a:lnTo>
                  <a:lnTo>
                    <a:pt x="4963" y="2554"/>
                  </a:lnTo>
                  <a:lnTo>
                    <a:pt x="4927" y="2266"/>
                  </a:lnTo>
                  <a:lnTo>
                    <a:pt x="4819" y="1942"/>
                  </a:lnTo>
                  <a:lnTo>
                    <a:pt x="4711" y="1655"/>
                  </a:lnTo>
                  <a:lnTo>
                    <a:pt x="4567" y="1367"/>
                  </a:lnTo>
                  <a:lnTo>
                    <a:pt x="4423" y="1115"/>
                  </a:lnTo>
                  <a:lnTo>
                    <a:pt x="4279" y="900"/>
                  </a:lnTo>
                  <a:lnTo>
                    <a:pt x="4136" y="684"/>
                  </a:lnTo>
                  <a:lnTo>
                    <a:pt x="3956" y="504"/>
                  </a:lnTo>
                  <a:lnTo>
                    <a:pt x="3740" y="360"/>
                  </a:lnTo>
                  <a:lnTo>
                    <a:pt x="3560" y="252"/>
                  </a:lnTo>
                  <a:lnTo>
                    <a:pt x="3381" y="144"/>
                  </a:lnTo>
                  <a:lnTo>
                    <a:pt x="2985" y="37"/>
                  </a:lnTo>
                  <a:lnTo>
                    <a:pt x="2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328;p31"/>
            <p:cNvSpPr/>
            <p:nvPr/>
          </p:nvSpPr>
          <p:spPr>
            <a:xfrm>
              <a:off x="3667075" y="1426450"/>
              <a:ext cx="62925" cy="24300"/>
            </a:xfrm>
            <a:custGeom>
              <a:avLst/>
              <a:gdLst/>
              <a:ahLst/>
              <a:cxnLst/>
              <a:rect l="l" t="t" r="r" b="b"/>
              <a:pathLst>
                <a:path w="2517" h="972" extrusionOk="0">
                  <a:moveTo>
                    <a:pt x="863" y="0"/>
                  </a:moveTo>
                  <a:lnTo>
                    <a:pt x="683" y="36"/>
                  </a:lnTo>
                  <a:lnTo>
                    <a:pt x="503" y="72"/>
                  </a:lnTo>
                  <a:lnTo>
                    <a:pt x="360" y="144"/>
                  </a:lnTo>
                  <a:lnTo>
                    <a:pt x="180" y="252"/>
                  </a:lnTo>
                  <a:lnTo>
                    <a:pt x="0" y="396"/>
                  </a:lnTo>
                  <a:lnTo>
                    <a:pt x="324" y="720"/>
                  </a:lnTo>
                  <a:lnTo>
                    <a:pt x="467" y="612"/>
                  </a:lnTo>
                  <a:lnTo>
                    <a:pt x="611" y="504"/>
                  </a:lnTo>
                  <a:lnTo>
                    <a:pt x="791" y="468"/>
                  </a:lnTo>
                  <a:lnTo>
                    <a:pt x="935" y="432"/>
                  </a:lnTo>
                  <a:lnTo>
                    <a:pt x="1079" y="432"/>
                  </a:lnTo>
                  <a:lnTo>
                    <a:pt x="1259" y="468"/>
                  </a:lnTo>
                  <a:lnTo>
                    <a:pt x="1546" y="540"/>
                  </a:lnTo>
                  <a:lnTo>
                    <a:pt x="1798" y="684"/>
                  </a:lnTo>
                  <a:lnTo>
                    <a:pt x="2014" y="827"/>
                  </a:lnTo>
                  <a:lnTo>
                    <a:pt x="2193" y="971"/>
                  </a:lnTo>
                  <a:lnTo>
                    <a:pt x="2517" y="648"/>
                  </a:lnTo>
                  <a:lnTo>
                    <a:pt x="2301" y="468"/>
                  </a:lnTo>
                  <a:lnTo>
                    <a:pt x="2050" y="288"/>
                  </a:lnTo>
                  <a:lnTo>
                    <a:pt x="1726" y="144"/>
                  </a:lnTo>
                  <a:lnTo>
                    <a:pt x="1402" y="3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31"/>
            <p:cNvSpPr/>
            <p:nvPr/>
          </p:nvSpPr>
          <p:spPr>
            <a:xfrm>
              <a:off x="3878300" y="1431850"/>
              <a:ext cx="228350" cy="58450"/>
            </a:xfrm>
            <a:custGeom>
              <a:avLst/>
              <a:gdLst/>
              <a:ahLst/>
              <a:cxnLst/>
              <a:rect l="l" t="t" r="r" b="b"/>
              <a:pathLst>
                <a:path w="9134" h="2338" extrusionOk="0">
                  <a:moveTo>
                    <a:pt x="5754" y="0"/>
                  </a:moveTo>
                  <a:lnTo>
                    <a:pt x="3345" y="36"/>
                  </a:lnTo>
                  <a:lnTo>
                    <a:pt x="1115" y="108"/>
                  </a:lnTo>
                  <a:lnTo>
                    <a:pt x="1" y="144"/>
                  </a:lnTo>
                  <a:lnTo>
                    <a:pt x="1" y="611"/>
                  </a:lnTo>
                  <a:lnTo>
                    <a:pt x="1727" y="540"/>
                  </a:lnTo>
                  <a:lnTo>
                    <a:pt x="3956" y="468"/>
                  </a:lnTo>
                  <a:lnTo>
                    <a:pt x="5933" y="432"/>
                  </a:lnTo>
                  <a:lnTo>
                    <a:pt x="6688" y="468"/>
                  </a:lnTo>
                  <a:lnTo>
                    <a:pt x="7120" y="504"/>
                  </a:lnTo>
                  <a:lnTo>
                    <a:pt x="7264" y="540"/>
                  </a:lnTo>
                  <a:lnTo>
                    <a:pt x="7408" y="611"/>
                  </a:lnTo>
                  <a:lnTo>
                    <a:pt x="7659" y="791"/>
                  </a:lnTo>
                  <a:lnTo>
                    <a:pt x="7911" y="1007"/>
                  </a:lnTo>
                  <a:lnTo>
                    <a:pt x="8127" y="1295"/>
                  </a:lnTo>
                  <a:lnTo>
                    <a:pt x="8306" y="1582"/>
                  </a:lnTo>
                  <a:lnTo>
                    <a:pt x="8486" y="1870"/>
                  </a:lnTo>
                  <a:lnTo>
                    <a:pt x="8738" y="2337"/>
                  </a:lnTo>
                  <a:lnTo>
                    <a:pt x="9133" y="2122"/>
                  </a:lnTo>
                  <a:lnTo>
                    <a:pt x="8954" y="1762"/>
                  </a:lnTo>
                  <a:lnTo>
                    <a:pt x="8774" y="1438"/>
                  </a:lnTo>
                  <a:lnTo>
                    <a:pt x="8522" y="1115"/>
                  </a:lnTo>
                  <a:lnTo>
                    <a:pt x="8270" y="755"/>
                  </a:lnTo>
                  <a:lnTo>
                    <a:pt x="7947" y="432"/>
                  </a:lnTo>
                  <a:lnTo>
                    <a:pt x="7803" y="324"/>
                  </a:lnTo>
                  <a:lnTo>
                    <a:pt x="7623" y="216"/>
                  </a:lnTo>
                  <a:lnTo>
                    <a:pt x="7443" y="108"/>
                  </a:lnTo>
                  <a:lnTo>
                    <a:pt x="7264" y="72"/>
                  </a:lnTo>
                  <a:lnTo>
                    <a:pt x="66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31"/>
            <p:cNvSpPr/>
            <p:nvPr/>
          </p:nvSpPr>
          <p:spPr>
            <a:xfrm>
              <a:off x="3971800" y="1386000"/>
              <a:ext cx="136650" cy="195975"/>
            </a:xfrm>
            <a:custGeom>
              <a:avLst/>
              <a:gdLst/>
              <a:ahLst/>
              <a:cxnLst/>
              <a:rect l="l" t="t" r="r" b="b"/>
              <a:pathLst>
                <a:path w="5466" h="7839" extrusionOk="0">
                  <a:moveTo>
                    <a:pt x="3955" y="0"/>
                  </a:moveTo>
                  <a:lnTo>
                    <a:pt x="3596" y="108"/>
                  </a:lnTo>
                  <a:lnTo>
                    <a:pt x="3236" y="252"/>
                  </a:lnTo>
                  <a:lnTo>
                    <a:pt x="2876" y="504"/>
                  </a:lnTo>
                  <a:lnTo>
                    <a:pt x="2517" y="756"/>
                  </a:lnTo>
                  <a:lnTo>
                    <a:pt x="2193" y="1079"/>
                  </a:lnTo>
                  <a:lnTo>
                    <a:pt x="1870" y="1403"/>
                  </a:lnTo>
                  <a:lnTo>
                    <a:pt x="1294" y="2086"/>
                  </a:lnTo>
                  <a:lnTo>
                    <a:pt x="827" y="2697"/>
                  </a:lnTo>
                  <a:lnTo>
                    <a:pt x="432" y="3344"/>
                  </a:lnTo>
                  <a:lnTo>
                    <a:pt x="0" y="6688"/>
                  </a:lnTo>
                  <a:lnTo>
                    <a:pt x="36" y="6760"/>
                  </a:lnTo>
                  <a:lnTo>
                    <a:pt x="144" y="6940"/>
                  </a:lnTo>
                  <a:lnTo>
                    <a:pt x="288" y="7120"/>
                  </a:lnTo>
                  <a:lnTo>
                    <a:pt x="575" y="7407"/>
                  </a:lnTo>
                  <a:lnTo>
                    <a:pt x="899" y="7623"/>
                  </a:lnTo>
                  <a:lnTo>
                    <a:pt x="1294" y="7767"/>
                  </a:lnTo>
                  <a:lnTo>
                    <a:pt x="1690" y="7839"/>
                  </a:lnTo>
                  <a:lnTo>
                    <a:pt x="2085" y="7839"/>
                  </a:lnTo>
                  <a:lnTo>
                    <a:pt x="2481" y="7767"/>
                  </a:lnTo>
                  <a:lnTo>
                    <a:pt x="2697" y="7695"/>
                  </a:lnTo>
                  <a:lnTo>
                    <a:pt x="2876" y="7587"/>
                  </a:lnTo>
                  <a:lnTo>
                    <a:pt x="3056" y="7479"/>
                  </a:lnTo>
                  <a:lnTo>
                    <a:pt x="3236" y="7371"/>
                  </a:lnTo>
                  <a:lnTo>
                    <a:pt x="3596" y="7048"/>
                  </a:lnTo>
                  <a:lnTo>
                    <a:pt x="3919" y="6652"/>
                  </a:lnTo>
                  <a:lnTo>
                    <a:pt x="4243" y="6149"/>
                  </a:lnTo>
                  <a:lnTo>
                    <a:pt x="4530" y="5610"/>
                  </a:lnTo>
                  <a:lnTo>
                    <a:pt x="4782" y="5034"/>
                  </a:lnTo>
                  <a:lnTo>
                    <a:pt x="4998" y="4423"/>
                  </a:lnTo>
                  <a:lnTo>
                    <a:pt x="5214" y="3812"/>
                  </a:lnTo>
                  <a:lnTo>
                    <a:pt x="5321" y="3201"/>
                  </a:lnTo>
                  <a:lnTo>
                    <a:pt x="5429" y="2589"/>
                  </a:lnTo>
                  <a:lnTo>
                    <a:pt x="5465" y="2014"/>
                  </a:lnTo>
                  <a:lnTo>
                    <a:pt x="5429" y="1511"/>
                  </a:lnTo>
                  <a:lnTo>
                    <a:pt x="5357" y="1043"/>
                  </a:lnTo>
                  <a:lnTo>
                    <a:pt x="5286" y="827"/>
                  </a:lnTo>
                  <a:lnTo>
                    <a:pt x="5178" y="612"/>
                  </a:lnTo>
                  <a:lnTo>
                    <a:pt x="5070" y="468"/>
                  </a:lnTo>
                  <a:lnTo>
                    <a:pt x="4962" y="324"/>
                  </a:lnTo>
                  <a:lnTo>
                    <a:pt x="4818" y="216"/>
                  </a:lnTo>
                  <a:lnTo>
                    <a:pt x="4674" y="108"/>
                  </a:lnTo>
                  <a:lnTo>
                    <a:pt x="4494" y="36"/>
                  </a:lnTo>
                  <a:lnTo>
                    <a:pt x="4315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31"/>
            <p:cNvSpPr/>
            <p:nvPr/>
          </p:nvSpPr>
          <p:spPr>
            <a:xfrm>
              <a:off x="3998750" y="1429150"/>
              <a:ext cx="76425" cy="125875"/>
            </a:xfrm>
            <a:custGeom>
              <a:avLst/>
              <a:gdLst/>
              <a:ahLst/>
              <a:cxnLst/>
              <a:rect l="l" t="t" r="r" b="b"/>
              <a:pathLst>
                <a:path w="3057" h="5035" extrusionOk="0">
                  <a:moveTo>
                    <a:pt x="3057" y="0"/>
                  </a:moveTo>
                  <a:lnTo>
                    <a:pt x="2697" y="108"/>
                  </a:lnTo>
                  <a:lnTo>
                    <a:pt x="2374" y="252"/>
                  </a:lnTo>
                  <a:lnTo>
                    <a:pt x="2050" y="432"/>
                  </a:lnTo>
                  <a:lnTo>
                    <a:pt x="1727" y="648"/>
                  </a:lnTo>
                  <a:lnTo>
                    <a:pt x="1439" y="899"/>
                  </a:lnTo>
                  <a:lnTo>
                    <a:pt x="1187" y="1223"/>
                  </a:lnTo>
                  <a:lnTo>
                    <a:pt x="972" y="1546"/>
                  </a:lnTo>
                  <a:lnTo>
                    <a:pt x="756" y="1870"/>
                  </a:lnTo>
                  <a:lnTo>
                    <a:pt x="576" y="2230"/>
                  </a:lnTo>
                  <a:lnTo>
                    <a:pt x="396" y="2625"/>
                  </a:lnTo>
                  <a:lnTo>
                    <a:pt x="252" y="2985"/>
                  </a:lnTo>
                  <a:lnTo>
                    <a:pt x="145" y="3380"/>
                  </a:lnTo>
                  <a:lnTo>
                    <a:pt x="73" y="3776"/>
                  </a:lnTo>
                  <a:lnTo>
                    <a:pt x="37" y="4135"/>
                  </a:lnTo>
                  <a:lnTo>
                    <a:pt x="1" y="4495"/>
                  </a:lnTo>
                  <a:lnTo>
                    <a:pt x="1" y="4854"/>
                  </a:lnTo>
                  <a:lnTo>
                    <a:pt x="1" y="4890"/>
                  </a:lnTo>
                  <a:lnTo>
                    <a:pt x="1" y="4962"/>
                  </a:lnTo>
                  <a:lnTo>
                    <a:pt x="37" y="4998"/>
                  </a:lnTo>
                  <a:lnTo>
                    <a:pt x="109" y="5034"/>
                  </a:lnTo>
                  <a:lnTo>
                    <a:pt x="216" y="5034"/>
                  </a:lnTo>
                  <a:lnTo>
                    <a:pt x="288" y="4962"/>
                  </a:lnTo>
                  <a:lnTo>
                    <a:pt x="540" y="4351"/>
                  </a:lnTo>
                  <a:lnTo>
                    <a:pt x="864" y="3776"/>
                  </a:lnTo>
                  <a:lnTo>
                    <a:pt x="972" y="3596"/>
                  </a:lnTo>
                  <a:lnTo>
                    <a:pt x="1115" y="3452"/>
                  </a:lnTo>
                  <a:lnTo>
                    <a:pt x="1295" y="3344"/>
                  </a:lnTo>
                  <a:lnTo>
                    <a:pt x="1475" y="3272"/>
                  </a:lnTo>
                  <a:lnTo>
                    <a:pt x="1655" y="3200"/>
                  </a:lnTo>
                  <a:lnTo>
                    <a:pt x="1834" y="3164"/>
                  </a:lnTo>
                  <a:lnTo>
                    <a:pt x="2050" y="3164"/>
                  </a:lnTo>
                  <a:lnTo>
                    <a:pt x="2230" y="3200"/>
                  </a:lnTo>
                  <a:lnTo>
                    <a:pt x="2266" y="3200"/>
                  </a:lnTo>
                  <a:lnTo>
                    <a:pt x="2302" y="3164"/>
                  </a:lnTo>
                  <a:lnTo>
                    <a:pt x="2266" y="3128"/>
                  </a:lnTo>
                  <a:lnTo>
                    <a:pt x="2014" y="2985"/>
                  </a:lnTo>
                  <a:lnTo>
                    <a:pt x="1763" y="2913"/>
                  </a:lnTo>
                  <a:lnTo>
                    <a:pt x="1511" y="2913"/>
                  </a:lnTo>
                  <a:lnTo>
                    <a:pt x="1295" y="2985"/>
                  </a:lnTo>
                  <a:lnTo>
                    <a:pt x="1079" y="3057"/>
                  </a:lnTo>
                  <a:lnTo>
                    <a:pt x="900" y="3200"/>
                  </a:lnTo>
                  <a:lnTo>
                    <a:pt x="720" y="3380"/>
                  </a:lnTo>
                  <a:lnTo>
                    <a:pt x="576" y="3596"/>
                  </a:lnTo>
                  <a:lnTo>
                    <a:pt x="756" y="3057"/>
                  </a:lnTo>
                  <a:lnTo>
                    <a:pt x="936" y="2517"/>
                  </a:lnTo>
                  <a:lnTo>
                    <a:pt x="1187" y="2014"/>
                  </a:lnTo>
                  <a:lnTo>
                    <a:pt x="1439" y="1546"/>
                  </a:lnTo>
                  <a:lnTo>
                    <a:pt x="1763" y="1115"/>
                  </a:lnTo>
                  <a:lnTo>
                    <a:pt x="2158" y="719"/>
                  </a:lnTo>
                  <a:lnTo>
                    <a:pt x="2554" y="360"/>
                  </a:lnTo>
                  <a:lnTo>
                    <a:pt x="2805" y="216"/>
                  </a:lnTo>
                  <a:lnTo>
                    <a:pt x="3057" y="72"/>
                  </a:lnTo>
                  <a:lnTo>
                    <a:pt x="3057" y="36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31"/>
            <p:cNvSpPr/>
            <p:nvPr/>
          </p:nvSpPr>
          <p:spPr>
            <a:xfrm>
              <a:off x="4135375" y="1872300"/>
              <a:ext cx="1031975" cy="1667475"/>
            </a:xfrm>
            <a:custGeom>
              <a:avLst/>
              <a:gdLst/>
              <a:ahLst/>
              <a:cxnLst/>
              <a:rect l="l" t="t" r="r" b="b"/>
              <a:pathLst>
                <a:path w="41279" h="66699" extrusionOk="0">
                  <a:moveTo>
                    <a:pt x="1367" y="1"/>
                  </a:moveTo>
                  <a:lnTo>
                    <a:pt x="1080" y="72"/>
                  </a:lnTo>
                  <a:lnTo>
                    <a:pt x="792" y="180"/>
                  </a:lnTo>
                  <a:lnTo>
                    <a:pt x="576" y="324"/>
                  </a:lnTo>
                  <a:lnTo>
                    <a:pt x="396" y="540"/>
                  </a:lnTo>
                  <a:lnTo>
                    <a:pt x="217" y="828"/>
                  </a:lnTo>
                  <a:lnTo>
                    <a:pt x="109" y="1115"/>
                  </a:lnTo>
                  <a:lnTo>
                    <a:pt x="37" y="1475"/>
                  </a:lnTo>
                  <a:lnTo>
                    <a:pt x="1" y="1870"/>
                  </a:lnTo>
                  <a:lnTo>
                    <a:pt x="1" y="2338"/>
                  </a:lnTo>
                  <a:lnTo>
                    <a:pt x="1" y="2841"/>
                  </a:lnTo>
                  <a:lnTo>
                    <a:pt x="73" y="3380"/>
                  </a:lnTo>
                  <a:lnTo>
                    <a:pt x="181" y="3956"/>
                  </a:lnTo>
                  <a:lnTo>
                    <a:pt x="325" y="4567"/>
                  </a:lnTo>
                  <a:lnTo>
                    <a:pt x="504" y="5214"/>
                  </a:lnTo>
                  <a:lnTo>
                    <a:pt x="720" y="5897"/>
                  </a:lnTo>
                  <a:lnTo>
                    <a:pt x="972" y="6652"/>
                  </a:lnTo>
                  <a:lnTo>
                    <a:pt x="1583" y="8234"/>
                  </a:lnTo>
                  <a:lnTo>
                    <a:pt x="2338" y="9924"/>
                  </a:lnTo>
                  <a:lnTo>
                    <a:pt x="3201" y="11758"/>
                  </a:lnTo>
                  <a:lnTo>
                    <a:pt x="4244" y="13736"/>
                  </a:lnTo>
                  <a:lnTo>
                    <a:pt x="8487" y="21502"/>
                  </a:lnTo>
                  <a:lnTo>
                    <a:pt x="12226" y="28298"/>
                  </a:lnTo>
                  <a:lnTo>
                    <a:pt x="13772" y="31174"/>
                  </a:lnTo>
                  <a:lnTo>
                    <a:pt x="15030" y="33547"/>
                  </a:lnTo>
                  <a:lnTo>
                    <a:pt x="15498" y="34518"/>
                  </a:lnTo>
                  <a:lnTo>
                    <a:pt x="15893" y="35381"/>
                  </a:lnTo>
                  <a:lnTo>
                    <a:pt x="16181" y="36064"/>
                  </a:lnTo>
                  <a:lnTo>
                    <a:pt x="16397" y="36568"/>
                  </a:lnTo>
                  <a:lnTo>
                    <a:pt x="17044" y="39839"/>
                  </a:lnTo>
                  <a:lnTo>
                    <a:pt x="17691" y="43219"/>
                  </a:lnTo>
                  <a:lnTo>
                    <a:pt x="18446" y="47318"/>
                  </a:lnTo>
                  <a:lnTo>
                    <a:pt x="19273" y="51849"/>
                  </a:lnTo>
                  <a:lnTo>
                    <a:pt x="20064" y="56379"/>
                  </a:lnTo>
                  <a:lnTo>
                    <a:pt x="20711" y="60658"/>
                  </a:lnTo>
                  <a:lnTo>
                    <a:pt x="20999" y="62599"/>
                  </a:lnTo>
                  <a:lnTo>
                    <a:pt x="21215" y="64325"/>
                  </a:lnTo>
                  <a:lnTo>
                    <a:pt x="21251" y="64469"/>
                  </a:lnTo>
                  <a:lnTo>
                    <a:pt x="21323" y="64577"/>
                  </a:lnTo>
                  <a:lnTo>
                    <a:pt x="21395" y="64721"/>
                  </a:lnTo>
                  <a:lnTo>
                    <a:pt x="21502" y="64829"/>
                  </a:lnTo>
                  <a:lnTo>
                    <a:pt x="21826" y="65044"/>
                  </a:lnTo>
                  <a:lnTo>
                    <a:pt x="22186" y="65260"/>
                  </a:lnTo>
                  <a:lnTo>
                    <a:pt x="22689" y="65476"/>
                  </a:lnTo>
                  <a:lnTo>
                    <a:pt x="23228" y="65656"/>
                  </a:lnTo>
                  <a:lnTo>
                    <a:pt x="23840" y="65800"/>
                  </a:lnTo>
                  <a:lnTo>
                    <a:pt x="24523" y="65979"/>
                  </a:lnTo>
                  <a:lnTo>
                    <a:pt x="25278" y="66123"/>
                  </a:lnTo>
                  <a:lnTo>
                    <a:pt x="26069" y="66231"/>
                  </a:lnTo>
                  <a:lnTo>
                    <a:pt x="27795" y="66447"/>
                  </a:lnTo>
                  <a:lnTo>
                    <a:pt x="29593" y="66591"/>
                  </a:lnTo>
                  <a:lnTo>
                    <a:pt x="31462" y="66662"/>
                  </a:lnTo>
                  <a:lnTo>
                    <a:pt x="33332" y="66698"/>
                  </a:lnTo>
                  <a:lnTo>
                    <a:pt x="35130" y="66662"/>
                  </a:lnTo>
                  <a:lnTo>
                    <a:pt x="36820" y="66555"/>
                  </a:lnTo>
                  <a:lnTo>
                    <a:pt x="37575" y="66447"/>
                  </a:lnTo>
                  <a:lnTo>
                    <a:pt x="38294" y="66375"/>
                  </a:lnTo>
                  <a:lnTo>
                    <a:pt x="38977" y="66267"/>
                  </a:lnTo>
                  <a:lnTo>
                    <a:pt x="39552" y="66123"/>
                  </a:lnTo>
                  <a:lnTo>
                    <a:pt x="40056" y="65979"/>
                  </a:lnTo>
                  <a:lnTo>
                    <a:pt x="40523" y="65800"/>
                  </a:lnTo>
                  <a:lnTo>
                    <a:pt x="40847" y="65620"/>
                  </a:lnTo>
                  <a:lnTo>
                    <a:pt x="41098" y="65440"/>
                  </a:lnTo>
                  <a:lnTo>
                    <a:pt x="41206" y="65332"/>
                  </a:lnTo>
                  <a:lnTo>
                    <a:pt x="41242" y="65224"/>
                  </a:lnTo>
                  <a:lnTo>
                    <a:pt x="41278" y="65116"/>
                  </a:lnTo>
                  <a:lnTo>
                    <a:pt x="41278" y="64973"/>
                  </a:lnTo>
                  <a:lnTo>
                    <a:pt x="41134" y="63570"/>
                  </a:lnTo>
                  <a:lnTo>
                    <a:pt x="40919" y="61988"/>
                  </a:lnTo>
                  <a:lnTo>
                    <a:pt x="40631" y="60226"/>
                  </a:lnTo>
                  <a:lnTo>
                    <a:pt x="40271" y="58357"/>
                  </a:lnTo>
                  <a:lnTo>
                    <a:pt x="39840" y="56379"/>
                  </a:lnTo>
                  <a:lnTo>
                    <a:pt x="39408" y="54294"/>
                  </a:lnTo>
                  <a:lnTo>
                    <a:pt x="38402" y="49943"/>
                  </a:lnTo>
                  <a:lnTo>
                    <a:pt x="37287" y="45520"/>
                  </a:lnTo>
                  <a:lnTo>
                    <a:pt x="36136" y="41206"/>
                  </a:lnTo>
                  <a:lnTo>
                    <a:pt x="35022" y="37143"/>
                  </a:lnTo>
                  <a:lnTo>
                    <a:pt x="33943" y="33547"/>
                  </a:lnTo>
                  <a:lnTo>
                    <a:pt x="33799" y="33152"/>
                  </a:lnTo>
                  <a:lnTo>
                    <a:pt x="33620" y="32720"/>
                  </a:lnTo>
                  <a:lnTo>
                    <a:pt x="33044" y="31570"/>
                  </a:lnTo>
                  <a:lnTo>
                    <a:pt x="32253" y="30203"/>
                  </a:lnTo>
                  <a:lnTo>
                    <a:pt x="31246" y="28549"/>
                  </a:lnTo>
                  <a:lnTo>
                    <a:pt x="30024" y="26752"/>
                  </a:lnTo>
                  <a:lnTo>
                    <a:pt x="28586" y="24738"/>
                  </a:lnTo>
                  <a:lnTo>
                    <a:pt x="26968" y="22581"/>
                  </a:lnTo>
                  <a:lnTo>
                    <a:pt x="25170" y="20316"/>
                  </a:lnTo>
                  <a:lnTo>
                    <a:pt x="23192" y="17978"/>
                  </a:lnTo>
                  <a:lnTo>
                    <a:pt x="22150" y="16792"/>
                  </a:lnTo>
                  <a:lnTo>
                    <a:pt x="21035" y="15569"/>
                  </a:lnTo>
                  <a:lnTo>
                    <a:pt x="19920" y="14347"/>
                  </a:lnTo>
                  <a:lnTo>
                    <a:pt x="18734" y="13160"/>
                  </a:lnTo>
                  <a:lnTo>
                    <a:pt x="17547" y="11938"/>
                  </a:lnTo>
                  <a:lnTo>
                    <a:pt x="16289" y="10715"/>
                  </a:lnTo>
                  <a:lnTo>
                    <a:pt x="15030" y="9493"/>
                  </a:lnTo>
                  <a:lnTo>
                    <a:pt x="13700" y="8306"/>
                  </a:lnTo>
                  <a:lnTo>
                    <a:pt x="12370" y="7120"/>
                  </a:lnTo>
                  <a:lnTo>
                    <a:pt x="11003" y="5969"/>
                  </a:lnTo>
                  <a:lnTo>
                    <a:pt x="9601" y="4819"/>
                  </a:lnTo>
                  <a:lnTo>
                    <a:pt x="8163" y="3704"/>
                  </a:lnTo>
                  <a:lnTo>
                    <a:pt x="6689" y="2625"/>
                  </a:lnTo>
                  <a:lnTo>
                    <a:pt x="5215" y="1583"/>
                  </a:lnTo>
                  <a:lnTo>
                    <a:pt x="4567" y="1151"/>
                  </a:lnTo>
                  <a:lnTo>
                    <a:pt x="3992" y="828"/>
                  </a:lnTo>
                  <a:lnTo>
                    <a:pt x="3453" y="540"/>
                  </a:lnTo>
                  <a:lnTo>
                    <a:pt x="2985" y="324"/>
                  </a:lnTo>
                  <a:lnTo>
                    <a:pt x="2518" y="144"/>
                  </a:lnTo>
                  <a:lnTo>
                    <a:pt x="2086" y="36"/>
                  </a:lnTo>
                  <a:lnTo>
                    <a:pt x="1727" y="1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31"/>
            <p:cNvSpPr/>
            <p:nvPr/>
          </p:nvSpPr>
          <p:spPr>
            <a:xfrm>
              <a:off x="4583025" y="3480425"/>
              <a:ext cx="665225" cy="695775"/>
            </a:xfrm>
            <a:custGeom>
              <a:avLst/>
              <a:gdLst/>
              <a:ahLst/>
              <a:cxnLst/>
              <a:rect l="l" t="t" r="r" b="b"/>
              <a:pathLst>
                <a:path w="26609" h="27831" extrusionOk="0">
                  <a:moveTo>
                    <a:pt x="3309" y="0"/>
                  </a:moveTo>
                  <a:lnTo>
                    <a:pt x="2734" y="2266"/>
                  </a:lnTo>
                  <a:lnTo>
                    <a:pt x="2122" y="4603"/>
                  </a:lnTo>
                  <a:lnTo>
                    <a:pt x="1475" y="7443"/>
                  </a:lnTo>
                  <a:lnTo>
                    <a:pt x="828" y="10427"/>
                  </a:lnTo>
                  <a:lnTo>
                    <a:pt x="576" y="11902"/>
                  </a:lnTo>
                  <a:lnTo>
                    <a:pt x="325" y="13304"/>
                  </a:lnTo>
                  <a:lnTo>
                    <a:pt x="145" y="14598"/>
                  </a:lnTo>
                  <a:lnTo>
                    <a:pt x="37" y="15785"/>
                  </a:lnTo>
                  <a:lnTo>
                    <a:pt x="1" y="16792"/>
                  </a:lnTo>
                  <a:lnTo>
                    <a:pt x="1" y="17223"/>
                  </a:lnTo>
                  <a:lnTo>
                    <a:pt x="37" y="17583"/>
                  </a:lnTo>
                  <a:lnTo>
                    <a:pt x="145" y="18194"/>
                  </a:lnTo>
                  <a:lnTo>
                    <a:pt x="289" y="18841"/>
                  </a:lnTo>
                  <a:lnTo>
                    <a:pt x="468" y="19560"/>
                  </a:lnTo>
                  <a:lnTo>
                    <a:pt x="684" y="20279"/>
                  </a:lnTo>
                  <a:lnTo>
                    <a:pt x="936" y="21034"/>
                  </a:lnTo>
                  <a:lnTo>
                    <a:pt x="1187" y="21825"/>
                  </a:lnTo>
                  <a:lnTo>
                    <a:pt x="1475" y="22581"/>
                  </a:lnTo>
                  <a:lnTo>
                    <a:pt x="1799" y="23300"/>
                  </a:lnTo>
                  <a:lnTo>
                    <a:pt x="2122" y="24019"/>
                  </a:lnTo>
                  <a:lnTo>
                    <a:pt x="2482" y="24702"/>
                  </a:lnTo>
                  <a:lnTo>
                    <a:pt x="2877" y="25349"/>
                  </a:lnTo>
                  <a:lnTo>
                    <a:pt x="3237" y="25924"/>
                  </a:lnTo>
                  <a:lnTo>
                    <a:pt x="3632" y="26392"/>
                  </a:lnTo>
                  <a:lnTo>
                    <a:pt x="4064" y="26823"/>
                  </a:lnTo>
                  <a:lnTo>
                    <a:pt x="4280" y="26967"/>
                  </a:lnTo>
                  <a:lnTo>
                    <a:pt x="4495" y="27111"/>
                  </a:lnTo>
                  <a:lnTo>
                    <a:pt x="4711" y="27255"/>
                  </a:lnTo>
                  <a:lnTo>
                    <a:pt x="4891" y="27327"/>
                  </a:lnTo>
                  <a:lnTo>
                    <a:pt x="5286" y="27435"/>
                  </a:lnTo>
                  <a:lnTo>
                    <a:pt x="5646" y="27471"/>
                  </a:lnTo>
                  <a:lnTo>
                    <a:pt x="5970" y="27471"/>
                  </a:lnTo>
                  <a:lnTo>
                    <a:pt x="6293" y="27435"/>
                  </a:lnTo>
                  <a:lnTo>
                    <a:pt x="6581" y="27399"/>
                  </a:lnTo>
                  <a:lnTo>
                    <a:pt x="6868" y="27291"/>
                  </a:lnTo>
                  <a:lnTo>
                    <a:pt x="7120" y="27183"/>
                  </a:lnTo>
                  <a:lnTo>
                    <a:pt x="7336" y="27039"/>
                  </a:lnTo>
                  <a:lnTo>
                    <a:pt x="7731" y="26751"/>
                  </a:lnTo>
                  <a:lnTo>
                    <a:pt x="8019" y="26500"/>
                  </a:lnTo>
                  <a:lnTo>
                    <a:pt x="8271" y="26212"/>
                  </a:lnTo>
                  <a:lnTo>
                    <a:pt x="8522" y="26536"/>
                  </a:lnTo>
                  <a:lnTo>
                    <a:pt x="8810" y="26787"/>
                  </a:lnTo>
                  <a:lnTo>
                    <a:pt x="9134" y="27039"/>
                  </a:lnTo>
                  <a:lnTo>
                    <a:pt x="9457" y="27255"/>
                  </a:lnTo>
                  <a:lnTo>
                    <a:pt x="9817" y="27435"/>
                  </a:lnTo>
                  <a:lnTo>
                    <a:pt x="10176" y="27614"/>
                  </a:lnTo>
                  <a:lnTo>
                    <a:pt x="10572" y="27722"/>
                  </a:lnTo>
                  <a:lnTo>
                    <a:pt x="10931" y="27830"/>
                  </a:lnTo>
                  <a:lnTo>
                    <a:pt x="11291" y="27830"/>
                  </a:lnTo>
                  <a:lnTo>
                    <a:pt x="11615" y="27794"/>
                  </a:lnTo>
                  <a:lnTo>
                    <a:pt x="11938" y="27686"/>
                  </a:lnTo>
                  <a:lnTo>
                    <a:pt x="12226" y="27542"/>
                  </a:lnTo>
                  <a:lnTo>
                    <a:pt x="12514" y="27363"/>
                  </a:lnTo>
                  <a:lnTo>
                    <a:pt x="12765" y="27147"/>
                  </a:lnTo>
                  <a:lnTo>
                    <a:pt x="12981" y="26895"/>
                  </a:lnTo>
                  <a:lnTo>
                    <a:pt x="13197" y="26644"/>
                  </a:lnTo>
                  <a:lnTo>
                    <a:pt x="13592" y="26176"/>
                  </a:lnTo>
                  <a:lnTo>
                    <a:pt x="13844" y="25709"/>
                  </a:lnTo>
                  <a:lnTo>
                    <a:pt x="14060" y="25277"/>
                  </a:lnTo>
                  <a:lnTo>
                    <a:pt x="14419" y="25529"/>
                  </a:lnTo>
                  <a:lnTo>
                    <a:pt x="14779" y="25781"/>
                  </a:lnTo>
                  <a:lnTo>
                    <a:pt x="15138" y="25960"/>
                  </a:lnTo>
                  <a:lnTo>
                    <a:pt x="15534" y="26140"/>
                  </a:lnTo>
                  <a:lnTo>
                    <a:pt x="15929" y="26284"/>
                  </a:lnTo>
                  <a:lnTo>
                    <a:pt x="16325" y="26392"/>
                  </a:lnTo>
                  <a:lnTo>
                    <a:pt x="16756" y="26464"/>
                  </a:lnTo>
                  <a:lnTo>
                    <a:pt x="17152" y="26536"/>
                  </a:lnTo>
                  <a:lnTo>
                    <a:pt x="17511" y="26500"/>
                  </a:lnTo>
                  <a:lnTo>
                    <a:pt x="17835" y="26428"/>
                  </a:lnTo>
                  <a:lnTo>
                    <a:pt x="18159" y="26320"/>
                  </a:lnTo>
                  <a:lnTo>
                    <a:pt x="18482" y="26140"/>
                  </a:lnTo>
                  <a:lnTo>
                    <a:pt x="18770" y="25960"/>
                  </a:lnTo>
                  <a:lnTo>
                    <a:pt x="19057" y="25745"/>
                  </a:lnTo>
                  <a:lnTo>
                    <a:pt x="19597" y="25277"/>
                  </a:lnTo>
                  <a:lnTo>
                    <a:pt x="20028" y="24774"/>
                  </a:lnTo>
                  <a:lnTo>
                    <a:pt x="20352" y="24342"/>
                  </a:lnTo>
                  <a:lnTo>
                    <a:pt x="20639" y="23947"/>
                  </a:lnTo>
                  <a:lnTo>
                    <a:pt x="21107" y="23983"/>
                  </a:lnTo>
                  <a:lnTo>
                    <a:pt x="21538" y="24019"/>
                  </a:lnTo>
                  <a:lnTo>
                    <a:pt x="21970" y="23983"/>
                  </a:lnTo>
                  <a:lnTo>
                    <a:pt x="22401" y="23947"/>
                  </a:lnTo>
                  <a:lnTo>
                    <a:pt x="22833" y="23839"/>
                  </a:lnTo>
                  <a:lnTo>
                    <a:pt x="23264" y="23695"/>
                  </a:lnTo>
                  <a:lnTo>
                    <a:pt x="23660" y="23515"/>
                  </a:lnTo>
                  <a:lnTo>
                    <a:pt x="24055" y="23300"/>
                  </a:lnTo>
                  <a:lnTo>
                    <a:pt x="24235" y="23192"/>
                  </a:lnTo>
                  <a:lnTo>
                    <a:pt x="24379" y="23048"/>
                  </a:lnTo>
                  <a:lnTo>
                    <a:pt x="24667" y="22688"/>
                  </a:lnTo>
                  <a:lnTo>
                    <a:pt x="24954" y="22257"/>
                  </a:lnTo>
                  <a:lnTo>
                    <a:pt x="25206" y="21754"/>
                  </a:lnTo>
                  <a:lnTo>
                    <a:pt x="25422" y="21178"/>
                  </a:lnTo>
                  <a:lnTo>
                    <a:pt x="25637" y="20567"/>
                  </a:lnTo>
                  <a:lnTo>
                    <a:pt x="25817" y="19920"/>
                  </a:lnTo>
                  <a:lnTo>
                    <a:pt x="25997" y="19201"/>
                  </a:lnTo>
                  <a:lnTo>
                    <a:pt x="26141" y="18482"/>
                  </a:lnTo>
                  <a:lnTo>
                    <a:pt x="26285" y="17727"/>
                  </a:lnTo>
                  <a:lnTo>
                    <a:pt x="26464" y="16252"/>
                  </a:lnTo>
                  <a:lnTo>
                    <a:pt x="26572" y="14850"/>
                  </a:lnTo>
                  <a:lnTo>
                    <a:pt x="26608" y="13592"/>
                  </a:lnTo>
                  <a:lnTo>
                    <a:pt x="26572" y="12944"/>
                  </a:lnTo>
                  <a:lnTo>
                    <a:pt x="26464" y="12189"/>
                  </a:lnTo>
                  <a:lnTo>
                    <a:pt x="26320" y="11362"/>
                  </a:lnTo>
                  <a:lnTo>
                    <a:pt x="26105" y="10427"/>
                  </a:lnTo>
                  <a:lnTo>
                    <a:pt x="25637" y="8414"/>
                  </a:lnTo>
                  <a:lnTo>
                    <a:pt x="25026" y="6293"/>
                  </a:lnTo>
                  <a:lnTo>
                    <a:pt x="23911" y="2445"/>
                  </a:lnTo>
                  <a:lnTo>
                    <a:pt x="23444" y="971"/>
                  </a:lnTo>
                  <a:lnTo>
                    <a:pt x="23192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31"/>
            <p:cNvSpPr/>
            <p:nvPr/>
          </p:nvSpPr>
          <p:spPr>
            <a:xfrm>
              <a:off x="4731350" y="3885825"/>
              <a:ext cx="53950" cy="248125"/>
            </a:xfrm>
            <a:custGeom>
              <a:avLst/>
              <a:gdLst/>
              <a:ahLst/>
              <a:cxnLst/>
              <a:rect l="l" t="t" r="r" b="b"/>
              <a:pathLst>
                <a:path w="2158" h="9925" extrusionOk="0">
                  <a:moveTo>
                    <a:pt x="37" y="0"/>
                  </a:moveTo>
                  <a:lnTo>
                    <a:pt x="1" y="36"/>
                  </a:lnTo>
                  <a:lnTo>
                    <a:pt x="1" y="72"/>
                  </a:lnTo>
                  <a:lnTo>
                    <a:pt x="324" y="2553"/>
                  </a:lnTo>
                  <a:lnTo>
                    <a:pt x="504" y="3812"/>
                  </a:lnTo>
                  <a:lnTo>
                    <a:pt x="684" y="5034"/>
                  </a:lnTo>
                  <a:lnTo>
                    <a:pt x="935" y="6257"/>
                  </a:lnTo>
                  <a:lnTo>
                    <a:pt x="1223" y="7479"/>
                  </a:lnTo>
                  <a:lnTo>
                    <a:pt x="1583" y="8702"/>
                  </a:lnTo>
                  <a:lnTo>
                    <a:pt x="1798" y="9277"/>
                  </a:lnTo>
                  <a:lnTo>
                    <a:pt x="2014" y="9888"/>
                  </a:lnTo>
                  <a:lnTo>
                    <a:pt x="2086" y="9924"/>
                  </a:lnTo>
                  <a:lnTo>
                    <a:pt x="2158" y="9888"/>
                  </a:lnTo>
                  <a:lnTo>
                    <a:pt x="2158" y="9852"/>
                  </a:lnTo>
                  <a:lnTo>
                    <a:pt x="1942" y="8630"/>
                  </a:lnTo>
                  <a:lnTo>
                    <a:pt x="1655" y="7407"/>
                  </a:lnTo>
                  <a:lnTo>
                    <a:pt x="1079" y="4962"/>
                  </a:lnTo>
                  <a:lnTo>
                    <a:pt x="792" y="3740"/>
                  </a:lnTo>
                  <a:lnTo>
                    <a:pt x="540" y="2517"/>
                  </a:lnTo>
                  <a:lnTo>
                    <a:pt x="288" y="1295"/>
                  </a:lnTo>
                  <a:lnTo>
                    <a:pt x="108" y="72"/>
                  </a:lnTo>
                  <a:lnTo>
                    <a:pt x="108" y="3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335;p31"/>
            <p:cNvSpPr/>
            <p:nvPr/>
          </p:nvSpPr>
          <p:spPr>
            <a:xfrm>
              <a:off x="4911125" y="3867850"/>
              <a:ext cx="22500" cy="244525"/>
            </a:xfrm>
            <a:custGeom>
              <a:avLst/>
              <a:gdLst/>
              <a:ahLst/>
              <a:cxnLst/>
              <a:rect l="l" t="t" r="r" b="b"/>
              <a:pathLst>
                <a:path w="900" h="9781" extrusionOk="0">
                  <a:moveTo>
                    <a:pt x="37" y="0"/>
                  </a:moveTo>
                  <a:lnTo>
                    <a:pt x="1" y="36"/>
                  </a:lnTo>
                  <a:lnTo>
                    <a:pt x="1" y="72"/>
                  </a:lnTo>
                  <a:lnTo>
                    <a:pt x="37" y="2517"/>
                  </a:lnTo>
                  <a:lnTo>
                    <a:pt x="145" y="4998"/>
                  </a:lnTo>
                  <a:lnTo>
                    <a:pt x="216" y="6221"/>
                  </a:lnTo>
                  <a:lnTo>
                    <a:pt x="324" y="7443"/>
                  </a:lnTo>
                  <a:lnTo>
                    <a:pt x="360" y="8018"/>
                  </a:lnTo>
                  <a:lnTo>
                    <a:pt x="432" y="8594"/>
                  </a:lnTo>
                  <a:lnTo>
                    <a:pt x="540" y="9169"/>
                  </a:lnTo>
                  <a:lnTo>
                    <a:pt x="684" y="9708"/>
                  </a:lnTo>
                  <a:lnTo>
                    <a:pt x="720" y="9780"/>
                  </a:lnTo>
                  <a:lnTo>
                    <a:pt x="864" y="9780"/>
                  </a:lnTo>
                  <a:lnTo>
                    <a:pt x="900" y="9708"/>
                  </a:lnTo>
                  <a:lnTo>
                    <a:pt x="900" y="9133"/>
                  </a:lnTo>
                  <a:lnTo>
                    <a:pt x="900" y="8558"/>
                  </a:lnTo>
                  <a:lnTo>
                    <a:pt x="828" y="7982"/>
                  </a:lnTo>
                  <a:lnTo>
                    <a:pt x="756" y="7407"/>
                  </a:lnTo>
                  <a:lnTo>
                    <a:pt x="468" y="4962"/>
                  </a:lnTo>
                  <a:lnTo>
                    <a:pt x="252" y="2517"/>
                  </a:lnTo>
                  <a:lnTo>
                    <a:pt x="109" y="72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336;p31"/>
            <p:cNvSpPr/>
            <p:nvPr/>
          </p:nvSpPr>
          <p:spPr>
            <a:xfrm>
              <a:off x="5084625" y="3856150"/>
              <a:ext cx="18900" cy="222050"/>
            </a:xfrm>
            <a:custGeom>
              <a:avLst/>
              <a:gdLst/>
              <a:ahLst/>
              <a:cxnLst/>
              <a:rect l="l" t="t" r="r" b="b"/>
              <a:pathLst>
                <a:path w="756" h="8882" extrusionOk="0">
                  <a:moveTo>
                    <a:pt x="72" y="1"/>
                  </a:moveTo>
                  <a:lnTo>
                    <a:pt x="36" y="37"/>
                  </a:lnTo>
                  <a:lnTo>
                    <a:pt x="0" y="73"/>
                  </a:lnTo>
                  <a:lnTo>
                    <a:pt x="144" y="2302"/>
                  </a:lnTo>
                  <a:lnTo>
                    <a:pt x="288" y="4531"/>
                  </a:lnTo>
                  <a:lnTo>
                    <a:pt x="360" y="6761"/>
                  </a:lnTo>
                  <a:lnTo>
                    <a:pt x="360" y="7300"/>
                  </a:lnTo>
                  <a:lnTo>
                    <a:pt x="396" y="7803"/>
                  </a:lnTo>
                  <a:lnTo>
                    <a:pt x="468" y="8343"/>
                  </a:lnTo>
                  <a:lnTo>
                    <a:pt x="575" y="8846"/>
                  </a:lnTo>
                  <a:lnTo>
                    <a:pt x="611" y="8882"/>
                  </a:lnTo>
                  <a:lnTo>
                    <a:pt x="647" y="8882"/>
                  </a:lnTo>
                  <a:lnTo>
                    <a:pt x="647" y="8846"/>
                  </a:lnTo>
                  <a:lnTo>
                    <a:pt x="719" y="8343"/>
                  </a:lnTo>
                  <a:lnTo>
                    <a:pt x="755" y="7839"/>
                  </a:lnTo>
                  <a:lnTo>
                    <a:pt x="755" y="7336"/>
                  </a:lnTo>
                  <a:lnTo>
                    <a:pt x="683" y="6832"/>
                  </a:lnTo>
                  <a:lnTo>
                    <a:pt x="540" y="4603"/>
                  </a:lnTo>
                  <a:lnTo>
                    <a:pt x="108" y="73"/>
                  </a:lnTo>
                  <a:lnTo>
                    <a:pt x="108" y="37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31"/>
            <p:cNvSpPr/>
            <p:nvPr/>
          </p:nvSpPr>
          <p:spPr>
            <a:xfrm>
              <a:off x="4090450" y="1845325"/>
              <a:ext cx="1096675" cy="1641425"/>
            </a:xfrm>
            <a:custGeom>
              <a:avLst/>
              <a:gdLst/>
              <a:ahLst/>
              <a:cxnLst/>
              <a:rect l="l" t="t" r="r" b="b"/>
              <a:pathLst>
                <a:path w="43867" h="65657" extrusionOk="0">
                  <a:moveTo>
                    <a:pt x="1402" y="1"/>
                  </a:moveTo>
                  <a:lnTo>
                    <a:pt x="1079" y="37"/>
                  </a:lnTo>
                  <a:lnTo>
                    <a:pt x="791" y="145"/>
                  </a:lnTo>
                  <a:lnTo>
                    <a:pt x="575" y="253"/>
                  </a:lnTo>
                  <a:lnTo>
                    <a:pt x="360" y="468"/>
                  </a:lnTo>
                  <a:lnTo>
                    <a:pt x="216" y="684"/>
                  </a:lnTo>
                  <a:lnTo>
                    <a:pt x="108" y="972"/>
                  </a:lnTo>
                  <a:lnTo>
                    <a:pt x="36" y="1295"/>
                  </a:lnTo>
                  <a:lnTo>
                    <a:pt x="0" y="1655"/>
                  </a:lnTo>
                  <a:lnTo>
                    <a:pt x="0" y="2050"/>
                  </a:lnTo>
                  <a:lnTo>
                    <a:pt x="72" y="2482"/>
                  </a:lnTo>
                  <a:lnTo>
                    <a:pt x="144" y="2985"/>
                  </a:lnTo>
                  <a:lnTo>
                    <a:pt x="252" y="3489"/>
                  </a:lnTo>
                  <a:lnTo>
                    <a:pt x="396" y="4028"/>
                  </a:lnTo>
                  <a:lnTo>
                    <a:pt x="575" y="4603"/>
                  </a:lnTo>
                  <a:lnTo>
                    <a:pt x="1007" y="5862"/>
                  </a:lnTo>
                  <a:lnTo>
                    <a:pt x="1546" y="7192"/>
                  </a:lnTo>
                  <a:lnTo>
                    <a:pt x="2229" y="8666"/>
                  </a:lnTo>
                  <a:lnTo>
                    <a:pt x="2949" y="10176"/>
                  </a:lnTo>
                  <a:lnTo>
                    <a:pt x="7012" y="18051"/>
                  </a:lnTo>
                  <a:lnTo>
                    <a:pt x="11758" y="27255"/>
                  </a:lnTo>
                  <a:lnTo>
                    <a:pt x="13951" y="31570"/>
                  </a:lnTo>
                  <a:lnTo>
                    <a:pt x="15821" y="35202"/>
                  </a:lnTo>
                  <a:lnTo>
                    <a:pt x="17115" y="37862"/>
                  </a:lnTo>
                  <a:lnTo>
                    <a:pt x="17511" y="38725"/>
                  </a:lnTo>
                  <a:lnTo>
                    <a:pt x="17726" y="39193"/>
                  </a:lnTo>
                  <a:lnTo>
                    <a:pt x="17834" y="39732"/>
                  </a:lnTo>
                  <a:lnTo>
                    <a:pt x="18050" y="40775"/>
                  </a:lnTo>
                  <a:lnTo>
                    <a:pt x="18589" y="43975"/>
                  </a:lnTo>
                  <a:lnTo>
                    <a:pt x="20063" y="53000"/>
                  </a:lnTo>
                  <a:lnTo>
                    <a:pt x="21466" y="61737"/>
                  </a:lnTo>
                  <a:lnTo>
                    <a:pt x="22077" y="65656"/>
                  </a:lnTo>
                  <a:lnTo>
                    <a:pt x="43866" y="63894"/>
                  </a:lnTo>
                  <a:lnTo>
                    <a:pt x="43075" y="60119"/>
                  </a:lnTo>
                  <a:lnTo>
                    <a:pt x="42212" y="56128"/>
                  </a:lnTo>
                  <a:lnTo>
                    <a:pt x="41134" y="51346"/>
                  </a:lnTo>
                  <a:lnTo>
                    <a:pt x="39947" y="46276"/>
                  </a:lnTo>
                  <a:lnTo>
                    <a:pt x="39336" y="43795"/>
                  </a:lnTo>
                  <a:lnTo>
                    <a:pt x="38724" y="41386"/>
                  </a:lnTo>
                  <a:lnTo>
                    <a:pt x="38113" y="39157"/>
                  </a:lnTo>
                  <a:lnTo>
                    <a:pt x="37538" y="37143"/>
                  </a:lnTo>
                  <a:lnTo>
                    <a:pt x="36999" y="35417"/>
                  </a:lnTo>
                  <a:lnTo>
                    <a:pt x="36711" y="34698"/>
                  </a:lnTo>
                  <a:lnTo>
                    <a:pt x="36459" y="34051"/>
                  </a:lnTo>
                  <a:lnTo>
                    <a:pt x="36208" y="33440"/>
                  </a:lnTo>
                  <a:lnTo>
                    <a:pt x="35848" y="32757"/>
                  </a:lnTo>
                  <a:lnTo>
                    <a:pt x="35453" y="32037"/>
                  </a:lnTo>
                  <a:lnTo>
                    <a:pt x="35021" y="31282"/>
                  </a:lnTo>
                  <a:lnTo>
                    <a:pt x="34518" y="30455"/>
                  </a:lnTo>
                  <a:lnTo>
                    <a:pt x="33978" y="29592"/>
                  </a:lnTo>
                  <a:lnTo>
                    <a:pt x="32720" y="27795"/>
                  </a:lnTo>
                  <a:lnTo>
                    <a:pt x="31282" y="25853"/>
                  </a:lnTo>
                  <a:lnTo>
                    <a:pt x="29664" y="23804"/>
                  </a:lnTo>
                  <a:lnTo>
                    <a:pt x="27902" y="21682"/>
                  </a:lnTo>
                  <a:lnTo>
                    <a:pt x="25996" y="19489"/>
                  </a:lnTo>
                  <a:lnTo>
                    <a:pt x="23983" y="17296"/>
                  </a:lnTo>
                  <a:lnTo>
                    <a:pt x="21825" y="15066"/>
                  </a:lnTo>
                  <a:lnTo>
                    <a:pt x="19560" y="12837"/>
                  </a:lnTo>
                  <a:lnTo>
                    <a:pt x="18410" y="11758"/>
                  </a:lnTo>
                  <a:lnTo>
                    <a:pt x="17259" y="10680"/>
                  </a:lnTo>
                  <a:lnTo>
                    <a:pt x="16036" y="9601"/>
                  </a:lnTo>
                  <a:lnTo>
                    <a:pt x="14850" y="8558"/>
                  </a:lnTo>
                  <a:lnTo>
                    <a:pt x="13627" y="7516"/>
                  </a:lnTo>
                  <a:lnTo>
                    <a:pt x="12369" y="6509"/>
                  </a:lnTo>
                  <a:lnTo>
                    <a:pt x="11146" y="5538"/>
                  </a:lnTo>
                  <a:lnTo>
                    <a:pt x="9888" y="4567"/>
                  </a:lnTo>
                  <a:lnTo>
                    <a:pt x="8630" y="3632"/>
                  </a:lnTo>
                  <a:lnTo>
                    <a:pt x="7335" y="2769"/>
                  </a:lnTo>
                  <a:lnTo>
                    <a:pt x="6508" y="2194"/>
                  </a:lnTo>
                  <a:lnTo>
                    <a:pt x="5717" y="1691"/>
                  </a:lnTo>
                  <a:lnTo>
                    <a:pt x="4998" y="1295"/>
                  </a:lnTo>
                  <a:lnTo>
                    <a:pt x="4351" y="936"/>
                  </a:lnTo>
                  <a:lnTo>
                    <a:pt x="3740" y="612"/>
                  </a:lnTo>
                  <a:lnTo>
                    <a:pt x="3164" y="396"/>
                  </a:lnTo>
                  <a:lnTo>
                    <a:pt x="2661" y="217"/>
                  </a:lnTo>
                  <a:lnTo>
                    <a:pt x="2193" y="73"/>
                  </a:lnTo>
                  <a:lnTo>
                    <a:pt x="1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31"/>
            <p:cNvSpPr/>
            <p:nvPr/>
          </p:nvSpPr>
          <p:spPr>
            <a:xfrm>
              <a:off x="4650450" y="3333900"/>
              <a:ext cx="495325" cy="43175"/>
            </a:xfrm>
            <a:custGeom>
              <a:avLst/>
              <a:gdLst/>
              <a:ahLst/>
              <a:cxnLst/>
              <a:rect l="l" t="t" r="r" b="b"/>
              <a:pathLst>
                <a:path w="19813" h="1727" extrusionOk="0">
                  <a:moveTo>
                    <a:pt x="19740" y="1"/>
                  </a:moveTo>
                  <a:lnTo>
                    <a:pt x="18482" y="37"/>
                  </a:lnTo>
                  <a:lnTo>
                    <a:pt x="17223" y="108"/>
                  </a:lnTo>
                  <a:lnTo>
                    <a:pt x="14706" y="288"/>
                  </a:lnTo>
                  <a:lnTo>
                    <a:pt x="9888" y="648"/>
                  </a:lnTo>
                  <a:lnTo>
                    <a:pt x="7767" y="792"/>
                  </a:lnTo>
                  <a:lnTo>
                    <a:pt x="4675" y="1079"/>
                  </a:lnTo>
                  <a:lnTo>
                    <a:pt x="1691" y="1403"/>
                  </a:lnTo>
                  <a:lnTo>
                    <a:pt x="648" y="1511"/>
                  </a:lnTo>
                  <a:lnTo>
                    <a:pt x="37" y="1619"/>
                  </a:lnTo>
                  <a:lnTo>
                    <a:pt x="1" y="1655"/>
                  </a:lnTo>
                  <a:lnTo>
                    <a:pt x="1" y="1690"/>
                  </a:lnTo>
                  <a:lnTo>
                    <a:pt x="37" y="1726"/>
                  </a:lnTo>
                  <a:lnTo>
                    <a:pt x="648" y="1726"/>
                  </a:lnTo>
                  <a:lnTo>
                    <a:pt x="1691" y="1655"/>
                  </a:lnTo>
                  <a:lnTo>
                    <a:pt x="4639" y="1511"/>
                  </a:lnTo>
                  <a:lnTo>
                    <a:pt x="7731" y="1295"/>
                  </a:lnTo>
                  <a:lnTo>
                    <a:pt x="9817" y="1115"/>
                  </a:lnTo>
                  <a:lnTo>
                    <a:pt x="14742" y="648"/>
                  </a:lnTo>
                  <a:lnTo>
                    <a:pt x="17259" y="432"/>
                  </a:lnTo>
                  <a:lnTo>
                    <a:pt x="18518" y="324"/>
                  </a:lnTo>
                  <a:lnTo>
                    <a:pt x="19740" y="108"/>
                  </a:lnTo>
                  <a:lnTo>
                    <a:pt x="19812" y="108"/>
                  </a:lnTo>
                  <a:lnTo>
                    <a:pt x="19812" y="37"/>
                  </a:lnTo>
                  <a:lnTo>
                    <a:pt x="198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38"/>
          <p:cNvSpPr txBox="1"/>
          <p:nvPr>
            <p:ph type="title"/>
          </p:nvPr>
        </p:nvSpPr>
        <p:spPr>
          <a:xfrm>
            <a:off x="713250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ym typeface="+mn-ea"/>
              </a:rPr>
              <a:t>What Is Content Marketing?</a:t>
            </a:r>
            <a:endParaRPr lang="en-GB"/>
          </a:p>
        </p:txBody>
      </p:sp>
      <p:sp>
        <p:nvSpPr>
          <p:cNvPr id="12" name="Google Shape;1319;p38"/>
          <p:cNvSpPr txBox="1"/>
          <p:nvPr/>
        </p:nvSpPr>
        <p:spPr>
          <a:xfrm>
            <a:off x="1017905" y="1154430"/>
            <a:ext cx="3764915" cy="34410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rgbClr val="212121"/>
                </a:solidFill>
                <a:sym typeface="+mn-ea"/>
              </a:rPr>
              <a:t>Creating and sharing digital content to attract and engage your audience. It means regularly posting relevant content to raise brand awareness, rank higher on search engines, and generate interest. </a:t>
            </a:r>
            <a:endParaRPr lang="en-GB" sz="1800">
              <a:solidFill>
                <a:srgbClr val="212121"/>
              </a:solidFill>
              <a:sym typeface="+mn-ea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GB" sz="1800">
              <a:solidFill>
                <a:srgbClr val="212121"/>
              </a:solidFill>
              <a:sym typeface="+mn-ea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rgbClr val="212121"/>
                </a:solidFill>
                <a:sym typeface="+mn-ea"/>
              </a:rPr>
              <a:t>Businesses use content marketing to build relationships with potential customers and drive sales, guided by data and keyword research.</a:t>
            </a:r>
            <a:endParaRPr lang="en-GB" sz="1800">
              <a:solidFill>
                <a:srgbClr val="212121"/>
              </a:solidFill>
              <a:sym typeface="+mn-ea"/>
            </a:endParaRPr>
          </a:p>
        </p:txBody>
      </p:sp>
      <p:pic>
        <p:nvPicPr>
          <p:cNvPr id="1605" name="Google Shape;1605;p54"/>
          <p:cNvPicPr preferRelativeResize="0"/>
          <p:nvPr/>
        </p:nvPicPr>
        <p:blipFill rotWithShape="1">
          <a:blip r:embed="rId1"/>
          <a:srcRect b="4388"/>
          <a:stretch>
            <a:fillRect/>
          </a:stretch>
        </p:blipFill>
        <p:spPr>
          <a:xfrm>
            <a:off x="5119210" y="1563950"/>
            <a:ext cx="2051426" cy="278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54"/>
          <p:cNvSpPr/>
          <p:nvPr/>
        </p:nvSpPr>
        <p:spPr>
          <a:xfrm rot="5400000">
            <a:off x="4501360" y="1662581"/>
            <a:ext cx="3309752" cy="2556688"/>
          </a:xfrm>
          <a:custGeom>
            <a:avLst/>
            <a:gdLst/>
            <a:ahLst/>
            <a:cxnLst/>
            <a:rect l="l" t="t" r="r" b="b"/>
            <a:pathLst>
              <a:path w="224200" h="173188" extrusionOk="0">
                <a:moveTo>
                  <a:pt x="214890" y="80337"/>
                </a:moveTo>
                <a:cubicBezTo>
                  <a:pt x="217737" y="80337"/>
                  <a:pt x="219983" y="82610"/>
                  <a:pt x="219983" y="85430"/>
                </a:cubicBezTo>
                <a:cubicBezTo>
                  <a:pt x="219983" y="88223"/>
                  <a:pt x="217683" y="90523"/>
                  <a:pt x="214890" y="90523"/>
                </a:cubicBezTo>
                <a:cubicBezTo>
                  <a:pt x="212070" y="90523"/>
                  <a:pt x="209797" y="88223"/>
                  <a:pt x="209797" y="85430"/>
                </a:cubicBezTo>
                <a:cubicBezTo>
                  <a:pt x="209797" y="82610"/>
                  <a:pt x="212070" y="80337"/>
                  <a:pt x="214890" y="80337"/>
                </a:cubicBezTo>
                <a:close/>
                <a:moveTo>
                  <a:pt x="205224" y="17771"/>
                </a:moveTo>
                <a:lnTo>
                  <a:pt x="205224" y="156540"/>
                </a:lnTo>
                <a:lnTo>
                  <a:pt x="18976" y="156540"/>
                </a:lnTo>
                <a:lnTo>
                  <a:pt x="18976" y="17771"/>
                </a:lnTo>
                <a:close/>
                <a:moveTo>
                  <a:pt x="9392" y="0"/>
                </a:moveTo>
                <a:cubicBezTo>
                  <a:pt x="4382" y="0"/>
                  <a:pt x="0" y="3587"/>
                  <a:pt x="0" y="8598"/>
                </a:cubicBezTo>
                <a:lnTo>
                  <a:pt x="0" y="163632"/>
                </a:lnTo>
                <a:cubicBezTo>
                  <a:pt x="0" y="168642"/>
                  <a:pt x="4354" y="173188"/>
                  <a:pt x="9392" y="173188"/>
                </a:cubicBezTo>
                <a:lnTo>
                  <a:pt x="215437" y="173188"/>
                </a:lnTo>
                <a:cubicBezTo>
                  <a:pt x="220421" y="173188"/>
                  <a:pt x="224200" y="168670"/>
                  <a:pt x="224200" y="163632"/>
                </a:cubicBezTo>
                <a:lnTo>
                  <a:pt x="224200" y="8598"/>
                </a:lnTo>
                <a:cubicBezTo>
                  <a:pt x="224200" y="3587"/>
                  <a:pt x="220421" y="0"/>
                  <a:pt x="2154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56"/>
          <p:cNvSpPr/>
          <p:nvPr/>
        </p:nvSpPr>
        <p:spPr>
          <a:xfrm rot="5400000">
            <a:off x="445705" y="1617900"/>
            <a:ext cx="1164300" cy="108810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8" name="Google Shape;2078;p56"/>
          <p:cNvSpPr/>
          <p:nvPr/>
        </p:nvSpPr>
        <p:spPr>
          <a:xfrm rot="5400000">
            <a:off x="2064895" y="1615360"/>
            <a:ext cx="1164300" cy="108810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9" name="Google Shape;2079;p56"/>
          <p:cNvSpPr/>
          <p:nvPr/>
        </p:nvSpPr>
        <p:spPr>
          <a:xfrm rot="5400000">
            <a:off x="3684085" y="1614090"/>
            <a:ext cx="1164300" cy="108810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0" name="Google Shape;2080;p56"/>
          <p:cNvSpPr/>
          <p:nvPr/>
        </p:nvSpPr>
        <p:spPr>
          <a:xfrm rot="5400000">
            <a:off x="5318515" y="1613455"/>
            <a:ext cx="1164300" cy="108810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1" name="Google Shape;2081;p56"/>
          <p:cNvSpPr txBox="1"/>
          <p:nvPr>
            <p:ph type="title"/>
          </p:nvPr>
        </p:nvSpPr>
        <p:spPr>
          <a:xfrm>
            <a:off x="713225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Benefits Of Content Marketing</a:t>
            </a:r>
            <a:endParaRPr lang="en-US" altLang="en-GB"/>
          </a:p>
        </p:txBody>
      </p:sp>
      <p:sp>
        <p:nvSpPr>
          <p:cNvPr id="2082" name="Google Shape;2082;p56"/>
          <p:cNvSpPr txBox="1"/>
          <p:nvPr>
            <p:ph type="subTitle" idx="1"/>
          </p:nvPr>
        </p:nvSpPr>
        <p:spPr>
          <a:xfrm>
            <a:off x="0" y="2812415"/>
            <a:ext cx="1791970" cy="1106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/>
              <a:t>Cheaper Conversion Rates</a:t>
            </a:r>
            <a:endParaRPr lang="en-US" altLang="en-GB"/>
          </a:p>
        </p:txBody>
      </p:sp>
      <p:sp>
        <p:nvSpPr>
          <p:cNvPr id="2083" name="Google Shape;2083;p56"/>
          <p:cNvSpPr txBox="1"/>
          <p:nvPr>
            <p:ph type="subTitle" idx="2"/>
          </p:nvPr>
        </p:nvSpPr>
        <p:spPr>
          <a:xfrm>
            <a:off x="1828642" y="2899185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/>
              <a:t>More 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/>
              <a:t>Traffic</a:t>
            </a:r>
            <a:endParaRPr lang="en-US" altLang="en-GB"/>
          </a:p>
        </p:txBody>
      </p:sp>
      <p:sp>
        <p:nvSpPr>
          <p:cNvPr id="2084" name="Google Shape;2084;p56"/>
          <p:cNvSpPr txBox="1"/>
          <p:nvPr>
            <p:ph type="subTitle" idx="3"/>
          </p:nvPr>
        </p:nvSpPr>
        <p:spPr>
          <a:xfrm>
            <a:off x="3442335" y="2899410"/>
            <a:ext cx="1647190" cy="1640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/>
              <a:t>Higher Search Engine Rankings</a:t>
            </a:r>
            <a:endParaRPr lang="en-US" altLang="en-GB"/>
          </a:p>
        </p:txBody>
      </p:sp>
      <p:sp>
        <p:nvSpPr>
          <p:cNvPr id="2085" name="Google Shape;2085;p56"/>
          <p:cNvSpPr txBox="1"/>
          <p:nvPr>
            <p:ph type="subTitle" idx="4"/>
          </p:nvPr>
        </p:nvSpPr>
        <p:spPr>
          <a:xfrm>
            <a:off x="5131985" y="2899185"/>
            <a:ext cx="164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/>
              <a:t>Faster 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/>
              <a:t>Sales</a:t>
            </a:r>
            <a:endParaRPr lang="en-US" altLang="en-GB"/>
          </a:p>
        </p:txBody>
      </p:sp>
      <p:sp>
        <p:nvSpPr>
          <p:cNvPr id="2090" name="Google Shape;2090;p56"/>
          <p:cNvSpPr txBox="1"/>
          <p:nvPr>
            <p:ph type="title" idx="9"/>
          </p:nvPr>
        </p:nvSpPr>
        <p:spPr>
          <a:xfrm>
            <a:off x="763610" y="1864032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 lang="en-GB"/>
          </a:p>
        </p:txBody>
      </p:sp>
      <p:sp>
        <p:nvSpPr>
          <p:cNvPr id="2091" name="Google Shape;2091;p56"/>
          <p:cNvSpPr txBox="1"/>
          <p:nvPr>
            <p:ph type="title" idx="13"/>
          </p:nvPr>
        </p:nvSpPr>
        <p:spPr>
          <a:xfrm>
            <a:off x="4008544" y="1858708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endParaRPr lang="en-GB"/>
          </a:p>
        </p:txBody>
      </p:sp>
      <p:sp>
        <p:nvSpPr>
          <p:cNvPr id="2092" name="Google Shape;2092;p56"/>
          <p:cNvSpPr txBox="1"/>
          <p:nvPr>
            <p:ph type="title" idx="14"/>
          </p:nvPr>
        </p:nvSpPr>
        <p:spPr>
          <a:xfrm>
            <a:off x="2386825" y="1861492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endParaRPr lang="en-GB"/>
          </a:p>
        </p:txBody>
      </p:sp>
      <p:sp>
        <p:nvSpPr>
          <p:cNvPr id="2093" name="Google Shape;2093;p56"/>
          <p:cNvSpPr txBox="1"/>
          <p:nvPr>
            <p:ph type="title" idx="15"/>
          </p:nvPr>
        </p:nvSpPr>
        <p:spPr>
          <a:xfrm>
            <a:off x="5645498" y="1858073"/>
            <a:ext cx="530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endParaRPr lang="en-GB"/>
          </a:p>
        </p:txBody>
      </p:sp>
      <p:sp>
        <p:nvSpPr>
          <p:cNvPr id="9" name="Google Shape;2080;p56"/>
          <p:cNvSpPr/>
          <p:nvPr/>
        </p:nvSpPr>
        <p:spPr>
          <a:xfrm rot="5400000">
            <a:off x="6953005" y="1612820"/>
            <a:ext cx="1164300" cy="108810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" name="Google Shape;2093;p56"/>
          <p:cNvSpPr txBox="1"/>
          <p:nvPr/>
        </p:nvSpPr>
        <p:spPr>
          <a:xfrm>
            <a:off x="7279988" y="1857438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5</a:t>
            </a:r>
            <a:endParaRPr lang="en-US" altLang="en-GB"/>
          </a:p>
        </p:txBody>
      </p:sp>
      <p:sp>
        <p:nvSpPr>
          <p:cNvPr id="13" name="Google Shape;2085;p56"/>
          <p:cNvSpPr txBox="1"/>
          <p:nvPr/>
        </p:nvSpPr>
        <p:spPr>
          <a:xfrm>
            <a:off x="6880860" y="2899410"/>
            <a:ext cx="1286510" cy="12503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18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/>
              <a:t>Increase Website Visibility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44"/>
          <p:cNvSpPr txBox="1"/>
          <p:nvPr>
            <p:ph type="title"/>
          </p:nvPr>
        </p:nvSpPr>
        <p:spPr>
          <a:xfrm>
            <a:off x="1897350" y="392176"/>
            <a:ext cx="534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Types of Content Marketing</a:t>
            </a:r>
            <a:endParaRPr lang="en-GB"/>
          </a:p>
        </p:txBody>
      </p:sp>
      <p:sp>
        <p:nvSpPr>
          <p:cNvPr id="1383" name="Google Shape;1383;p44"/>
          <p:cNvSpPr txBox="1"/>
          <p:nvPr>
            <p:ph type="subTitle" idx="4"/>
          </p:nvPr>
        </p:nvSpPr>
        <p:spPr>
          <a:xfrm>
            <a:off x="1368635" y="2162020"/>
            <a:ext cx="1644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Blog Posts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lang="en-GB"/>
          </a:p>
        </p:txBody>
      </p:sp>
      <p:sp>
        <p:nvSpPr>
          <p:cNvPr id="1384" name="Google Shape;1384;p44"/>
          <p:cNvSpPr txBox="1"/>
          <p:nvPr>
            <p:ph type="subTitle" idx="5"/>
          </p:nvPr>
        </p:nvSpPr>
        <p:spPr>
          <a:xfrm>
            <a:off x="3905575" y="2162020"/>
            <a:ext cx="1644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Videos</a:t>
            </a:r>
            <a:endParaRPr lang="en-GB"/>
          </a:p>
        </p:txBody>
      </p:sp>
      <p:sp>
        <p:nvSpPr>
          <p:cNvPr id="1385" name="Google Shape;1385;p44"/>
          <p:cNvSpPr txBox="1"/>
          <p:nvPr>
            <p:ph type="subTitle" idx="6"/>
          </p:nvPr>
        </p:nvSpPr>
        <p:spPr>
          <a:xfrm>
            <a:off x="6442515" y="2162020"/>
            <a:ext cx="1644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Infographics</a:t>
            </a:r>
            <a:endParaRPr lang="en-GB"/>
          </a:p>
        </p:txBody>
      </p:sp>
      <p:sp>
        <p:nvSpPr>
          <p:cNvPr id="16" name="Google Shape;1383;p44"/>
          <p:cNvSpPr txBox="1"/>
          <p:nvPr/>
        </p:nvSpPr>
        <p:spPr>
          <a:xfrm>
            <a:off x="1368425" y="4083685"/>
            <a:ext cx="1644015" cy="4235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18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/>
              <a:t>Social Media</a:t>
            </a:r>
            <a:endParaRPr lang="en-US" altLang="en-GB"/>
          </a:p>
        </p:txBody>
      </p:sp>
      <p:sp>
        <p:nvSpPr>
          <p:cNvPr id="17" name="Google Shape;1384;p44"/>
          <p:cNvSpPr txBox="1"/>
          <p:nvPr/>
        </p:nvSpPr>
        <p:spPr>
          <a:xfrm>
            <a:off x="3905885" y="4083685"/>
            <a:ext cx="1644015" cy="4235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18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/>
              <a:t>Audio</a:t>
            </a:r>
            <a:endParaRPr lang="en-US" altLang="en-GB"/>
          </a:p>
        </p:txBody>
      </p:sp>
      <p:sp>
        <p:nvSpPr>
          <p:cNvPr id="18" name="Google Shape;1385;p44"/>
          <p:cNvSpPr txBox="1"/>
          <p:nvPr/>
        </p:nvSpPr>
        <p:spPr>
          <a:xfrm>
            <a:off x="6442710" y="4083685"/>
            <a:ext cx="1644015" cy="4235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None/>
              <a:defRPr sz="18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E-books and Whitepapers</a:t>
            </a:r>
            <a:endParaRPr lang="en-GB"/>
          </a:p>
        </p:txBody>
      </p:sp>
      <p:sp>
        <p:nvSpPr>
          <p:cNvPr id="20" name="Google Shape;1402;p44"/>
          <p:cNvSpPr/>
          <p:nvPr/>
        </p:nvSpPr>
        <p:spPr>
          <a:xfrm rot="5400000">
            <a:off x="6806565" y="3176270"/>
            <a:ext cx="916305" cy="98298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539875" y="1132205"/>
            <a:ext cx="1142365" cy="1092835"/>
          </a:xfrm>
          <a:prstGeom prst="rect">
            <a:avLst/>
          </a:prstGeom>
        </p:spPr>
      </p:pic>
      <p:pic>
        <p:nvPicPr>
          <p:cNvPr id="23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4204335" y="1378585"/>
            <a:ext cx="1213485" cy="846455"/>
          </a:xfrm>
          <a:prstGeom prst="rect">
            <a:avLst/>
          </a:prstGeom>
        </p:spPr>
      </p:pic>
      <p:pic>
        <p:nvPicPr>
          <p:cNvPr id="24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672580" y="1151890"/>
            <a:ext cx="1185545" cy="1073150"/>
          </a:xfrm>
          <a:prstGeom prst="rect">
            <a:avLst/>
          </a:prstGeom>
        </p:spPr>
      </p:pic>
      <p:pic>
        <p:nvPicPr>
          <p:cNvPr id="25" name="Picture 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755140" y="2926715"/>
            <a:ext cx="926465" cy="1066165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4511040" y="3092450"/>
            <a:ext cx="600075" cy="900430"/>
          </a:xfrm>
          <a:prstGeom prst="rect">
            <a:avLst/>
          </a:prstGeom>
        </p:spPr>
      </p:pic>
      <p:pic>
        <p:nvPicPr>
          <p:cNvPr id="2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6534150" y="2926715"/>
            <a:ext cx="1552575" cy="1156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38"/>
          <p:cNvSpPr/>
          <p:nvPr/>
        </p:nvSpPr>
        <p:spPr>
          <a:xfrm rot="5400000">
            <a:off x="1263650" y="466725"/>
            <a:ext cx="694690" cy="261874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6" name="Google Shape;1316;p38"/>
          <p:cNvSpPr txBox="1"/>
          <p:nvPr>
            <p:ph type="title"/>
          </p:nvPr>
        </p:nvSpPr>
        <p:spPr>
          <a:xfrm>
            <a:off x="713225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 Marketing and SEO</a:t>
            </a:r>
            <a:endParaRPr lang="en-GB"/>
          </a:p>
        </p:txBody>
      </p:sp>
      <p:sp>
        <p:nvSpPr>
          <p:cNvPr id="1319" name="Google Shape;1319;p38"/>
          <p:cNvSpPr txBox="1"/>
          <p:nvPr>
            <p:ph type="subTitle" idx="4"/>
          </p:nvPr>
        </p:nvSpPr>
        <p:spPr>
          <a:xfrm>
            <a:off x="302260" y="2286000"/>
            <a:ext cx="2618740" cy="2428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GB"/>
              <a:t>E</a:t>
            </a:r>
            <a:r>
              <a:rPr lang="en-GB"/>
              <a:t>ffective content marketing begins with understanding what your audience is searching for.</a:t>
            </a:r>
            <a:endParaRPr lang="en-GB"/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GB"/>
              <a:t>Use tools like Google Keyword Planner and </a:t>
            </a:r>
            <a:r>
              <a:rPr lang="en-GB" b="1"/>
              <a:t>SEMrush </a:t>
            </a:r>
            <a:r>
              <a:rPr lang="en-GB"/>
              <a:t>to identify relevant keywords and topics.</a:t>
            </a:r>
            <a:endParaRPr lang="en-GB"/>
          </a:p>
        </p:txBody>
      </p:sp>
      <p:sp>
        <p:nvSpPr>
          <p:cNvPr id="1323" name="Google Shape;1323;p38"/>
          <p:cNvSpPr txBox="1"/>
          <p:nvPr>
            <p:ph type="title" idx="7"/>
          </p:nvPr>
        </p:nvSpPr>
        <p:spPr>
          <a:xfrm>
            <a:off x="302260" y="1428750"/>
            <a:ext cx="2618740" cy="4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Keyword Research</a:t>
            </a:r>
            <a:endParaRPr lang="en-GB" sz="2000"/>
          </a:p>
        </p:txBody>
      </p:sp>
      <p:sp>
        <p:nvSpPr>
          <p:cNvPr id="8" name="Google Shape;1315;p38"/>
          <p:cNvSpPr/>
          <p:nvPr/>
        </p:nvSpPr>
        <p:spPr>
          <a:xfrm rot="5400000">
            <a:off x="4224020" y="466725"/>
            <a:ext cx="694690" cy="261874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Google Shape;1319;p38"/>
          <p:cNvSpPr txBox="1"/>
          <p:nvPr/>
        </p:nvSpPr>
        <p:spPr>
          <a:xfrm>
            <a:off x="3262630" y="2286000"/>
            <a:ext cx="2618740" cy="24288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t>Optimize your content with proper use of titles, headers, meta descriptions, and URLs.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t>Ensure your content is structured and uses keywords naturally to enhance visibility in search engine results.</a:t>
            </a:r>
          </a:p>
        </p:txBody>
      </p:sp>
      <p:sp>
        <p:nvSpPr>
          <p:cNvPr id="10" name="Google Shape;1323;p38"/>
          <p:cNvSpPr txBox="1"/>
          <p:nvPr/>
        </p:nvSpPr>
        <p:spPr>
          <a:xfrm>
            <a:off x="3262630" y="1428750"/>
            <a:ext cx="261874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On-Page SEO</a:t>
            </a:r>
            <a:endParaRPr lang="en-GB" sz="2000"/>
          </a:p>
        </p:txBody>
      </p:sp>
      <p:sp>
        <p:nvSpPr>
          <p:cNvPr id="11" name="Google Shape;1315;p38"/>
          <p:cNvSpPr/>
          <p:nvPr/>
        </p:nvSpPr>
        <p:spPr>
          <a:xfrm rot="5400000">
            <a:off x="7056755" y="466725"/>
            <a:ext cx="694690" cy="261874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319;p38"/>
          <p:cNvSpPr txBox="1"/>
          <p:nvPr/>
        </p:nvSpPr>
        <p:spPr>
          <a:xfrm>
            <a:off x="6095365" y="2286000"/>
            <a:ext cx="2618740" cy="24288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t>Google’s E-A-T guidelines emphasize the importance of Expertise, Authoritativeness, and Trustworthiness in content.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t>Focus on user experience by creating content that is informative, engaging, and easy to navigate.</a:t>
            </a:r>
          </a:p>
        </p:txBody>
      </p:sp>
      <p:sp>
        <p:nvSpPr>
          <p:cNvPr id="13" name="Google Shape;1323;p38"/>
          <p:cNvSpPr txBox="1"/>
          <p:nvPr/>
        </p:nvSpPr>
        <p:spPr>
          <a:xfrm>
            <a:off x="6095365" y="1428750"/>
            <a:ext cx="261874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Keyword Research</a:t>
            </a:r>
            <a:endParaRPr lang="en-GB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25" name="Shape 5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6" name="Google Shape;5226;p63"/>
          <p:cNvSpPr txBox="1"/>
          <p:nvPr>
            <p:ph type="title"/>
          </p:nvPr>
        </p:nvSpPr>
        <p:spPr>
          <a:xfrm>
            <a:off x="713250" y="34010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 Distribution Channels</a:t>
            </a:r>
            <a:endParaRPr lang="en-GB"/>
          </a:p>
        </p:txBody>
      </p:sp>
      <p:grpSp>
        <p:nvGrpSpPr>
          <p:cNvPr id="5231" name="Google Shape;5231;p63"/>
          <p:cNvGrpSpPr/>
          <p:nvPr/>
        </p:nvGrpSpPr>
        <p:grpSpPr>
          <a:xfrm rot="0">
            <a:off x="724535" y="1370965"/>
            <a:ext cx="1635760" cy="1352550"/>
            <a:chOff x="5365975" y="1866725"/>
            <a:chExt cx="2015900" cy="1808350"/>
          </a:xfrm>
        </p:grpSpPr>
        <p:sp>
          <p:nvSpPr>
            <p:cNvPr id="5232" name="Google Shape;5232;p63"/>
            <p:cNvSpPr/>
            <p:nvPr/>
          </p:nvSpPr>
          <p:spPr>
            <a:xfrm>
              <a:off x="6674925" y="2585100"/>
              <a:ext cx="473850" cy="655825"/>
            </a:xfrm>
            <a:custGeom>
              <a:avLst/>
              <a:gdLst/>
              <a:ahLst/>
              <a:cxnLst/>
              <a:rect l="l" t="t" r="r" b="b"/>
              <a:pathLst>
                <a:path w="18954" h="26233" extrusionOk="0">
                  <a:moveTo>
                    <a:pt x="1" y="0"/>
                  </a:moveTo>
                  <a:lnTo>
                    <a:pt x="1" y="26233"/>
                  </a:lnTo>
                  <a:lnTo>
                    <a:pt x="18954" y="26233"/>
                  </a:lnTo>
                  <a:lnTo>
                    <a:pt x="18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3" name="Google Shape;5233;p63"/>
            <p:cNvSpPr/>
            <p:nvPr/>
          </p:nvSpPr>
          <p:spPr>
            <a:xfrm>
              <a:off x="6652025" y="2560675"/>
              <a:ext cx="519650" cy="24450"/>
            </a:xfrm>
            <a:custGeom>
              <a:avLst/>
              <a:gdLst/>
              <a:ahLst/>
              <a:cxnLst/>
              <a:rect l="l" t="t" r="r" b="b"/>
              <a:pathLst>
                <a:path w="20786" h="978" extrusionOk="0">
                  <a:moveTo>
                    <a:pt x="1" y="0"/>
                  </a:moveTo>
                  <a:lnTo>
                    <a:pt x="1" y="977"/>
                  </a:lnTo>
                  <a:lnTo>
                    <a:pt x="20786" y="977"/>
                  </a:lnTo>
                  <a:lnTo>
                    <a:pt x="20786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4" name="Google Shape;5234;p63"/>
            <p:cNvSpPr/>
            <p:nvPr/>
          </p:nvSpPr>
          <p:spPr>
            <a:xfrm>
              <a:off x="7171650" y="2560675"/>
              <a:ext cx="163700" cy="24450"/>
            </a:xfrm>
            <a:custGeom>
              <a:avLst/>
              <a:gdLst/>
              <a:ahLst/>
              <a:cxnLst/>
              <a:rect l="l" t="t" r="r" b="b"/>
              <a:pathLst>
                <a:path w="6548" h="978" extrusionOk="0">
                  <a:moveTo>
                    <a:pt x="1" y="0"/>
                  </a:moveTo>
                  <a:lnTo>
                    <a:pt x="1" y="977"/>
                  </a:lnTo>
                  <a:lnTo>
                    <a:pt x="6547" y="977"/>
                  </a:lnTo>
                  <a:lnTo>
                    <a:pt x="65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5" name="Google Shape;5235;p63"/>
            <p:cNvSpPr/>
            <p:nvPr/>
          </p:nvSpPr>
          <p:spPr>
            <a:xfrm>
              <a:off x="7148750" y="2585100"/>
              <a:ext cx="160650" cy="655825"/>
            </a:xfrm>
            <a:custGeom>
              <a:avLst/>
              <a:gdLst/>
              <a:ahLst/>
              <a:cxnLst/>
              <a:rect l="l" t="t" r="r" b="b"/>
              <a:pathLst>
                <a:path w="6426" h="26233" extrusionOk="0">
                  <a:moveTo>
                    <a:pt x="1" y="0"/>
                  </a:moveTo>
                  <a:lnTo>
                    <a:pt x="1" y="26233"/>
                  </a:lnTo>
                  <a:lnTo>
                    <a:pt x="6426" y="26233"/>
                  </a:lnTo>
                  <a:lnTo>
                    <a:pt x="6426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6" name="Google Shape;5236;p63"/>
            <p:cNvSpPr/>
            <p:nvPr/>
          </p:nvSpPr>
          <p:spPr>
            <a:xfrm>
              <a:off x="6726050" y="2678550"/>
              <a:ext cx="371625" cy="209875"/>
            </a:xfrm>
            <a:custGeom>
              <a:avLst/>
              <a:gdLst/>
              <a:ahLst/>
              <a:cxnLst/>
              <a:rect l="l" t="t" r="r" b="b"/>
              <a:pathLst>
                <a:path w="14865" h="8395" extrusionOk="0">
                  <a:moveTo>
                    <a:pt x="14818" y="47"/>
                  </a:moveTo>
                  <a:lnTo>
                    <a:pt x="14818" y="8348"/>
                  </a:lnTo>
                  <a:lnTo>
                    <a:pt x="46" y="8348"/>
                  </a:lnTo>
                  <a:lnTo>
                    <a:pt x="46" y="47"/>
                  </a:lnTo>
                  <a:close/>
                  <a:moveTo>
                    <a:pt x="0" y="1"/>
                  </a:moveTo>
                  <a:lnTo>
                    <a:pt x="0" y="8394"/>
                  </a:lnTo>
                  <a:lnTo>
                    <a:pt x="14864" y="8394"/>
                  </a:lnTo>
                  <a:lnTo>
                    <a:pt x="14864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7" name="Google Shape;5237;p63"/>
            <p:cNvSpPr/>
            <p:nvPr/>
          </p:nvSpPr>
          <p:spPr>
            <a:xfrm>
              <a:off x="6859950" y="2739975"/>
              <a:ext cx="72525" cy="41625"/>
            </a:xfrm>
            <a:custGeom>
              <a:avLst/>
              <a:gdLst/>
              <a:ahLst/>
              <a:cxnLst/>
              <a:rect l="l" t="t" r="r" b="b"/>
              <a:pathLst>
                <a:path w="2901" h="1665" extrusionOk="0">
                  <a:moveTo>
                    <a:pt x="1" y="1"/>
                  </a:moveTo>
                  <a:lnTo>
                    <a:pt x="1" y="1664"/>
                  </a:lnTo>
                  <a:lnTo>
                    <a:pt x="2900" y="1664"/>
                  </a:lnTo>
                  <a:lnTo>
                    <a:pt x="290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8" name="Google Shape;5238;p63"/>
            <p:cNvSpPr/>
            <p:nvPr/>
          </p:nvSpPr>
          <p:spPr>
            <a:xfrm>
              <a:off x="6880950" y="2742275"/>
              <a:ext cx="73650" cy="36650"/>
            </a:xfrm>
            <a:custGeom>
              <a:avLst/>
              <a:gdLst/>
              <a:ahLst/>
              <a:cxnLst/>
              <a:rect l="l" t="t" r="r" b="b"/>
              <a:pathLst>
                <a:path w="2946" h="1466" extrusionOk="0">
                  <a:moveTo>
                    <a:pt x="2900" y="46"/>
                  </a:moveTo>
                  <a:lnTo>
                    <a:pt x="2900" y="1420"/>
                  </a:lnTo>
                  <a:lnTo>
                    <a:pt x="46" y="1420"/>
                  </a:lnTo>
                  <a:lnTo>
                    <a:pt x="46" y="46"/>
                  </a:lnTo>
                  <a:close/>
                  <a:moveTo>
                    <a:pt x="0" y="0"/>
                  </a:moveTo>
                  <a:lnTo>
                    <a:pt x="0" y="1465"/>
                  </a:lnTo>
                  <a:lnTo>
                    <a:pt x="2945" y="1465"/>
                  </a:lnTo>
                  <a:lnTo>
                    <a:pt x="294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9" name="Google Shape;5239;p63"/>
            <p:cNvSpPr/>
            <p:nvPr/>
          </p:nvSpPr>
          <p:spPr>
            <a:xfrm>
              <a:off x="6726050" y="2942575"/>
              <a:ext cx="371625" cy="209850"/>
            </a:xfrm>
            <a:custGeom>
              <a:avLst/>
              <a:gdLst/>
              <a:ahLst/>
              <a:cxnLst/>
              <a:rect l="l" t="t" r="r" b="b"/>
              <a:pathLst>
                <a:path w="14865" h="8394" extrusionOk="0">
                  <a:moveTo>
                    <a:pt x="14818" y="46"/>
                  </a:moveTo>
                  <a:lnTo>
                    <a:pt x="14818" y="8347"/>
                  </a:lnTo>
                  <a:lnTo>
                    <a:pt x="46" y="8347"/>
                  </a:lnTo>
                  <a:lnTo>
                    <a:pt x="46" y="46"/>
                  </a:lnTo>
                  <a:close/>
                  <a:moveTo>
                    <a:pt x="0" y="0"/>
                  </a:moveTo>
                  <a:lnTo>
                    <a:pt x="0" y="8393"/>
                  </a:lnTo>
                  <a:lnTo>
                    <a:pt x="14864" y="8393"/>
                  </a:lnTo>
                  <a:lnTo>
                    <a:pt x="1486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0" name="Google Shape;5240;p63"/>
            <p:cNvSpPr/>
            <p:nvPr/>
          </p:nvSpPr>
          <p:spPr>
            <a:xfrm>
              <a:off x="6859950" y="3003975"/>
              <a:ext cx="72525" cy="41625"/>
            </a:xfrm>
            <a:custGeom>
              <a:avLst/>
              <a:gdLst/>
              <a:ahLst/>
              <a:cxnLst/>
              <a:rect l="l" t="t" r="r" b="b"/>
              <a:pathLst>
                <a:path w="2901" h="1665" extrusionOk="0">
                  <a:moveTo>
                    <a:pt x="1" y="1"/>
                  </a:moveTo>
                  <a:lnTo>
                    <a:pt x="1" y="1664"/>
                  </a:lnTo>
                  <a:lnTo>
                    <a:pt x="2900" y="1664"/>
                  </a:lnTo>
                  <a:lnTo>
                    <a:pt x="290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1" name="Google Shape;5241;p63"/>
            <p:cNvSpPr/>
            <p:nvPr/>
          </p:nvSpPr>
          <p:spPr>
            <a:xfrm>
              <a:off x="6880950" y="3006275"/>
              <a:ext cx="73650" cy="36650"/>
            </a:xfrm>
            <a:custGeom>
              <a:avLst/>
              <a:gdLst/>
              <a:ahLst/>
              <a:cxnLst/>
              <a:rect l="l" t="t" r="r" b="b"/>
              <a:pathLst>
                <a:path w="2946" h="1466" extrusionOk="0">
                  <a:moveTo>
                    <a:pt x="2900" y="46"/>
                  </a:moveTo>
                  <a:lnTo>
                    <a:pt x="2900" y="1420"/>
                  </a:lnTo>
                  <a:lnTo>
                    <a:pt x="46" y="1420"/>
                  </a:lnTo>
                  <a:lnTo>
                    <a:pt x="46" y="46"/>
                  </a:lnTo>
                  <a:close/>
                  <a:moveTo>
                    <a:pt x="0" y="1"/>
                  </a:moveTo>
                  <a:lnTo>
                    <a:pt x="0" y="1466"/>
                  </a:lnTo>
                  <a:lnTo>
                    <a:pt x="2945" y="1466"/>
                  </a:lnTo>
                  <a:lnTo>
                    <a:pt x="294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2" name="Google Shape;5242;p63"/>
            <p:cNvSpPr/>
            <p:nvPr/>
          </p:nvSpPr>
          <p:spPr>
            <a:xfrm>
              <a:off x="5489575" y="1870525"/>
              <a:ext cx="750850" cy="981650"/>
            </a:xfrm>
            <a:custGeom>
              <a:avLst/>
              <a:gdLst/>
              <a:ahLst/>
              <a:cxnLst/>
              <a:rect l="l" t="t" r="r" b="b"/>
              <a:pathLst>
                <a:path w="30034" h="39266" extrusionOk="0">
                  <a:moveTo>
                    <a:pt x="29240" y="794"/>
                  </a:moveTo>
                  <a:lnTo>
                    <a:pt x="29240" y="38472"/>
                  </a:lnTo>
                  <a:lnTo>
                    <a:pt x="794" y="38472"/>
                  </a:lnTo>
                  <a:lnTo>
                    <a:pt x="794" y="794"/>
                  </a:lnTo>
                  <a:close/>
                  <a:moveTo>
                    <a:pt x="1" y="1"/>
                  </a:moveTo>
                  <a:lnTo>
                    <a:pt x="1" y="39265"/>
                  </a:lnTo>
                  <a:lnTo>
                    <a:pt x="30033" y="39265"/>
                  </a:lnTo>
                  <a:lnTo>
                    <a:pt x="300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3" name="Google Shape;5243;p63"/>
            <p:cNvSpPr/>
            <p:nvPr/>
          </p:nvSpPr>
          <p:spPr>
            <a:xfrm>
              <a:off x="5489575" y="1870525"/>
              <a:ext cx="750850" cy="981650"/>
            </a:xfrm>
            <a:custGeom>
              <a:avLst/>
              <a:gdLst/>
              <a:ahLst/>
              <a:cxnLst/>
              <a:rect l="l" t="t" r="r" b="b"/>
              <a:pathLst>
                <a:path w="30034" h="39266" fill="none" extrusionOk="0">
                  <a:moveTo>
                    <a:pt x="1" y="1"/>
                  </a:moveTo>
                  <a:lnTo>
                    <a:pt x="30033" y="1"/>
                  </a:lnTo>
                  <a:lnTo>
                    <a:pt x="30033" y="39265"/>
                  </a:lnTo>
                  <a:lnTo>
                    <a:pt x="1" y="39265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4" name="Google Shape;5244;p63"/>
            <p:cNvSpPr/>
            <p:nvPr/>
          </p:nvSpPr>
          <p:spPr>
            <a:xfrm>
              <a:off x="5509425" y="1890375"/>
              <a:ext cx="711150" cy="941950"/>
            </a:xfrm>
            <a:custGeom>
              <a:avLst/>
              <a:gdLst/>
              <a:ahLst/>
              <a:cxnLst/>
              <a:rect l="l" t="t" r="r" b="b"/>
              <a:pathLst>
                <a:path w="28446" h="37678" fill="none" extrusionOk="0">
                  <a:moveTo>
                    <a:pt x="28446" y="0"/>
                  </a:moveTo>
                  <a:lnTo>
                    <a:pt x="0" y="0"/>
                  </a:lnTo>
                  <a:lnTo>
                    <a:pt x="0" y="37678"/>
                  </a:lnTo>
                  <a:lnTo>
                    <a:pt x="28446" y="37678"/>
                  </a:lnTo>
                  <a:lnTo>
                    <a:pt x="2844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5" name="Google Shape;5245;p63"/>
            <p:cNvSpPr/>
            <p:nvPr/>
          </p:nvSpPr>
          <p:spPr>
            <a:xfrm>
              <a:off x="5862700" y="1895325"/>
              <a:ext cx="19850" cy="946925"/>
            </a:xfrm>
            <a:custGeom>
              <a:avLst/>
              <a:gdLst/>
              <a:ahLst/>
              <a:cxnLst/>
              <a:rect l="l" t="t" r="r" b="b"/>
              <a:pathLst>
                <a:path w="794" h="37877" extrusionOk="0">
                  <a:moveTo>
                    <a:pt x="0" y="1"/>
                  </a:moveTo>
                  <a:lnTo>
                    <a:pt x="0" y="37877"/>
                  </a:lnTo>
                  <a:lnTo>
                    <a:pt x="794" y="37877"/>
                  </a:lnTo>
                  <a:lnTo>
                    <a:pt x="7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6" name="Google Shape;5246;p63"/>
            <p:cNvSpPr/>
            <p:nvPr/>
          </p:nvSpPr>
          <p:spPr>
            <a:xfrm>
              <a:off x="5471650" y="1910575"/>
              <a:ext cx="786700" cy="27500"/>
            </a:xfrm>
            <a:custGeom>
              <a:avLst/>
              <a:gdLst/>
              <a:ahLst/>
              <a:cxnLst/>
              <a:rect l="l" t="t" r="r" b="b"/>
              <a:pathLst>
                <a:path w="31468" h="1100" extrusionOk="0">
                  <a:moveTo>
                    <a:pt x="0" y="1"/>
                  </a:moveTo>
                  <a:lnTo>
                    <a:pt x="0" y="1100"/>
                  </a:lnTo>
                  <a:lnTo>
                    <a:pt x="31467" y="1100"/>
                  </a:lnTo>
                  <a:lnTo>
                    <a:pt x="314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7" name="Google Shape;5247;p63"/>
            <p:cNvSpPr/>
            <p:nvPr/>
          </p:nvSpPr>
          <p:spPr>
            <a:xfrm>
              <a:off x="5471650" y="1941500"/>
              <a:ext cx="786700" cy="27475"/>
            </a:xfrm>
            <a:custGeom>
              <a:avLst/>
              <a:gdLst/>
              <a:ahLst/>
              <a:cxnLst/>
              <a:rect l="l" t="t" r="r" b="b"/>
              <a:pathLst>
                <a:path w="31468" h="1099" extrusionOk="0">
                  <a:moveTo>
                    <a:pt x="0" y="0"/>
                  </a:moveTo>
                  <a:lnTo>
                    <a:pt x="0" y="1099"/>
                  </a:lnTo>
                  <a:lnTo>
                    <a:pt x="31467" y="1099"/>
                  </a:lnTo>
                  <a:lnTo>
                    <a:pt x="314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8" name="Google Shape;5248;p63"/>
            <p:cNvSpPr/>
            <p:nvPr/>
          </p:nvSpPr>
          <p:spPr>
            <a:xfrm>
              <a:off x="5471650" y="1972400"/>
              <a:ext cx="786700" cy="27875"/>
            </a:xfrm>
            <a:custGeom>
              <a:avLst/>
              <a:gdLst/>
              <a:ahLst/>
              <a:cxnLst/>
              <a:rect l="l" t="t" r="r" b="b"/>
              <a:pathLst>
                <a:path w="31468" h="1115" extrusionOk="0">
                  <a:moveTo>
                    <a:pt x="0" y="0"/>
                  </a:moveTo>
                  <a:lnTo>
                    <a:pt x="0" y="1114"/>
                  </a:lnTo>
                  <a:lnTo>
                    <a:pt x="31467" y="1114"/>
                  </a:lnTo>
                  <a:lnTo>
                    <a:pt x="314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9" name="Google Shape;5249;p63"/>
            <p:cNvSpPr/>
            <p:nvPr/>
          </p:nvSpPr>
          <p:spPr>
            <a:xfrm>
              <a:off x="5471650" y="2003675"/>
              <a:ext cx="786700" cy="27500"/>
            </a:xfrm>
            <a:custGeom>
              <a:avLst/>
              <a:gdLst/>
              <a:ahLst/>
              <a:cxnLst/>
              <a:rect l="l" t="t" r="r" b="b"/>
              <a:pathLst>
                <a:path w="31468" h="1100" extrusionOk="0">
                  <a:moveTo>
                    <a:pt x="0" y="0"/>
                  </a:moveTo>
                  <a:lnTo>
                    <a:pt x="0" y="1099"/>
                  </a:lnTo>
                  <a:lnTo>
                    <a:pt x="31467" y="1099"/>
                  </a:lnTo>
                  <a:lnTo>
                    <a:pt x="314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0" name="Google Shape;5250;p63"/>
            <p:cNvSpPr/>
            <p:nvPr/>
          </p:nvSpPr>
          <p:spPr>
            <a:xfrm>
              <a:off x="5471650" y="2034575"/>
              <a:ext cx="786700" cy="27500"/>
            </a:xfrm>
            <a:custGeom>
              <a:avLst/>
              <a:gdLst/>
              <a:ahLst/>
              <a:cxnLst/>
              <a:rect l="l" t="t" r="r" b="b"/>
              <a:pathLst>
                <a:path w="31468" h="1100" extrusionOk="0">
                  <a:moveTo>
                    <a:pt x="0" y="1"/>
                  </a:moveTo>
                  <a:lnTo>
                    <a:pt x="0" y="1099"/>
                  </a:lnTo>
                  <a:lnTo>
                    <a:pt x="31467" y="1099"/>
                  </a:lnTo>
                  <a:lnTo>
                    <a:pt x="314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1" name="Google Shape;5251;p63"/>
            <p:cNvSpPr/>
            <p:nvPr/>
          </p:nvSpPr>
          <p:spPr>
            <a:xfrm>
              <a:off x="5471650" y="2065475"/>
              <a:ext cx="786700" cy="27875"/>
            </a:xfrm>
            <a:custGeom>
              <a:avLst/>
              <a:gdLst/>
              <a:ahLst/>
              <a:cxnLst/>
              <a:rect l="l" t="t" r="r" b="b"/>
              <a:pathLst>
                <a:path w="31468" h="1115" extrusionOk="0">
                  <a:moveTo>
                    <a:pt x="0" y="1"/>
                  </a:moveTo>
                  <a:lnTo>
                    <a:pt x="0" y="1115"/>
                  </a:lnTo>
                  <a:lnTo>
                    <a:pt x="31467" y="1115"/>
                  </a:lnTo>
                  <a:lnTo>
                    <a:pt x="314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2" name="Google Shape;5252;p63"/>
            <p:cNvSpPr/>
            <p:nvPr/>
          </p:nvSpPr>
          <p:spPr>
            <a:xfrm>
              <a:off x="5471650" y="2096750"/>
              <a:ext cx="786700" cy="27500"/>
            </a:xfrm>
            <a:custGeom>
              <a:avLst/>
              <a:gdLst/>
              <a:ahLst/>
              <a:cxnLst/>
              <a:rect l="l" t="t" r="r" b="b"/>
              <a:pathLst>
                <a:path w="31468" h="1100" extrusionOk="0">
                  <a:moveTo>
                    <a:pt x="0" y="1"/>
                  </a:moveTo>
                  <a:lnTo>
                    <a:pt x="0" y="1100"/>
                  </a:lnTo>
                  <a:lnTo>
                    <a:pt x="31467" y="1100"/>
                  </a:lnTo>
                  <a:lnTo>
                    <a:pt x="314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3" name="Google Shape;5253;p63"/>
            <p:cNvSpPr/>
            <p:nvPr/>
          </p:nvSpPr>
          <p:spPr>
            <a:xfrm>
              <a:off x="5471650" y="2127675"/>
              <a:ext cx="786700" cy="27475"/>
            </a:xfrm>
            <a:custGeom>
              <a:avLst/>
              <a:gdLst/>
              <a:ahLst/>
              <a:cxnLst/>
              <a:rect l="l" t="t" r="r" b="b"/>
              <a:pathLst>
                <a:path w="31468" h="1099" extrusionOk="0">
                  <a:moveTo>
                    <a:pt x="0" y="0"/>
                  </a:moveTo>
                  <a:lnTo>
                    <a:pt x="0" y="1099"/>
                  </a:lnTo>
                  <a:lnTo>
                    <a:pt x="31467" y="1099"/>
                  </a:lnTo>
                  <a:lnTo>
                    <a:pt x="314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4" name="Google Shape;5254;p63"/>
            <p:cNvSpPr/>
            <p:nvPr/>
          </p:nvSpPr>
          <p:spPr>
            <a:xfrm>
              <a:off x="5471650" y="2158575"/>
              <a:ext cx="786700" cy="27875"/>
            </a:xfrm>
            <a:custGeom>
              <a:avLst/>
              <a:gdLst/>
              <a:ahLst/>
              <a:cxnLst/>
              <a:rect l="l" t="t" r="r" b="b"/>
              <a:pathLst>
                <a:path w="31468" h="1115" extrusionOk="0">
                  <a:moveTo>
                    <a:pt x="0" y="0"/>
                  </a:moveTo>
                  <a:lnTo>
                    <a:pt x="0" y="1114"/>
                  </a:lnTo>
                  <a:lnTo>
                    <a:pt x="31467" y="1114"/>
                  </a:lnTo>
                  <a:lnTo>
                    <a:pt x="314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5" name="Google Shape;5255;p63"/>
            <p:cNvSpPr/>
            <p:nvPr/>
          </p:nvSpPr>
          <p:spPr>
            <a:xfrm>
              <a:off x="5530400" y="1904875"/>
              <a:ext cx="4975" cy="635600"/>
            </a:xfrm>
            <a:custGeom>
              <a:avLst/>
              <a:gdLst/>
              <a:ahLst/>
              <a:cxnLst/>
              <a:rect l="l" t="t" r="r" b="b"/>
              <a:pathLst>
                <a:path w="199" h="25424" extrusionOk="0">
                  <a:moveTo>
                    <a:pt x="1" y="0"/>
                  </a:moveTo>
                  <a:lnTo>
                    <a:pt x="1" y="25424"/>
                  </a:lnTo>
                  <a:lnTo>
                    <a:pt x="199" y="25424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6" name="Google Shape;5256;p63"/>
            <p:cNvSpPr/>
            <p:nvPr/>
          </p:nvSpPr>
          <p:spPr>
            <a:xfrm>
              <a:off x="5523925" y="2538550"/>
              <a:ext cx="17575" cy="25200"/>
            </a:xfrm>
            <a:custGeom>
              <a:avLst/>
              <a:gdLst/>
              <a:ahLst/>
              <a:cxnLst/>
              <a:rect l="l" t="t" r="r" b="b"/>
              <a:pathLst>
                <a:path w="703" h="1008" extrusionOk="0">
                  <a:moveTo>
                    <a:pt x="183" y="0"/>
                  </a:moveTo>
                  <a:lnTo>
                    <a:pt x="0" y="1008"/>
                  </a:lnTo>
                  <a:lnTo>
                    <a:pt x="702" y="1008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7" name="Google Shape;5257;p63"/>
            <p:cNvSpPr/>
            <p:nvPr/>
          </p:nvSpPr>
          <p:spPr>
            <a:xfrm>
              <a:off x="5512475" y="1904875"/>
              <a:ext cx="4975" cy="919450"/>
            </a:xfrm>
            <a:custGeom>
              <a:avLst/>
              <a:gdLst/>
              <a:ahLst/>
              <a:cxnLst/>
              <a:rect l="l" t="t" r="r" b="b"/>
              <a:pathLst>
                <a:path w="199" h="36778" extrusionOk="0">
                  <a:moveTo>
                    <a:pt x="0" y="0"/>
                  </a:moveTo>
                  <a:lnTo>
                    <a:pt x="0" y="36777"/>
                  </a:lnTo>
                  <a:lnTo>
                    <a:pt x="199" y="36777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8" name="Google Shape;5258;p63"/>
            <p:cNvSpPr/>
            <p:nvPr/>
          </p:nvSpPr>
          <p:spPr>
            <a:xfrm>
              <a:off x="5506375" y="2817800"/>
              <a:ext cx="17575" cy="25225"/>
            </a:xfrm>
            <a:custGeom>
              <a:avLst/>
              <a:gdLst/>
              <a:ahLst/>
              <a:cxnLst/>
              <a:rect l="l" t="t" r="r" b="b"/>
              <a:pathLst>
                <a:path w="703" h="1009" extrusionOk="0">
                  <a:moveTo>
                    <a:pt x="168" y="1"/>
                  </a:moveTo>
                  <a:lnTo>
                    <a:pt x="0" y="1008"/>
                  </a:lnTo>
                  <a:lnTo>
                    <a:pt x="702" y="1008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9" name="Google Shape;5259;p63"/>
            <p:cNvSpPr/>
            <p:nvPr/>
          </p:nvSpPr>
          <p:spPr>
            <a:xfrm>
              <a:off x="5440750" y="1866725"/>
              <a:ext cx="848500" cy="57625"/>
            </a:xfrm>
            <a:custGeom>
              <a:avLst/>
              <a:gdLst/>
              <a:ahLst/>
              <a:cxnLst/>
              <a:rect l="l" t="t" r="r" b="b"/>
              <a:pathLst>
                <a:path w="33940" h="2305" extrusionOk="0">
                  <a:moveTo>
                    <a:pt x="0" y="0"/>
                  </a:moveTo>
                  <a:lnTo>
                    <a:pt x="0" y="2304"/>
                  </a:lnTo>
                  <a:lnTo>
                    <a:pt x="33939" y="2304"/>
                  </a:lnTo>
                  <a:lnTo>
                    <a:pt x="33939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0" name="Google Shape;5260;p63"/>
            <p:cNvSpPr/>
            <p:nvPr/>
          </p:nvSpPr>
          <p:spPr>
            <a:xfrm>
              <a:off x="6968300" y="2258150"/>
              <a:ext cx="57250" cy="191900"/>
            </a:xfrm>
            <a:custGeom>
              <a:avLst/>
              <a:gdLst/>
              <a:ahLst/>
              <a:cxnLst/>
              <a:rect l="l" t="t" r="r" b="b"/>
              <a:pathLst>
                <a:path w="2290" h="7676" extrusionOk="0">
                  <a:moveTo>
                    <a:pt x="199" y="0"/>
                  </a:moveTo>
                  <a:lnTo>
                    <a:pt x="169" y="15"/>
                  </a:lnTo>
                  <a:lnTo>
                    <a:pt x="153" y="46"/>
                  </a:lnTo>
                  <a:lnTo>
                    <a:pt x="169" y="61"/>
                  </a:lnTo>
                  <a:lnTo>
                    <a:pt x="337" y="244"/>
                  </a:lnTo>
                  <a:lnTo>
                    <a:pt x="489" y="412"/>
                  </a:lnTo>
                  <a:lnTo>
                    <a:pt x="626" y="610"/>
                  </a:lnTo>
                  <a:lnTo>
                    <a:pt x="764" y="794"/>
                  </a:lnTo>
                  <a:lnTo>
                    <a:pt x="886" y="992"/>
                  </a:lnTo>
                  <a:lnTo>
                    <a:pt x="1008" y="1190"/>
                  </a:lnTo>
                  <a:lnTo>
                    <a:pt x="1237" y="1618"/>
                  </a:lnTo>
                  <a:lnTo>
                    <a:pt x="1420" y="2045"/>
                  </a:lnTo>
                  <a:lnTo>
                    <a:pt x="1588" y="2488"/>
                  </a:lnTo>
                  <a:lnTo>
                    <a:pt x="1725" y="2945"/>
                  </a:lnTo>
                  <a:lnTo>
                    <a:pt x="1832" y="3403"/>
                  </a:lnTo>
                  <a:lnTo>
                    <a:pt x="1924" y="3907"/>
                  </a:lnTo>
                  <a:lnTo>
                    <a:pt x="1985" y="4395"/>
                  </a:lnTo>
                  <a:lnTo>
                    <a:pt x="2030" y="4899"/>
                  </a:lnTo>
                  <a:lnTo>
                    <a:pt x="2046" y="5402"/>
                  </a:lnTo>
                  <a:lnTo>
                    <a:pt x="1908" y="4944"/>
                  </a:lnTo>
                  <a:lnTo>
                    <a:pt x="1756" y="4502"/>
                  </a:lnTo>
                  <a:lnTo>
                    <a:pt x="1588" y="4090"/>
                  </a:lnTo>
                  <a:lnTo>
                    <a:pt x="1496" y="3891"/>
                  </a:lnTo>
                  <a:lnTo>
                    <a:pt x="1389" y="3693"/>
                  </a:lnTo>
                  <a:lnTo>
                    <a:pt x="1283" y="3495"/>
                  </a:lnTo>
                  <a:lnTo>
                    <a:pt x="1145" y="3312"/>
                  </a:lnTo>
                  <a:lnTo>
                    <a:pt x="1008" y="3128"/>
                  </a:lnTo>
                  <a:lnTo>
                    <a:pt x="855" y="2945"/>
                  </a:lnTo>
                  <a:lnTo>
                    <a:pt x="688" y="2777"/>
                  </a:lnTo>
                  <a:lnTo>
                    <a:pt x="504" y="2610"/>
                  </a:lnTo>
                  <a:lnTo>
                    <a:pt x="306" y="2426"/>
                  </a:lnTo>
                  <a:lnTo>
                    <a:pt x="92" y="2259"/>
                  </a:lnTo>
                  <a:lnTo>
                    <a:pt x="62" y="2243"/>
                  </a:lnTo>
                  <a:lnTo>
                    <a:pt x="16" y="2228"/>
                  </a:lnTo>
                  <a:lnTo>
                    <a:pt x="1" y="2243"/>
                  </a:lnTo>
                  <a:lnTo>
                    <a:pt x="1" y="2274"/>
                  </a:lnTo>
                  <a:lnTo>
                    <a:pt x="92" y="2533"/>
                  </a:lnTo>
                  <a:lnTo>
                    <a:pt x="169" y="2793"/>
                  </a:lnTo>
                  <a:lnTo>
                    <a:pt x="321" y="3327"/>
                  </a:lnTo>
                  <a:lnTo>
                    <a:pt x="413" y="3586"/>
                  </a:lnTo>
                  <a:lnTo>
                    <a:pt x="504" y="3846"/>
                  </a:lnTo>
                  <a:lnTo>
                    <a:pt x="596" y="4105"/>
                  </a:lnTo>
                  <a:lnTo>
                    <a:pt x="718" y="4349"/>
                  </a:lnTo>
                  <a:lnTo>
                    <a:pt x="840" y="4563"/>
                  </a:lnTo>
                  <a:lnTo>
                    <a:pt x="977" y="4761"/>
                  </a:lnTo>
                  <a:lnTo>
                    <a:pt x="1130" y="4944"/>
                  </a:lnTo>
                  <a:lnTo>
                    <a:pt x="1283" y="5128"/>
                  </a:lnTo>
                  <a:lnTo>
                    <a:pt x="1451" y="5295"/>
                  </a:lnTo>
                  <a:lnTo>
                    <a:pt x="1634" y="5463"/>
                  </a:lnTo>
                  <a:lnTo>
                    <a:pt x="1817" y="5616"/>
                  </a:lnTo>
                  <a:lnTo>
                    <a:pt x="2015" y="5753"/>
                  </a:lnTo>
                  <a:lnTo>
                    <a:pt x="2046" y="5830"/>
                  </a:lnTo>
                  <a:lnTo>
                    <a:pt x="2046" y="6730"/>
                  </a:lnTo>
                  <a:lnTo>
                    <a:pt x="2030" y="7630"/>
                  </a:lnTo>
                  <a:lnTo>
                    <a:pt x="2046" y="7661"/>
                  </a:lnTo>
                  <a:lnTo>
                    <a:pt x="2076" y="7676"/>
                  </a:lnTo>
                  <a:lnTo>
                    <a:pt x="2107" y="7676"/>
                  </a:lnTo>
                  <a:lnTo>
                    <a:pt x="2137" y="7645"/>
                  </a:lnTo>
                  <a:lnTo>
                    <a:pt x="2198" y="7142"/>
                  </a:lnTo>
                  <a:lnTo>
                    <a:pt x="2259" y="6623"/>
                  </a:lnTo>
                  <a:lnTo>
                    <a:pt x="2290" y="6119"/>
                  </a:lnTo>
                  <a:lnTo>
                    <a:pt x="2290" y="5601"/>
                  </a:lnTo>
                  <a:lnTo>
                    <a:pt x="2275" y="5082"/>
                  </a:lnTo>
                  <a:lnTo>
                    <a:pt x="2244" y="4578"/>
                  </a:lnTo>
                  <a:lnTo>
                    <a:pt x="2183" y="4075"/>
                  </a:lnTo>
                  <a:lnTo>
                    <a:pt x="2091" y="3571"/>
                  </a:lnTo>
                  <a:lnTo>
                    <a:pt x="1969" y="3067"/>
                  </a:lnTo>
                  <a:lnTo>
                    <a:pt x="1817" y="2579"/>
                  </a:lnTo>
                  <a:lnTo>
                    <a:pt x="1634" y="2106"/>
                  </a:lnTo>
                  <a:lnTo>
                    <a:pt x="1542" y="1877"/>
                  </a:lnTo>
                  <a:lnTo>
                    <a:pt x="1420" y="1648"/>
                  </a:lnTo>
                  <a:lnTo>
                    <a:pt x="1313" y="1435"/>
                  </a:lnTo>
                  <a:lnTo>
                    <a:pt x="1176" y="1221"/>
                  </a:lnTo>
                  <a:lnTo>
                    <a:pt x="1039" y="1007"/>
                  </a:lnTo>
                  <a:lnTo>
                    <a:pt x="901" y="794"/>
                  </a:lnTo>
                  <a:lnTo>
                    <a:pt x="749" y="595"/>
                  </a:lnTo>
                  <a:lnTo>
                    <a:pt x="581" y="397"/>
                  </a:lnTo>
                  <a:lnTo>
                    <a:pt x="413" y="198"/>
                  </a:lnTo>
                  <a:lnTo>
                    <a:pt x="230" y="15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1" name="Google Shape;5261;p63"/>
            <p:cNvSpPr/>
            <p:nvPr/>
          </p:nvSpPr>
          <p:spPr>
            <a:xfrm>
              <a:off x="6919100" y="2219225"/>
              <a:ext cx="62575" cy="64500"/>
            </a:xfrm>
            <a:custGeom>
              <a:avLst/>
              <a:gdLst/>
              <a:ahLst/>
              <a:cxnLst/>
              <a:rect l="l" t="t" r="r" b="b"/>
              <a:pathLst>
                <a:path w="2503" h="2580" extrusionOk="0">
                  <a:moveTo>
                    <a:pt x="611" y="1"/>
                  </a:moveTo>
                  <a:lnTo>
                    <a:pt x="534" y="16"/>
                  </a:lnTo>
                  <a:lnTo>
                    <a:pt x="473" y="46"/>
                  </a:lnTo>
                  <a:lnTo>
                    <a:pt x="428" y="77"/>
                  </a:lnTo>
                  <a:lnTo>
                    <a:pt x="397" y="123"/>
                  </a:lnTo>
                  <a:lnTo>
                    <a:pt x="382" y="168"/>
                  </a:lnTo>
                  <a:lnTo>
                    <a:pt x="382" y="214"/>
                  </a:lnTo>
                  <a:lnTo>
                    <a:pt x="412" y="275"/>
                  </a:lnTo>
                  <a:lnTo>
                    <a:pt x="443" y="321"/>
                  </a:lnTo>
                  <a:lnTo>
                    <a:pt x="519" y="428"/>
                  </a:lnTo>
                  <a:lnTo>
                    <a:pt x="641" y="535"/>
                  </a:lnTo>
                  <a:lnTo>
                    <a:pt x="763" y="626"/>
                  </a:lnTo>
                  <a:lnTo>
                    <a:pt x="977" y="779"/>
                  </a:lnTo>
                  <a:lnTo>
                    <a:pt x="794" y="794"/>
                  </a:lnTo>
                  <a:lnTo>
                    <a:pt x="626" y="825"/>
                  </a:lnTo>
                  <a:lnTo>
                    <a:pt x="443" y="886"/>
                  </a:lnTo>
                  <a:lnTo>
                    <a:pt x="290" y="962"/>
                  </a:lnTo>
                  <a:lnTo>
                    <a:pt x="214" y="1008"/>
                  </a:lnTo>
                  <a:lnTo>
                    <a:pt x="153" y="1069"/>
                  </a:lnTo>
                  <a:lnTo>
                    <a:pt x="107" y="1130"/>
                  </a:lnTo>
                  <a:lnTo>
                    <a:pt x="61" y="1191"/>
                  </a:lnTo>
                  <a:lnTo>
                    <a:pt x="31" y="1267"/>
                  </a:lnTo>
                  <a:lnTo>
                    <a:pt x="15" y="1343"/>
                  </a:lnTo>
                  <a:lnTo>
                    <a:pt x="0" y="1435"/>
                  </a:lnTo>
                  <a:lnTo>
                    <a:pt x="15" y="1527"/>
                  </a:lnTo>
                  <a:lnTo>
                    <a:pt x="31" y="1557"/>
                  </a:lnTo>
                  <a:lnTo>
                    <a:pt x="46" y="1603"/>
                  </a:lnTo>
                  <a:lnTo>
                    <a:pt x="77" y="1633"/>
                  </a:lnTo>
                  <a:lnTo>
                    <a:pt x="107" y="1679"/>
                  </a:lnTo>
                  <a:lnTo>
                    <a:pt x="153" y="1694"/>
                  </a:lnTo>
                  <a:lnTo>
                    <a:pt x="199" y="1710"/>
                  </a:lnTo>
                  <a:lnTo>
                    <a:pt x="244" y="1725"/>
                  </a:lnTo>
                  <a:lnTo>
                    <a:pt x="290" y="1725"/>
                  </a:lnTo>
                  <a:lnTo>
                    <a:pt x="336" y="1710"/>
                  </a:lnTo>
                  <a:lnTo>
                    <a:pt x="443" y="1694"/>
                  </a:lnTo>
                  <a:lnTo>
                    <a:pt x="534" y="1649"/>
                  </a:lnTo>
                  <a:lnTo>
                    <a:pt x="702" y="1572"/>
                  </a:lnTo>
                  <a:lnTo>
                    <a:pt x="870" y="1466"/>
                  </a:lnTo>
                  <a:lnTo>
                    <a:pt x="1053" y="1389"/>
                  </a:lnTo>
                  <a:lnTo>
                    <a:pt x="931" y="1496"/>
                  </a:lnTo>
                  <a:lnTo>
                    <a:pt x="794" y="1603"/>
                  </a:lnTo>
                  <a:lnTo>
                    <a:pt x="687" y="1740"/>
                  </a:lnTo>
                  <a:lnTo>
                    <a:pt x="611" y="1878"/>
                  </a:lnTo>
                  <a:lnTo>
                    <a:pt x="550" y="2030"/>
                  </a:lnTo>
                  <a:lnTo>
                    <a:pt x="519" y="2106"/>
                  </a:lnTo>
                  <a:lnTo>
                    <a:pt x="519" y="2183"/>
                  </a:lnTo>
                  <a:lnTo>
                    <a:pt x="519" y="2259"/>
                  </a:lnTo>
                  <a:lnTo>
                    <a:pt x="534" y="2320"/>
                  </a:lnTo>
                  <a:lnTo>
                    <a:pt x="565" y="2396"/>
                  </a:lnTo>
                  <a:lnTo>
                    <a:pt x="611" y="2473"/>
                  </a:lnTo>
                  <a:lnTo>
                    <a:pt x="626" y="2488"/>
                  </a:lnTo>
                  <a:lnTo>
                    <a:pt x="672" y="2534"/>
                  </a:lnTo>
                  <a:lnTo>
                    <a:pt x="702" y="2549"/>
                  </a:lnTo>
                  <a:lnTo>
                    <a:pt x="748" y="2580"/>
                  </a:lnTo>
                  <a:lnTo>
                    <a:pt x="901" y="2580"/>
                  </a:lnTo>
                  <a:lnTo>
                    <a:pt x="946" y="2549"/>
                  </a:lnTo>
                  <a:lnTo>
                    <a:pt x="992" y="2534"/>
                  </a:lnTo>
                  <a:lnTo>
                    <a:pt x="1084" y="2442"/>
                  </a:lnTo>
                  <a:lnTo>
                    <a:pt x="1191" y="2335"/>
                  </a:lnTo>
                  <a:lnTo>
                    <a:pt x="1374" y="2106"/>
                  </a:lnTo>
                  <a:lnTo>
                    <a:pt x="1480" y="1984"/>
                  </a:lnTo>
                  <a:lnTo>
                    <a:pt x="1572" y="1893"/>
                  </a:lnTo>
                  <a:lnTo>
                    <a:pt x="1694" y="1832"/>
                  </a:lnTo>
                  <a:lnTo>
                    <a:pt x="1755" y="1801"/>
                  </a:lnTo>
                  <a:lnTo>
                    <a:pt x="1816" y="1801"/>
                  </a:lnTo>
                  <a:lnTo>
                    <a:pt x="2030" y="1893"/>
                  </a:lnTo>
                  <a:lnTo>
                    <a:pt x="2152" y="1954"/>
                  </a:lnTo>
                  <a:lnTo>
                    <a:pt x="2259" y="1984"/>
                  </a:lnTo>
                  <a:lnTo>
                    <a:pt x="2366" y="1984"/>
                  </a:lnTo>
                  <a:lnTo>
                    <a:pt x="2396" y="1969"/>
                  </a:lnTo>
                  <a:lnTo>
                    <a:pt x="2442" y="1954"/>
                  </a:lnTo>
                  <a:lnTo>
                    <a:pt x="2472" y="1923"/>
                  </a:lnTo>
                  <a:lnTo>
                    <a:pt x="2488" y="1862"/>
                  </a:lnTo>
                  <a:lnTo>
                    <a:pt x="2503" y="1801"/>
                  </a:lnTo>
                  <a:lnTo>
                    <a:pt x="2503" y="1710"/>
                  </a:lnTo>
                  <a:lnTo>
                    <a:pt x="2472" y="1557"/>
                  </a:lnTo>
                  <a:lnTo>
                    <a:pt x="2427" y="1404"/>
                  </a:lnTo>
                  <a:lnTo>
                    <a:pt x="2335" y="1252"/>
                  </a:lnTo>
                  <a:lnTo>
                    <a:pt x="2243" y="1099"/>
                  </a:lnTo>
                  <a:lnTo>
                    <a:pt x="2121" y="962"/>
                  </a:lnTo>
                  <a:lnTo>
                    <a:pt x="1999" y="825"/>
                  </a:lnTo>
                  <a:lnTo>
                    <a:pt x="1740" y="596"/>
                  </a:lnTo>
                  <a:lnTo>
                    <a:pt x="1496" y="397"/>
                  </a:lnTo>
                  <a:lnTo>
                    <a:pt x="1328" y="290"/>
                  </a:lnTo>
                  <a:lnTo>
                    <a:pt x="1145" y="168"/>
                  </a:lnTo>
                  <a:lnTo>
                    <a:pt x="962" y="77"/>
                  </a:lnTo>
                  <a:lnTo>
                    <a:pt x="778" y="16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2" name="Google Shape;5262;p63"/>
            <p:cNvSpPr/>
            <p:nvPr/>
          </p:nvSpPr>
          <p:spPr>
            <a:xfrm>
              <a:off x="6931300" y="2230675"/>
              <a:ext cx="50775" cy="38550"/>
            </a:xfrm>
            <a:custGeom>
              <a:avLst/>
              <a:gdLst/>
              <a:ahLst/>
              <a:cxnLst/>
              <a:rect l="l" t="t" r="r" b="b"/>
              <a:pathLst>
                <a:path w="2031" h="1542" extrusionOk="0">
                  <a:moveTo>
                    <a:pt x="184" y="0"/>
                  </a:moveTo>
                  <a:lnTo>
                    <a:pt x="107" y="16"/>
                  </a:lnTo>
                  <a:lnTo>
                    <a:pt x="62" y="61"/>
                  </a:lnTo>
                  <a:lnTo>
                    <a:pt x="16" y="107"/>
                  </a:lnTo>
                  <a:lnTo>
                    <a:pt x="1" y="168"/>
                  </a:lnTo>
                  <a:lnTo>
                    <a:pt x="16" y="229"/>
                  </a:lnTo>
                  <a:lnTo>
                    <a:pt x="31" y="290"/>
                  </a:lnTo>
                  <a:lnTo>
                    <a:pt x="62" y="336"/>
                  </a:lnTo>
                  <a:lnTo>
                    <a:pt x="107" y="382"/>
                  </a:lnTo>
                  <a:lnTo>
                    <a:pt x="214" y="458"/>
                  </a:lnTo>
                  <a:lnTo>
                    <a:pt x="352" y="534"/>
                  </a:lnTo>
                  <a:lnTo>
                    <a:pt x="504" y="595"/>
                  </a:lnTo>
                  <a:lnTo>
                    <a:pt x="672" y="641"/>
                  </a:lnTo>
                  <a:lnTo>
                    <a:pt x="962" y="733"/>
                  </a:lnTo>
                  <a:lnTo>
                    <a:pt x="809" y="748"/>
                  </a:lnTo>
                  <a:lnTo>
                    <a:pt x="657" y="794"/>
                  </a:lnTo>
                  <a:lnTo>
                    <a:pt x="489" y="855"/>
                  </a:lnTo>
                  <a:lnTo>
                    <a:pt x="321" y="931"/>
                  </a:lnTo>
                  <a:lnTo>
                    <a:pt x="199" y="1008"/>
                  </a:lnTo>
                  <a:lnTo>
                    <a:pt x="138" y="1069"/>
                  </a:lnTo>
                  <a:lnTo>
                    <a:pt x="107" y="1114"/>
                  </a:lnTo>
                  <a:lnTo>
                    <a:pt x="77" y="1160"/>
                  </a:lnTo>
                  <a:lnTo>
                    <a:pt x="62" y="1221"/>
                  </a:lnTo>
                  <a:lnTo>
                    <a:pt x="62" y="1282"/>
                  </a:lnTo>
                  <a:lnTo>
                    <a:pt x="77" y="1343"/>
                  </a:lnTo>
                  <a:lnTo>
                    <a:pt x="92" y="1374"/>
                  </a:lnTo>
                  <a:lnTo>
                    <a:pt x="138" y="1389"/>
                  </a:lnTo>
                  <a:lnTo>
                    <a:pt x="260" y="1404"/>
                  </a:lnTo>
                  <a:lnTo>
                    <a:pt x="428" y="1389"/>
                  </a:lnTo>
                  <a:lnTo>
                    <a:pt x="611" y="1374"/>
                  </a:lnTo>
                  <a:lnTo>
                    <a:pt x="825" y="1358"/>
                  </a:lnTo>
                  <a:lnTo>
                    <a:pt x="1038" y="1343"/>
                  </a:lnTo>
                  <a:lnTo>
                    <a:pt x="1252" y="1374"/>
                  </a:lnTo>
                  <a:lnTo>
                    <a:pt x="1343" y="1389"/>
                  </a:lnTo>
                  <a:lnTo>
                    <a:pt x="1435" y="1420"/>
                  </a:lnTo>
                  <a:lnTo>
                    <a:pt x="1527" y="1465"/>
                  </a:lnTo>
                  <a:lnTo>
                    <a:pt x="1679" y="1526"/>
                  </a:lnTo>
                  <a:lnTo>
                    <a:pt x="1771" y="1542"/>
                  </a:lnTo>
                  <a:lnTo>
                    <a:pt x="1923" y="1542"/>
                  </a:lnTo>
                  <a:lnTo>
                    <a:pt x="1984" y="1496"/>
                  </a:lnTo>
                  <a:lnTo>
                    <a:pt x="2015" y="1450"/>
                  </a:lnTo>
                  <a:lnTo>
                    <a:pt x="2030" y="1374"/>
                  </a:lnTo>
                  <a:lnTo>
                    <a:pt x="2030" y="1267"/>
                  </a:lnTo>
                  <a:lnTo>
                    <a:pt x="2000" y="1145"/>
                  </a:lnTo>
                  <a:lnTo>
                    <a:pt x="1939" y="992"/>
                  </a:lnTo>
                  <a:lnTo>
                    <a:pt x="1832" y="840"/>
                  </a:lnTo>
                  <a:lnTo>
                    <a:pt x="1679" y="657"/>
                  </a:lnTo>
                  <a:lnTo>
                    <a:pt x="1481" y="489"/>
                  </a:lnTo>
                  <a:lnTo>
                    <a:pt x="1282" y="351"/>
                  </a:lnTo>
                  <a:lnTo>
                    <a:pt x="1054" y="229"/>
                  </a:lnTo>
                  <a:lnTo>
                    <a:pt x="809" y="122"/>
                  </a:lnTo>
                  <a:lnTo>
                    <a:pt x="565" y="46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3" name="Google Shape;5263;p63"/>
            <p:cNvSpPr/>
            <p:nvPr/>
          </p:nvSpPr>
          <p:spPr>
            <a:xfrm>
              <a:off x="7030100" y="2253550"/>
              <a:ext cx="61075" cy="189650"/>
            </a:xfrm>
            <a:custGeom>
              <a:avLst/>
              <a:gdLst/>
              <a:ahLst/>
              <a:cxnLst/>
              <a:rect l="l" t="t" r="r" b="b"/>
              <a:pathLst>
                <a:path w="2443" h="7586" extrusionOk="0">
                  <a:moveTo>
                    <a:pt x="2290" y="1"/>
                  </a:moveTo>
                  <a:lnTo>
                    <a:pt x="2107" y="184"/>
                  </a:lnTo>
                  <a:lnTo>
                    <a:pt x="1924" y="367"/>
                  </a:lnTo>
                  <a:lnTo>
                    <a:pt x="1756" y="566"/>
                  </a:lnTo>
                  <a:lnTo>
                    <a:pt x="1588" y="749"/>
                  </a:lnTo>
                  <a:lnTo>
                    <a:pt x="1435" y="962"/>
                  </a:lnTo>
                  <a:lnTo>
                    <a:pt x="1298" y="1161"/>
                  </a:lnTo>
                  <a:lnTo>
                    <a:pt x="1161" y="1374"/>
                  </a:lnTo>
                  <a:lnTo>
                    <a:pt x="1039" y="1603"/>
                  </a:lnTo>
                  <a:lnTo>
                    <a:pt x="917" y="1817"/>
                  </a:lnTo>
                  <a:lnTo>
                    <a:pt x="810" y="2046"/>
                  </a:lnTo>
                  <a:lnTo>
                    <a:pt x="611" y="2519"/>
                  </a:lnTo>
                  <a:lnTo>
                    <a:pt x="444" y="2992"/>
                  </a:lnTo>
                  <a:lnTo>
                    <a:pt x="306" y="3480"/>
                  </a:lnTo>
                  <a:lnTo>
                    <a:pt x="184" y="3984"/>
                  </a:lnTo>
                  <a:lnTo>
                    <a:pt x="108" y="4487"/>
                  </a:lnTo>
                  <a:lnTo>
                    <a:pt x="47" y="4991"/>
                  </a:lnTo>
                  <a:lnTo>
                    <a:pt x="16" y="5510"/>
                  </a:lnTo>
                  <a:lnTo>
                    <a:pt x="1" y="6029"/>
                  </a:lnTo>
                  <a:lnTo>
                    <a:pt x="16" y="6532"/>
                  </a:lnTo>
                  <a:lnTo>
                    <a:pt x="47" y="7051"/>
                  </a:lnTo>
                  <a:lnTo>
                    <a:pt x="93" y="7555"/>
                  </a:lnTo>
                  <a:lnTo>
                    <a:pt x="108" y="7570"/>
                  </a:lnTo>
                  <a:lnTo>
                    <a:pt x="108" y="7585"/>
                  </a:lnTo>
                  <a:lnTo>
                    <a:pt x="154" y="7585"/>
                  </a:lnTo>
                  <a:lnTo>
                    <a:pt x="184" y="7570"/>
                  </a:lnTo>
                  <a:lnTo>
                    <a:pt x="199" y="7540"/>
                  </a:lnTo>
                  <a:lnTo>
                    <a:pt x="230" y="6639"/>
                  </a:lnTo>
                  <a:lnTo>
                    <a:pt x="260" y="5754"/>
                  </a:lnTo>
                  <a:lnTo>
                    <a:pt x="291" y="5663"/>
                  </a:lnTo>
                  <a:lnTo>
                    <a:pt x="489" y="5540"/>
                  </a:lnTo>
                  <a:lnTo>
                    <a:pt x="688" y="5388"/>
                  </a:lnTo>
                  <a:lnTo>
                    <a:pt x="871" y="5235"/>
                  </a:lnTo>
                  <a:lnTo>
                    <a:pt x="1039" y="5083"/>
                  </a:lnTo>
                  <a:lnTo>
                    <a:pt x="1207" y="4900"/>
                  </a:lnTo>
                  <a:lnTo>
                    <a:pt x="1359" y="4716"/>
                  </a:lnTo>
                  <a:lnTo>
                    <a:pt x="1512" y="4518"/>
                  </a:lnTo>
                  <a:lnTo>
                    <a:pt x="1634" y="4320"/>
                  </a:lnTo>
                  <a:lnTo>
                    <a:pt x="1771" y="4075"/>
                  </a:lnTo>
                  <a:lnTo>
                    <a:pt x="1878" y="3831"/>
                  </a:lnTo>
                  <a:lnTo>
                    <a:pt x="1970" y="3572"/>
                  </a:lnTo>
                  <a:lnTo>
                    <a:pt x="2061" y="3312"/>
                  </a:lnTo>
                  <a:lnTo>
                    <a:pt x="2244" y="2794"/>
                  </a:lnTo>
                  <a:lnTo>
                    <a:pt x="2336" y="2534"/>
                  </a:lnTo>
                  <a:lnTo>
                    <a:pt x="2443" y="2275"/>
                  </a:lnTo>
                  <a:lnTo>
                    <a:pt x="2443" y="2244"/>
                  </a:lnTo>
                  <a:lnTo>
                    <a:pt x="2412" y="2229"/>
                  </a:lnTo>
                  <a:lnTo>
                    <a:pt x="2382" y="2244"/>
                  </a:lnTo>
                  <a:lnTo>
                    <a:pt x="2351" y="2259"/>
                  </a:lnTo>
                  <a:lnTo>
                    <a:pt x="2122" y="2412"/>
                  </a:lnTo>
                  <a:lnTo>
                    <a:pt x="1909" y="2580"/>
                  </a:lnTo>
                  <a:lnTo>
                    <a:pt x="1725" y="2748"/>
                  </a:lnTo>
                  <a:lnTo>
                    <a:pt x="1558" y="2916"/>
                  </a:lnTo>
                  <a:lnTo>
                    <a:pt x="1390" y="3084"/>
                  </a:lnTo>
                  <a:lnTo>
                    <a:pt x="1252" y="3267"/>
                  </a:lnTo>
                  <a:lnTo>
                    <a:pt x="1115" y="3450"/>
                  </a:lnTo>
                  <a:lnTo>
                    <a:pt x="993" y="3633"/>
                  </a:lnTo>
                  <a:lnTo>
                    <a:pt x="886" y="3831"/>
                  </a:lnTo>
                  <a:lnTo>
                    <a:pt x="779" y="4014"/>
                  </a:lnTo>
                  <a:lnTo>
                    <a:pt x="596" y="4426"/>
                  </a:lnTo>
                  <a:lnTo>
                    <a:pt x="428" y="4869"/>
                  </a:lnTo>
                  <a:lnTo>
                    <a:pt x="276" y="5327"/>
                  </a:lnTo>
                  <a:lnTo>
                    <a:pt x="306" y="4823"/>
                  </a:lnTo>
                  <a:lnTo>
                    <a:pt x="367" y="4320"/>
                  </a:lnTo>
                  <a:lnTo>
                    <a:pt x="459" y="3816"/>
                  </a:lnTo>
                  <a:lnTo>
                    <a:pt x="566" y="3328"/>
                  </a:lnTo>
                  <a:lnTo>
                    <a:pt x="688" y="2870"/>
                  </a:lnTo>
                  <a:lnTo>
                    <a:pt x="840" y="2427"/>
                  </a:lnTo>
                  <a:lnTo>
                    <a:pt x="1023" y="1985"/>
                  </a:lnTo>
                  <a:lnTo>
                    <a:pt x="1222" y="1557"/>
                  </a:lnTo>
                  <a:lnTo>
                    <a:pt x="1466" y="1145"/>
                  </a:lnTo>
                  <a:lnTo>
                    <a:pt x="1588" y="947"/>
                  </a:lnTo>
                  <a:lnTo>
                    <a:pt x="1725" y="749"/>
                  </a:lnTo>
                  <a:lnTo>
                    <a:pt x="1878" y="566"/>
                  </a:lnTo>
                  <a:lnTo>
                    <a:pt x="2015" y="382"/>
                  </a:lnTo>
                  <a:lnTo>
                    <a:pt x="2183" y="215"/>
                  </a:lnTo>
                  <a:lnTo>
                    <a:pt x="2351" y="47"/>
                  </a:lnTo>
                  <a:lnTo>
                    <a:pt x="2336" y="16"/>
                  </a:lnTo>
                  <a:lnTo>
                    <a:pt x="232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4" name="Google Shape;5264;p63"/>
            <p:cNvSpPr/>
            <p:nvPr/>
          </p:nvSpPr>
          <p:spPr>
            <a:xfrm>
              <a:off x="7079700" y="2215800"/>
              <a:ext cx="62600" cy="64100"/>
            </a:xfrm>
            <a:custGeom>
              <a:avLst/>
              <a:gdLst/>
              <a:ahLst/>
              <a:cxnLst/>
              <a:rect l="l" t="t" r="r" b="b"/>
              <a:pathLst>
                <a:path w="2504" h="2564" extrusionOk="0">
                  <a:moveTo>
                    <a:pt x="1878" y="0"/>
                  </a:moveTo>
                  <a:lnTo>
                    <a:pt x="1786" y="15"/>
                  </a:lnTo>
                  <a:lnTo>
                    <a:pt x="1603" y="61"/>
                  </a:lnTo>
                  <a:lnTo>
                    <a:pt x="1420" y="153"/>
                  </a:lnTo>
                  <a:lnTo>
                    <a:pt x="1237" y="260"/>
                  </a:lnTo>
                  <a:lnTo>
                    <a:pt x="1069" y="366"/>
                  </a:lnTo>
                  <a:lnTo>
                    <a:pt x="810" y="550"/>
                  </a:lnTo>
                  <a:lnTo>
                    <a:pt x="535" y="778"/>
                  </a:lnTo>
                  <a:lnTo>
                    <a:pt x="413" y="901"/>
                  </a:lnTo>
                  <a:lnTo>
                    <a:pt x="291" y="1038"/>
                  </a:lnTo>
                  <a:lnTo>
                    <a:pt x="184" y="1175"/>
                  </a:lnTo>
                  <a:lnTo>
                    <a:pt x="92" y="1328"/>
                  </a:lnTo>
                  <a:lnTo>
                    <a:pt x="31" y="1480"/>
                  </a:lnTo>
                  <a:lnTo>
                    <a:pt x="1" y="1648"/>
                  </a:lnTo>
                  <a:lnTo>
                    <a:pt x="1" y="1725"/>
                  </a:lnTo>
                  <a:lnTo>
                    <a:pt x="16" y="1801"/>
                  </a:lnTo>
                  <a:lnTo>
                    <a:pt x="31" y="1847"/>
                  </a:lnTo>
                  <a:lnTo>
                    <a:pt x="62" y="1892"/>
                  </a:lnTo>
                  <a:lnTo>
                    <a:pt x="92" y="1908"/>
                  </a:lnTo>
                  <a:lnTo>
                    <a:pt x="123" y="1923"/>
                  </a:lnTo>
                  <a:lnTo>
                    <a:pt x="230" y="1923"/>
                  </a:lnTo>
                  <a:lnTo>
                    <a:pt x="337" y="1892"/>
                  </a:lnTo>
                  <a:lnTo>
                    <a:pt x="459" y="1847"/>
                  </a:lnTo>
                  <a:lnTo>
                    <a:pt x="672" y="1755"/>
                  </a:lnTo>
                  <a:lnTo>
                    <a:pt x="749" y="1770"/>
                  </a:lnTo>
                  <a:lnTo>
                    <a:pt x="794" y="1786"/>
                  </a:lnTo>
                  <a:lnTo>
                    <a:pt x="916" y="1862"/>
                  </a:lnTo>
                  <a:lnTo>
                    <a:pt x="1008" y="1953"/>
                  </a:lnTo>
                  <a:lnTo>
                    <a:pt x="1115" y="2076"/>
                  </a:lnTo>
                  <a:lnTo>
                    <a:pt x="1298" y="2320"/>
                  </a:lnTo>
                  <a:lnTo>
                    <a:pt x="1374" y="2427"/>
                  </a:lnTo>
                  <a:lnTo>
                    <a:pt x="1481" y="2503"/>
                  </a:lnTo>
                  <a:lnTo>
                    <a:pt x="1527" y="2533"/>
                  </a:lnTo>
                  <a:lnTo>
                    <a:pt x="1573" y="2564"/>
                  </a:lnTo>
                  <a:lnTo>
                    <a:pt x="1710" y="2564"/>
                  </a:lnTo>
                  <a:lnTo>
                    <a:pt x="1756" y="2549"/>
                  </a:lnTo>
                  <a:lnTo>
                    <a:pt x="1802" y="2518"/>
                  </a:lnTo>
                  <a:lnTo>
                    <a:pt x="1847" y="2488"/>
                  </a:lnTo>
                  <a:lnTo>
                    <a:pt x="1863" y="2457"/>
                  </a:lnTo>
                  <a:lnTo>
                    <a:pt x="1908" y="2396"/>
                  </a:lnTo>
                  <a:lnTo>
                    <a:pt x="1939" y="2320"/>
                  </a:lnTo>
                  <a:lnTo>
                    <a:pt x="1954" y="2243"/>
                  </a:lnTo>
                  <a:lnTo>
                    <a:pt x="1954" y="2167"/>
                  </a:lnTo>
                  <a:lnTo>
                    <a:pt x="1954" y="2106"/>
                  </a:lnTo>
                  <a:lnTo>
                    <a:pt x="1939" y="2030"/>
                  </a:lnTo>
                  <a:lnTo>
                    <a:pt x="1893" y="1877"/>
                  </a:lnTo>
                  <a:lnTo>
                    <a:pt x="1802" y="1740"/>
                  </a:lnTo>
                  <a:lnTo>
                    <a:pt x="1695" y="1603"/>
                  </a:lnTo>
                  <a:lnTo>
                    <a:pt x="1588" y="1480"/>
                  </a:lnTo>
                  <a:lnTo>
                    <a:pt x="1466" y="1374"/>
                  </a:lnTo>
                  <a:lnTo>
                    <a:pt x="1634" y="1465"/>
                  </a:lnTo>
                  <a:lnTo>
                    <a:pt x="1802" y="1572"/>
                  </a:lnTo>
                  <a:lnTo>
                    <a:pt x="1969" y="1664"/>
                  </a:lnTo>
                  <a:lnTo>
                    <a:pt x="2061" y="1694"/>
                  </a:lnTo>
                  <a:lnTo>
                    <a:pt x="2153" y="1725"/>
                  </a:lnTo>
                  <a:lnTo>
                    <a:pt x="2214" y="1740"/>
                  </a:lnTo>
                  <a:lnTo>
                    <a:pt x="2305" y="1740"/>
                  </a:lnTo>
                  <a:lnTo>
                    <a:pt x="2351" y="1725"/>
                  </a:lnTo>
                  <a:lnTo>
                    <a:pt x="2397" y="1694"/>
                  </a:lnTo>
                  <a:lnTo>
                    <a:pt x="2427" y="1664"/>
                  </a:lnTo>
                  <a:lnTo>
                    <a:pt x="2458" y="1633"/>
                  </a:lnTo>
                  <a:lnTo>
                    <a:pt x="2473" y="1587"/>
                  </a:lnTo>
                  <a:lnTo>
                    <a:pt x="2488" y="1557"/>
                  </a:lnTo>
                  <a:lnTo>
                    <a:pt x="2504" y="1465"/>
                  </a:lnTo>
                  <a:lnTo>
                    <a:pt x="2504" y="1374"/>
                  </a:lnTo>
                  <a:lnTo>
                    <a:pt x="2488" y="1297"/>
                  </a:lnTo>
                  <a:lnTo>
                    <a:pt x="2458" y="1221"/>
                  </a:lnTo>
                  <a:lnTo>
                    <a:pt x="2427" y="1160"/>
                  </a:lnTo>
                  <a:lnTo>
                    <a:pt x="2366" y="1099"/>
                  </a:lnTo>
                  <a:lnTo>
                    <a:pt x="2305" y="1038"/>
                  </a:lnTo>
                  <a:lnTo>
                    <a:pt x="2244" y="977"/>
                  </a:lnTo>
                  <a:lnTo>
                    <a:pt x="2076" y="901"/>
                  </a:lnTo>
                  <a:lnTo>
                    <a:pt x="1908" y="839"/>
                  </a:lnTo>
                  <a:lnTo>
                    <a:pt x="1741" y="794"/>
                  </a:lnTo>
                  <a:lnTo>
                    <a:pt x="1557" y="778"/>
                  </a:lnTo>
                  <a:lnTo>
                    <a:pt x="1786" y="626"/>
                  </a:lnTo>
                  <a:lnTo>
                    <a:pt x="1908" y="534"/>
                  </a:lnTo>
                  <a:lnTo>
                    <a:pt x="2030" y="443"/>
                  </a:lnTo>
                  <a:lnTo>
                    <a:pt x="2122" y="336"/>
                  </a:lnTo>
                  <a:lnTo>
                    <a:pt x="2153" y="275"/>
                  </a:lnTo>
                  <a:lnTo>
                    <a:pt x="2168" y="229"/>
                  </a:lnTo>
                  <a:lnTo>
                    <a:pt x="2168" y="183"/>
                  </a:lnTo>
                  <a:lnTo>
                    <a:pt x="2168" y="138"/>
                  </a:lnTo>
                  <a:lnTo>
                    <a:pt x="2137" y="92"/>
                  </a:lnTo>
                  <a:lnTo>
                    <a:pt x="2091" y="46"/>
                  </a:lnTo>
                  <a:lnTo>
                    <a:pt x="2015" y="15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5" name="Google Shape;5265;p63"/>
            <p:cNvSpPr/>
            <p:nvPr/>
          </p:nvSpPr>
          <p:spPr>
            <a:xfrm>
              <a:off x="7078950" y="2227225"/>
              <a:ext cx="51900" cy="37050"/>
            </a:xfrm>
            <a:custGeom>
              <a:avLst/>
              <a:gdLst/>
              <a:ahLst/>
              <a:cxnLst/>
              <a:rect l="l" t="t" r="r" b="b"/>
              <a:pathLst>
                <a:path w="2076" h="1482" extrusionOk="0">
                  <a:moveTo>
                    <a:pt x="1740" y="1"/>
                  </a:moveTo>
                  <a:lnTo>
                    <a:pt x="1511" y="32"/>
                  </a:lnTo>
                  <a:lnTo>
                    <a:pt x="1282" y="93"/>
                  </a:lnTo>
                  <a:lnTo>
                    <a:pt x="1038" y="199"/>
                  </a:lnTo>
                  <a:lnTo>
                    <a:pt x="794" y="306"/>
                  </a:lnTo>
                  <a:lnTo>
                    <a:pt x="595" y="444"/>
                  </a:lnTo>
                  <a:lnTo>
                    <a:pt x="382" y="611"/>
                  </a:lnTo>
                  <a:lnTo>
                    <a:pt x="229" y="779"/>
                  </a:lnTo>
                  <a:lnTo>
                    <a:pt x="122" y="932"/>
                  </a:lnTo>
                  <a:lnTo>
                    <a:pt x="46" y="1069"/>
                  </a:lnTo>
                  <a:lnTo>
                    <a:pt x="16" y="1191"/>
                  </a:lnTo>
                  <a:lnTo>
                    <a:pt x="0" y="1298"/>
                  </a:lnTo>
                  <a:lnTo>
                    <a:pt x="16" y="1390"/>
                  </a:lnTo>
                  <a:lnTo>
                    <a:pt x="46" y="1435"/>
                  </a:lnTo>
                  <a:lnTo>
                    <a:pt x="107" y="1466"/>
                  </a:lnTo>
                  <a:lnTo>
                    <a:pt x="183" y="1481"/>
                  </a:lnTo>
                  <a:lnTo>
                    <a:pt x="260" y="1481"/>
                  </a:lnTo>
                  <a:lnTo>
                    <a:pt x="351" y="1466"/>
                  </a:lnTo>
                  <a:lnTo>
                    <a:pt x="504" y="1420"/>
                  </a:lnTo>
                  <a:lnTo>
                    <a:pt x="611" y="1374"/>
                  </a:lnTo>
                  <a:lnTo>
                    <a:pt x="702" y="1344"/>
                  </a:lnTo>
                  <a:lnTo>
                    <a:pt x="794" y="1329"/>
                  </a:lnTo>
                  <a:lnTo>
                    <a:pt x="992" y="1313"/>
                  </a:lnTo>
                  <a:lnTo>
                    <a:pt x="1206" y="1329"/>
                  </a:lnTo>
                  <a:lnTo>
                    <a:pt x="1420" y="1359"/>
                  </a:lnTo>
                  <a:lnTo>
                    <a:pt x="1618" y="1390"/>
                  </a:lnTo>
                  <a:lnTo>
                    <a:pt x="1786" y="1405"/>
                  </a:lnTo>
                  <a:lnTo>
                    <a:pt x="1893" y="1390"/>
                  </a:lnTo>
                  <a:lnTo>
                    <a:pt x="1938" y="1374"/>
                  </a:lnTo>
                  <a:lnTo>
                    <a:pt x="1969" y="1359"/>
                  </a:lnTo>
                  <a:lnTo>
                    <a:pt x="1984" y="1283"/>
                  </a:lnTo>
                  <a:lnTo>
                    <a:pt x="1984" y="1237"/>
                  </a:lnTo>
                  <a:lnTo>
                    <a:pt x="1969" y="1176"/>
                  </a:lnTo>
                  <a:lnTo>
                    <a:pt x="1938" y="1115"/>
                  </a:lnTo>
                  <a:lnTo>
                    <a:pt x="1908" y="1069"/>
                  </a:lnTo>
                  <a:lnTo>
                    <a:pt x="1847" y="1008"/>
                  </a:lnTo>
                  <a:lnTo>
                    <a:pt x="1725" y="917"/>
                  </a:lnTo>
                  <a:lnTo>
                    <a:pt x="1572" y="840"/>
                  </a:lnTo>
                  <a:lnTo>
                    <a:pt x="1404" y="779"/>
                  </a:lnTo>
                  <a:lnTo>
                    <a:pt x="1236" y="733"/>
                  </a:lnTo>
                  <a:lnTo>
                    <a:pt x="1099" y="703"/>
                  </a:lnTo>
                  <a:lnTo>
                    <a:pt x="1389" y="627"/>
                  </a:lnTo>
                  <a:lnTo>
                    <a:pt x="1557" y="596"/>
                  </a:lnTo>
                  <a:lnTo>
                    <a:pt x="1709" y="535"/>
                  </a:lnTo>
                  <a:lnTo>
                    <a:pt x="1862" y="474"/>
                  </a:lnTo>
                  <a:lnTo>
                    <a:pt x="1969" y="382"/>
                  </a:lnTo>
                  <a:lnTo>
                    <a:pt x="2015" y="337"/>
                  </a:lnTo>
                  <a:lnTo>
                    <a:pt x="2045" y="291"/>
                  </a:lnTo>
                  <a:lnTo>
                    <a:pt x="2060" y="245"/>
                  </a:lnTo>
                  <a:lnTo>
                    <a:pt x="2076" y="184"/>
                  </a:lnTo>
                  <a:lnTo>
                    <a:pt x="2060" y="108"/>
                  </a:lnTo>
                  <a:lnTo>
                    <a:pt x="2030" y="62"/>
                  </a:lnTo>
                  <a:lnTo>
                    <a:pt x="1969" y="32"/>
                  </a:lnTo>
                  <a:lnTo>
                    <a:pt x="1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6" name="Google Shape;5266;p63"/>
            <p:cNvSpPr/>
            <p:nvPr/>
          </p:nvSpPr>
          <p:spPr>
            <a:xfrm>
              <a:off x="6993875" y="2201675"/>
              <a:ext cx="87000" cy="251450"/>
            </a:xfrm>
            <a:custGeom>
              <a:avLst/>
              <a:gdLst/>
              <a:ahLst/>
              <a:cxnLst/>
              <a:rect l="l" t="t" r="r" b="b"/>
              <a:pathLst>
                <a:path w="3480" h="10058" extrusionOk="0">
                  <a:moveTo>
                    <a:pt x="31" y="1"/>
                  </a:moveTo>
                  <a:lnTo>
                    <a:pt x="16" y="16"/>
                  </a:lnTo>
                  <a:lnTo>
                    <a:pt x="0" y="31"/>
                  </a:lnTo>
                  <a:lnTo>
                    <a:pt x="16" y="62"/>
                  </a:lnTo>
                  <a:lnTo>
                    <a:pt x="199" y="290"/>
                  </a:lnTo>
                  <a:lnTo>
                    <a:pt x="366" y="519"/>
                  </a:lnTo>
                  <a:lnTo>
                    <a:pt x="519" y="779"/>
                  </a:lnTo>
                  <a:lnTo>
                    <a:pt x="656" y="1038"/>
                  </a:lnTo>
                  <a:lnTo>
                    <a:pt x="794" y="1298"/>
                  </a:lnTo>
                  <a:lnTo>
                    <a:pt x="901" y="1572"/>
                  </a:lnTo>
                  <a:lnTo>
                    <a:pt x="1007" y="1847"/>
                  </a:lnTo>
                  <a:lnTo>
                    <a:pt x="1114" y="2122"/>
                  </a:lnTo>
                  <a:lnTo>
                    <a:pt x="1191" y="2412"/>
                  </a:lnTo>
                  <a:lnTo>
                    <a:pt x="1267" y="2702"/>
                  </a:lnTo>
                  <a:lnTo>
                    <a:pt x="1343" y="2992"/>
                  </a:lnTo>
                  <a:lnTo>
                    <a:pt x="1389" y="3282"/>
                  </a:lnTo>
                  <a:lnTo>
                    <a:pt x="1480" y="3861"/>
                  </a:lnTo>
                  <a:lnTo>
                    <a:pt x="1526" y="4441"/>
                  </a:lnTo>
                  <a:lnTo>
                    <a:pt x="1542" y="5143"/>
                  </a:lnTo>
                  <a:lnTo>
                    <a:pt x="1511" y="5845"/>
                  </a:lnTo>
                  <a:lnTo>
                    <a:pt x="1450" y="6547"/>
                  </a:lnTo>
                  <a:lnTo>
                    <a:pt x="1358" y="7234"/>
                  </a:lnTo>
                  <a:lnTo>
                    <a:pt x="1236" y="7921"/>
                  </a:lnTo>
                  <a:lnTo>
                    <a:pt x="1099" y="8607"/>
                  </a:lnTo>
                  <a:lnTo>
                    <a:pt x="962" y="9294"/>
                  </a:lnTo>
                  <a:lnTo>
                    <a:pt x="840" y="9981"/>
                  </a:lnTo>
                  <a:lnTo>
                    <a:pt x="840" y="9996"/>
                  </a:lnTo>
                  <a:lnTo>
                    <a:pt x="855" y="10027"/>
                  </a:lnTo>
                  <a:lnTo>
                    <a:pt x="870" y="10042"/>
                  </a:lnTo>
                  <a:lnTo>
                    <a:pt x="901" y="10057"/>
                  </a:lnTo>
                  <a:lnTo>
                    <a:pt x="931" y="10057"/>
                  </a:lnTo>
                  <a:lnTo>
                    <a:pt x="962" y="10042"/>
                  </a:lnTo>
                  <a:lnTo>
                    <a:pt x="977" y="10027"/>
                  </a:lnTo>
                  <a:lnTo>
                    <a:pt x="992" y="9996"/>
                  </a:lnTo>
                  <a:lnTo>
                    <a:pt x="1191" y="9264"/>
                  </a:lnTo>
                  <a:lnTo>
                    <a:pt x="1358" y="8531"/>
                  </a:lnTo>
                  <a:lnTo>
                    <a:pt x="1511" y="7783"/>
                  </a:lnTo>
                  <a:lnTo>
                    <a:pt x="1633" y="7036"/>
                  </a:lnTo>
                  <a:lnTo>
                    <a:pt x="1694" y="6608"/>
                  </a:lnTo>
                  <a:lnTo>
                    <a:pt x="1740" y="6181"/>
                  </a:lnTo>
                  <a:lnTo>
                    <a:pt x="1938" y="5998"/>
                  </a:lnTo>
                  <a:lnTo>
                    <a:pt x="2106" y="5815"/>
                  </a:lnTo>
                  <a:lnTo>
                    <a:pt x="2274" y="5632"/>
                  </a:lnTo>
                  <a:lnTo>
                    <a:pt x="2427" y="5448"/>
                  </a:lnTo>
                  <a:lnTo>
                    <a:pt x="2564" y="5250"/>
                  </a:lnTo>
                  <a:lnTo>
                    <a:pt x="2701" y="5052"/>
                  </a:lnTo>
                  <a:lnTo>
                    <a:pt x="2823" y="4853"/>
                  </a:lnTo>
                  <a:lnTo>
                    <a:pt x="2930" y="4640"/>
                  </a:lnTo>
                  <a:lnTo>
                    <a:pt x="3037" y="4411"/>
                  </a:lnTo>
                  <a:lnTo>
                    <a:pt x="3129" y="4182"/>
                  </a:lnTo>
                  <a:lnTo>
                    <a:pt x="3205" y="3938"/>
                  </a:lnTo>
                  <a:lnTo>
                    <a:pt x="3281" y="3678"/>
                  </a:lnTo>
                  <a:lnTo>
                    <a:pt x="3342" y="3404"/>
                  </a:lnTo>
                  <a:lnTo>
                    <a:pt x="3388" y="3114"/>
                  </a:lnTo>
                  <a:lnTo>
                    <a:pt x="3449" y="2793"/>
                  </a:lnTo>
                  <a:lnTo>
                    <a:pt x="3480" y="2473"/>
                  </a:lnTo>
                  <a:lnTo>
                    <a:pt x="3480" y="2427"/>
                  </a:lnTo>
                  <a:lnTo>
                    <a:pt x="3464" y="2396"/>
                  </a:lnTo>
                  <a:lnTo>
                    <a:pt x="3434" y="2396"/>
                  </a:lnTo>
                  <a:lnTo>
                    <a:pt x="3403" y="2427"/>
                  </a:lnTo>
                  <a:lnTo>
                    <a:pt x="3220" y="2610"/>
                  </a:lnTo>
                  <a:lnTo>
                    <a:pt x="3037" y="2793"/>
                  </a:lnTo>
                  <a:lnTo>
                    <a:pt x="2884" y="2992"/>
                  </a:lnTo>
                  <a:lnTo>
                    <a:pt x="2732" y="3175"/>
                  </a:lnTo>
                  <a:lnTo>
                    <a:pt x="2595" y="3373"/>
                  </a:lnTo>
                  <a:lnTo>
                    <a:pt x="2488" y="3571"/>
                  </a:lnTo>
                  <a:lnTo>
                    <a:pt x="2381" y="3770"/>
                  </a:lnTo>
                  <a:lnTo>
                    <a:pt x="2274" y="3968"/>
                  </a:lnTo>
                  <a:lnTo>
                    <a:pt x="2121" y="4350"/>
                  </a:lnTo>
                  <a:lnTo>
                    <a:pt x="1984" y="4747"/>
                  </a:lnTo>
                  <a:lnTo>
                    <a:pt x="1862" y="5128"/>
                  </a:lnTo>
                  <a:lnTo>
                    <a:pt x="1755" y="5494"/>
                  </a:lnTo>
                  <a:lnTo>
                    <a:pt x="1755" y="5281"/>
                  </a:lnTo>
                  <a:lnTo>
                    <a:pt x="1770" y="4853"/>
                  </a:lnTo>
                  <a:lnTo>
                    <a:pt x="1755" y="4579"/>
                  </a:lnTo>
                  <a:lnTo>
                    <a:pt x="1740" y="4273"/>
                  </a:lnTo>
                  <a:lnTo>
                    <a:pt x="1709" y="3922"/>
                  </a:lnTo>
                  <a:lnTo>
                    <a:pt x="1664" y="3541"/>
                  </a:lnTo>
                  <a:lnTo>
                    <a:pt x="1587" y="3129"/>
                  </a:lnTo>
                  <a:lnTo>
                    <a:pt x="1480" y="2717"/>
                  </a:lnTo>
                  <a:lnTo>
                    <a:pt x="1343" y="2274"/>
                  </a:lnTo>
                  <a:lnTo>
                    <a:pt x="1175" y="1817"/>
                  </a:lnTo>
                  <a:lnTo>
                    <a:pt x="1068" y="1603"/>
                  </a:lnTo>
                  <a:lnTo>
                    <a:pt x="962" y="1374"/>
                  </a:lnTo>
                  <a:lnTo>
                    <a:pt x="840" y="1145"/>
                  </a:lnTo>
                  <a:lnTo>
                    <a:pt x="702" y="916"/>
                  </a:lnTo>
                  <a:lnTo>
                    <a:pt x="565" y="687"/>
                  </a:lnTo>
                  <a:lnTo>
                    <a:pt x="412" y="458"/>
                  </a:lnTo>
                  <a:lnTo>
                    <a:pt x="244" y="229"/>
                  </a:lnTo>
                  <a:lnTo>
                    <a:pt x="61" y="16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7" name="Google Shape;5267;p63"/>
            <p:cNvSpPr/>
            <p:nvPr/>
          </p:nvSpPr>
          <p:spPr>
            <a:xfrm>
              <a:off x="6950000" y="2147125"/>
              <a:ext cx="64125" cy="74800"/>
            </a:xfrm>
            <a:custGeom>
              <a:avLst/>
              <a:gdLst/>
              <a:ahLst/>
              <a:cxnLst/>
              <a:rect l="l" t="t" r="r" b="b"/>
              <a:pathLst>
                <a:path w="2565" h="2992" extrusionOk="0">
                  <a:moveTo>
                    <a:pt x="1236" y="0"/>
                  </a:moveTo>
                  <a:lnTo>
                    <a:pt x="1160" y="16"/>
                  </a:lnTo>
                  <a:lnTo>
                    <a:pt x="1114" y="46"/>
                  </a:lnTo>
                  <a:lnTo>
                    <a:pt x="1084" y="92"/>
                  </a:lnTo>
                  <a:lnTo>
                    <a:pt x="1053" y="138"/>
                  </a:lnTo>
                  <a:lnTo>
                    <a:pt x="1053" y="214"/>
                  </a:lnTo>
                  <a:lnTo>
                    <a:pt x="1053" y="275"/>
                  </a:lnTo>
                  <a:lnTo>
                    <a:pt x="1084" y="428"/>
                  </a:lnTo>
                  <a:lnTo>
                    <a:pt x="1160" y="595"/>
                  </a:lnTo>
                  <a:lnTo>
                    <a:pt x="1236" y="763"/>
                  </a:lnTo>
                  <a:lnTo>
                    <a:pt x="1374" y="1023"/>
                  </a:lnTo>
                  <a:lnTo>
                    <a:pt x="1374" y="1023"/>
                  </a:lnTo>
                  <a:lnTo>
                    <a:pt x="1191" y="946"/>
                  </a:lnTo>
                  <a:lnTo>
                    <a:pt x="992" y="901"/>
                  </a:lnTo>
                  <a:lnTo>
                    <a:pt x="779" y="870"/>
                  </a:lnTo>
                  <a:lnTo>
                    <a:pt x="580" y="870"/>
                  </a:lnTo>
                  <a:lnTo>
                    <a:pt x="473" y="885"/>
                  </a:lnTo>
                  <a:lnTo>
                    <a:pt x="382" y="901"/>
                  </a:lnTo>
                  <a:lnTo>
                    <a:pt x="306" y="946"/>
                  </a:lnTo>
                  <a:lnTo>
                    <a:pt x="229" y="992"/>
                  </a:lnTo>
                  <a:lnTo>
                    <a:pt x="153" y="1053"/>
                  </a:lnTo>
                  <a:lnTo>
                    <a:pt x="92" y="1114"/>
                  </a:lnTo>
                  <a:lnTo>
                    <a:pt x="46" y="1206"/>
                  </a:lnTo>
                  <a:lnTo>
                    <a:pt x="16" y="1313"/>
                  </a:lnTo>
                  <a:lnTo>
                    <a:pt x="16" y="1343"/>
                  </a:lnTo>
                  <a:lnTo>
                    <a:pt x="0" y="1404"/>
                  </a:lnTo>
                  <a:lnTo>
                    <a:pt x="16" y="1465"/>
                  </a:lnTo>
                  <a:lnTo>
                    <a:pt x="31" y="1511"/>
                  </a:lnTo>
                  <a:lnTo>
                    <a:pt x="61" y="1557"/>
                  </a:lnTo>
                  <a:lnTo>
                    <a:pt x="107" y="1603"/>
                  </a:lnTo>
                  <a:lnTo>
                    <a:pt x="153" y="1633"/>
                  </a:lnTo>
                  <a:lnTo>
                    <a:pt x="199" y="1664"/>
                  </a:lnTo>
                  <a:lnTo>
                    <a:pt x="260" y="1679"/>
                  </a:lnTo>
                  <a:lnTo>
                    <a:pt x="367" y="1694"/>
                  </a:lnTo>
                  <a:lnTo>
                    <a:pt x="489" y="1709"/>
                  </a:lnTo>
                  <a:lnTo>
                    <a:pt x="718" y="1709"/>
                  </a:lnTo>
                  <a:lnTo>
                    <a:pt x="931" y="1694"/>
                  </a:lnTo>
                  <a:lnTo>
                    <a:pt x="1160" y="1694"/>
                  </a:lnTo>
                  <a:lnTo>
                    <a:pt x="977" y="1740"/>
                  </a:lnTo>
                  <a:lnTo>
                    <a:pt x="794" y="1801"/>
                  </a:lnTo>
                  <a:lnTo>
                    <a:pt x="611" y="1877"/>
                  </a:lnTo>
                  <a:lnTo>
                    <a:pt x="443" y="1984"/>
                  </a:lnTo>
                  <a:lnTo>
                    <a:pt x="382" y="2045"/>
                  </a:lnTo>
                  <a:lnTo>
                    <a:pt x="306" y="2106"/>
                  </a:lnTo>
                  <a:lnTo>
                    <a:pt x="260" y="2167"/>
                  </a:lnTo>
                  <a:lnTo>
                    <a:pt x="214" y="2244"/>
                  </a:lnTo>
                  <a:lnTo>
                    <a:pt x="183" y="2320"/>
                  </a:lnTo>
                  <a:lnTo>
                    <a:pt x="153" y="2411"/>
                  </a:lnTo>
                  <a:lnTo>
                    <a:pt x="153" y="2503"/>
                  </a:lnTo>
                  <a:lnTo>
                    <a:pt x="168" y="2595"/>
                  </a:lnTo>
                  <a:lnTo>
                    <a:pt x="168" y="2625"/>
                  </a:lnTo>
                  <a:lnTo>
                    <a:pt x="183" y="2686"/>
                  </a:lnTo>
                  <a:lnTo>
                    <a:pt x="214" y="2732"/>
                  </a:lnTo>
                  <a:lnTo>
                    <a:pt x="260" y="2778"/>
                  </a:lnTo>
                  <a:lnTo>
                    <a:pt x="306" y="2808"/>
                  </a:lnTo>
                  <a:lnTo>
                    <a:pt x="351" y="2839"/>
                  </a:lnTo>
                  <a:lnTo>
                    <a:pt x="412" y="2854"/>
                  </a:lnTo>
                  <a:lnTo>
                    <a:pt x="473" y="2854"/>
                  </a:lnTo>
                  <a:lnTo>
                    <a:pt x="519" y="2839"/>
                  </a:lnTo>
                  <a:lnTo>
                    <a:pt x="672" y="2808"/>
                  </a:lnTo>
                  <a:lnTo>
                    <a:pt x="824" y="2762"/>
                  </a:lnTo>
                  <a:lnTo>
                    <a:pt x="1130" y="2610"/>
                  </a:lnTo>
                  <a:lnTo>
                    <a:pt x="1297" y="2534"/>
                  </a:lnTo>
                  <a:lnTo>
                    <a:pt x="1450" y="2488"/>
                  </a:lnTo>
                  <a:lnTo>
                    <a:pt x="1526" y="2488"/>
                  </a:lnTo>
                  <a:lnTo>
                    <a:pt x="1603" y="2472"/>
                  </a:lnTo>
                  <a:lnTo>
                    <a:pt x="1679" y="2488"/>
                  </a:lnTo>
                  <a:lnTo>
                    <a:pt x="1740" y="2518"/>
                  </a:lnTo>
                  <a:lnTo>
                    <a:pt x="1923" y="2732"/>
                  </a:lnTo>
                  <a:lnTo>
                    <a:pt x="2015" y="2839"/>
                  </a:lnTo>
                  <a:lnTo>
                    <a:pt x="2121" y="2930"/>
                  </a:lnTo>
                  <a:lnTo>
                    <a:pt x="2167" y="2961"/>
                  </a:lnTo>
                  <a:lnTo>
                    <a:pt x="2213" y="2976"/>
                  </a:lnTo>
                  <a:lnTo>
                    <a:pt x="2259" y="2991"/>
                  </a:lnTo>
                  <a:lnTo>
                    <a:pt x="2320" y="2976"/>
                  </a:lnTo>
                  <a:lnTo>
                    <a:pt x="2366" y="2961"/>
                  </a:lnTo>
                  <a:lnTo>
                    <a:pt x="2411" y="2915"/>
                  </a:lnTo>
                  <a:lnTo>
                    <a:pt x="2442" y="2854"/>
                  </a:lnTo>
                  <a:lnTo>
                    <a:pt x="2488" y="2762"/>
                  </a:lnTo>
                  <a:lnTo>
                    <a:pt x="2518" y="2671"/>
                  </a:lnTo>
                  <a:lnTo>
                    <a:pt x="2549" y="2579"/>
                  </a:lnTo>
                  <a:lnTo>
                    <a:pt x="2564" y="2396"/>
                  </a:lnTo>
                  <a:lnTo>
                    <a:pt x="2564" y="2198"/>
                  </a:lnTo>
                  <a:lnTo>
                    <a:pt x="2534" y="1999"/>
                  </a:lnTo>
                  <a:lnTo>
                    <a:pt x="2488" y="1786"/>
                  </a:lnTo>
                  <a:lnTo>
                    <a:pt x="2427" y="1587"/>
                  </a:lnTo>
                  <a:lnTo>
                    <a:pt x="2350" y="1404"/>
                  </a:lnTo>
                  <a:lnTo>
                    <a:pt x="2259" y="1221"/>
                  </a:lnTo>
                  <a:lnTo>
                    <a:pt x="2106" y="901"/>
                  </a:lnTo>
                  <a:lnTo>
                    <a:pt x="1984" y="687"/>
                  </a:lnTo>
                  <a:lnTo>
                    <a:pt x="1862" y="489"/>
                  </a:lnTo>
                  <a:lnTo>
                    <a:pt x="1709" y="290"/>
                  </a:lnTo>
                  <a:lnTo>
                    <a:pt x="1633" y="199"/>
                  </a:lnTo>
                  <a:lnTo>
                    <a:pt x="1557" y="138"/>
                  </a:lnTo>
                  <a:lnTo>
                    <a:pt x="1481" y="77"/>
                  </a:lnTo>
                  <a:lnTo>
                    <a:pt x="1404" y="3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8" name="Google Shape;5268;p63"/>
            <p:cNvSpPr/>
            <p:nvPr/>
          </p:nvSpPr>
          <p:spPr>
            <a:xfrm>
              <a:off x="6961050" y="2160475"/>
              <a:ext cx="52675" cy="62200"/>
            </a:xfrm>
            <a:custGeom>
              <a:avLst/>
              <a:gdLst/>
              <a:ahLst/>
              <a:cxnLst/>
              <a:rect l="l" t="t" r="r" b="b"/>
              <a:pathLst>
                <a:path w="2107" h="2488" extrusionOk="0">
                  <a:moveTo>
                    <a:pt x="703" y="0"/>
                  </a:moveTo>
                  <a:lnTo>
                    <a:pt x="627" y="16"/>
                  </a:lnTo>
                  <a:lnTo>
                    <a:pt x="565" y="46"/>
                  </a:lnTo>
                  <a:lnTo>
                    <a:pt x="520" y="107"/>
                  </a:lnTo>
                  <a:lnTo>
                    <a:pt x="504" y="168"/>
                  </a:lnTo>
                  <a:lnTo>
                    <a:pt x="489" y="245"/>
                  </a:lnTo>
                  <a:lnTo>
                    <a:pt x="489" y="306"/>
                  </a:lnTo>
                  <a:lnTo>
                    <a:pt x="520" y="382"/>
                  </a:lnTo>
                  <a:lnTo>
                    <a:pt x="550" y="443"/>
                  </a:lnTo>
                  <a:lnTo>
                    <a:pt x="596" y="519"/>
                  </a:lnTo>
                  <a:lnTo>
                    <a:pt x="703" y="672"/>
                  </a:lnTo>
                  <a:lnTo>
                    <a:pt x="825" y="809"/>
                  </a:lnTo>
                  <a:lnTo>
                    <a:pt x="978" y="947"/>
                  </a:lnTo>
                  <a:lnTo>
                    <a:pt x="1237" y="1175"/>
                  </a:lnTo>
                  <a:lnTo>
                    <a:pt x="1237" y="1175"/>
                  </a:lnTo>
                  <a:lnTo>
                    <a:pt x="1069" y="1114"/>
                  </a:lnTo>
                  <a:lnTo>
                    <a:pt x="871" y="1084"/>
                  </a:lnTo>
                  <a:lnTo>
                    <a:pt x="672" y="1053"/>
                  </a:lnTo>
                  <a:lnTo>
                    <a:pt x="474" y="1053"/>
                  </a:lnTo>
                  <a:lnTo>
                    <a:pt x="291" y="1069"/>
                  </a:lnTo>
                  <a:lnTo>
                    <a:pt x="214" y="1099"/>
                  </a:lnTo>
                  <a:lnTo>
                    <a:pt x="138" y="1130"/>
                  </a:lnTo>
                  <a:lnTo>
                    <a:pt x="92" y="1160"/>
                  </a:lnTo>
                  <a:lnTo>
                    <a:pt x="47" y="1221"/>
                  </a:lnTo>
                  <a:lnTo>
                    <a:pt x="16" y="1282"/>
                  </a:lnTo>
                  <a:lnTo>
                    <a:pt x="1" y="1359"/>
                  </a:lnTo>
                  <a:lnTo>
                    <a:pt x="16" y="1389"/>
                  </a:lnTo>
                  <a:lnTo>
                    <a:pt x="47" y="1435"/>
                  </a:lnTo>
                  <a:lnTo>
                    <a:pt x="92" y="1465"/>
                  </a:lnTo>
                  <a:lnTo>
                    <a:pt x="153" y="1496"/>
                  </a:lnTo>
                  <a:lnTo>
                    <a:pt x="337" y="1572"/>
                  </a:lnTo>
                  <a:lnTo>
                    <a:pt x="550" y="1649"/>
                  </a:lnTo>
                  <a:lnTo>
                    <a:pt x="779" y="1740"/>
                  </a:lnTo>
                  <a:lnTo>
                    <a:pt x="1008" y="1847"/>
                  </a:lnTo>
                  <a:lnTo>
                    <a:pt x="1100" y="1908"/>
                  </a:lnTo>
                  <a:lnTo>
                    <a:pt x="1206" y="1969"/>
                  </a:lnTo>
                  <a:lnTo>
                    <a:pt x="1298" y="2045"/>
                  </a:lnTo>
                  <a:lnTo>
                    <a:pt x="1359" y="2122"/>
                  </a:lnTo>
                  <a:lnTo>
                    <a:pt x="1451" y="2213"/>
                  </a:lnTo>
                  <a:lnTo>
                    <a:pt x="1573" y="2351"/>
                  </a:lnTo>
                  <a:lnTo>
                    <a:pt x="1664" y="2412"/>
                  </a:lnTo>
                  <a:lnTo>
                    <a:pt x="1741" y="2457"/>
                  </a:lnTo>
                  <a:lnTo>
                    <a:pt x="1832" y="2488"/>
                  </a:lnTo>
                  <a:lnTo>
                    <a:pt x="1908" y="2488"/>
                  </a:lnTo>
                  <a:lnTo>
                    <a:pt x="1969" y="2442"/>
                  </a:lnTo>
                  <a:lnTo>
                    <a:pt x="2030" y="2381"/>
                  </a:lnTo>
                  <a:lnTo>
                    <a:pt x="2076" y="2259"/>
                  </a:lnTo>
                  <a:lnTo>
                    <a:pt x="2107" y="2106"/>
                  </a:lnTo>
                  <a:lnTo>
                    <a:pt x="2107" y="1923"/>
                  </a:lnTo>
                  <a:lnTo>
                    <a:pt x="2076" y="1710"/>
                  </a:lnTo>
                  <a:lnTo>
                    <a:pt x="2046" y="1588"/>
                  </a:lnTo>
                  <a:lnTo>
                    <a:pt x="2015" y="1465"/>
                  </a:lnTo>
                  <a:lnTo>
                    <a:pt x="1954" y="1328"/>
                  </a:lnTo>
                  <a:lnTo>
                    <a:pt x="1893" y="1175"/>
                  </a:lnTo>
                  <a:lnTo>
                    <a:pt x="1756" y="931"/>
                  </a:lnTo>
                  <a:lnTo>
                    <a:pt x="1573" y="687"/>
                  </a:lnTo>
                  <a:lnTo>
                    <a:pt x="1374" y="458"/>
                  </a:lnTo>
                  <a:lnTo>
                    <a:pt x="1176" y="260"/>
                  </a:lnTo>
                  <a:lnTo>
                    <a:pt x="1069" y="168"/>
                  </a:lnTo>
                  <a:lnTo>
                    <a:pt x="978" y="107"/>
                  </a:lnTo>
                  <a:lnTo>
                    <a:pt x="871" y="46"/>
                  </a:lnTo>
                  <a:lnTo>
                    <a:pt x="794" y="16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9" name="Google Shape;5269;p63"/>
            <p:cNvSpPr/>
            <p:nvPr/>
          </p:nvSpPr>
          <p:spPr>
            <a:xfrm>
              <a:off x="6954950" y="2390900"/>
              <a:ext cx="135075" cy="169800"/>
            </a:xfrm>
            <a:custGeom>
              <a:avLst/>
              <a:gdLst/>
              <a:ahLst/>
              <a:cxnLst/>
              <a:rect l="l" t="t" r="r" b="b"/>
              <a:pathLst>
                <a:path w="5403" h="6792" extrusionOk="0">
                  <a:moveTo>
                    <a:pt x="1115" y="1"/>
                  </a:moveTo>
                  <a:lnTo>
                    <a:pt x="596" y="3175"/>
                  </a:lnTo>
                  <a:lnTo>
                    <a:pt x="1" y="6791"/>
                  </a:lnTo>
                  <a:lnTo>
                    <a:pt x="5403" y="6791"/>
                  </a:lnTo>
                  <a:lnTo>
                    <a:pt x="4518" y="16"/>
                  </a:lnTo>
                  <a:lnTo>
                    <a:pt x="1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0" name="Google Shape;5270;p63"/>
            <p:cNvSpPr/>
            <p:nvPr/>
          </p:nvSpPr>
          <p:spPr>
            <a:xfrm>
              <a:off x="6592525" y="2275700"/>
              <a:ext cx="155675" cy="189250"/>
            </a:xfrm>
            <a:custGeom>
              <a:avLst/>
              <a:gdLst/>
              <a:ahLst/>
              <a:cxnLst/>
              <a:rect l="l" t="t" r="r" b="b"/>
              <a:pathLst>
                <a:path w="6227" h="7570" extrusionOk="0">
                  <a:moveTo>
                    <a:pt x="2946" y="0"/>
                  </a:moveTo>
                  <a:lnTo>
                    <a:pt x="2824" y="31"/>
                  </a:lnTo>
                  <a:lnTo>
                    <a:pt x="2778" y="61"/>
                  </a:lnTo>
                  <a:lnTo>
                    <a:pt x="2732" y="92"/>
                  </a:lnTo>
                  <a:lnTo>
                    <a:pt x="2701" y="137"/>
                  </a:lnTo>
                  <a:lnTo>
                    <a:pt x="2686" y="183"/>
                  </a:lnTo>
                  <a:lnTo>
                    <a:pt x="2671" y="244"/>
                  </a:lnTo>
                  <a:lnTo>
                    <a:pt x="2656" y="321"/>
                  </a:lnTo>
                  <a:lnTo>
                    <a:pt x="2671" y="595"/>
                  </a:lnTo>
                  <a:lnTo>
                    <a:pt x="2640" y="855"/>
                  </a:lnTo>
                  <a:lnTo>
                    <a:pt x="2595" y="1129"/>
                  </a:lnTo>
                  <a:lnTo>
                    <a:pt x="2503" y="1389"/>
                  </a:lnTo>
                  <a:lnTo>
                    <a:pt x="2411" y="1633"/>
                  </a:lnTo>
                  <a:lnTo>
                    <a:pt x="2274" y="1862"/>
                  </a:lnTo>
                  <a:lnTo>
                    <a:pt x="2122" y="2091"/>
                  </a:lnTo>
                  <a:lnTo>
                    <a:pt x="1954" y="2304"/>
                  </a:lnTo>
                  <a:lnTo>
                    <a:pt x="1771" y="2503"/>
                  </a:lnTo>
                  <a:lnTo>
                    <a:pt x="1603" y="2716"/>
                  </a:lnTo>
                  <a:lnTo>
                    <a:pt x="1435" y="2930"/>
                  </a:lnTo>
                  <a:lnTo>
                    <a:pt x="1252" y="3128"/>
                  </a:lnTo>
                  <a:lnTo>
                    <a:pt x="1069" y="3327"/>
                  </a:lnTo>
                  <a:lnTo>
                    <a:pt x="870" y="3495"/>
                  </a:lnTo>
                  <a:lnTo>
                    <a:pt x="748" y="3571"/>
                  </a:lnTo>
                  <a:lnTo>
                    <a:pt x="641" y="3647"/>
                  </a:lnTo>
                  <a:lnTo>
                    <a:pt x="504" y="3708"/>
                  </a:lnTo>
                  <a:lnTo>
                    <a:pt x="382" y="3769"/>
                  </a:lnTo>
                  <a:lnTo>
                    <a:pt x="336" y="3785"/>
                  </a:lnTo>
                  <a:lnTo>
                    <a:pt x="306" y="3815"/>
                  </a:lnTo>
                  <a:lnTo>
                    <a:pt x="290" y="3861"/>
                  </a:lnTo>
                  <a:lnTo>
                    <a:pt x="290" y="3907"/>
                  </a:lnTo>
                  <a:lnTo>
                    <a:pt x="0" y="6608"/>
                  </a:lnTo>
                  <a:lnTo>
                    <a:pt x="0" y="6654"/>
                  </a:lnTo>
                  <a:lnTo>
                    <a:pt x="0" y="6684"/>
                  </a:lnTo>
                  <a:lnTo>
                    <a:pt x="16" y="6715"/>
                  </a:lnTo>
                  <a:lnTo>
                    <a:pt x="61" y="6730"/>
                  </a:lnTo>
                  <a:lnTo>
                    <a:pt x="153" y="6745"/>
                  </a:lnTo>
                  <a:lnTo>
                    <a:pt x="229" y="6760"/>
                  </a:lnTo>
                  <a:lnTo>
                    <a:pt x="306" y="6806"/>
                  </a:lnTo>
                  <a:lnTo>
                    <a:pt x="367" y="6837"/>
                  </a:lnTo>
                  <a:lnTo>
                    <a:pt x="489" y="6943"/>
                  </a:lnTo>
                  <a:lnTo>
                    <a:pt x="611" y="7050"/>
                  </a:lnTo>
                  <a:lnTo>
                    <a:pt x="672" y="7096"/>
                  </a:lnTo>
                  <a:lnTo>
                    <a:pt x="748" y="7142"/>
                  </a:lnTo>
                  <a:lnTo>
                    <a:pt x="824" y="7172"/>
                  </a:lnTo>
                  <a:lnTo>
                    <a:pt x="901" y="7188"/>
                  </a:lnTo>
                  <a:lnTo>
                    <a:pt x="4487" y="7554"/>
                  </a:lnTo>
                  <a:lnTo>
                    <a:pt x="4578" y="7569"/>
                  </a:lnTo>
                  <a:lnTo>
                    <a:pt x="4685" y="7569"/>
                  </a:lnTo>
                  <a:lnTo>
                    <a:pt x="4792" y="7554"/>
                  </a:lnTo>
                  <a:lnTo>
                    <a:pt x="4884" y="7508"/>
                  </a:lnTo>
                  <a:lnTo>
                    <a:pt x="4990" y="7447"/>
                  </a:lnTo>
                  <a:lnTo>
                    <a:pt x="5113" y="7371"/>
                  </a:lnTo>
                  <a:lnTo>
                    <a:pt x="5204" y="7279"/>
                  </a:lnTo>
                  <a:lnTo>
                    <a:pt x="5265" y="7188"/>
                  </a:lnTo>
                  <a:lnTo>
                    <a:pt x="5296" y="7081"/>
                  </a:lnTo>
                  <a:lnTo>
                    <a:pt x="5280" y="6974"/>
                  </a:lnTo>
                  <a:lnTo>
                    <a:pt x="5250" y="6867"/>
                  </a:lnTo>
                  <a:lnTo>
                    <a:pt x="5189" y="6760"/>
                  </a:lnTo>
                  <a:lnTo>
                    <a:pt x="5082" y="6654"/>
                  </a:lnTo>
                  <a:lnTo>
                    <a:pt x="5052" y="6608"/>
                  </a:lnTo>
                  <a:lnTo>
                    <a:pt x="5052" y="6592"/>
                  </a:lnTo>
                  <a:lnTo>
                    <a:pt x="5067" y="6562"/>
                  </a:lnTo>
                  <a:lnTo>
                    <a:pt x="5097" y="6547"/>
                  </a:lnTo>
                  <a:lnTo>
                    <a:pt x="5235" y="6516"/>
                  </a:lnTo>
                  <a:lnTo>
                    <a:pt x="5357" y="6455"/>
                  </a:lnTo>
                  <a:lnTo>
                    <a:pt x="5464" y="6364"/>
                  </a:lnTo>
                  <a:lnTo>
                    <a:pt x="5540" y="6272"/>
                  </a:lnTo>
                  <a:lnTo>
                    <a:pt x="5601" y="6165"/>
                  </a:lnTo>
                  <a:lnTo>
                    <a:pt x="5631" y="6058"/>
                  </a:lnTo>
                  <a:lnTo>
                    <a:pt x="5631" y="5936"/>
                  </a:lnTo>
                  <a:lnTo>
                    <a:pt x="5601" y="5829"/>
                  </a:lnTo>
                  <a:lnTo>
                    <a:pt x="5540" y="5738"/>
                  </a:lnTo>
                  <a:lnTo>
                    <a:pt x="5525" y="5707"/>
                  </a:lnTo>
                  <a:lnTo>
                    <a:pt x="5494" y="5692"/>
                  </a:lnTo>
                  <a:lnTo>
                    <a:pt x="5433" y="5662"/>
                  </a:lnTo>
                  <a:lnTo>
                    <a:pt x="5372" y="5631"/>
                  </a:lnTo>
                  <a:lnTo>
                    <a:pt x="5357" y="5601"/>
                  </a:lnTo>
                  <a:lnTo>
                    <a:pt x="5357" y="5555"/>
                  </a:lnTo>
                  <a:lnTo>
                    <a:pt x="5372" y="5524"/>
                  </a:lnTo>
                  <a:lnTo>
                    <a:pt x="5387" y="5494"/>
                  </a:lnTo>
                  <a:lnTo>
                    <a:pt x="5464" y="5463"/>
                  </a:lnTo>
                  <a:lnTo>
                    <a:pt x="5540" y="5463"/>
                  </a:lnTo>
                  <a:lnTo>
                    <a:pt x="5601" y="5433"/>
                  </a:lnTo>
                  <a:lnTo>
                    <a:pt x="5723" y="5356"/>
                  </a:lnTo>
                  <a:lnTo>
                    <a:pt x="5815" y="5265"/>
                  </a:lnTo>
                  <a:lnTo>
                    <a:pt x="5876" y="5158"/>
                  </a:lnTo>
                  <a:lnTo>
                    <a:pt x="5921" y="5051"/>
                  </a:lnTo>
                  <a:lnTo>
                    <a:pt x="5937" y="4944"/>
                  </a:lnTo>
                  <a:lnTo>
                    <a:pt x="5921" y="4838"/>
                  </a:lnTo>
                  <a:lnTo>
                    <a:pt x="5860" y="4731"/>
                  </a:lnTo>
                  <a:lnTo>
                    <a:pt x="5784" y="4639"/>
                  </a:lnTo>
                  <a:lnTo>
                    <a:pt x="5738" y="4624"/>
                  </a:lnTo>
                  <a:lnTo>
                    <a:pt x="5692" y="4593"/>
                  </a:lnTo>
                  <a:lnTo>
                    <a:pt x="5647" y="4563"/>
                  </a:lnTo>
                  <a:lnTo>
                    <a:pt x="5647" y="4548"/>
                  </a:lnTo>
                  <a:lnTo>
                    <a:pt x="5647" y="4517"/>
                  </a:lnTo>
                  <a:lnTo>
                    <a:pt x="5662" y="4487"/>
                  </a:lnTo>
                  <a:lnTo>
                    <a:pt x="5677" y="4471"/>
                  </a:lnTo>
                  <a:lnTo>
                    <a:pt x="5723" y="4456"/>
                  </a:lnTo>
                  <a:lnTo>
                    <a:pt x="5784" y="4441"/>
                  </a:lnTo>
                  <a:lnTo>
                    <a:pt x="5830" y="4441"/>
                  </a:lnTo>
                  <a:lnTo>
                    <a:pt x="5921" y="4395"/>
                  </a:lnTo>
                  <a:lnTo>
                    <a:pt x="5998" y="4334"/>
                  </a:lnTo>
                  <a:lnTo>
                    <a:pt x="6074" y="4273"/>
                  </a:lnTo>
                  <a:lnTo>
                    <a:pt x="6135" y="4197"/>
                  </a:lnTo>
                  <a:lnTo>
                    <a:pt x="6181" y="4105"/>
                  </a:lnTo>
                  <a:lnTo>
                    <a:pt x="6211" y="4014"/>
                  </a:lnTo>
                  <a:lnTo>
                    <a:pt x="6227" y="3922"/>
                  </a:lnTo>
                  <a:lnTo>
                    <a:pt x="6227" y="3815"/>
                  </a:lnTo>
                  <a:lnTo>
                    <a:pt x="6211" y="3739"/>
                  </a:lnTo>
                  <a:lnTo>
                    <a:pt x="6196" y="3663"/>
                  </a:lnTo>
                  <a:lnTo>
                    <a:pt x="6150" y="3601"/>
                  </a:lnTo>
                  <a:lnTo>
                    <a:pt x="6104" y="3556"/>
                  </a:lnTo>
                  <a:lnTo>
                    <a:pt x="6028" y="3525"/>
                  </a:lnTo>
                  <a:lnTo>
                    <a:pt x="5952" y="3495"/>
                  </a:lnTo>
                  <a:lnTo>
                    <a:pt x="5845" y="3464"/>
                  </a:lnTo>
                  <a:lnTo>
                    <a:pt x="5738" y="3449"/>
                  </a:lnTo>
                  <a:lnTo>
                    <a:pt x="3464" y="3205"/>
                  </a:lnTo>
                  <a:lnTo>
                    <a:pt x="3358" y="3205"/>
                  </a:lnTo>
                  <a:lnTo>
                    <a:pt x="3312" y="3189"/>
                  </a:lnTo>
                  <a:lnTo>
                    <a:pt x="3266" y="3174"/>
                  </a:lnTo>
                  <a:lnTo>
                    <a:pt x="3388" y="2808"/>
                  </a:lnTo>
                  <a:lnTo>
                    <a:pt x="3480" y="2442"/>
                  </a:lnTo>
                  <a:lnTo>
                    <a:pt x="3556" y="2198"/>
                  </a:lnTo>
                  <a:lnTo>
                    <a:pt x="3632" y="1938"/>
                  </a:lnTo>
                  <a:lnTo>
                    <a:pt x="3693" y="1694"/>
                  </a:lnTo>
                  <a:lnTo>
                    <a:pt x="3709" y="1572"/>
                  </a:lnTo>
                  <a:lnTo>
                    <a:pt x="3709" y="1435"/>
                  </a:lnTo>
                  <a:lnTo>
                    <a:pt x="3678" y="1129"/>
                  </a:lnTo>
                  <a:lnTo>
                    <a:pt x="3632" y="824"/>
                  </a:lnTo>
                  <a:lnTo>
                    <a:pt x="3556" y="519"/>
                  </a:lnTo>
                  <a:lnTo>
                    <a:pt x="3449" y="229"/>
                  </a:lnTo>
                  <a:lnTo>
                    <a:pt x="3403" y="168"/>
                  </a:lnTo>
                  <a:lnTo>
                    <a:pt x="3358" y="107"/>
                  </a:lnTo>
                  <a:lnTo>
                    <a:pt x="3297" y="61"/>
                  </a:lnTo>
                  <a:lnTo>
                    <a:pt x="3236" y="31"/>
                  </a:lnTo>
                  <a:lnTo>
                    <a:pt x="3159" y="15"/>
                  </a:lnTo>
                  <a:lnTo>
                    <a:pt x="30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1" name="Google Shape;5271;p63"/>
            <p:cNvSpPr/>
            <p:nvPr/>
          </p:nvSpPr>
          <p:spPr>
            <a:xfrm>
              <a:off x="6522700" y="2356575"/>
              <a:ext cx="69475" cy="100725"/>
            </a:xfrm>
            <a:custGeom>
              <a:avLst/>
              <a:gdLst/>
              <a:ahLst/>
              <a:cxnLst/>
              <a:rect l="l" t="t" r="r" b="b"/>
              <a:pathLst>
                <a:path w="2779" h="4029" extrusionOk="0">
                  <a:moveTo>
                    <a:pt x="459" y="0"/>
                  </a:moveTo>
                  <a:lnTo>
                    <a:pt x="428" y="15"/>
                  </a:lnTo>
                  <a:lnTo>
                    <a:pt x="397" y="31"/>
                  </a:lnTo>
                  <a:lnTo>
                    <a:pt x="382" y="92"/>
                  </a:lnTo>
                  <a:lnTo>
                    <a:pt x="367" y="168"/>
                  </a:lnTo>
                  <a:lnTo>
                    <a:pt x="184" y="1877"/>
                  </a:lnTo>
                  <a:lnTo>
                    <a:pt x="92" y="2732"/>
                  </a:lnTo>
                  <a:lnTo>
                    <a:pt x="1" y="3586"/>
                  </a:lnTo>
                  <a:lnTo>
                    <a:pt x="1" y="3678"/>
                  </a:lnTo>
                  <a:lnTo>
                    <a:pt x="16" y="3754"/>
                  </a:lnTo>
                  <a:lnTo>
                    <a:pt x="46" y="3770"/>
                  </a:lnTo>
                  <a:lnTo>
                    <a:pt x="77" y="3800"/>
                  </a:lnTo>
                  <a:lnTo>
                    <a:pt x="169" y="3815"/>
                  </a:lnTo>
                  <a:lnTo>
                    <a:pt x="1191" y="3907"/>
                  </a:lnTo>
                  <a:lnTo>
                    <a:pt x="2198" y="4029"/>
                  </a:lnTo>
                  <a:lnTo>
                    <a:pt x="2290" y="4029"/>
                  </a:lnTo>
                  <a:lnTo>
                    <a:pt x="2351" y="3998"/>
                  </a:lnTo>
                  <a:lnTo>
                    <a:pt x="2381" y="3953"/>
                  </a:lnTo>
                  <a:lnTo>
                    <a:pt x="2397" y="3861"/>
                  </a:lnTo>
                  <a:lnTo>
                    <a:pt x="2763" y="412"/>
                  </a:lnTo>
                  <a:lnTo>
                    <a:pt x="2778" y="336"/>
                  </a:lnTo>
                  <a:lnTo>
                    <a:pt x="2748" y="275"/>
                  </a:lnTo>
                  <a:lnTo>
                    <a:pt x="2717" y="244"/>
                  </a:lnTo>
                  <a:lnTo>
                    <a:pt x="2625" y="229"/>
                  </a:lnTo>
                  <a:lnTo>
                    <a:pt x="1588" y="122"/>
                  </a:lnTo>
                  <a:lnTo>
                    <a:pt x="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2" name="Google Shape;5272;p63"/>
            <p:cNvSpPr/>
            <p:nvPr/>
          </p:nvSpPr>
          <p:spPr>
            <a:xfrm>
              <a:off x="6468525" y="2119650"/>
              <a:ext cx="109150" cy="143100"/>
            </a:xfrm>
            <a:custGeom>
              <a:avLst/>
              <a:gdLst/>
              <a:ahLst/>
              <a:cxnLst/>
              <a:rect l="l" t="t" r="r" b="b"/>
              <a:pathLst>
                <a:path w="4366" h="5724" extrusionOk="0">
                  <a:moveTo>
                    <a:pt x="1176" y="1"/>
                  </a:moveTo>
                  <a:lnTo>
                    <a:pt x="1069" y="46"/>
                  </a:lnTo>
                  <a:lnTo>
                    <a:pt x="1023" y="62"/>
                  </a:lnTo>
                  <a:lnTo>
                    <a:pt x="962" y="107"/>
                  </a:lnTo>
                  <a:lnTo>
                    <a:pt x="932" y="184"/>
                  </a:lnTo>
                  <a:lnTo>
                    <a:pt x="916" y="260"/>
                  </a:lnTo>
                  <a:lnTo>
                    <a:pt x="932" y="336"/>
                  </a:lnTo>
                  <a:lnTo>
                    <a:pt x="993" y="535"/>
                  </a:lnTo>
                  <a:lnTo>
                    <a:pt x="1038" y="733"/>
                  </a:lnTo>
                  <a:lnTo>
                    <a:pt x="1054" y="931"/>
                  </a:lnTo>
                  <a:lnTo>
                    <a:pt x="1054" y="1145"/>
                  </a:lnTo>
                  <a:lnTo>
                    <a:pt x="1038" y="1343"/>
                  </a:lnTo>
                  <a:lnTo>
                    <a:pt x="993" y="1542"/>
                  </a:lnTo>
                  <a:lnTo>
                    <a:pt x="932" y="1740"/>
                  </a:lnTo>
                  <a:lnTo>
                    <a:pt x="855" y="1939"/>
                  </a:lnTo>
                  <a:lnTo>
                    <a:pt x="687" y="2320"/>
                  </a:lnTo>
                  <a:lnTo>
                    <a:pt x="535" y="2686"/>
                  </a:lnTo>
                  <a:lnTo>
                    <a:pt x="443" y="2870"/>
                  </a:lnTo>
                  <a:lnTo>
                    <a:pt x="321" y="3037"/>
                  </a:lnTo>
                  <a:lnTo>
                    <a:pt x="199" y="3205"/>
                  </a:lnTo>
                  <a:lnTo>
                    <a:pt x="31" y="3343"/>
                  </a:lnTo>
                  <a:lnTo>
                    <a:pt x="1" y="3373"/>
                  </a:lnTo>
                  <a:lnTo>
                    <a:pt x="1" y="3404"/>
                  </a:lnTo>
                  <a:lnTo>
                    <a:pt x="1" y="3480"/>
                  </a:lnTo>
                  <a:lnTo>
                    <a:pt x="398" y="5494"/>
                  </a:lnTo>
                  <a:lnTo>
                    <a:pt x="413" y="5555"/>
                  </a:lnTo>
                  <a:lnTo>
                    <a:pt x="428" y="5571"/>
                  </a:lnTo>
                  <a:lnTo>
                    <a:pt x="596" y="5571"/>
                  </a:lnTo>
                  <a:lnTo>
                    <a:pt x="703" y="5586"/>
                  </a:lnTo>
                  <a:lnTo>
                    <a:pt x="932" y="5677"/>
                  </a:lnTo>
                  <a:lnTo>
                    <a:pt x="993" y="5708"/>
                  </a:lnTo>
                  <a:lnTo>
                    <a:pt x="1054" y="5723"/>
                  </a:lnTo>
                  <a:lnTo>
                    <a:pt x="1115" y="5723"/>
                  </a:lnTo>
                  <a:lnTo>
                    <a:pt x="1176" y="5708"/>
                  </a:lnTo>
                  <a:lnTo>
                    <a:pt x="3862" y="5189"/>
                  </a:lnTo>
                  <a:lnTo>
                    <a:pt x="3938" y="5174"/>
                  </a:lnTo>
                  <a:lnTo>
                    <a:pt x="4014" y="5143"/>
                  </a:lnTo>
                  <a:lnTo>
                    <a:pt x="4075" y="5113"/>
                  </a:lnTo>
                  <a:lnTo>
                    <a:pt x="4136" y="5067"/>
                  </a:lnTo>
                  <a:lnTo>
                    <a:pt x="4197" y="4991"/>
                  </a:lnTo>
                  <a:lnTo>
                    <a:pt x="4274" y="4914"/>
                  </a:lnTo>
                  <a:lnTo>
                    <a:pt x="4319" y="4823"/>
                  </a:lnTo>
                  <a:lnTo>
                    <a:pt x="4335" y="4731"/>
                  </a:lnTo>
                  <a:lnTo>
                    <a:pt x="4335" y="4655"/>
                  </a:lnTo>
                  <a:lnTo>
                    <a:pt x="4304" y="4579"/>
                  </a:lnTo>
                  <a:lnTo>
                    <a:pt x="4258" y="4518"/>
                  </a:lnTo>
                  <a:lnTo>
                    <a:pt x="4197" y="4441"/>
                  </a:lnTo>
                  <a:lnTo>
                    <a:pt x="4091" y="4396"/>
                  </a:lnTo>
                  <a:lnTo>
                    <a:pt x="4060" y="4380"/>
                  </a:lnTo>
                  <a:lnTo>
                    <a:pt x="4060" y="4350"/>
                  </a:lnTo>
                  <a:lnTo>
                    <a:pt x="4060" y="4335"/>
                  </a:lnTo>
                  <a:lnTo>
                    <a:pt x="4075" y="4319"/>
                  </a:lnTo>
                  <a:lnTo>
                    <a:pt x="4182" y="4258"/>
                  </a:lnTo>
                  <a:lnTo>
                    <a:pt x="4258" y="4182"/>
                  </a:lnTo>
                  <a:lnTo>
                    <a:pt x="4304" y="4106"/>
                  </a:lnTo>
                  <a:lnTo>
                    <a:pt x="4350" y="4014"/>
                  </a:lnTo>
                  <a:lnTo>
                    <a:pt x="4365" y="3922"/>
                  </a:lnTo>
                  <a:lnTo>
                    <a:pt x="4350" y="3846"/>
                  </a:lnTo>
                  <a:lnTo>
                    <a:pt x="4335" y="3755"/>
                  </a:lnTo>
                  <a:lnTo>
                    <a:pt x="4289" y="3694"/>
                  </a:lnTo>
                  <a:lnTo>
                    <a:pt x="4228" y="3633"/>
                  </a:lnTo>
                  <a:lnTo>
                    <a:pt x="4182" y="3617"/>
                  </a:lnTo>
                  <a:lnTo>
                    <a:pt x="4121" y="3602"/>
                  </a:lnTo>
                  <a:lnTo>
                    <a:pt x="4075" y="3587"/>
                  </a:lnTo>
                  <a:lnTo>
                    <a:pt x="4060" y="3571"/>
                  </a:lnTo>
                  <a:lnTo>
                    <a:pt x="4045" y="3541"/>
                  </a:lnTo>
                  <a:lnTo>
                    <a:pt x="4060" y="3510"/>
                  </a:lnTo>
                  <a:lnTo>
                    <a:pt x="4060" y="3495"/>
                  </a:lnTo>
                  <a:lnTo>
                    <a:pt x="4106" y="3465"/>
                  </a:lnTo>
                  <a:lnTo>
                    <a:pt x="4152" y="3434"/>
                  </a:lnTo>
                  <a:lnTo>
                    <a:pt x="4197" y="3404"/>
                  </a:lnTo>
                  <a:lnTo>
                    <a:pt x="4274" y="3327"/>
                  </a:lnTo>
                  <a:lnTo>
                    <a:pt x="4319" y="3236"/>
                  </a:lnTo>
                  <a:lnTo>
                    <a:pt x="4335" y="3144"/>
                  </a:lnTo>
                  <a:lnTo>
                    <a:pt x="4350" y="3053"/>
                  </a:lnTo>
                  <a:lnTo>
                    <a:pt x="4335" y="2976"/>
                  </a:lnTo>
                  <a:lnTo>
                    <a:pt x="4289" y="2900"/>
                  </a:lnTo>
                  <a:lnTo>
                    <a:pt x="4228" y="2839"/>
                  </a:lnTo>
                  <a:lnTo>
                    <a:pt x="4152" y="2793"/>
                  </a:lnTo>
                  <a:lnTo>
                    <a:pt x="4075" y="2778"/>
                  </a:lnTo>
                  <a:lnTo>
                    <a:pt x="4045" y="2763"/>
                  </a:lnTo>
                  <a:lnTo>
                    <a:pt x="4029" y="2717"/>
                  </a:lnTo>
                  <a:lnTo>
                    <a:pt x="4029" y="2686"/>
                  </a:lnTo>
                  <a:lnTo>
                    <a:pt x="4060" y="2656"/>
                  </a:lnTo>
                  <a:lnTo>
                    <a:pt x="4136" y="2625"/>
                  </a:lnTo>
                  <a:lnTo>
                    <a:pt x="4197" y="2580"/>
                  </a:lnTo>
                  <a:lnTo>
                    <a:pt x="4243" y="2519"/>
                  </a:lnTo>
                  <a:lnTo>
                    <a:pt x="4289" y="2457"/>
                  </a:lnTo>
                  <a:lnTo>
                    <a:pt x="4304" y="2381"/>
                  </a:lnTo>
                  <a:lnTo>
                    <a:pt x="4319" y="2305"/>
                  </a:lnTo>
                  <a:lnTo>
                    <a:pt x="4319" y="2229"/>
                  </a:lnTo>
                  <a:lnTo>
                    <a:pt x="4319" y="2152"/>
                  </a:lnTo>
                  <a:lnTo>
                    <a:pt x="4289" y="2076"/>
                  </a:lnTo>
                  <a:lnTo>
                    <a:pt x="4258" y="2030"/>
                  </a:lnTo>
                  <a:lnTo>
                    <a:pt x="4228" y="1984"/>
                  </a:lnTo>
                  <a:lnTo>
                    <a:pt x="4182" y="1954"/>
                  </a:lnTo>
                  <a:lnTo>
                    <a:pt x="4136" y="1939"/>
                  </a:lnTo>
                  <a:lnTo>
                    <a:pt x="4075" y="1923"/>
                  </a:lnTo>
                  <a:lnTo>
                    <a:pt x="4014" y="1908"/>
                  </a:lnTo>
                  <a:lnTo>
                    <a:pt x="3862" y="1923"/>
                  </a:lnTo>
                  <a:lnTo>
                    <a:pt x="2152" y="2259"/>
                  </a:lnTo>
                  <a:lnTo>
                    <a:pt x="2076" y="2274"/>
                  </a:lnTo>
                  <a:lnTo>
                    <a:pt x="2000" y="2274"/>
                  </a:lnTo>
                  <a:lnTo>
                    <a:pt x="2000" y="1984"/>
                  </a:lnTo>
                  <a:lnTo>
                    <a:pt x="2000" y="1694"/>
                  </a:lnTo>
                  <a:lnTo>
                    <a:pt x="2000" y="1496"/>
                  </a:lnTo>
                  <a:lnTo>
                    <a:pt x="2000" y="1313"/>
                  </a:lnTo>
                  <a:lnTo>
                    <a:pt x="1969" y="1115"/>
                  </a:lnTo>
                  <a:lnTo>
                    <a:pt x="1939" y="916"/>
                  </a:lnTo>
                  <a:lnTo>
                    <a:pt x="1847" y="703"/>
                  </a:lnTo>
                  <a:lnTo>
                    <a:pt x="1740" y="489"/>
                  </a:lnTo>
                  <a:lnTo>
                    <a:pt x="1618" y="291"/>
                  </a:lnTo>
                  <a:lnTo>
                    <a:pt x="1481" y="92"/>
                  </a:lnTo>
                  <a:lnTo>
                    <a:pt x="1389" y="31"/>
                  </a:lnTo>
                  <a:lnTo>
                    <a:pt x="12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3" name="Google Shape;5273;p63"/>
            <p:cNvSpPr/>
            <p:nvPr/>
          </p:nvSpPr>
          <p:spPr>
            <a:xfrm>
              <a:off x="6415875" y="2200525"/>
              <a:ext cx="58025" cy="79375"/>
            </a:xfrm>
            <a:custGeom>
              <a:avLst/>
              <a:gdLst/>
              <a:ahLst/>
              <a:cxnLst/>
              <a:rect l="l" t="t" r="r" b="b"/>
              <a:pathLst>
                <a:path w="2321" h="3175" extrusionOk="0">
                  <a:moveTo>
                    <a:pt x="1740" y="1"/>
                  </a:moveTo>
                  <a:lnTo>
                    <a:pt x="1679" y="16"/>
                  </a:lnTo>
                  <a:lnTo>
                    <a:pt x="886" y="169"/>
                  </a:lnTo>
                  <a:lnTo>
                    <a:pt x="108" y="306"/>
                  </a:lnTo>
                  <a:lnTo>
                    <a:pt x="47" y="336"/>
                  </a:lnTo>
                  <a:lnTo>
                    <a:pt x="16" y="367"/>
                  </a:lnTo>
                  <a:lnTo>
                    <a:pt x="1" y="413"/>
                  </a:lnTo>
                  <a:lnTo>
                    <a:pt x="16" y="459"/>
                  </a:lnTo>
                  <a:lnTo>
                    <a:pt x="260" y="1756"/>
                  </a:lnTo>
                  <a:lnTo>
                    <a:pt x="504" y="3038"/>
                  </a:lnTo>
                  <a:lnTo>
                    <a:pt x="535" y="3099"/>
                  </a:lnTo>
                  <a:lnTo>
                    <a:pt x="550" y="3144"/>
                  </a:lnTo>
                  <a:lnTo>
                    <a:pt x="611" y="3175"/>
                  </a:lnTo>
                  <a:lnTo>
                    <a:pt x="688" y="3160"/>
                  </a:lnTo>
                  <a:lnTo>
                    <a:pt x="1435" y="3007"/>
                  </a:lnTo>
                  <a:lnTo>
                    <a:pt x="2198" y="2870"/>
                  </a:lnTo>
                  <a:lnTo>
                    <a:pt x="2275" y="2854"/>
                  </a:lnTo>
                  <a:lnTo>
                    <a:pt x="2305" y="2824"/>
                  </a:lnTo>
                  <a:lnTo>
                    <a:pt x="2320" y="2763"/>
                  </a:lnTo>
                  <a:lnTo>
                    <a:pt x="2320" y="2702"/>
                  </a:lnTo>
                  <a:lnTo>
                    <a:pt x="1817" y="108"/>
                  </a:lnTo>
                  <a:lnTo>
                    <a:pt x="1802" y="47"/>
                  </a:lnTo>
                  <a:lnTo>
                    <a:pt x="1771" y="16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4" name="Google Shape;5274;p63"/>
            <p:cNvSpPr/>
            <p:nvPr/>
          </p:nvSpPr>
          <p:spPr>
            <a:xfrm>
              <a:off x="5365975" y="3429750"/>
              <a:ext cx="2015900" cy="245325"/>
            </a:xfrm>
            <a:custGeom>
              <a:avLst/>
              <a:gdLst/>
              <a:ahLst/>
              <a:cxnLst/>
              <a:rect l="l" t="t" r="r" b="b"/>
              <a:pathLst>
                <a:path w="80636" h="9813" extrusionOk="0">
                  <a:moveTo>
                    <a:pt x="38243" y="0"/>
                  </a:moveTo>
                  <a:lnTo>
                    <a:pt x="36198" y="16"/>
                  </a:lnTo>
                  <a:lnTo>
                    <a:pt x="34168" y="46"/>
                  </a:lnTo>
                  <a:lnTo>
                    <a:pt x="32184" y="92"/>
                  </a:lnTo>
                  <a:lnTo>
                    <a:pt x="30246" y="153"/>
                  </a:lnTo>
                  <a:lnTo>
                    <a:pt x="28324" y="214"/>
                  </a:lnTo>
                  <a:lnTo>
                    <a:pt x="26447" y="290"/>
                  </a:lnTo>
                  <a:lnTo>
                    <a:pt x="24615" y="382"/>
                  </a:lnTo>
                  <a:lnTo>
                    <a:pt x="22830" y="474"/>
                  </a:lnTo>
                  <a:lnTo>
                    <a:pt x="21090" y="580"/>
                  </a:lnTo>
                  <a:lnTo>
                    <a:pt x="19411" y="702"/>
                  </a:lnTo>
                  <a:lnTo>
                    <a:pt x="17779" y="840"/>
                  </a:lnTo>
                  <a:lnTo>
                    <a:pt x="16192" y="977"/>
                  </a:lnTo>
                  <a:lnTo>
                    <a:pt x="14666" y="1114"/>
                  </a:lnTo>
                  <a:lnTo>
                    <a:pt x="13201" y="1267"/>
                  </a:lnTo>
                  <a:lnTo>
                    <a:pt x="11812" y="1435"/>
                  </a:lnTo>
                  <a:lnTo>
                    <a:pt x="10469" y="1603"/>
                  </a:lnTo>
                  <a:lnTo>
                    <a:pt x="9202" y="1786"/>
                  </a:lnTo>
                  <a:lnTo>
                    <a:pt x="8012" y="1969"/>
                  </a:lnTo>
                  <a:lnTo>
                    <a:pt x="6883" y="2152"/>
                  </a:lnTo>
                  <a:lnTo>
                    <a:pt x="5830" y="2351"/>
                  </a:lnTo>
                  <a:lnTo>
                    <a:pt x="4868" y="2564"/>
                  </a:lnTo>
                  <a:lnTo>
                    <a:pt x="3968" y="2778"/>
                  </a:lnTo>
                  <a:lnTo>
                    <a:pt x="3159" y="2991"/>
                  </a:lnTo>
                  <a:lnTo>
                    <a:pt x="2442" y="3220"/>
                  </a:lnTo>
                  <a:lnTo>
                    <a:pt x="1816" y="3449"/>
                  </a:lnTo>
                  <a:lnTo>
                    <a:pt x="1526" y="3556"/>
                  </a:lnTo>
                  <a:lnTo>
                    <a:pt x="1267" y="3678"/>
                  </a:lnTo>
                  <a:lnTo>
                    <a:pt x="1038" y="3800"/>
                  </a:lnTo>
                  <a:lnTo>
                    <a:pt x="824" y="3907"/>
                  </a:lnTo>
                  <a:lnTo>
                    <a:pt x="626" y="4029"/>
                  </a:lnTo>
                  <a:lnTo>
                    <a:pt x="458" y="4151"/>
                  </a:lnTo>
                  <a:lnTo>
                    <a:pt x="321" y="4273"/>
                  </a:lnTo>
                  <a:lnTo>
                    <a:pt x="199" y="4395"/>
                  </a:lnTo>
                  <a:lnTo>
                    <a:pt x="122" y="4518"/>
                  </a:lnTo>
                  <a:lnTo>
                    <a:pt x="46" y="4655"/>
                  </a:lnTo>
                  <a:lnTo>
                    <a:pt x="16" y="4777"/>
                  </a:lnTo>
                  <a:lnTo>
                    <a:pt x="0" y="4899"/>
                  </a:lnTo>
                  <a:lnTo>
                    <a:pt x="16" y="5021"/>
                  </a:lnTo>
                  <a:lnTo>
                    <a:pt x="46" y="5158"/>
                  </a:lnTo>
                  <a:lnTo>
                    <a:pt x="122" y="5281"/>
                  </a:lnTo>
                  <a:lnTo>
                    <a:pt x="199" y="5403"/>
                  </a:lnTo>
                  <a:lnTo>
                    <a:pt x="321" y="5525"/>
                  </a:lnTo>
                  <a:lnTo>
                    <a:pt x="458" y="5647"/>
                  </a:lnTo>
                  <a:lnTo>
                    <a:pt x="626" y="5769"/>
                  </a:lnTo>
                  <a:lnTo>
                    <a:pt x="824" y="5891"/>
                  </a:lnTo>
                  <a:lnTo>
                    <a:pt x="1038" y="6013"/>
                  </a:lnTo>
                  <a:lnTo>
                    <a:pt x="1267" y="6120"/>
                  </a:lnTo>
                  <a:lnTo>
                    <a:pt x="1526" y="6242"/>
                  </a:lnTo>
                  <a:lnTo>
                    <a:pt x="1816" y="6364"/>
                  </a:lnTo>
                  <a:lnTo>
                    <a:pt x="2442" y="6593"/>
                  </a:lnTo>
                  <a:lnTo>
                    <a:pt x="3159" y="6807"/>
                  </a:lnTo>
                  <a:lnTo>
                    <a:pt x="3968" y="7020"/>
                  </a:lnTo>
                  <a:lnTo>
                    <a:pt x="4868" y="7234"/>
                  </a:lnTo>
                  <a:lnTo>
                    <a:pt x="5830" y="7447"/>
                  </a:lnTo>
                  <a:lnTo>
                    <a:pt x="6883" y="7646"/>
                  </a:lnTo>
                  <a:lnTo>
                    <a:pt x="8012" y="7829"/>
                  </a:lnTo>
                  <a:lnTo>
                    <a:pt x="9202" y="8027"/>
                  </a:lnTo>
                  <a:lnTo>
                    <a:pt x="10469" y="8195"/>
                  </a:lnTo>
                  <a:lnTo>
                    <a:pt x="11812" y="8363"/>
                  </a:lnTo>
                  <a:lnTo>
                    <a:pt x="13201" y="8531"/>
                  </a:lnTo>
                  <a:lnTo>
                    <a:pt x="14666" y="8684"/>
                  </a:lnTo>
                  <a:lnTo>
                    <a:pt x="16192" y="8836"/>
                  </a:lnTo>
                  <a:lnTo>
                    <a:pt x="17779" y="8974"/>
                  </a:lnTo>
                  <a:lnTo>
                    <a:pt x="19411" y="9096"/>
                  </a:lnTo>
                  <a:lnTo>
                    <a:pt x="21090" y="9218"/>
                  </a:lnTo>
                  <a:lnTo>
                    <a:pt x="22830" y="9325"/>
                  </a:lnTo>
                  <a:lnTo>
                    <a:pt x="24615" y="9416"/>
                  </a:lnTo>
                  <a:lnTo>
                    <a:pt x="26447" y="9508"/>
                  </a:lnTo>
                  <a:lnTo>
                    <a:pt x="28324" y="9584"/>
                  </a:lnTo>
                  <a:lnTo>
                    <a:pt x="30246" y="9645"/>
                  </a:lnTo>
                  <a:lnTo>
                    <a:pt x="32184" y="9706"/>
                  </a:lnTo>
                  <a:lnTo>
                    <a:pt x="34168" y="9752"/>
                  </a:lnTo>
                  <a:lnTo>
                    <a:pt x="36198" y="9782"/>
                  </a:lnTo>
                  <a:lnTo>
                    <a:pt x="38243" y="9798"/>
                  </a:lnTo>
                  <a:lnTo>
                    <a:pt x="40318" y="9813"/>
                  </a:lnTo>
                  <a:lnTo>
                    <a:pt x="42394" y="9798"/>
                  </a:lnTo>
                  <a:lnTo>
                    <a:pt x="44438" y="9782"/>
                  </a:lnTo>
                  <a:lnTo>
                    <a:pt x="46453" y="9752"/>
                  </a:lnTo>
                  <a:lnTo>
                    <a:pt x="48437" y="9706"/>
                  </a:lnTo>
                  <a:lnTo>
                    <a:pt x="50390" y="9645"/>
                  </a:lnTo>
                  <a:lnTo>
                    <a:pt x="52298" y="9584"/>
                  </a:lnTo>
                  <a:lnTo>
                    <a:pt x="54175" y="9508"/>
                  </a:lnTo>
                  <a:lnTo>
                    <a:pt x="56006" y="9416"/>
                  </a:lnTo>
                  <a:lnTo>
                    <a:pt x="57791" y="9325"/>
                  </a:lnTo>
                  <a:lnTo>
                    <a:pt x="59531" y="9218"/>
                  </a:lnTo>
                  <a:lnTo>
                    <a:pt x="61225" y="9096"/>
                  </a:lnTo>
                  <a:lnTo>
                    <a:pt x="62858" y="8974"/>
                  </a:lnTo>
                  <a:lnTo>
                    <a:pt x="64445" y="8836"/>
                  </a:lnTo>
                  <a:lnTo>
                    <a:pt x="65956" y="8684"/>
                  </a:lnTo>
                  <a:lnTo>
                    <a:pt x="67421" y="8531"/>
                  </a:lnTo>
                  <a:lnTo>
                    <a:pt x="68825" y="8363"/>
                  </a:lnTo>
                  <a:lnTo>
                    <a:pt x="70152" y="8195"/>
                  </a:lnTo>
                  <a:lnTo>
                    <a:pt x="71419" y="8027"/>
                  </a:lnTo>
                  <a:lnTo>
                    <a:pt x="72624" y="7829"/>
                  </a:lnTo>
                  <a:lnTo>
                    <a:pt x="73754" y="7646"/>
                  </a:lnTo>
                  <a:lnTo>
                    <a:pt x="74791" y="7447"/>
                  </a:lnTo>
                  <a:lnTo>
                    <a:pt x="75768" y="7234"/>
                  </a:lnTo>
                  <a:lnTo>
                    <a:pt x="76653" y="7020"/>
                  </a:lnTo>
                  <a:lnTo>
                    <a:pt x="77462" y="6807"/>
                  </a:lnTo>
                  <a:lnTo>
                    <a:pt x="78179" y="6593"/>
                  </a:lnTo>
                  <a:lnTo>
                    <a:pt x="78820" y="6364"/>
                  </a:lnTo>
                  <a:lnTo>
                    <a:pt x="79110" y="6242"/>
                  </a:lnTo>
                  <a:lnTo>
                    <a:pt x="79369" y="6120"/>
                  </a:lnTo>
                  <a:lnTo>
                    <a:pt x="79598" y="6013"/>
                  </a:lnTo>
                  <a:lnTo>
                    <a:pt x="79812" y="5891"/>
                  </a:lnTo>
                  <a:lnTo>
                    <a:pt x="79995" y="5769"/>
                  </a:lnTo>
                  <a:lnTo>
                    <a:pt x="80163" y="5647"/>
                  </a:lnTo>
                  <a:lnTo>
                    <a:pt x="80316" y="5525"/>
                  </a:lnTo>
                  <a:lnTo>
                    <a:pt x="80422" y="5403"/>
                  </a:lnTo>
                  <a:lnTo>
                    <a:pt x="80514" y="5281"/>
                  </a:lnTo>
                  <a:lnTo>
                    <a:pt x="80575" y="5158"/>
                  </a:lnTo>
                  <a:lnTo>
                    <a:pt x="80621" y="5021"/>
                  </a:lnTo>
                  <a:lnTo>
                    <a:pt x="80636" y="4899"/>
                  </a:lnTo>
                  <a:lnTo>
                    <a:pt x="80621" y="4777"/>
                  </a:lnTo>
                  <a:lnTo>
                    <a:pt x="80575" y="4655"/>
                  </a:lnTo>
                  <a:lnTo>
                    <a:pt x="80514" y="4518"/>
                  </a:lnTo>
                  <a:lnTo>
                    <a:pt x="80422" y="4395"/>
                  </a:lnTo>
                  <a:lnTo>
                    <a:pt x="80316" y="4273"/>
                  </a:lnTo>
                  <a:lnTo>
                    <a:pt x="80163" y="4151"/>
                  </a:lnTo>
                  <a:lnTo>
                    <a:pt x="79995" y="4029"/>
                  </a:lnTo>
                  <a:lnTo>
                    <a:pt x="79812" y="3907"/>
                  </a:lnTo>
                  <a:lnTo>
                    <a:pt x="79598" y="3800"/>
                  </a:lnTo>
                  <a:lnTo>
                    <a:pt x="79369" y="3678"/>
                  </a:lnTo>
                  <a:lnTo>
                    <a:pt x="79110" y="3556"/>
                  </a:lnTo>
                  <a:lnTo>
                    <a:pt x="78820" y="3449"/>
                  </a:lnTo>
                  <a:lnTo>
                    <a:pt x="78179" y="3220"/>
                  </a:lnTo>
                  <a:lnTo>
                    <a:pt x="77462" y="2991"/>
                  </a:lnTo>
                  <a:lnTo>
                    <a:pt x="76653" y="2778"/>
                  </a:lnTo>
                  <a:lnTo>
                    <a:pt x="75768" y="2564"/>
                  </a:lnTo>
                  <a:lnTo>
                    <a:pt x="74791" y="2351"/>
                  </a:lnTo>
                  <a:lnTo>
                    <a:pt x="73754" y="2152"/>
                  </a:lnTo>
                  <a:lnTo>
                    <a:pt x="72624" y="1969"/>
                  </a:lnTo>
                  <a:lnTo>
                    <a:pt x="71419" y="1786"/>
                  </a:lnTo>
                  <a:lnTo>
                    <a:pt x="70152" y="1603"/>
                  </a:lnTo>
                  <a:lnTo>
                    <a:pt x="68825" y="1435"/>
                  </a:lnTo>
                  <a:lnTo>
                    <a:pt x="67421" y="1267"/>
                  </a:lnTo>
                  <a:lnTo>
                    <a:pt x="65956" y="1114"/>
                  </a:lnTo>
                  <a:lnTo>
                    <a:pt x="64445" y="977"/>
                  </a:lnTo>
                  <a:lnTo>
                    <a:pt x="62858" y="840"/>
                  </a:lnTo>
                  <a:lnTo>
                    <a:pt x="61225" y="702"/>
                  </a:lnTo>
                  <a:lnTo>
                    <a:pt x="59531" y="580"/>
                  </a:lnTo>
                  <a:lnTo>
                    <a:pt x="57791" y="474"/>
                  </a:lnTo>
                  <a:lnTo>
                    <a:pt x="56006" y="382"/>
                  </a:lnTo>
                  <a:lnTo>
                    <a:pt x="54175" y="290"/>
                  </a:lnTo>
                  <a:lnTo>
                    <a:pt x="52298" y="214"/>
                  </a:lnTo>
                  <a:lnTo>
                    <a:pt x="50390" y="153"/>
                  </a:lnTo>
                  <a:lnTo>
                    <a:pt x="48437" y="92"/>
                  </a:lnTo>
                  <a:lnTo>
                    <a:pt x="46453" y="46"/>
                  </a:lnTo>
                  <a:lnTo>
                    <a:pt x="44438" y="16"/>
                  </a:lnTo>
                  <a:lnTo>
                    <a:pt x="423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5" name="Google Shape;5275;p63"/>
            <p:cNvSpPr/>
            <p:nvPr/>
          </p:nvSpPr>
          <p:spPr>
            <a:xfrm>
              <a:off x="5440750" y="3239375"/>
              <a:ext cx="1865975" cy="4600"/>
            </a:xfrm>
            <a:custGeom>
              <a:avLst/>
              <a:gdLst/>
              <a:ahLst/>
              <a:cxnLst/>
              <a:rect l="l" t="t" r="r" b="b"/>
              <a:pathLst>
                <a:path w="74639" h="184" extrusionOk="0">
                  <a:moveTo>
                    <a:pt x="37327" y="1"/>
                  </a:moveTo>
                  <a:lnTo>
                    <a:pt x="18664" y="31"/>
                  </a:lnTo>
                  <a:lnTo>
                    <a:pt x="9340" y="46"/>
                  </a:lnTo>
                  <a:lnTo>
                    <a:pt x="0" y="92"/>
                  </a:lnTo>
                  <a:lnTo>
                    <a:pt x="9340" y="138"/>
                  </a:lnTo>
                  <a:lnTo>
                    <a:pt x="18664" y="153"/>
                  </a:lnTo>
                  <a:lnTo>
                    <a:pt x="37327" y="184"/>
                  </a:lnTo>
                  <a:lnTo>
                    <a:pt x="55991" y="153"/>
                  </a:lnTo>
                  <a:lnTo>
                    <a:pt x="65315" y="138"/>
                  </a:lnTo>
                  <a:lnTo>
                    <a:pt x="74639" y="92"/>
                  </a:lnTo>
                  <a:lnTo>
                    <a:pt x="65315" y="46"/>
                  </a:lnTo>
                  <a:lnTo>
                    <a:pt x="55991" y="31"/>
                  </a:lnTo>
                  <a:lnTo>
                    <a:pt x="373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6" name="Google Shape;5276;p63"/>
            <p:cNvSpPr/>
            <p:nvPr/>
          </p:nvSpPr>
          <p:spPr>
            <a:xfrm>
              <a:off x="5643700" y="2764400"/>
              <a:ext cx="210625" cy="141575"/>
            </a:xfrm>
            <a:custGeom>
              <a:avLst/>
              <a:gdLst/>
              <a:ahLst/>
              <a:cxnLst/>
              <a:rect l="l" t="t" r="r" b="b"/>
              <a:pathLst>
                <a:path w="8425" h="5663" extrusionOk="0">
                  <a:moveTo>
                    <a:pt x="4533" y="0"/>
                  </a:moveTo>
                  <a:lnTo>
                    <a:pt x="4304" y="16"/>
                  </a:lnTo>
                  <a:lnTo>
                    <a:pt x="4075" y="46"/>
                  </a:lnTo>
                  <a:lnTo>
                    <a:pt x="3862" y="92"/>
                  </a:lnTo>
                  <a:lnTo>
                    <a:pt x="3648" y="138"/>
                  </a:lnTo>
                  <a:lnTo>
                    <a:pt x="3434" y="199"/>
                  </a:lnTo>
                  <a:lnTo>
                    <a:pt x="3221" y="275"/>
                  </a:lnTo>
                  <a:lnTo>
                    <a:pt x="3007" y="367"/>
                  </a:lnTo>
                  <a:lnTo>
                    <a:pt x="2809" y="458"/>
                  </a:lnTo>
                  <a:lnTo>
                    <a:pt x="2610" y="565"/>
                  </a:lnTo>
                  <a:lnTo>
                    <a:pt x="2412" y="672"/>
                  </a:lnTo>
                  <a:lnTo>
                    <a:pt x="2214" y="794"/>
                  </a:lnTo>
                  <a:lnTo>
                    <a:pt x="2030" y="931"/>
                  </a:lnTo>
                  <a:lnTo>
                    <a:pt x="1847" y="1084"/>
                  </a:lnTo>
                  <a:lnTo>
                    <a:pt x="1664" y="1237"/>
                  </a:lnTo>
                  <a:lnTo>
                    <a:pt x="1496" y="1389"/>
                  </a:lnTo>
                  <a:lnTo>
                    <a:pt x="1313" y="1572"/>
                  </a:lnTo>
                  <a:lnTo>
                    <a:pt x="1145" y="1755"/>
                  </a:lnTo>
                  <a:lnTo>
                    <a:pt x="993" y="1939"/>
                  </a:lnTo>
                  <a:lnTo>
                    <a:pt x="825" y="2137"/>
                  </a:lnTo>
                  <a:lnTo>
                    <a:pt x="535" y="2564"/>
                  </a:lnTo>
                  <a:lnTo>
                    <a:pt x="260" y="3022"/>
                  </a:lnTo>
                  <a:lnTo>
                    <a:pt x="1" y="3510"/>
                  </a:lnTo>
                  <a:lnTo>
                    <a:pt x="230" y="3373"/>
                  </a:lnTo>
                  <a:lnTo>
                    <a:pt x="474" y="3266"/>
                  </a:lnTo>
                  <a:lnTo>
                    <a:pt x="794" y="3144"/>
                  </a:lnTo>
                  <a:lnTo>
                    <a:pt x="978" y="3083"/>
                  </a:lnTo>
                  <a:lnTo>
                    <a:pt x="1161" y="3053"/>
                  </a:lnTo>
                  <a:lnTo>
                    <a:pt x="1359" y="3022"/>
                  </a:lnTo>
                  <a:lnTo>
                    <a:pt x="1557" y="3007"/>
                  </a:lnTo>
                  <a:lnTo>
                    <a:pt x="1756" y="3007"/>
                  </a:lnTo>
                  <a:lnTo>
                    <a:pt x="1969" y="3037"/>
                  </a:lnTo>
                  <a:lnTo>
                    <a:pt x="2168" y="3098"/>
                  </a:lnTo>
                  <a:lnTo>
                    <a:pt x="2351" y="3175"/>
                  </a:lnTo>
                  <a:lnTo>
                    <a:pt x="2565" y="3312"/>
                  </a:lnTo>
                  <a:lnTo>
                    <a:pt x="2778" y="3480"/>
                  </a:lnTo>
                  <a:lnTo>
                    <a:pt x="3022" y="3678"/>
                  </a:lnTo>
                  <a:lnTo>
                    <a:pt x="3282" y="3892"/>
                  </a:lnTo>
                  <a:lnTo>
                    <a:pt x="3831" y="4380"/>
                  </a:lnTo>
                  <a:lnTo>
                    <a:pt x="4136" y="4640"/>
                  </a:lnTo>
                  <a:lnTo>
                    <a:pt x="4457" y="4869"/>
                  </a:lnTo>
                  <a:lnTo>
                    <a:pt x="4777" y="5097"/>
                  </a:lnTo>
                  <a:lnTo>
                    <a:pt x="5113" y="5296"/>
                  </a:lnTo>
                  <a:lnTo>
                    <a:pt x="5281" y="5372"/>
                  </a:lnTo>
                  <a:lnTo>
                    <a:pt x="5449" y="5448"/>
                  </a:lnTo>
                  <a:lnTo>
                    <a:pt x="5617" y="5525"/>
                  </a:lnTo>
                  <a:lnTo>
                    <a:pt x="5800" y="5571"/>
                  </a:lnTo>
                  <a:lnTo>
                    <a:pt x="5968" y="5616"/>
                  </a:lnTo>
                  <a:lnTo>
                    <a:pt x="6151" y="5647"/>
                  </a:lnTo>
                  <a:lnTo>
                    <a:pt x="6319" y="5662"/>
                  </a:lnTo>
                  <a:lnTo>
                    <a:pt x="6502" y="5662"/>
                  </a:lnTo>
                  <a:lnTo>
                    <a:pt x="6685" y="5632"/>
                  </a:lnTo>
                  <a:lnTo>
                    <a:pt x="6868" y="5601"/>
                  </a:lnTo>
                  <a:lnTo>
                    <a:pt x="7051" y="5540"/>
                  </a:lnTo>
                  <a:lnTo>
                    <a:pt x="7219" y="5464"/>
                  </a:lnTo>
                  <a:lnTo>
                    <a:pt x="7402" y="5372"/>
                  </a:lnTo>
                  <a:lnTo>
                    <a:pt x="7555" y="5265"/>
                  </a:lnTo>
                  <a:lnTo>
                    <a:pt x="7707" y="5143"/>
                  </a:lnTo>
                  <a:lnTo>
                    <a:pt x="7845" y="5021"/>
                  </a:lnTo>
                  <a:lnTo>
                    <a:pt x="7952" y="4869"/>
                  </a:lnTo>
                  <a:lnTo>
                    <a:pt x="8058" y="4716"/>
                  </a:lnTo>
                  <a:lnTo>
                    <a:pt x="8150" y="4548"/>
                  </a:lnTo>
                  <a:lnTo>
                    <a:pt x="8241" y="4365"/>
                  </a:lnTo>
                  <a:lnTo>
                    <a:pt x="8302" y="4182"/>
                  </a:lnTo>
                  <a:lnTo>
                    <a:pt x="8348" y="3999"/>
                  </a:lnTo>
                  <a:lnTo>
                    <a:pt x="8394" y="3800"/>
                  </a:lnTo>
                  <a:lnTo>
                    <a:pt x="8425" y="3602"/>
                  </a:lnTo>
                  <a:lnTo>
                    <a:pt x="8425" y="3404"/>
                  </a:lnTo>
                  <a:lnTo>
                    <a:pt x="8425" y="3190"/>
                  </a:lnTo>
                  <a:lnTo>
                    <a:pt x="8409" y="2992"/>
                  </a:lnTo>
                  <a:lnTo>
                    <a:pt x="8394" y="2778"/>
                  </a:lnTo>
                  <a:lnTo>
                    <a:pt x="8348" y="2579"/>
                  </a:lnTo>
                  <a:lnTo>
                    <a:pt x="8287" y="2366"/>
                  </a:lnTo>
                  <a:lnTo>
                    <a:pt x="8226" y="2167"/>
                  </a:lnTo>
                  <a:lnTo>
                    <a:pt x="8150" y="1969"/>
                  </a:lnTo>
                  <a:lnTo>
                    <a:pt x="8058" y="1771"/>
                  </a:lnTo>
                  <a:lnTo>
                    <a:pt x="7952" y="1572"/>
                  </a:lnTo>
                  <a:lnTo>
                    <a:pt x="7829" y="1389"/>
                  </a:lnTo>
                  <a:lnTo>
                    <a:pt x="7692" y="1221"/>
                  </a:lnTo>
                  <a:lnTo>
                    <a:pt x="7555" y="1053"/>
                  </a:lnTo>
                  <a:lnTo>
                    <a:pt x="7387" y="901"/>
                  </a:lnTo>
                  <a:lnTo>
                    <a:pt x="7219" y="748"/>
                  </a:lnTo>
                  <a:lnTo>
                    <a:pt x="7036" y="611"/>
                  </a:lnTo>
                  <a:lnTo>
                    <a:pt x="6838" y="489"/>
                  </a:lnTo>
                  <a:lnTo>
                    <a:pt x="6624" y="382"/>
                  </a:lnTo>
                  <a:lnTo>
                    <a:pt x="6410" y="275"/>
                  </a:lnTo>
                  <a:lnTo>
                    <a:pt x="6166" y="199"/>
                  </a:lnTo>
                  <a:lnTo>
                    <a:pt x="5937" y="138"/>
                  </a:lnTo>
                  <a:lnTo>
                    <a:pt x="5693" y="92"/>
                  </a:lnTo>
                  <a:lnTo>
                    <a:pt x="5449" y="46"/>
                  </a:lnTo>
                  <a:lnTo>
                    <a:pt x="5220" y="16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7" name="Google Shape;5277;p63"/>
            <p:cNvSpPr/>
            <p:nvPr/>
          </p:nvSpPr>
          <p:spPr>
            <a:xfrm>
              <a:off x="5611650" y="2780800"/>
              <a:ext cx="210250" cy="274725"/>
            </a:xfrm>
            <a:custGeom>
              <a:avLst/>
              <a:gdLst/>
              <a:ahLst/>
              <a:cxnLst/>
              <a:rect l="l" t="t" r="r" b="b"/>
              <a:pathLst>
                <a:path w="8410" h="10989" extrusionOk="0">
                  <a:moveTo>
                    <a:pt x="5891" y="1"/>
                  </a:moveTo>
                  <a:lnTo>
                    <a:pt x="5663" y="31"/>
                  </a:lnTo>
                  <a:lnTo>
                    <a:pt x="5449" y="62"/>
                  </a:lnTo>
                  <a:lnTo>
                    <a:pt x="5220" y="92"/>
                  </a:lnTo>
                  <a:lnTo>
                    <a:pt x="5037" y="138"/>
                  </a:lnTo>
                  <a:lnTo>
                    <a:pt x="4854" y="199"/>
                  </a:lnTo>
                  <a:lnTo>
                    <a:pt x="4686" y="275"/>
                  </a:lnTo>
                  <a:lnTo>
                    <a:pt x="4533" y="352"/>
                  </a:lnTo>
                  <a:lnTo>
                    <a:pt x="4365" y="443"/>
                  </a:lnTo>
                  <a:lnTo>
                    <a:pt x="4213" y="550"/>
                  </a:lnTo>
                  <a:lnTo>
                    <a:pt x="4076" y="672"/>
                  </a:lnTo>
                  <a:lnTo>
                    <a:pt x="3938" y="794"/>
                  </a:lnTo>
                  <a:lnTo>
                    <a:pt x="3648" y="886"/>
                  </a:lnTo>
                  <a:lnTo>
                    <a:pt x="3374" y="993"/>
                  </a:lnTo>
                  <a:lnTo>
                    <a:pt x="3114" y="1130"/>
                  </a:lnTo>
                  <a:lnTo>
                    <a:pt x="2855" y="1267"/>
                  </a:lnTo>
                  <a:lnTo>
                    <a:pt x="2519" y="1496"/>
                  </a:lnTo>
                  <a:lnTo>
                    <a:pt x="2198" y="1740"/>
                  </a:lnTo>
                  <a:lnTo>
                    <a:pt x="1909" y="2015"/>
                  </a:lnTo>
                  <a:lnTo>
                    <a:pt x="1634" y="2305"/>
                  </a:lnTo>
                  <a:lnTo>
                    <a:pt x="1374" y="2625"/>
                  </a:lnTo>
                  <a:lnTo>
                    <a:pt x="1146" y="2946"/>
                  </a:lnTo>
                  <a:lnTo>
                    <a:pt x="947" y="3297"/>
                  </a:lnTo>
                  <a:lnTo>
                    <a:pt x="779" y="3663"/>
                  </a:lnTo>
                  <a:lnTo>
                    <a:pt x="611" y="4075"/>
                  </a:lnTo>
                  <a:lnTo>
                    <a:pt x="474" y="4487"/>
                  </a:lnTo>
                  <a:lnTo>
                    <a:pt x="367" y="4915"/>
                  </a:lnTo>
                  <a:lnTo>
                    <a:pt x="276" y="5342"/>
                  </a:lnTo>
                  <a:lnTo>
                    <a:pt x="215" y="5769"/>
                  </a:lnTo>
                  <a:lnTo>
                    <a:pt x="169" y="6212"/>
                  </a:lnTo>
                  <a:lnTo>
                    <a:pt x="138" y="6654"/>
                  </a:lnTo>
                  <a:lnTo>
                    <a:pt x="108" y="7097"/>
                  </a:lnTo>
                  <a:lnTo>
                    <a:pt x="47" y="9035"/>
                  </a:lnTo>
                  <a:lnTo>
                    <a:pt x="16" y="9523"/>
                  </a:lnTo>
                  <a:lnTo>
                    <a:pt x="16" y="10011"/>
                  </a:lnTo>
                  <a:lnTo>
                    <a:pt x="1" y="10240"/>
                  </a:lnTo>
                  <a:lnTo>
                    <a:pt x="16" y="10469"/>
                  </a:lnTo>
                  <a:lnTo>
                    <a:pt x="32" y="10698"/>
                  </a:lnTo>
                  <a:lnTo>
                    <a:pt x="47" y="10927"/>
                  </a:lnTo>
                  <a:lnTo>
                    <a:pt x="62" y="10958"/>
                  </a:lnTo>
                  <a:lnTo>
                    <a:pt x="77" y="10973"/>
                  </a:lnTo>
                  <a:lnTo>
                    <a:pt x="108" y="10988"/>
                  </a:lnTo>
                  <a:lnTo>
                    <a:pt x="138" y="10988"/>
                  </a:lnTo>
                  <a:lnTo>
                    <a:pt x="169" y="10973"/>
                  </a:lnTo>
                  <a:lnTo>
                    <a:pt x="199" y="10958"/>
                  </a:lnTo>
                  <a:lnTo>
                    <a:pt x="215" y="10942"/>
                  </a:lnTo>
                  <a:lnTo>
                    <a:pt x="215" y="10912"/>
                  </a:lnTo>
                  <a:lnTo>
                    <a:pt x="260" y="10393"/>
                  </a:lnTo>
                  <a:lnTo>
                    <a:pt x="306" y="9874"/>
                  </a:lnTo>
                  <a:lnTo>
                    <a:pt x="352" y="8852"/>
                  </a:lnTo>
                  <a:lnTo>
                    <a:pt x="398" y="7814"/>
                  </a:lnTo>
                  <a:lnTo>
                    <a:pt x="459" y="6776"/>
                  </a:lnTo>
                  <a:lnTo>
                    <a:pt x="489" y="6379"/>
                  </a:lnTo>
                  <a:lnTo>
                    <a:pt x="535" y="5967"/>
                  </a:lnTo>
                  <a:lnTo>
                    <a:pt x="596" y="5571"/>
                  </a:lnTo>
                  <a:lnTo>
                    <a:pt x="672" y="5159"/>
                  </a:lnTo>
                  <a:lnTo>
                    <a:pt x="779" y="4777"/>
                  </a:lnTo>
                  <a:lnTo>
                    <a:pt x="901" y="4380"/>
                  </a:lnTo>
                  <a:lnTo>
                    <a:pt x="1039" y="3999"/>
                  </a:lnTo>
                  <a:lnTo>
                    <a:pt x="1207" y="3617"/>
                  </a:lnTo>
                  <a:lnTo>
                    <a:pt x="1374" y="3282"/>
                  </a:lnTo>
                  <a:lnTo>
                    <a:pt x="1573" y="2961"/>
                  </a:lnTo>
                  <a:lnTo>
                    <a:pt x="1802" y="2656"/>
                  </a:lnTo>
                  <a:lnTo>
                    <a:pt x="2046" y="2366"/>
                  </a:lnTo>
                  <a:lnTo>
                    <a:pt x="2305" y="2091"/>
                  </a:lnTo>
                  <a:lnTo>
                    <a:pt x="2595" y="1847"/>
                  </a:lnTo>
                  <a:lnTo>
                    <a:pt x="2900" y="1618"/>
                  </a:lnTo>
                  <a:lnTo>
                    <a:pt x="3221" y="1420"/>
                  </a:lnTo>
                  <a:lnTo>
                    <a:pt x="3404" y="1328"/>
                  </a:lnTo>
                  <a:lnTo>
                    <a:pt x="3587" y="1237"/>
                  </a:lnTo>
                  <a:lnTo>
                    <a:pt x="3770" y="1160"/>
                  </a:lnTo>
                  <a:lnTo>
                    <a:pt x="3953" y="1084"/>
                  </a:lnTo>
                  <a:lnTo>
                    <a:pt x="4152" y="1023"/>
                  </a:lnTo>
                  <a:lnTo>
                    <a:pt x="4335" y="977"/>
                  </a:lnTo>
                  <a:lnTo>
                    <a:pt x="4533" y="932"/>
                  </a:lnTo>
                  <a:lnTo>
                    <a:pt x="4732" y="901"/>
                  </a:lnTo>
                  <a:lnTo>
                    <a:pt x="4762" y="1145"/>
                  </a:lnTo>
                  <a:lnTo>
                    <a:pt x="4808" y="1389"/>
                  </a:lnTo>
                  <a:lnTo>
                    <a:pt x="4869" y="1634"/>
                  </a:lnTo>
                  <a:lnTo>
                    <a:pt x="4961" y="1862"/>
                  </a:lnTo>
                  <a:lnTo>
                    <a:pt x="5159" y="2320"/>
                  </a:lnTo>
                  <a:lnTo>
                    <a:pt x="5403" y="2778"/>
                  </a:lnTo>
                  <a:lnTo>
                    <a:pt x="5418" y="2778"/>
                  </a:lnTo>
                  <a:lnTo>
                    <a:pt x="5434" y="2763"/>
                  </a:lnTo>
                  <a:lnTo>
                    <a:pt x="5312" y="2549"/>
                  </a:lnTo>
                  <a:lnTo>
                    <a:pt x="5205" y="2320"/>
                  </a:lnTo>
                  <a:lnTo>
                    <a:pt x="5113" y="2091"/>
                  </a:lnTo>
                  <a:lnTo>
                    <a:pt x="5037" y="1847"/>
                  </a:lnTo>
                  <a:lnTo>
                    <a:pt x="4976" y="1618"/>
                  </a:lnTo>
                  <a:lnTo>
                    <a:pt x="4930" y="1374"/>
                  </a:lnTo>
                  <a:lnTo>
                    <a:pt x="4839" y="886"/>
                  </a:lnTo>
                  <a:lnTo>
                    <a:pt x="5067" y="871"/>
                  </a:lnTo>
                  <a:lnTo>
                    <a:pt x="5296" y="871"/>
                  </a:lnTo>
                  <a:lnTo>
                    <a:pt x="5510" y="886"/>
                  </a:lnTo>
                  <a:lnTo>
                    <a:pt x="5739" y="901"/>
                  </a:lnTo>
                  <a:lnTo>
                    <a:pt x="5739" y="1038"/>
                  </a:lnTo>
                  <a:lnTo>
                    <a:pt x="5754" y="1176"/>
                  </a:lnTo>
                  <a:lnTo>
                    <a:pt x="5785" y="1389"/>
                  </a:lnTo>
                  <a:lnTo>
                    <a:pt x="5830" y="1618"/>
                  </a:lnTo>
                  <a:lnTo>
                    <a:pt x="5922" y="2015"/>
                  </a:lnTo>
                  <a:lnTo>
                    <a:pt x="6059" y="2412"/>
                  </a:lnTo>
                  <a:lnTo>
                    <a:pt x="6212" y="2793"/>
                  </a:lnTo>
                  <a:lnTo>
                    <a:pt x="6410" y="3175"/>
                  </a:lnTo>
                  <a:lnTo>
                    <a:pt x="6517" y="3358"/>
                  </a:lnTo>
                  <a:lnTo>
                    <a:pt x="6639" y="3526"/>
                  </a:lnTo>
                  <a:lnTo>
                    <a:pt x="6883" y="3892"/>
                  </a:lnTo>
                  <a:lnTo>
                    <a:pt x="6914" y="3892"/>
                  </a:lnTo>
                  <a:lnTo>
                    <a:pt x="6914" y="3877"/>
                  </a:lnTo>
                  <a:lnTo>
                    <a:pt x="6914" y="3862"/>
                  </a:lnTo>
                  <a:lnTo>
                    <a:pt x="6792" y="3694"/>
                  </a:lnTo>
                  <a:lnTo>
                    <a:pt x="6670" y="3511"/>
                  </a:lnTo>
                  <a:lnTo>
                    <a:pt x="6563" y="3327"/>
                  </a:lnTo>
                  <a:lnTo>
                    <a:pt x="6471" y="3144"/>
                  </a:lnTo>
                  <a:lnTo>
                    <a:pt x="6304" y="2763"/>
                  </a:lnTo>
                  <a:lnTo>
                    <a:pt x="6166" y="2381"/>
                  </a:lnTo>
                  <a:lnTo>
                    <a:pt x="6044" y="1985"/>
                  </a:lnTo>
                  <a:lnTo>
                    <a:pt x="5953" y="1588"/>
                  </a:lnTo>
                  <a:lnTo>
                    <a:pt x="5891" y="1206"/>
                  </a:lnTo>
                  <a:lnTo>
                    <a:pt x="5861" y="932"/>
                  </a:lnTo>
                  <a:lnTo>
                    <a:pt x="5861" y="932"/>
                  </a:lnTo>
                  <a:lnTo>
                    <a:pt x="6029" y="977"/>
                  </a:lnTo>
                  <a:lnTo>
                    <a:pt x="6212" y="1023"/>
                  </a:lnTo>
                  <a:lnTo>
                    <a:pt x="6380" y="1069"/>
                  </a:lnTo>
                  <a:lnTo>
                    <a:pt x="6532" y="1130"/>
                  </a:lnTo>
                  <a:lnTo>
                    <a:pt x="6700" y="1206"/>
                  </a:lnTo>
                  <a:lnTo>
                    <a:pt x="6853" y="1283"/>
                  </a:lnTo>
                  <a:lnTo>
                    <a:pt x="7005" y="1374"/>
                  </a:lnTo>
                  <a:lnTo>
                    <a:pt x="7158" y="1481"/>
                  </a:lnTo>
                  <a:lnTo>
                    <a:pt x="7295" y="1588"/>
                  </a:lnTo>
                  <a:lnTo>
                    <a:pt x="7418" y="1695"/>
                  </a:lnTo>
                  <a:lnTo>
                    <a:pt x="7555" y="1817"/>
                  </a:lnTo>
                  <a:lnTo>
                    <a:pt x="7677" y="1939"/>
                  </a:lnTo>
                  <a:lnTo>
                    <a:pt x="7784" y="2076"/>
                  </a:lnTo>
                  <a:lnTo>
                    <a:pt x="7891" y="2213"/>
                  </a:lnTo>
                  <a:lnTo>
                    <a:pt x="7982" y="2366"/>
                  </a:lnTo>
                  <a:lnTo>
                    <a:pt x="8074" y="2519"/>
                  </a:lnTo>
                  <a:lnTo>
                    <a:pt x="8165" y="2671"/>
                  </a:lnTo>
                  <a:lnTo>
                    <a:pt x="8165" y="2686"/>
                  </a:lnTo>
                  <a:lnTo>
                    <a:pt x="8181" y="2686"/>
                  </a:lnTo>
                  <a:lnTo>
                    <a:pt x="8181" y="2656"/>
                  </a:lnTo>
                  <a:lnTo>
                    <a:pt x="8043" y="2397"/>
                  </a:lnTo>
                  <a:lnTo>
                    <a:pt x="7891" y="2137"/>
                  </a:lnTo>
                  <a:lnTo>
                    <a:pt x="7707" y="1893"/>
                  </a:lnTo>
                  <a:lnTo>
                    <a:pt x="7509" y="1679"/>
                  </a:lnTo>
                  <a:lnTo>
                    <a:pt x="7280" y="1481"/>
                  </a:lnTo>
                  <a:lnTo>
                    <a:pt x="7036" y="1298"/>
                  </a:lnTo>
                  <a:lnTo>
                    <a:pt x="6792" y="1130"/>
                  </a:lnTo>
                  <a:lnTo>
                    <a:pt x="6517" y="993"/>
                  </a:lnTo>
                  <a:lnTo>
                    <a:pt x="6822" y="993"/>
                  </a:lnTo>
                  <a:lnTo>
                    <a:pt x="7082" y="1023"/>
                  </a:lnTo>
                  <a:lnTo>
                    <a:pt x="7341" y="1069"/>
                  </a:lnTo>
                  <a:lnTo>
                    <a:pt x="7616" y="1145"/>
                  </a:lnTo>
                  <a:lnTo>
                    <a:pt x="7875" y="1237"/>
                  </a:lnTo>
                  <a:lnTo>
                    <a:pt x="8135" y="1344"/>
                  </a:lnTo>
                  <a:lnTo>
                    <a:pt x="8379" y="1466"/>
                  </a:lnTo>
                  <a:lnTo>
                    <a:pt x="8409" y="1466"/>
                  </a:lnTo>
                  <a:lnTo>
                    <a:pt x="8409" y="1450"/>
                  </a:lnTo>
                  <a:lnTo>
                    <a:pt x="8409" y="1435"/>
                  </a:lnTo>
                  <a:lnTo>
                    <a:pt x="8150" y="1298"/>
                  </a:lnTo>
                  <a:lnTo>
                    <a:pt x="7891" y="1176"/>
                  </a:lnTo>
                  <a:lnTo>
                    <a:pt x="7616" y="1069"/>
                  </a:lnTo>
                  <a:lnTo>
                    <a:pt x="7341" y="977"/>
                  </a:lnTo>
                  <a:lnTo>
                    <a:pt x="7067" y="916"/>
                  </a:lnTo>
                  <a:lnTo>
                    <a:pt x="6777" y="886"/>
                  </a:lnTo>
                  <a:lnTo>
                    <a:pt x="6563" y="901"/>
                  </a:lnTo>
                  <a:lnTo>
                    <a:pt x="6349" y="932"/>
                  </a:lnTo>
                  <a:lnTo>
                    <a:pt x="6090" y="825"/>
                  </a:lnTo>
                  <a:lnTo>
                    <a:pt x="5800" y="748"/>
                  </a:lnTo>
                  <a:lnTo>
                    <a:pt x="5617" y="703"/>
                  </a:lnTo>
                  <a:lnTo>
                    <a:pt x="5418" y="687"/>
                  </a:lnTo>
                  <a:lnTo>
                    <a:pt x="5220" y="657"/>
                  </a:lnTo>
                  <a:lnTo>
                    <a:pt x="4823" y="657"/>
                  </a:lnTo>
                  <a:lnTo>
                    <a:pt x="4625" y="672"/>
                  </a:lnTo>
                  <a:lnTo>
                    <a:pt x="4426" y="703"/>
                  </a:lnTo>
                  <a:lnTo>
                    <a:pt x="4228" y="733"/>
                  </a:lnTo>
                  <a:lnTo>
                    <a:pt x="4426" y="596"/>
                  </a:lnTo>
                  <a:lnTo>
                    <a:pt x="4625" y="474"/>
                  </a:lnTo>
                  <a:lnTo>
                    <a:pt x="4793" y="397"/>
                  </a:lnTo>
                  <a:lnTo>
                    <a:pt x="4976" y="321"/>
                  </a:lnTo>
                  <a:lnTo>
                    <a:pt x="5144" y="260"/>
                  </a:lnTo>
                  <a:lnTo>
                    <a:pt x="5327" y="214"/>
                  </a:lnTo>
                  <a:lnTo>
                    <a:pt x="5525" y="153"/>
                  </a:lnTo>
                  <a:lnTo>
                    <a:pt x="5739" y="108"/>
                  </a:lnTo>
                  <a:lnTo>
                    <a:pt x="5953" y="77"/>
                  </a:lnTo>
                  <a:lnTo>
                    <a:pt x="6166" y="62"/>
                  </a:lnTo>
                  <a:lnTo>
                    <a:pt x="6395" y="46"/>
                  </a:lnTo>
                  <a:lnTo>
                    <a:pt x="6609" y="46"/>
                  </a:lnTo>
                  <a:lnTo>
                    <a:pt x="6822" y="62"/>
                  </a:lnTo>
                  <a:lnTo>
                    <a:pt x="7036" y="92"/>
                  </a:lnTo>
                  <a:lnTo>
                    <a:pt x="7051" y="77"/>
                  </a:lnTo>
                  <a:lnTo>
                    <a:pt x="7051" y="62"/>
                  </a:lnTo>
                  <a:lnTo>
                    <a:pt x="7036" y="46"/>
                  </a:lnTo>
                  <a:lnTo>
                    <a:pt x="6807" y="16"/>
                  </a:lnTo>
                  <a:lnTo>
                    <a:pt x="657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8" name="Google Shape;5278;p63"/>
            <p:cNvSpPr/>
            <p:nvPr/>
          </p:nvSpPr>
          <p:spPr>
            <a:xfrm>
              <a:off x="5687575" y="2785375"/>
              <a:ext cx="34750" cy="22550"/>
            </a:xfrm>
            <a:custGeom>
              <a:avLst/>
              <a:gdLst/>
              <a:ahLst/>
              <a:cxnLst/>
              <a:rect l="l" t="t" r="r" b="b"/>
              <a:pathLst>
                <a:path w="1390" h="902" extrusionOk="0">
                  <a:moveTo>
                    <a:pt x="1374" y="1"/>
                  </a:moveTo>
                  <a:lnTo>
                    <a:pt x="1176" y="62"/>
                  </a:lnTo>
                  <a:lnTo>
                    <a:pt x="977" y="138"/>
                  </a:lnTo>
                  <a:lnTo>
                    <a:pt x="794" y="230"/>
                  </a:lnTo>
                  <a:lnTo>
                    <a:pt x="626" y="337"/>
                  </a:lnTo>
                  <a:lnTo>
                    <a:pt x="459" y="459"/>
                  </a:lnTo>
                  <a:lnTo>
                    <a:pt x="291" y="596"/>
                  </a:lnTo>
                  <a:lnTo>
                    <a:pt x="138" y="718"/>
                  </a:lnTo>
                  <a:lnTo>
                    <a:pt x="1" y="871"/>
                  </a:lnTo>
                  <a:lnTo>
                    <a:pt x="1" y="886"/>
                  </a:lnTo>
                  <a:lnTo>
                    <a:pt x="1" y="901"/>
                  </a:lnTo>
                  <a:lnTo>
                    <a:pt x="31" y="901"/>
                  </a:lnTo>
                  <a:lnTo>
                    <a:pt x="184" y="779"/>
                  </a:lnTo>
                  <a:lnTo>
                    <a:pt x="321" y="657"/>
                  </a:lnTo>
                  <a:lnTo>
                    <a:pt x="474" y="520"/>
                  </a:lnTo>
                  <a:lnTo>
                    <a:pt x="642" y="398"/>
                  </a:lnTo>
                  <a:lnTo>
                    <a:pt x="810" y="275"/>
                  </a:lnTo>
                  <a:lnTo>
                    <a:pt x="993" y="169"/>
                  </a:lnTo>
                  <a:lnTo>
                    <a:pt x="1176" y="92"/>
                  </a:lnTo>
                  <a:lnTo>
                    <a:pt x="1374" y="31"/>
                  </a:lnTo>
                  <a:lnTo>
                    <a:pt x="1389" y="31"/>
                  </a:lnTo>
                  <a:lnTo>
                    <a:pt x="1389" y="16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9" name="Google Shape;5279;p63"/>
            <p:cNvSpPr/>
            <p:nvPr/>
          </p:nvSpPr>
          <p:spPr>
            <a:xfrm>
              <a:off x="5790975" y="2831550"/>
              <a:ext cx="27100" cy="42375"/>
            </a:xfrm>
            <a:custGeom>
              <a:avLst/>
              <a:gdLst/>
              <a:ahLst/>
              <a:cxnLst/>
              <a:rect l="l" t="t" r="r" b="b"/>
              <a:pathLst>
                <a:path w="1084" h="1695" extrusionOk="0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306" y="412"/>
                  </a:lnTo>
                  <a:lnTo>
                    <a:pt x="580" y="824"/>
                  </a:lnTo>
                  <a:lnTo>
                    <a:pt x="824" y="1252"/>
                  </a:lnTo>
                  <a:lnTo>
                    <a:pt x="1069" y="1679"/>
                  </a:lnTo>
                  <a:lnTo>
                    <a:pt x="1069" y="1694"/>
                  </a:lnTo>
                  <a:lnTo>
                    <a:pt x="1084" y="1679"/>
                  </a:lnTo>
                  <a:lnTo>
                    <a:pt x="992" y="1450"/>
                  </a:lnTo>
                  <a:lnTo>
                    <a:pt x="885" y="1221"/>
                  </a:lnTo>
                  <a:lnTo>
                    <a:pt x="763" y="1007"/>
                  </a:lnTo>
                  <a:lnTo>
                    <a:pt x="641" y="794"/>
                  </a:lnTo>
                  <a:lnTo>
                    <a:pt x="351" y="39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0" name="Google Shape;5280;p63"/>
            <p:cNvSpPr/>
            <p:nvPr/>
          </p:nvSpPr>
          <p:spPr>
            <a:xfrm>
              <a:off x="5720775" y="2824675"/>
              <a:ext cx="10700" cy="23300"/>
            </a:xfrm>
            <a:custGeom>
              <a:avLst/>
              <a:gdLst/>
              <a:ahLst/>
              <a:cxnLst/>
              <a:rect l="l" t="t" r="r" b="b"/>
              <a:pathLst>
                <a:path w="428" h="932" extrusionOk="0">
                  <a:moveTo>
                    <a:pt x="0" y="1"/>
                  </a:moveTo>
                  <a:lnTo>
                    <a:pt x="0" y="31"/>
                  </a:lnTo>
                  <a:lnTo>
                    <a:pt x="16" y="153"/>
                  </a:lnTo>
                  <a:lnTo>
                    <a:pt x="46" y="275"/>
                  </a:lnTo>
                  <a:lnTo>
                    <a:pt x="138" y="504"/>
                  </a:lnTo>
                  <a:lnTo>
                    <a:pt x="260" y="733"/>
                  </a:lnTo>
                  <a:lnTo>
                    <a:pt x="336" y="840"/>
                  </a:lnTo>
                  <a:lnTo>
                    <a:pt x="412" y="931"/>
                  </a:lnTo>
                  <a:lnTo>
                    <a:pt x="428" y="931"/>
                  </a:lnTo>
                  <a:lnTo>
                    <a:pt x="428" y="916"/>
                  </a:lnTo>
                  <a:lnTo>
                    <a:pt x="290" y="718"/>
                  </a:lnTo>
                  <a:lnTo>
                    <a:pt x="184" y="489"/>
                  </a:lnTo>
                  <a:lnTo>
                    <a:pt x="92" y="260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1" name="Google Shape;5281;p63"/>
            <p:cNvSpPr/>
            <p:nvPr/>
          </p:nvSpPr>
          <p:spPr>
            <a:xfrm>
              <a:off x="5394575" y="2811700"/>
              <a:ext cx="222075" cy="199950"/>
            </a:xfrm>
            <a:custGeom>
              <a:avLst/>
              <a:gdLst/>
              <a:ahLst/>
              <a:cxnLst/>
              <a:rect l="l" t="t" r="r" b="b"/>
              <a:pathLst>
                <a:path w="8883" h="7998" extrusionOk="0">
                  <a:moveTo>
                    <a:pt x="4716" y="1"/>
                  </a:moveTo>
                  <a:lnTo>
                    <a:pt x="4411" y="31"/>
                  </a:lnTo>
                  <a:lnTo>
                    <a:pt x="4106" y="62"/>
                  </a:lnTo>
                  <a:lnTo>
                    <a:pt x="3785" y="108"/>
                  </a:lnTo>
                  <a:lnTo>
                    <a:pt x="3465" y="184"/>
                  </a:lnTo>
                  <a:lnTo>
                    <a:pt x="3144" y="275"/>
                  </a:lnTo>
                  <a:lnTo>
                    <a:pt x="2839" y="382"/>
                  </a:lnTo>
                  <a:lnTo>
                    <a:pt x="2549" y="535"/>
                  </a:lnTo>
                  <a:lnTo>
                    <a:pt x="2275" y="703"/>
                  </a:lnTo>
                  <a:lnTo>
                    <a:pt x="2015" y="901"/>
                  </a:lnTo>
                  <a:lnTo>
                    <a:pt x="1756" y="1130"/>
                  </a:lnTo>
                  <a:lnTo>
                    <a:pt x="1527" y="1359"/>
                  </a:lnTo>
                  <a:lnTo>
                    <a:pt x="1298" y="1618"/>
                  </a:lnTo>
                  <a:lnTo>
                    <a:pt x="1100" y="1893"/>
                  </a:lnTo>
                  <a:lnTo>
                    <a:pt x="901" y="2183"/>
                  </a:lnTo>
                  <a:lnTo>
                    <a:pt x="733" y="2473"/>
                  </a:lnTo>
                  <a:lnTo>
                    <a:pt x="581" y="2778"/>
                  </a:lnTo>
                  <a:lnTo>
                    <a:pt x="443" y="3099"/>
                  </a:lnTo>
                  <a:lnTo>
                    <a:pt x="321" y="3419"/>
                  </a:lnTo>
                  <a:lnTo>
                    <a:pt x="215" y="3740"/>
                  </a:lnTo>
                  <a:lnTo>
                    <a:pt x="138" y="4075"/>
                  </a:lnTo>
                  <a:lnTo>
                    <a:pt x="62" y="4396"/>
                  </a:lnTo>
                  <a:lnTo>
                    <a:pt x="31" y="4731"/>
                  </a:lnTo>
                  <a:lnTo>
                    <a:pt x="1" y="5052"/>
                  </a:lnTo>
                  <a:lnTo>
                    <a:pt x="1" y="5357"/>
                  </a:lnTo>
                  <a:lnTo>
                    <a:pt x="31" y="5662"/>
                  </a:lnTo>
                  <a:lnTo>
                    <a:pt x="77" y="5968"/>
                  </a:lnTo>
                  <a:lnTo>
                    <a:pt x="138" y="6257"/>
                  </a:lnTo>
                  <a:lnTo>
                    <a:pt x="245" y="6517"/>
                  </a:lnTo>
                  <a:lnTo>
                    <a:pt x="352" y="6776"/>
                  </a:lnTo>
                  <a:lnTo>
                    <a:pt x="504" y="7021"/>
                  </a:lnTo>
                  <a:lnTo>
                    <a:pt x="672" y="7234"/>
                  </a:lnTo>
                  <a:lnTo>
                    <a:pt x="871" y="7417"/>
                  </a:lnTo>
                  <a:lnTo>
                    <a:pt x="978" y="7509"/>
                  </a:lnTo>
                  <a:lnTo>
                    <a:pt x="1084" y="7600"/>
                  </a:lnTo>
                  <a:lnTo>
                    <a:pt x="1206" y="7661"/>
                  </a:lnTo>
                  <a:lnTo>
                    <a:pt x="1344" y="7738"/>
                  </a:lnTo>
                  <a:lnTo>
                    <a:pt x="1481" y="7799"/>
                  </a:lnTo>
                  <a:lnTo>
                    <a:pt x="1618" y="7860"/>
                  </a:lnTo>
                  <a:lnTo>
                    <a:pt x="1771" y="7906"/>
                  </a:lnTo>
                  <a:lnTo>
                    <a:pt x="1924" y="7936"/>
                  </a:lnTo>
                  <a:lnTo>
                    <a:pt x="2229" y="7997"/>
                  </a:lnTo>
                  <a:lnTo>
                    <a:pt x="2519" y="7997"/>
                  </a:lnTo>
                  <a:lnTo>
                    <a:pt x="2794" y="7982"/>
                  </a:lnTo>
                  <a:lnTo>
                    <a:pt x="3038" y="7936"/>
                  </a:lnTo>
                  <a:lnTo>
                    <a:pt x="3267" y="7860"/>
                  </a:lnTo>
                  <a:lnTo>
                    <a:pt x="3465" y="7753"/>
                  </a:lnTo>
                  <a:lnTo>
                    <a:pt x="3663" y="7616"/>
                  </a:lnTo>
                  <a:lnTo>
                    <a:pt x="3831" y="7448"/>
                  </a:lnTo>
                  <a:lnTo>
                    <a:pt x="3999" y="7280"/>
                  </a:lnTo>
                  <a:lnTo>
                    <a:pt x="4136" y="7082"/>
                  </a:lnTo>
                  <a:lnTo>
                    <a:pt x="4274" y="6853"/>
                  </a:lnTo>
                  <a:lnTo>
                    <a:pt x="4396" y="6624"/>
                  </a:lnTo>
                  <a:lnTo>
                    <a:pt x="4503" y="6380"/>
                  </a:lnTo>
                  <a:lnTo>
                    <a:pt x="4609" y="6120"/>
                  </a:lnTo>
                  <a:lnTo>
                    <a:pt x="4701" y="5861"/>
                  </a:lnTo>
                  <a:lnTo>
                    <a:pt x="4777" y="5586"/>
                  </a:lnTo>
                  <a:lnTo>
                    <a:pt x="4930" y="5021"/>
                  </a:lnTo>
                  <a:lnTo>
                    <a:pt x="5067" y="4472"/>
                  </a:lnTo>
                  <a:lnTo>
                    <a:pt x="5189" y="3923"/>
                  </a:lnTo>
                  <a:lnTo>
                    <a:pt x="5327" y="3389"/>
                  </a:lnTo>
                  <a:lnTo>
                    <a:pt x="5464" y="2915"/>
                  </a:lnTo>
                  <a:lnTo>
                    <a:pt x="5525" y="2702"/>
                  </a:lnTo>
                  <a:lnTo>
                    <a:pt x="5617" y="2503"/>
                  </a:lnTo>
                  <a:lnTo>
                    <a:pt x="5693" y="2336"/>
                  </a:lnTo>
                  <a:lnTo>
                    <a:pt x="5785" y="2183"/>
                  </a:lnTo>
                  <a:lnTo>
                    <a:pt x="5891" y="2046"/>
                  </a:lnTo>
                  <a:lnTo>
                    <a:pt x="5998" y="1939"/>
                  </a:lnTo>
                  <a:lnTo>
                    <a:pt x="6181" y="1817"/>
                  </a:lnTo>
                  <a:lnTo>
                    <a:pt x="6364" y="1710"/>
                  </a:lnTo>
                  <a:lnTo>
                    <a:pt x="6548" y="1618"/>
                  </a:lnTo>
                  <a:lnTo>
                    <a:pt x="6746" y="1557"/>
                  </a:lnTo>
                  <a:lnTo>
                    <a:pt x="6944" y="1496"/>
                  </a:lnTo>
                  <a:lnTo>
                    <a:pt x="7143" y="1466"/>
                  </a:lnTo>
                  <a:lnTo>
                    <a:pt x="7341" y="1435"/>
                  </a:lnTo>
                  <a:lnTo>
                    <a:pt x="7539" y="1420"/>
                  </a:lnTo>
                  <a:lnTo>
                    <a:pt x="7738" y="1435"/>
                  </a:lnTo>
                  <a:lnTo>
                    <a:pt x="7921" y="1435"/>
                  </a:lnTo>
                  <a:lnTo>
                    <a:pt x="8104" y="1466"/>
                  </a:lnTo>
                  <a:lnTo>
                    <a:pt x="8287" y="1496"/>
                  </a:lnTo>
                  <a:lnTo>
                    <a:pt x="8455" y="1527"/>
                  </a:lnTo>
                  <a:lnTo>
                    <a:pt x="8608" y="1573"/>
                  </a:lnTo>
                  <a:lnTo>
                    <a:pt x="8745" y="1634"/>
                  </a:lnTo>
                  <a:lnTo>
                    <a:pt x="8882" y="1679"/>
                  </a:lnTo>
                  <a:lnTo>
                    <a:pt x="8882" y="1679"/>
                  </a:lnTo>
                  <a:lnTo>
                    <a:pt x="8791" y="1588"/>
                  </a:lnTo>
                  <a:lnTo>
                    <a:pt x="8684" y="1466"/>
                  </a:lnTo>
                  <a:lnTo>
                    <a:pt x="8531" y="1328"/>
                  </a:lnTo>
                  <a:lnTo>
                    <a:pt x="8333" y="1161"/>
                  </a:lnTo>
                  <a:lnTo>
                    <a:pt x="8104" y="993"/>
                  </a:lnTo>
                  <a:lnTo>
                    <a:pt x="7829" y="810"/>
                  </a:lnTo>
                  <a:lnTo>
                    <a:pt x="7509" y="626"/>
                  </a:lnTo>
                  <a:lnTo>
                    <a:pt x="7143" y="443"/>
                  </a:lnTo>
                  <a:lnTo>
                    <a:pt x="6746" y="291"/>
                  </a:lnTo>
                  <a:lnTo>
                    <a:pt x="6517" y="230"/>
                  </a:lnTo>
                  <a:lnTo>
                    <a:pt x="6303" y="169"/>
                  </a:lnTo>
                  <a:lnTo>
                    <a:pt x="6059" y="108"/>
                  </a:lnTo>
                  <a:lnTo>
                    <a:pt x="5815" y="62"/>
                  </a:lnTo>
                  <a:lnTo>
                    <a:pt x="5556" y="31"/>
                  </a:lnTo>
                  <a:lnTo>
                    <a:pt x="5281" y="16"/>
                  </a:lnTo>
                  <a:lnTo>
                    <a:pt x="50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2" name="Google Shape;5282;p63"/>
            <p:cNvSpPr/>
            <p:nvPr/>
          </p:nvSpPr>
          <p:spPr>
            <a:xfrm>
              <a:off x="5411750" y="2823925"/>
              <a:ext cx="246875" cy="259450"/>
            </a:xfrm>
            <a:custGeom>
              <a:avLst/>
              <a:gdLst/>
              <a:ahLst/>
              <a:cxnLst/>
              <a:rect l="l" t="t" r="r" b="b"/>
              <a:pathLst>
                <a:path w="9875" h="10378" extrusionOk="0">
                  <a:moveTo>
                    <a:pt x="184" y="2945"/>
                  </a:moveTo>
                  <a:lnTo>
                    <a:pt x="1" y="3098"/>
                  </a:lnTo>
                  <a:lnTo>
                    <a:pt x="1" y="3113"/>
                  </a:lnTo>
                  <a:lnTo>
                    <a:pt x="16" y="3113"/>
                  </a:lnTo>
                  <a:lnTo>
                    <a:pt x="16" y="3098"/>
                  </a:lnTo>
                  <a:lnTo>
                    <a:pt x="184" y="2945"/>
                  </a:lnTo>
                  <a:close/>
                  <a:moveTo>
                    <a:pt x="3159" y="0"/>
                  </a:moveTo>
                  <a:lnTo>
                    <a:pt x="2885" y="15"/>
                  </a:lnTo>
                  <a:lnTo>
                    <a:pt x="2625" y="46"/>
                  </a:lnTo>
                  <a:lnTo>
                    <a:pt x="2610" y="46"/>
                  </a:lnTo>
                  <a:lnTo>
                    <a:pt x="2610" y="61"/>
                  </a:lnTo>
                  <a:lnTo>
                    <a:pt x="2610" y="76"/>
                  </a:lnTo>
                  <a:lnTo>
                    <a:pt x="2625" y="76"/>
                  </a:lnTo>
                  <a:lnTo>
                    <a:pt x="2885" y="46"/>
                  </a:lnTo>
                  <a:lnTo>
                    <a:pt x="3159" y="31"/>
                  </a:lnTo>
                  <a:lnTo>
                    <a:pt x="3419" y="46"/>
                  </a:lnTo>
                  <a:lnTo>
                    <a:pt x="3694" y="61"/>
                  </a:lnTo>
                  <a:lnTo>
                    <a:pt x="3953" y="92"/>
                  </a:lnTo>
                  <a:lnTo>
                    <a:pt x="4212" y="153"/>
                  </a:lnTo>
                  <a:lnTo>
                    <a:pt x="4319" y="183"/>
                  </a:lnTo>
                  <a:lnTo>
                    <a:pt x="4060" y="244"/>
                  </a:lnTo>
                  <a:lnTo>
                    <a:pt x="3800" y="336"/>
                  </a:lnTo>
                  <a:lnTo>
                    <a:pt x="3541" y="443"/>
                  </a:lnTo>
                  <a:lnTo>
                    <a:pt x="3297" y="549"/>
                  </a:lnTo>
                  <a:lnTo>
                    <a:pt x="3236" y="549"/>
                  </a:lnTo>
                  <a:lnTo>
                    <a:pt x="3083" y="534"/>
                  </a:lnTo>
                  <a:lnTo>
                    <a:pt x="2931" y="534"/>
                  </a:lnTo>
                  <a:lnTo>
                    <a:pt x="2656" y="549"/>
                  </a:lnTo>
                  <a:lnTo>
                    <a:pt x="2381" y="580"/>
                  </a:lnTo>
                  <a:lnTo>
                    <a:pt x="2091" y="641"/>
                  </a:lnTo>
                  <a:lnTo>
                    <a:pt x="1817" y="717"/>
                  </a:lnTo>
                  <a:lnTo>
                    <a:pt x="1542" y="809"/>
                  </a:lnTo>
                  <a:lnTo>
                    <a:pt x="1282" y="916"/>
                  </a:lnTo>
                  <a:lnTo>
                    <a:pt x="1267" y="931"/>
                  </a:lnTo>
                  <a:lnTo>
                    <a:pt x="1267" y="946"/>
                  </a:lnTo>
                  <a:lnTo>
                    <a:pt x="1298" y="946"/>
                  </a:lnTo>
                  <a:lnTo>
                    <a:pt x="1557" y="839"/>
                  </a:lnTo>
                  <a:lnTo>
                    <a:pt x="1832" y="763"/>
                  </a:lnTo>
                  <a:lnTo>
                    <a:pt x="2107" y="702"/>
                  </a:lnTo>
                  <a:lnTo>
                    <a:pt x="2396" y="672"/>
                  </a:lnTo>
                  <a:lnTo>
                    <a:pt x="3068" y="672"/>
                  </a:lnTo>
                  <a:lnTo>
                    <a:pt x="2839" y="809"/>
                  </a:lnTo>
                  <a:lnTo>
                    <a:pt x="2625" y="961"/>
                  </a:lnTo>
                  <a:lnTo>
                    <a:pt x="2412" y="1129"/>
                  </a:lnTo>
                  <a:lnTo>
                    <a:pt x="2213" y="1312"/>
                  </a:lnTo>
                  <a:lnTo>
                    <a:pt x="2030" y="1496"/>
                  </a:lnTo>
                  <a:lnTo>
                    <a:pt x="1847" y="1694"/>
                  </a:lnTo>
                  <a:lnTo>
                    <a:pt x="1679" y="1908"/>
                  </a:lnTo>
                  <a:lnTo>
                    <a:pt x="1527" y="2137"/>
                  </a:lnTo>
                  <a:lnTo>
                    <a:pt x="1313" y="2213"/>
                  </a:lnTo>
                  <a:lnTo>
                    <a:pt x="1115" y="2304"/>
                  </a:lnTo>
                  <a:lnTo>
                    <a:pt x="916" y="2411"/>
                  </a:lnTo>
                  <a:lnTo>
                    <a:pt x="733" y="2533"/>
                  </a:lnTo>
                  <a:lnTo>
                    <a:pt x="367" y="2793"/>
                  </a:lnTo>
                  <a:lnTo>
                    <a:pt x="184" y="2945"/>
                  </a:lnTo>
                  <a:lnTo>
                    <a:pt x="367" y="2808"/>
                  </a:lnTo>
                  <a:lnTo>
                    <a:pt x="565" y="2686"/>
                  </a:lnTo>
                  <a:lnTo>
                    <a:pt x="764" y="2564"/>
                  </a:lnTo>
                  <a:lnTo>
                    <a:pt x="1084" y="2411"/>
                  </a:lnTo>
                  <a:lnTo>
                    <a:pt x="1405" y="2274"/>
                  </a:lnTo>
                  <a:lnTo>
                    <a:pt x="1237" y="2564"/>
                  </a:lnTo>
                  <a:lnTo>
                    <a:pt x="1099" y="2869"/>
                  </a:lnTo>
                  <a:lnTo>
                    <a:pt x="962" y="3174"/>
                  </a:lnTo>
                  <a:lnTo>
                    <a:pt x="855" y="3495"/>
                  </a:lnTo>
                  <a:lnTo>
                    <a:pt x="764" y="3815"/>
                  </a:lnTo>
                  <a:lnTo>
                    <a:pt x="687" y="4151"/>
                  </a:lnTo>
                  <a:lnTo>
                    <a:pt x="642" y="4471"/>
                  </a:lnTo>
                  <a:lnTo>
                    <a:pt x="611" y="4807"/>
                  </a:lnTo>
                  <a:lnTo>
                    <a:pt x="611" y="4822"/>
                  </a:lnTo>
                  <a:lnTo>
                    <a:pt x="642" y="4822"/>
                  </a:lnTo>
                  <a:lnTo>
                    <a:pt x="642" y="4807"/>
                  </a:lnTo>
                  <a:lnTo>
                    <a:pt x="657" y="4593"/>
                  </a:lnTo>
                  <a:lnTo>
                    <a:pt x="687" y="4380"/>
                  </a:lnTo>
                  <a:lnTo>
                    <a:pt x="718" y="4181"/>
                  </a:lnTo>
                  <a:lnTo>
                    <a:pt x="764" y="3968"/>
                  </a:lnTo>
                  <a:lnTo>
                    <a:pt x="825" y="3754"/>
                  </a:lnTo>
                  <a:lnTo>
                    <a:pt x="886" y="3556"/>
                  </a:lnTo>
                  <a:lnTo>
                    <a:pt x="962" y="3357"/>
                  </a:lnTo>
                  <a:lnTo>
                    <a:pt x="1054" y="3159"/>
                  </a:lnTo>
                  <a:lnTo>
                    <a:pt x="1206" y="3479"/>
                  </a:lnTo>
                  <a:lnTo>
                    <a:pt x="1389" y="3785"/>
                  </a:lnTo>
                  <a:lnTo>
                    <a:pt x="1557" y="4105"/>
                  </a:lnTo>
                  <a:lnTo>
                    <a:pt x="1725" y="4441"/>
                  </a:lnTo>
                  <a:lnTo>
                    <a:pt x="1878" y="4792"/>
                  </a:lnTo>
                  <a:lnTo>
                    <a:pt x="2015" y="5143"/>
                  </a:lnTo>
                  <a:lnTo>
                    <a:pt x="2137" y="5509"/>
                  </a:lnTo>
                  <a:lnTo>
                    <a:pt x="2229" y="5875"/>
                  </a:lnTo>
                  <a:lnTo>
                    <a:pt x="2229" y="5891"/>
                  </a:lnTo>
                  <a:lnTo>
                    <a:pt x="2244" y="5906"/>
                  </a:lnTo>
                  <a:lnTo>
                    <a:pt x="2259" y="5891"/>
                  </a:lnTo>
                  <a:lnTo>
                    <a:pt x="2259" y="5875"/>
                  </a:lnTo>
                  <a:lnTo>
                    <a:pt x="2168" y="5509"/>
                  </a:lnTo>
                  <a:lnTo>
                    <a:pt x="2076" y="5143"/>
                  </a:lnTo>
                  <a:lnTo>
                    <a:pt x="1954" y="4777"/>
                  </a:lnTo>
                  <a:lnTo>
                    <a:pt x="1832" y="4426"/>
                  </a:lnTo>
                  <a:lnTo>
                    <a:pt x="1679" y="4059"/>
                  </a:lnTo>
                  <a:lnTo>
                    <a:pt x="1496" y="3708"/>
                  </a:lnTo>
                  <a:lnTo>
                    <a:pt x="1420" y="3540"/>
                  </a:lnTo>
                  <a:lnTo>
                    <a:pt x="1313" y="3388"/>
                  </a:lnTo>
                  <a:lnTo>
                    <a:pt x="1206" y="3251"/>
                  </a:lnTo>
                  <a:lnTo>
                    <a:pt x="1084" y="3113"/>
                  </a:lnTo>
                  <a:lnTo>
                    <a:pt x="1176" y="2915"/>
                  </a:lnTo>
                  <a:lnTo>
                    <a:pt x="1282" y="2716"/>
                  </a:lnTo>
                  <a:lnTo>
                    <a:pt x="1405" y="2533"/>
                  </a:lnTo>
                  <a:lnTo>
                    <a:pt x="1527" y="2350"/>
                  </a:lnTo>
                  <a:lnTo>
                    <a:pt x="1664" y="2167"/>
                  </a:lnTo>
                  <a:lnTo>
                    <a:pt x="1801" y="1999"/>
                  </a:lnTo>
                  <a:lnTo>
                    <a:pt x="1939" y="1831"/>
                  </a:lnTo>
                  <a:lnTo>
                    <a:pt x="2091" y="1679"/>
                  </a:lnTo>
                  <a:lnTo>
                    <a:pt x="2198" y="1816"/>
                  </a:lnTo>
                  <a:lnTo>
                    <a:pt x="2381" y="2075"/>
                  </a:lnTo>
                  <a:lnTo>
                    <a:pt x="2549" y="2320"/>
                  </a:lnTo>
                  <a:lnTo>
                    <a:pt x="2702" y="2594"/>
                  </a:lnTo>
                  <a:lnTo>
                    <a:pt x="2839" y="2869"/>
                  </a:lnTo>
                  <a:lnTo>
                    <a:pt x="2961" y="3159"/>
                  </a:lnTo>
                  <a:lnTo>
                    <a:pt x="3053" y="3464"/>
                  </a:lnTo>
                  <a:lnTo>
                    <a:pt x="3114" y="3769"/>
                  </a:lnTo>
                  <a:lnTo>
                    <a:pt x="3114" y="3785"/>
                  </a:lnTo>
                  <a:lnTo>
                    <a:pt x="3129" y="3785"/>
                  </a:lnTo>
                  <a:lnTo>
                    <a:pt x="3144" y="3769"/>
                  </a:lnTo>
                  <a:lnTo>
                    <a:pt x="3083" y="3449"/>
                  </a:lnTo>
                  <a:lnTo>
                    <a:pt x="3022" y="3144"/>
                  </a:lnTo>
                  <a:lnTo>
                    <a:pt x="2931" y="2823"/>
                  </a:lnTo>
                  <a:lnTo>
                    <a:pt x="2808" y="2533"/>
                  </a:lnTo>
                  <a:lnTo>
                    <a:pt x="2671" y="2243"/>
                  </a:lnTo>
                  <a:lnTo>
                    <a:pt x="2488" y="1969"/>
                  </a:lnTo>
                  <a:lnTo>
                    <a:pt x="2351" y="1770"/>
                  </a:lnTo>
                  <a:lnTo>
                    <a:pt x="2183" y="1602"/>
                  </a:lnTo>
                  <a:lnTo>
                    <a:pt x="2442" y="1374"/>
                  </a:lnTo>
                  <a:lnTo>
                    <a:pt x="2625" y="1251"/>
                  </a:lnTo>
                  <a:lnTo>
                    <a:pt x="2808" y="1114"/>
                  </a:lnTo>
                  <a:lnTo>
                    <a:pt x="2992" y="1007"/>
                  </a:lnTo>
                  <a:lnTo>
                    <a:pt x="3190" y="900"/>
                  </a:lnTo>
                  <a:lnTo>
                    <a:pt x="3388" y="794"/>
                  </a:lnTo>
                  <a:lnTo>
                    <a:pt x="3587" y="702"/>
                  </a:lnTo>
                  <a:lnTo>
                    <a:pt x="3785" y="626"/>
                  </a:lnTo>
                  <a:lnTo>
                    <a:pt x="3999" y="549"/>
                  </a:lnTo>
                  <a:lnTo>
                    <a:pt x="3999" y="824"/>
                  </a:lnTo>
                  <a:lnTo>
                    <a:pt x="3984" y="1007"/>
                  </a:lnTo>
                  <a:lnTo>
                    <a:pt x="3953" y="1190"/>
                  </a:lnTo>
                  <a:lnTo>
                    <a:pt x="3922" y="1389"/>
                  </a:lnTo>
                  <a:lnTo>
                    <a:pt x="3861" y="1557"/>
                  </a:lnTo>
                  <a:lnTo>
                    <a:pt x="3785" y="1740"/>
                  </a:lnTo>
                  <a:lnTo>
                    <a:pt x="3678" y="1892"/>
                  </a:lnTo>
                  <a:lnTo>
                    <a:pt x="3678" y="1908"/>
                  </a:lnTo>
                  <a:lnTo>
                    <a:pt x="3694" y="1923"/>
                  </a:lnTo>
                  <a:lnTo>
                    <a:pt x="3709" y="1923"/>
                  </a:lnTo>
                  <a:lnTo>
                    <a:pt x="3831" y="1740"/>
                  </a:lnTo>
                  <a:lnTo>
                    <a:pt x="3938" y="1572"/>
                  </a:lnTo>
                  <a:lnTo>
                    <a:pt x="4014" y="1404"/>
                  </a:lnTo>
                  <a:lnTo>
                    <a:pt x="4090" y="1221"/>
                  </a:lnTo>
                  <a:lnTo>
                    <a:pt x="4136" y="1023"/>
                  </a:lnTo>
                  <a:lnTo>
                    <a:pt x="4167" y="824"/>
                  </a:lnTo>
                  <a:lnTo>
                    <a:pt x="4167" y="672"/>
                  </a:lnTo>
                  <a:lnTo>
                    <a:pt x="4167" y="519"/>
                  </a:lnTo>
                  <a:lnTo>
                    <a:pt x="4563" y="427"/>
                  </a:lnTo>
                  <a:lnTo>
                    <a:pt x="4960" y="366"/>
                  </a:lnTo>
                  <a:lnTo>
                    <a:pt x="5357" y="351"/>
                  </a:lnTo>
                  <a:lnTo>
                    <a:pt x="5769" y="366"/>
                  </a:lnTo>
                  <a:lnTo>
                    <a:pt x="5983" y="382"/>
                  </a:lnTo>
                  <a:lnTo>
                    <a:pt x="6212" y="427"/>
                  </a:lnTo>
                  <a:lnTo>
                    <a:pt x="6425" y="473"/>
                  </a:lnTo>
                  <a:lnTo>
                    <a:pt x="6654" y="534"/>
                  </a:lnTo>
                  <a:lnTo>
                    <a:pt x="6868" y="611"/>
                  </a:lnTo>
                  <a:lnTo>
                    <a:pt x="7066" y="687"/>
                  </a:lnTo>
                  <a:lnTo>
                    <a:pt x="7280" y="778"/>
                  </a:lnTo>
                  <a:lnTo>
                    <a:pt x="7478" y="885"/>
                  </a:lnTo>
                  <a:lnTo>
                    <a:pt x="7661" y="1007"/>
                  </a:lnTo>
                  <a:lnTo>
                    <a:pt x="7844" y="1145"/>
                  </a:lnTo>
                  <a:lnTo>
                    <a:pt x="8012" y="1297"/>
                  </a:lnTo>
                  <a:lnTo>
                    <a:pt x="8165" y="1450"/>
                  </a:lnTo>
                  <a:lnTo>
                    <a:pt x="8317" y="1618"/>
                  </a:lnTo>
                  <a:lnTo>
                    <a:pt x="8455" y="1801"/>
                  </a:lnTo>
                  <a:lnTo>
                    <a:pt x="8577" y="1984"/>
                  </a:lnTo>
                  <a:lnTo>
                    <a:pt x="8684" y="2182"/>
                  </a:lnTo>
                  <a:lnTo>
                    <a:pt x="8852" y="2594"/>
                  </a:lnTo>
                  <a:lnTo>
                    <a:pt x="8989" y="3006"/>
                  </a:lnTo>
                  <a:lnTo>
                    <a:pt x="9096" y="3434"/>
                  </a:lnTo>
                  <a:lnTo>
                    <a:pt x="9172" y="3861"/>
                  </a:lnTo>
                  <a:lnTo>
                    <a:pt x="9248" y="4365"/>
                  </a:lnTo>
                  <a:lnTo>
                    <a:pt x="9309" y="4868"/>
                  </a:lnTo>
                  <a:lnTo>
                    <a:pt x="9416" y="5891"/>
                  </a:lnTo>
                  <a:lnTo>
                    <a:pt x="9508" y="6989"/>
                  </a:lnTo>
                  <a:lnTo>
                    <a:pt x="9584" y="8088"/>
                  </a:lnTo>
                  <a:lnTo>
                    <a:pt x="9630" y="9187"/>
                  </a:lnTo>
                  <a:lnTo>
                    <a:pt x="9660" y="10286"/>
                  </a:lnTo>
                  <a:lnTo>
                    <a:pt x="9676" y="10316"/>
                  </a:lnTo>
                  <a:lnTo>
                    <a:pt x="9691" y="10347"/>
                  </a:lnTo>
                  <a:lnTo>
                    <a:pt x="9706" y="10362"/>
                  </a:lnTo>
                  <a:lnTo>
                    <a:pt x="9737" y="10377"/>
                  </a:lnTo>
                  <a:lnTo>
                    <a:pt x="9767" y="10377"/>
                  </a:lnTo>
                  <a:lnTo>
                    <a:pt x="9798" y="10362"/>
                  </a:lnTo>
                  <a:lnTo>
                    <a:pt x="9813" y="10331"/>
                  </a:lnTo>
                  <a:lnTo>
                    <a:pt x="9813" y="10301"/>
                  </a:lnTo>
                  <a:lnTo>
                    <a:pt x="9859" y="9660"/>
                  </a:lnTo>
                  <a:lnTo>
                    <a:pt x="9874" y="9004"/>
                  </a:lnTo>
                  <a:lnTo>
                    <a:pt x="9874" y="8347"/>
                  </a:lnTo>
                  <a:lnTo>
                    <a:pt x="9874" y="7707"/>
                  </a:lnTo>
                  <a:lnTo>
                    <a:pt x="9843" y="7050"/>
                  </a:lnTo>
                  <a:lnTo>
                    <a:pt x="9798" y="6409"/>
                  </a:lnTo>
                  <a:lnTo>
                    <a:pt x="9752" y="5753"/>
                  </a:lnTo>
                  <a:lnTo>
                    <a:pt x="9676" y="5112"/>
                  </a:lnTo>
                  <a:lnTo>
                    <a:pt x="9630" y="4639"/>
                  </a:lnTo>
                  <a:lnTo>
                    <a:pt x="9569" y="4166"/>
                  </a:lnTo>
                  <a:lnTo>
                    <a:pt x="9493" y="3693"/>
                  </a:lnTo>
                  <a:lnTo>
                    <a:pt x="9386" y="3220"/>
                  </a:lnTo>
                  <a:lnTo>
                    <a:pt x="9264" y="2747"/>
                  </a:lnTo>
                  <a:lnTo>
                    <a:pt x="9187" y="2533"/>
                  </a:lnTo>
                  <a:lnTo>
                    <a:pt x="9096" y="2304"/>
                  </a:lnTo>
                  <a:lnTo>
                    <a:pt x="8989" y="2091"/>
                  </a:lnTo>
                  <a:lnTo>
                    <a:pt x="8882" y="1877"/>
                  </a:lnTo>
                  <a:lnTo>
                    <a:pt x="8760" y="1679"/>
                  </a:lnTo>
                  <a:lnTo>
                    <a:pt x="8623" y="1480"/>
                  </a:lnTo>
                  <a:lnTo>
                    <a:pt x="8470" y="1297"/>
                  </a:lnTo>
                  <a:lnTo>
                    <a:pt x="8317" y="1129"/>
                  </a:lnTo>
                  <a:lnTo>
                    <a:pt x="8134" y="961"/>
                  </a:lnTo>
                  <a:lnTo>
                    <a:pt x="7951" y="809"/>
                  </a:lnTo>
                  <a:lnTo>
                    <a:pt x="7753" y="687"/>
                  </a:lnTo>
                  <a:lnTo>
                    <a:pt x="7554" y="565"/>
                  </a:lnTo>
                  <a:lnTo>
                    <a:pt x="7341" y="458"/>
                  </a:lnTo>
                  <a:lnTo>
                    <a:pt x="7127" y="351"/>
                  </a:lnTo>
                  <a:lnTo>
                    <a:pt x="6898" y="275"/>
                  </a:lnTo>
                  <a:lnTo>
                    <a:pt x="6669" y="198"/>
                  </a:lnTo>
                  <a:lnTo>
                    <a:pt x="6440" y="153"/>
                  </a:lnTo>
                  <a:lnTo>
                    <a:pt x="6196" y="107"/>
                  </a:lnTo>
                  <a:lnTo>
                    <a:pt x="5967" y="61"/>
                  </a:lnTo>
                  <a:lnTo>
                    <a:pt x="5723" y="46"/>
                  </a:lnTo>
                  <a:lnTo>
                    <a:pt x="5250" y="46"/>
                  </a:lnTo>
                  <a:lnTo>
                    <a:pt x="4930" y="61"/>
                  </a:lnTo>
                  <a:lnTo>
                    <a:pt x="4609" y="122"/>
                  </a:lnTo>
                  <a:lnTo>
                    <a:pt x="4380" y="76"/>
                  </a:lnTo>
                  <a:lnTo>
                    <a:pt x="4151" y="31"/>
                  </a:lnTo>
                  <a:lnTo>
                    <a:pt x="3938" y="15"/>
                  </a:lnTo>
                  <a:lnTo>
                    <a:pt x="37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3" name="Google Shape;5283;p63"/>
            <p:cNvSpPr/>
            <p:nvPr/>
          </p:nvSpPr>
          <p:spPr>
            <a:xfrm>
              <a:off x="5476600" y="2904025"/>
              <a:ext cx="13375" cy="53450"/>
            </a:xfrm>
            <a:custGeom>
              <a:avLst/>
              <a:gdLst/>
              <a:ahLst/>
              <a:cxnLst/>
              <a:rect l="l" t="t" r="r" b="b"/>
              <a:pathLst>
                <a:path w="535" h="2138" extrusionOk="0">
                  <a:moveTo>
                    <a:pt x="1" y="1"/>
                  </a:moveTo>
                  <a:lnTo>
                    <a:pt x="1" y="16"/>
                  </a:lnTo>
                  <a:lnTo>
                    <a:pt x="1" y="31"/>
                  </a:lnTo>
                  <a:lnTo>
                    <a:pt x="169" y="550"/>
                  </a:lnTo>
                  <a:lnTo>
                    <a:pt x="306" y="1069"/>
                  </a:lnTo>
                  <a:lnTo>
                    <a:pt x="428" y="1588"/>
                  </a:lnTo>
                  <a:lnTo>
                    <a:pt x="520" y="2122"/>
                  </a:lnTo>
                  <a:lnTo>
                    <a:pt x="520" y="2137"/>
                  </a:lnTo>
                  <a:lnTo>
                    <a:pt x="535" y="2122"/>
                  </a:lnTo>
                  <a:lnTo>
                    <a:pt x="520" y="1863"/>
                  </a:lnTo>
                  <a:lnTo>
                    <a:pt x="489" y="1588"/>
                  </a:lnTo>
                  <a:lnTo>
                    <a:pt x="443" y="1328"/>
                  </a:lnTo>
                  <a:lnTo>
                    <a:pt x="367" y="1069"/>
                  </a:lnTo>
                  <a:lnTo>
                    <a:pt x="291" y="810"/>
                  </a:lnTo>
                  <a:lnTo>
                    <a:pt x="199" y="550"/>
                  </a:lnTo>
                  <a:lnTo>
                    <a:pt x="31" y="16"/>
                  </a:lnTo>
                  <a:lnTo>
                    <a:pt x="16" y="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4" name="Google Shape;5284;p63"/>
            <p:cNvSpPr/>
            <p:nvPr/>
          </p:nvSpPr>
          <p:spPr>
            <a:xfrm>
              <a:off x="5420525" y="2869325"/>
              <a:ext cx="26350" cy="13750"/>
            </a:xfrm>
            <a:custGeom>
              <a:avLst/>
              <a:gdLst/>
              <a:ahLst/>
              <a:cxnLst/>
              <a:rect l="l" t="t" r="r" b="b"/>
              <a:pathLst>
                <a:path w="1054" h="550" extrusionOk="0">
                  <a:moveTo>
                    <a:pt x="1023" y="0"/>
                  </a:moveTo>
                  <a:lnTo>
                    <a:pt x="748" y="92"/>
                  </a:lnTo>
                  <a:lnTo>
                    <a:pt x="489" y="198"/>
                  </a:lnTo>
                  <a:lnTo>
                    <a:pt x="352" y="259"/>
                  </a:lnTo>
                  <a:lnTo>
                    <a:pt x="229" y="351"/>
                  </a:lnTo>
                  <a:lnTo>
                    <a:pt x="123" y="443"/>
                  </a:lnTo>
                  <a:lnTo>
                    <a:pt x="16" y="534"/>
                  </a:lnTo>
                  <a:lnTo>
                    <a:pt x="1" y="534"/>
                  </a:lnTo>
                  <a:lnTo>
                    <a:pt x="1" y="549"/>
                  </a:lnTo>
                  <a:lnTo>
                    <a:pt x="16" y="549"/>
                  </a:lnTo>
                  <a:lnTo>
                    <a:pt x="260" y="397"/>
                  </a:lnTo>
                  <a:lnTo>
                    <a:pt x="504" y="244"/>
                  </a:lnTo>
                  <a:lnTo>
                    <a:pt x="626" y="183"/>
                  </a:lnTo>
                  <a:lnTo>
                    <a:pt x="764" y="122"/>
                  </a:lnTo>
                  <a:lnTo>
                    <a:pt x="886" y="76"/>
                  </a:lnTo>
                  <a:lnTo>
                    <a:pt x="1023" y="31"/>
                  </a:lnTo>
                  <a:lnTo>
                    <a:pt x="1038" y="31"/>
                  </a:lnTo>
                  <a:lnTo>
                    <a:pt x="1054" y="15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5" name="Google Shape;5285;p63"/>
            <p:cNvSpPr/>
            <p:nvPr/>
          </p:nvSpPr>
          <p:spPr>
            <a:xfrm>
              <a:off x="5409850" y="2631250"/>
              <a:ext cx="162550" cy="145000"/>
            </a:xfrm>
            <a:custGeom>
              <a:avLst/>
              <a:gdLst/>
              <a:ahLst/>
              <a:cxnLst/>
              <a:rect l="l" t="t" r="r" b="b"/>
              <a:pathLst>
                <a:path w="6502" h="5800" extrusionOk="0">
                  <a:moveTo>
                    <a:pt x="1923" y="1"/>
                  </a:moveTo>
                  <a:lnTo>
                    <a:pt x="1725" y="16"/>
                  </a:lnTo>
                  <a:lnTo>
                    <a:pt x="1542" y="46"/>
                  </a:lnTo>
                  <a:lnTo>
                    <a:pt x="1358" y="92"/>
                  </a:lnTo>
                  <a:lnTo>
                    <a:pt x="1175" y="153"/>
                  </a:lnTo>
                  <a:lnTo>
                    <a:pt x="1023" y="230"/>
                  </a:lnTo>
                  <a:lnTo>
                    <a:pt x="870" y="321"/>
                  </a:lnTo>
                  <a:lnTo>
                    <a:pt x="718" y="413"/>
                  </a:lnTo>
                  <a:lnTo>
                    <a:pt x="595" y="535"/>
                  </a:lnTo>
                  <a:lnTo>
                    <a:pt x="473" y="657"/>
                  </a:lnTo>
                  <a:lnTo>
                    <a:pt x="367" y="794"/>
                  </a:lnTo>
                  <a:lnTo>
                    <a:pt x="275" y="947"/>
                  </a:lnTo>
                  <a:lnTo>
                    <a:pt x="199" y="1099"/>
                  </a:lnTo>
                  <a:lnTo>
                    <a:pt x="122" y="1267"/>
                  </a:lnTo>
                  <a:lnTo>
                    <a:pt x="77" y="1435"/>
                  </a:lnTo>
                  <a:lnTo>
                    <a:pt x="31" y="1618"/>
                  </a:lnTo>
                  <a:lnTo>
                    <a:pt x="0" y="1801"/>
                  </a:lnTo>
                  <a:lnTo>
                    <a:pt x="0" y="1984"/>
                  </a:lnTo>
                  <a:lnTo>
                    <a:pt x="0" y="2168"/>
                  </a:lnTo>
                  <a:lnTo>
                    <a:pt x="16" y="2351"/>
                  </a:lnTo>
                  <a:lnTo>
                    <a:pt x="61" y="2549"/>
                  </a:lnTo>
                  <a:lnTo>
                    <a:pt x="107" y="2732"/>
                  </a:lnTo>
                  <a:lnTo>
                    <a:pt x="183" y="2931"/>
                  </a:lnTo>
                  <a:lnTo>
                    <a:pt x="275" y="3114"/>
                  </a:lnTo>
                  <a:lnTo>
                    <a:pt x="382" y="3297"/>
                  </a:lnTo>
                  <a:lnTo>
                    <a:pt x="504" y="3480"/>
                  </a:lnTo>
                  <a:lnTo>
                    <a:pt x="641" y="3663"/>
                  </a:lnTo>
                  <a:lnTo>
                    <a:pt x="809" y="3831"/>
                  </a:lnTo>
                  <a:lnTo>
                    <a:pt x="946" y="3953"/>
                  </a:lnTo>
                  <a:lnTo>
                    <a:pt x="1099" y="4075"/>
                  </a:lnTo>
                  <a:lnTo>
                    <a:pt x="1252" y="4182"/>
                  </a:lnTo>
                  <a:lnTo>
                    <a:pt x="1404" y="4274"/>
                  </a:lnTo>
                  <a:lnTo>
                    <a:pt x="1572" y="4365"/>
                  </a:lnTo>
                  <a:lnTo>
                    <a:pt x="1725" y="4441"/>
                  </a:lnTo>
                  <a:lnTo>
                    <a:pt x="2076" y="4579"/>
                  </a:lnTo>
                  <a:lnTo>
                    <a:pt x="2427" y="4686"/>
                  </a:lnTo>
                  <a:lnTo>
                    <a:pt x="2778" y="4777"/>
                  </a:lnTo>
                  <a:lnTo>
                    <a:pt x="3159" y="4853"/>
                  </a:lnTo>
                  <a:lnTo>
                    <a:pt x="3525" y="4914"/>
                  </a:lnTo>
                  <a:lnTo>
                    <a:pt x="4288" y="5037"/>
                  </a:lnTo>
                  <a:lnTo>
                    <a:pt x="4670" y="5113"/>
                  </a:lnTo>
                  <a:lnTo>
                    <a:pt x="5051" y="5189"/>
                  </a:lnTo>
                  <a:lnTo>
                    <a:pt x="5433" y="5296"/>
                  </a:lnTo>
                  <a:lnTo>
                    <a:pt x="5799" y="5433"/>
                  </a:lnTo>
                  <a:lnTo>
                    <a:pt x="6150" y="5586"/>
                  </a:lnTo>
                  <a:lnTo>
                    <a:pt x="6333" y="5693"/>
                  </a:lnTo>
                  <a:lnTo>
                    <a:pt x="6501" y="5800"/>
                  </a:lnTo>
                  <a:lnTo>
                    <a:pt x="6486" y="5616"/>
                  </a:lnTo>
                  <a:lnTo>
                    <a:pt x="6455" y="5403"/>
                  </a:lnTo>
                  <a:lnTo>
                    <a:pt x="6410" y="5113"/>
                  </a:lnTo>
                  <a:lnTo>
                    <a:pt x="6333" y="4777"/>
                  </a:lnTo>
                  <a:lnTo>
                    <a:pt x="6242" y="4396"/>
                  </a:lnTo>
                  <a:lnTo>
                    <a:pt x="6104" y="3968"/>
                  </a:lnTo>
                  <a:lnTo>
                    <a:pt x="5952" y="3526"/>
                  </a:lnTo>
                  <a:lnTo>
                    <a:pt x="5753" y="3068"/>
                  </a:lnTo>
                  <a:lnTo>
                    <a:pt x="5631" y="2839"/>
                  </a:lnTo>
                  <a:lnTo>
                    <a:pt x="5509" y="2595"/>
                  </a:lnTo>
                  <a:lnTo>
                    <a:pt x="5387" y="2366"/>
                  </a:lnTo>
                  <a:lnTo>
                    <a:pt x="5235" y="2137"/>
                  </a:lnTo>
                  <a:lnTo>
                    <a:pt x="5082" y="1908"/>
                  </a:lnTo>
                  <a:lnTo>
                    <a:pt x="4914" y="1695"/>
                  </a:lnTo>
                  <a:lnTo>
                    <a:pt x="4731" y="1481"/>
                  </a:lnTo>
                  <a:lnTo>
                    <a:pt x="4533" y="1267"/>
                  </a:lnTo>
                  <a:lnTo>
                    <a:pt x="4319" y="1069"/>
                  </a:lnTo>
                  <a:lnTo>
                    <a:pt x="4105" y="886"/>
                  </a:lnTo>
                  <a:lnTo>
                    <a:pt x="3861" y="703"/>
                  </a:lnTo>
                  <a:lnTo>
                    <a:pt x="3602" y="535"/>
                  </a:lnTo>
                  <a:lnTo>
                    <a:pt x="3342" y="397"/>
                  </a:lnTo>
                  <a:lnTo>
                    <a:pt x="3052" y="260"/>
                  </a:lnTo>
                  <a:lnTo>
                    <a:pt x="2823" y="169"/>
                  </a:lnTo>
                  <a:lnTo>
                    <a:pt x="2579" y="92"/>
                  </a:lnTo>
                  <a:lnTo>
                    <a:pt x="2366" y="46"/>
                  </a:lnTo>
                  <a:lnTo>
                    <a:pt x="2137" y="16"/>
                  </a:lnTo>
                  <a:lnTo>
                    <a:pt x="19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6" name="Google Shape;5286;p63"/>
            <p:cNvSpPr/>
            <p:nvPr/>
          </p:nvSpPr>
          <p:spPr>
            <a:xfrm>
              <a:off x="5443800" y="2649950"/>
              <a:ext cx="174750" cy="367800"/>
            </a:xfrm>
            <a:custGeom>
              <a:avLst/>
              <a:gdLst/>
              <a:ahLst/>
              <a:cxnLst/>
              <a:rect l="l" t="t" r="r" b="b"/>
              <a:pathLst>
                <a:path w="6990" h="14712" extrusionOk="0">
                  <a:moveTo>
                    <a:pt x="1389" y="0"/>
                  </a:moveTo>
                  <a:lnTo>
                    <a:pt x="1389" y="16"/>
                  </a:lnTo>
                  <a:lnTo>
                    <a:pt x="1389" y="31"/>
                  </a:lnTo>
                  <a:lnTo>
                    <a:pt x="1588" y="229"/>
                  </a:lnTo>
                  <a:lnTo>
                    <a:pt x="1755" y="443"/>
                  </a:lnTo>
                  <a:lnTo>
                    <a:pt x="1923" y="657"/>
                  </a:lnTo>
                  <a:lnTo>
                    <a:pt x="2076" y="885"/>
                  </a:lnTo>
                  <a:lnTo>
                    <a:pt x="2213" y="1130"/>
                  </a:lnTo>
                  <a:lnTo>
                    <a:pt x="2335" y="1359"/>
                  </a:lnTo>
                  <a:lnTo>
                    <a:pt x="2488" y="1679"/>
                  </a:lnTo>
                  <a:lnTo>
                    <a:pt x="2488" y="1679"/>
                  </a:lnTo>
                  <a:lnTo>
                    <a:pt x="2228" y="1496"/>
                  </a:lnTo>
                  <a:lnTo>
                    <a:pt x="1954" y="1313"/>
                  </a:lnTo>
                  <a:lnTo>
                    <a:pt x="1694" y="1145"/>
                  </a:lnTo>
                  <a:lnTo>
                    <a:pt x="1420" y="977"/>
                  </a:lnTo>
                  <a:lnTo>
                    <a:pt x="1069" y="794"/>
                  </a:lnTo>
                  <a:lnTo>
                    <a:pt x="733" y="626"/>
                  </a:lnTo>
                  <a:lnTo>
                    <a:pt x="382" y="473"/>
                  </a:lnTo>
                  <a:lnTo>
                    <a:pt x="31" y="321"/>
                  </a:lnTo>
                  <a:lnTo>
                    <a:pt x="0" y="321"/>
                  </a:lnTo>
                  <a:lnTo>
                    <a:pt x="0" y="336"/>
                  </a:lnTo>
                  <a:lnTo>
                    <a:pt x="16" y="351"/>
                  </a:lnTo>
                  <a:lnTo>
                    <a:pt x="412" y="504"/>
                  </a:lnTo>
                  <a:lnTo>
                    <a:pt x="809" y="687"/>
                  </a:lnTo>
                  <a:lnTo>
                    <a:pt x="1175" y="901"/>
                  </a:lnTo>
                  <a:lnTo>
                    <a:pt x="1542" y="1130"/>
                  </a:lnTo>
                  <a:lnTo>
                    <a:pt x="1893" y="1389"/>
                  </a:lnTo>
                  <a:lnTo>
                    <a:pt x="2244" y="1649"/>
                  </a:lnTo>
                  <a:lnTo>
                    <a:pt x="2564" y="1923"/>
                  </a:lnTo>
                  <a:lnTo>
                    <a:pt x="2869" y="2213"/>
                  </a:lnTo>
                  <a:lnTo>
                    <a:pt x="3220" y="2579"/>
                  </a:lnTo>
                  <a:lnTo>
                    <a:pt x="3571" y="2946"/>
                  </a:lnTo>
                  <a:lnTo>
                    <a:pt x="3571" y="2946"/>
                  </a:lnTo>
                  <a:lnTo>
                    <a:pt x="3144" y="2930"/>
                  </a:lnTo>
                  <a:lnTo>
                    <a:pt x="2732" y="2915"/>
                  </a:lnTo>
                  <a:lnTo>
                    <a:pt x="2305" y="2869"/>
                  </a:lnTo>
                  <a:lnTo>
                    <a:pt x="1893" y="2808"/>
                  </a:lnTo>
                  <a:lnTo>
                    <a:pt x="1649" y="2778"/>
                  </a:lnTo>
                  <a:lnTo>
                    <a:pt x="1420" y="2717"/>
                  </a:lnTo>
                  <a:lnTo>
                    <a:pt x="1191" y="2671"/>
                  </a:lnTo>
                  <a:lnTo>
                    <a:pt x="962" y="2595"/>
                  </a:lnTo>
                  <a:lnTo>
                    <a:pt x="748" y="2518"/>
                  </a:lnTo>
                  <a:lnTo>
                    <a:pt x="519" y="2427"/>
                  </a:lnTo>
                  <a:lnTo>
                    <a:pt x="306" y="2335"/>
                  </a:lnTo>
                  <a:lnTo>
                    <a:pt x="92" y="2213"/>
                  </a:lnTo>
                  <a:lnTo>
                    <a:pt x="77" y="2228"/>
                  </a:lnTo>
                  <a:lnTo>
                    <a:pt x="77" y="2244"/>
                  </a:lnTo>
                  <a:lnTo>
                    <a:pt x="77" y="2259"/>
                  </a:lnTo>
                  <a:lnTo>
                    <a:pt x="535" y="2457"/>
                  </a:lnTo>
                  <a:lnTo>
                    <a:pt x="763" y="2564"/>
                  </a:lnTo>
                  <a:lnTo>
                    <a:pt x="992" y="2656"/>
                  </a:lnTo>
                  <a:lnTo>
                    <a:pt x="1450" y="2808"/>
                  </a:lnTo>
                  <a:lnTo>
                    <a:pt x="1908" y="2930"/>
                  </a:lnTo>
                  <a:lnTo>
                    <a:pt x="2122" y="2991"/>
                  </a:lnTo>
                  <a:lnTo>
                    <a:pt x="2335" y="3022"/>
                  </a:lnTo>
                  <a:lnTo>
                    <a:pt x="2564" y="3052"/>
                  </a:lnTo>
                  <a:lnTo>
                    <a:pt x="2778" y="3083"/>
                  </a:lnTo>
                  <a:lnTo>
                    <a:pt x="3449" y="3083"/>
                  </a:lnTo>
                  <a:lnTo>
                    <a:pt x="3678" y="3068"/>
                  </a:lnTo>
                  <a:lnTo>
                    <a:pt x="3861" y="3297"/>
                  </a:lnTo>
                  <a:lnTo>
                    <a:pt x="4044" y="3541"/>
                  </a:lnTo>
                  <a:lnTo>
                    <a:pt x="4395" y="4014"/>
                  </a:lnTo>
                  <a:lnTo>
                    <a:pt x="4395" y="4014"/>
                  </a:lnTo>
                  <a:lnTo>
                    <a:pt x="4029" y="3953"/>
                  </a:lnTo>
                  <a:lnTo>
                    <a:pt x="3663" y="3877"/>
                  </a:lnTo>
                  <a:lnTo>
                    <a:pt x="3434" y="3831"/>
                  </a:lnTo>
                  <a:lnTo>
                    <a:pt x="3205" y="3770"/>
                  </a:lnTo>
                  <a:lnTo>
                    <a:pt x="2991" y="3678"/>
                  </a:lnTo>
                  <a:lnTo>
                    <a:pt x="2778" y="3587"/>
                  </a:lnTo>
                  <a:lnTo>
                    <a:pt x="2763" y="3571"/>
                  </a:lnTo>
                  <a:lnTo>
                    <a:pt x="2763" y="3587"/>
                  </a:lnTo>
                  <a:lnTo>
                    <a:pt x="2763" y="3602"/>
                  </a:lnTo>
                  <a:lnTo>
                    <a:pt x="2976" y="3709"/>
                  </a:lnTo>
                  <a:lnTo>
                    <a:pt x="3190" y="3785"/>
                  </a:lnTo>
                  <a:lnTo>
                    <a:pt x="3404" y="3861"/>
                  </a:lnTo>
                  <a:lnTo>
                    <a:pt x="3632" y="3922"/>
                  </a:lnTo>
                  <a:lnTo>
                    <a:pt x="4105" y="4060"/>
                  </a:lnTo>
                  <a:lnTo>
                    <a:pt x="4487" y="4151"/>
                  </a:lnTo>
                  <a:lnTo>
                    <a:pt x="4731" y="4533"/>
                  </a:lnTo>
                  <a:lnTo>
                    <a:pt x="4975" y="4945"/>
                  </a:lnTo>
                  <a:lnTo>
                    <a:pt x="5189" y="5342"/>
                  </a:lnTo>
                  <a:lnTo>
                    <a:pt x="5403" y="5769"/>
                  </a:lnTo>
                  <a:lnTo>
                    <a:pt x="5586" y="6181"/>
                  </a:lnTo>
                  <a:lnTo>
                    <a:pt x="5769" y="6608"/>
                  </a:lnTo>
                  <a:lnTo>
                    <a:pt x="5921" y="7051"/>
                  </a:lnTo>
                  <a:lnTo>
                    <a:pt x="6074" y="7493"/>
                  </a:lnTo>
                  <a:lnTo>
                    <a:pt x="6196" y="7920"/>
                  </a:lnTo>
                  <a:lnTo>
                    <a:pt x="6303" y="8363"/>
                  </a:lnTo>
                  <a:lnTo>
                    <a:pt x="6410" y="8806"/>
                  </a:lnTo>
                  <a:lnTo>
                    <a:pt x="6501" y="9248"/>
                  </a:lnTo>
                  <a:lnTo>
                    <a:pt x="6578" y="9706"/>
                  </a:lnTo>
                  <a:lnTo>
                    <a:pt x="6654" y="10149"/>
                  </a:lnTo>
                  <a:lnTo>
                    <a:pt x="6700" y="10591"/>
                  </a:lnTo>
                  <a:lnTo>
                    <a:pt x="6746" y="11049"/>
                  </a:lnTo>
                  <a:lnTo>
                    <a:pt x="6776" y="11507"/>
                  </a:lnTo>
                  <a:lnTo>
                    <a:pt x="6807" y="11964"/>
                  </a:lnTo>
                  <a:lnTo>
                    <a:pt x="6807" y="12422"/>
                  </a:lnTo>
                  <a:lnTo>
                    <a:pt x="6807" y="12865"/>
                  </a:lnTo>
                  <a:lnTo>
                    <a:pt x="6791" y="13323"/>
                  </a:lnTo>
                  <a:lnTo>
                    <a:pt x="6761" y="13780"/>
                  </a:lnTo>
                  <a:lnTo>
                    <a:pt x="6730" y="14223"/>
                  </a:lnTo>
                  <a:lnTo>
                    <a:pt x="6715" y="14681"/>
                  </a:lnTo>
                  <a:lnTo>
                    <a:pt x="6730" y="14711"/>
                  </a:lnTo>
                  <a:lnTo>
                    <a:pt x="6776" y="14711"/>
                  </a:lnTo>
                  <a:lnTo>
                    <a:pt x="6791" y="14696"/>
                  </a:lnTo>
                  <a:lnTo>
                    <a:pt x="6868" y="14177"/>
                  </a:lnTo>
                  <a:lnTo>
                    <a:pt x="6929" y="13658"/>
                  </a:lnTo>
                  <a:lnTo>
                    <a:pt x="6959" y="13140"/>
                  </a:lnTo>
                  <a:lnTo>
                    <a:pt x="6974" y="12621"/>
                  </a:lnTo>
                  <a:lnTo>
                    <a:pt x="6990" y="12117"/>
                  </a:lnTo>
                  <a:lnTo>
                    <a:pt x="6974" y="11598"/>
                  </a:lnTo>
                  <a:lnTo>
                    <a:pt x="6959" y="11079"/>
                  </a:lnTo>
                  <a:lnTo>
                    <a:pt x="6944" y="10561"/>
                  </a:lnTo>
                  <a:lnTo>
                    <a:pt x="6898" y="10133"/>
                  </a:lnTo>
                  <a:lnTo>
                    <a:pt x="6852" y="9706"/>
                  </a:lnTo>
                  <a:lnTo>
                    <a:pt x="6791" y="9279"/>
                  </a:lnTo>
                  <a:lnTo>
                    <a:pt x="6715" y="8851"/>
                  </a:lnTo>
                  <a:lnTo>
                    <a:pt x="6639" y="8424"/>
                  </a:lnTo>
                  <a:lnTo>
                    <a:pt x="6532" y="7997"/>
                  </a:lnTo>
                  <a:lnTo>
                    <a:pt x="6425" y="7585"/>
                  </a:lnTo>
                  <a:lnTo>
                    <a:pt x="6288" y="7173"/>
                  </a:lnTo>
                  <a:lnTo>
                    <a:pt x="6150" y="6761"/>
                  </a:lnTo>
                  <a:lnTo>
                    <a:pt x="5998" y="6349"/>
                  </a:lnTo>
                  <a:lnTo>
                    <a:pt x="5830" y="5952"/>
                  </a:lnTo>
                  <a:lnTo>
                    <a:pt x="5647" y="5555"/>
                  </a:lnTo>
                  <a:lnTo>
                    <a:pt x="5448" y="5174"/>
                  </a:lnTo>
                  <a:lnTo>
                    <a:pt x="5235" y="4792"/>
                  </a:lnTo>
                  <a:lnTo>
                    <a:pt x="5021" y="4426"/>
                  </a:lnTo>
                  <a:lnTo>
                    <a:pt x="4777" y="4075"/>
                  </a:lnTo>
                  <a:lnTo>
                    <a:pt x="4579" y="3800"/>
                  </a:lnTo>
                  <a:lnTo>
                    <a:pt x="4380" y="3541"/>
                  </a:lnTo>
                  <a:lnTo>
                    <a:pt x="4334" y="3327"/>
                  </a:lnTo>
                  <a:lnTo>
                    <a:pt x="4273" y="3129"/>
                  </a:lnTo>
                  <a:lnTo>
                    <a:pt x="4182" y="2808"/>
                  </a:lnTo>
                  <a:lnTo>
                    <a:pt x="4060" y="2503"/>
                  </a:lnTo>
                  <a:lnTo>
                    <a:pt x="3922" y="2198"/>
                  </a:lnTo>
                  <a:lnTo>
                    <a:pt x="3754" y="1908"/>
                  </a:lnTo>
                  <a:lnTo>
                    <a:pt x="3587" y="1603"/>
                  </a:lnTo>
                  <a:lnTo>
                    <a:pt x="3419" y="1313"/>
                  </a:lnTo>
                  <a:lnTo>
                    <a:pt x="3388" y="1313"/>
                  </a:lnTo>
                  <a:lnTo>
                    <a:pt x="3373" y="1328"/>
                  </a:lnTo>
                  <a:lnTo>
                    <a:pt x="3388" y="1328"/>
                  </a:lnTo>
                  <a:lnTo>
                    <a:pt x="3556" y="1633"/>
                  </a:lnTo>
                  <a:lnTo>
                    <a:pt x="3709" y="1923"/>
                  </a:lnTo>
                  <a:lnTo>
                    <a:pt x="3831" y="2244"/>
                  </a:lnTo>
                  <a:lnTo>
                    <a:pt x="3938" y="2549"/>
                  </a:lnTo>
                  <a:lnTo>
                    <a:pt x="4121" y="3159"/>
                  </a:lnTo>
                  <a:lnTo>
                    <a:pt x="4151" y="3220"/>
                  </a:lnTo>
                  <a:lnTo>
                    <a:pt x="4151" y="3281"/>
                  </a:lnTo>
                  <a:lnTo>
                    <a:pt x="3816" y="2885"/>
                  </a:lnTo>
                  <a:lnTo>
                    <a:pt x="3449" y="2518"/>
                  </a:lnTo>
                  <a:lnTo>
                    <a:pt x="3068" y="2167"/>
                  </a:lnTo>
                  <a:lnTo>
                    <a:pt x="2671" y="1832"/>
                  </a:lnTo>
                  <a:lnTo>
                    <a:pt x="2640" y="1801"/>
                  </a:lnTo>
                  <a:lnTo>
                    <a:pt x="2595" y="1679"/>
                  </a:lnTo>
                  <a:lnTo>
                    <a:pt x="2549" y="1557"/>
                  </a:lnTo>
                  <a:lnTo>
                    <a:pt x="2503" y="1435"/>
                  </a:lnTo>
                  <a:lnTo>
                    <a:pt x="2442" y="1313"/>
                  </a:lnTo>
                  <a:lnTo>
                    <a:pt x="2305" y="1069"/>
                  </a:lnTo>
                  <a:lnTo>
                    <a:pt x="2137" y="840"/>
                  </a:lnTo>
                  <a:lnTo>
                    <a:pt x="1969" y="626"/>
                  </a:lnTo>
                  <a:lnTo>
                    <a:pt x="1801" y="412"/>
                  </a:lnTo>
                  <a:lnTo>
                    <a:pt x="1603" y="199"/>
                  </a:lnTo>
                  <a:lnTo>
                    <a:pt x="14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7" name="Google Shape;5287;p63"/>
            <p:cNvSpPr/>
            <p:nvPr/>
          </p:nvSpPr>
          <p:spPr>
            <a:xfrm>
              <a:off x="5507125" y="2657950"/>
              <a:ext cx="17200" cy="30550"/>
            </a:xfrm>
            <a:custGeom>
              <a:avLst/>
              <a:gdLst/>
              <a:ahLst/>
              <a:cxnLst/>
              <a:rect l="l" t="t" r="r" b="b"/>
              <a:pathLst>
                <a:path w="688" h="1222" extrusionOk="0">
                  <a:moveTo>
                    <a:pt x="16" y="1"/>
                  </a:moveTo>
                  <a:lnTo>
                    <a:pt x="1" y="16"/>
                  </a:lnTo>
                  <a:lnTo>
                    <a:pt x="16" y="31"/>
                  </a:lnTo>
                  <a:lnTo>
                    <a:pt x="123" y="169"/>
                  </a:lnTo>
                  <a:lnTo>
                    <a:pt x="214" y="306"/>
                  </a:lnTo>
                  <a:lnTo>
                    <a:pt x="306" y="443"/>
                  </a:lnTo>
                  <a:lnTo>
                    <a:pt x="382" y="596"/>
                  </a:lnTo>
                  <a:lnTo>
                    <a:pt x="458" y="749"/>
                  </a:lnTo>
                  <a:lnTo>
                    <a:pt x="535" y="901"/>
                  </a:lnTo>
                  <a:lnTo>
                    <a:pt x="672" y="1222"/>
                  </a:lnTo>
                  <a:lnTo>
                    <a:pt x="687" y="1222"/>
                  </a:lnTo>
                  <a:lnTo>
                    <a:pt x="626" y="1054"/>
                  </a:lnTo>
                  <a:lnTo>
                    <a:pt x="565" y="886"/>
                  </a:lnTo>
                  <a:lnTo>
                    <a:pt x="489" y="733"/>
                  </a:lnTo>
                  <a:lnTo>
                    <a:pt x="413" y="565"/>
                  </a:lnTo>
                  <a:lnTo>
                    <a:pt x="230" y="291"/>
                  </a:lnTo>
                  <a:lnTo>
                    <a:pt x="31" y="1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8" name="Google Shape;5288;p63"/>
            <p:cNvSpPr/>
            <p:nvPr/>
          </p:nvSpPr>
          <p:spPr>
            <a:xfrm>
              <a:off x="5434650" y="2692675"/>
              <a:ext cx="32825" cy="11850"/>
            </a:xfrm>
            <a:custGeom>
              <a:avLst/>
              <a:gdLst/>
              <a:ahLst/>
              <a:cxnLst/>
              <a:rect l="l" t="t" r="r" b="b"/>
              <a:pathLst>
                <a:path w="1313" h="474" extrusionOk="0">
                  <a:moveTo>
                    <a:pt x="15" y="1"/>
                  </a:moveTo>
                  <a:lnTo>
                    <a:pt x="0" y="16"/>
                  </a:lnTo>
                  <a:lnTo>
                    <a:pt x="0" y="31"/>
                  </a:lnTo>
                  <a:lnTo>
                    <a:pt x="15" y="31"/>
                  </a:lnTo>
                  <a:lnTo>
                    <a:pt x="336" y="184"/>
                  </a:lnTo>
                  <a:lnTo>
                    <a:pt x="641" y="321"/>
                  </a:lnTo>
                  <a:lnTo>
                    <a:pt x="809" y="367"/>
                  </a:lnTo>
                  <a:lnTo>
                    <a:pt x="977" y="413"/>
                  </a:lnTo>
                  <a:lnTo>
                    <a:pt x="1145" y="443"/>
                  </a:lnTo>
                  <a:lnTo>
                    <a:pt x="1313" y="474"/>
                  </a:lnTo>
                  <a:lnTo>
                    <a:pt x="1313" y="443"/>
                  </a:lnTo>
                  <a:lnTo>
                    <a:pt x="992" y="367"/>
                  </a:lnTo>
                  <a:lnTo>
                    <a:pt x="672" y="275"/>
                  </a:lnTo>
                  <a:lnTo>
                    <a:pt x="351" y="168"/>
                  </a:lnTo>
                  <a:lnTo>
                    <a:pt x="31" y="1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9" name="Google Shape;5289;p63"/>
            <p:cNvSpPr/>
            <p:nvPr/>
          </p:nvSpPr>
          <p:spPr>
            <a:xfrm>
              <a:off x="5630350" y="2491250"/>
              <a:ext cx="174375" cy="266300"/>
            </a:xfrm>
            <a:custGeom>
              <a:avLst/>
              <a:gdLst/>
              <a:ahLst/>
              <a:cxnLst/>
              <a:rect l="l" t="t" r="r" b="b"/>
              <a:pathLst>
                <a:path w="6975" h="10652" extrusionOk="0">
                  <a:moveTo>
                    <a:pt x="5021" y="0"/>
                  </a:moveTo>
                  <a:lnTo>
                    <a:pt x="4762" y="15"/>
                  </a:lnTo>
                  <a:lnTo>
                    <a:pt x="4503" y="46"/>
                  </a:lnTo>
                  <a:lnTo>
                    <a:pt x="4243" y="122"/>
                  </a:lnTo>
                  <a:lnTo>
                    <a:pt x="3968" y="229"/>
                  </a:lnTo>
                  <a:lnTo>
                    <a:pt x="3694" y="366"/>
                  </a:lnTo>
                  <a:lnTo>
                    <a:pt x="3419" y="534"/>
                  </a:lnTo>
                  <a:lnTo>
                    <a:pt x="3144" y="733"/>
                  </a:lnTo>
                  <a:lnTo>
                    <a:pt x="2870" y="962"/>
                  </a:lnTo>
                  <a:lnTo>
                    <a:pt x="2595" y="1221"/>
                  </a:lnTo>
                  <a:lnTo>
                    <a:pt x="2320" y="1511"/>
                  </a:lnTo>
                  <a:lnTo>
                    <a:pt x="2061" y="1831"/>
                  </a:lnTo>
                  <a:lnTo>
                    <a:pt x="1817" y="2182"/>
                  </a:lnTo>
                  <a:lnTo>
                    <a:pt x="1573" y="2549"/>
                  </a:lnTo>
                  <a:lnTo>
                    <a:pt x="1344" y="2961"/>
                  </a:lnTo>
                  <a:lnTo>
                    <a:pt x="1115" y="3388"/>
                  </a:lnTo>
                  <a:lnTo>
                    <a:pt x="916" y="3846"/>
                  </a:lnTo>
                  <a:lnTo>
                    <a:pt x="733" y="4334"/>
                  </a:lnTo>
                  <a:lnTo>
                    <a:pt x="550" y="4853"/>
                  </a:lnTo>
                  <a:lnTo>
                    <a:pt x="413" y="5387"/>
                  </a:lnTo>
                  <a:lnTo>
                    <a:pt x="275" y="5952"/>
                  </a:lnTo>
                  <a:lnTo>
                    <a:pt x="169" y="6547"/>
                  </a:lnTo>
                  <a:lnTo>
                    <a:pt x="92" y="7172"/>
                  </a:lnTo>
                  <a:lnTo>
                    <a:pt x="31" y="7813"/>
                  </a:lnTo>
                  <a:lnTo>
                    <a:pt x="1" y="8485"/>
                  </a:lnTo>
                  <a:lnTo>
                    <a:pt x="1" y="9172"/>
                  </a:lnTo>
                  <a:lnTo>
                    <a:pt x="47" y="9889"/>
                  </a:lnTo>
                  <a:lnTo>
                    <a:pt x="108" y="10637"/>
                  </a:lnTo>
                  <a:lnTo>
                    <a:pt x="108" y="10652"/>
                  </a:lnTo>
                  <a:lnTo>
                    <a:pt x="138" y="10621"/>
                  </a:lnTo>
                  <a:lnTo>
                    <a:pt x="230" y="10453"/>
                  </a:lnTo>
                  <a:lnTo>
                    <a:pt x="398" y="10163"/>
                  </a:lnTo>
                  <a:lnTo>
                    <a:pt x="520" y="9965"/>
                  </a:lnTo>
                  <a:lnTo>
                    <a:pt x="672" y="9767"/>
                  </a:lnTo>
                  <a:lnTo>
                    <a:pt x="855" y="9538"/>
                  </a:lnTo>
                  <a:lnTo>
                    <a:pt x="1069" y="9278"/>
                  </a:lnTo>
                  <a:lnTo>
                    <a:pt x="1328" y="9019"/>
                  </a:lnTo>
                  <a:lnTo>
                    <a:pt x="1618" y="8744"/>
                  </a:lnTo>
                  <a:lnTo>
                    <a:pt x="1939" y="8470"/>
                  </a:lnTo>
                  <a:lnTo>
                    <a:pt x="2320" y="8180"/>
                  </a:lnTo>
                  <a:lnTo>
                    <a:pt x="2732" y="7905"/>
                  </a:lnTo>
                  <a:lnTo>
                    <a:pt x="3205" y="7615"/>
                  </a:lnTo>
                  <a:lnTo>
                    <a:pt x="3419" y="7478"/>
                  </a:lnTo>
                  <a:lnTo>
                    <a:pt x="3648" y="7325"/>
                  </a:lnTo>
                  <a:lnTo>
                    <a:pt x="4106" y="7005"/>
                  </a:lnTo>
                  <a:lnTo>
                    <a:pt x="4548" y="6638"/>
                  </a:lnTo>
                  <a:lnTo>
                    <a:pt x="4777" y="6440"/>
                  </a:lnTo>
                  <a:lnTo>
                    <a:pt x="4991" y="6226"/>
                  </a:lnTo>
                  <a:lnTo>
                    <a:pt x="5205" y="6013"/>
                  </a:lnTo>
                  <a:lnTo>
                    <a:pt x="5403" y="5799"/>
                  </a:lnTo>
                  <a:lnTo>
                    <a:pt x="5601" y="5570"/>
                  </a:lnTo>
                  <a:lnTo>
                    <a:pt x="5784" y="5326"/>
                  </a:lnTo>
                  <a:lnTo>
                    <a:pt x="5968" y="5097"/>
                  </a:lnTo>
                  <a:lnTo>
                    <a:pt x="6120" y="4853"/>
                  </a:lnTo>
                  <a:lnTo>
                    <a:pt x="6273" y="4609"/>
                  </a:lnTo>
                  <a:lnTo>
                    <a:pt x="6425" y="4349"/>
                  </a:lnTo>
                  <a:lnTo>
                    <a:pt x="6547" y="4105"/>
                  </a:lnTo>
                  <a:lnTo>
                    <a:pt x="6654" y="3846"/>
                  </a:lnTo>
                  <a:lnTo>
                    <a:pt x="6761" y="3586"/>
                  </a:lnTo>
                  <a:lnTo>
                    <a:pt x="6837" y="3327"/>
                  </a:lnTo>
                  <a:lnTo>
                    <a:pt x="6898" y="3083"/>
                  </a:lnTo>
                  <a:lnTo>
                    <a:pt x="6944" y="2823"/>
                  </a:lnTo>
                  <a:lnTo>
                    <a:pt x="6959" y="2564"/>
                  </a:lnTo>
                  <a:lnTo>
                    <a:pt x="6975" y="2304"/>
                  </a:lnTo>
                  <a:lnTo>
                    <a:pt x="6944" y="2060"/>
                  </a:lnTo>
                  <a:lnTo>
                    <a:pt x="6898" y="1816"/>
                  </a:lnTo>
                  <a:lnTo>
                    <a:pt x="6837" y="1572"/>
                  </a:lnTo>
                  <a:lnTo>
                    <a:pt x="6746" y="1328"/>
                  </a:lnTo>
                  <a:lnTo>
                    <a:pt x="6624" y="1099"/>
                  </a:lnTo>
                  <a:lnTo>
                    <a:pt x="6471" y="870"/>
                  </a:lnTo>
                  <a:lnTo>
                    <a:pt x="6303" y="641"/>
                  </a:lnTo>
                  <a:lnTo>
                    <a:pt x="6090" y="427"/>
                  </a:lnTo>
                  <a:lnTo>
                    <a:pt x="6013" y="351"/>
                  </a:lnTo>
                  <a:lnTo>
                    <a:pt x="5907" y="275"/>
                  </a:lnTo>
                  <a:lnTo>
                    <a:pt x="5815" y="214"/>
                  </a:lnTo>
                  <a:lnTo>
                    <a:pt x="5708" y="153"/>
                  </a:lnTo>
                  <a:lnTo>
                    <a:pt x="5494" y="76"/>
                  </a:lnTo>
                  <a:lnTo>
                    <a:pt x="5266" y="15"/>
                  </a:lnTo>
                  <a:lnTo>
                    <a:pt x="50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0" name="Google Shape;5290;p63"/>
            <p:cNvSpPr/>
            <p:nvPr/>
          </p:nvSpPr>
          <p:spPr>
            <a:xfrm>
              <a:off x="5587250" y="2525200"/>
              <a:ext cx="166750" cy="609275"/>
            </a:xfrm>
            <a:custGeom>
              <a:avLst/>
              <a:gdLst/>
              <a:ahLst/>
              <a:cxnLst/>
              <a:rect l="l" t="t" r="r" b="b"/>
              <a:pathLst>
                <a:path w="6670" h="24371" extrusionOk="0">
                  <a:moveTo>
                    <a:pt x="5448" y="0"/>
                  </a:moveTo>
                  <a:lnTo>
                    <a:pt x="5372" y="214"/>
                  </a:lnTo>
                  <a:lnTo>
                    <a:pt x="5265" y="412"/>
                  </a:lnTo>
                  <a:lnTo>
                    <a:pt x="5174" y="611"/>
                  </a:lnTo>
                  <a:lnTo>
                    <a:pt x="5082" y="824"/>
                  </a:lnTo>
                  <a:lnTo>
                    <a:pt x="4929" y="1221"/>
                  </a:lnTo>
                  <a:lnTo>
                    <a:pt x="4792" y="1633"/>
                  </a:lnTo>
                  <a:lnTo>
                    <a:pt x="4685" y="2060"/>
                  </a:lnTo>
                  <a:lnTo>
                    <a:pt x="4609" y="2488"/>
                  </a:lnTo>
                  <a:lnTo>
                    <a:pt x="4578" y="2686"/>
                  </a:lnTo>
                  <a:lnTo>
                    <a:pt x="4563" y="2869"/>
                  </a:lnTo>
                  <a:lnTo>
                    <a:pt x="4563" y="3068"/>
                  </a:lnTo>
                  <a:lnTo>
                    <a:pt x="4578" y="3266"/>
                  </a:lnTo>
                  <a:lnTo>
                    <a:pt x="4288" y="3663"/>
                  </a:lnTo>
                  <a:lnTo>
                    <a:pt x="4014" y="4075"/>
                  </a:lnTo>
                  <a:lnTo>
                    <a:pt x="3754" y="4487"/>
                  </a:lnTo>
                  <a:lnTo>
                    <a:pt x="3495" y="4899"/>
                  </a:lnTo>
                  <a:lnTo>
                    <a:pt x="3312" y="5219"/>
                  </a:lnTo>
                  <a:lnTo>
                    <a:pt x="3297" y="4548"/>
                  </a:lnTo>
                  <a:lnTo>
                    <a:pt x="3297" y="3876"/>
                  </a:lnTo>
                  <a:lnTo>
                    <a:pt x="3312" y="3464"/>
                  </a:lnTo>
                  <a:lnTo>
                    <a:pt x="3342" y="3037"/>
                  </a:lnTo>
                  <a:lnTo>
                    <a:pt x="3388" y="2610"/>
                  </a:lnTo>
                  <a:lnTo>
                    <a:pt x="3464" y="2198"/>
                  </a:lnTo>
                  <a:lnTo>
                    <a:pt x="3449" y="2183"/>
                  </a:lnTo>
                  <a:lnTo>
                    <a:pt x="3434" y="2183"/>
                  </a:lnTo>
                  <a:lnTo>
                    <a:pt x="3434" y="2198"/>
                  </a:lnTo>
                  <a:lnTo>
                    <a:pt x="3266" y="3007"/>
                  </a:lnTo>
                  <a:lnTo>
                    <a:pt x="3205" y="3419"/>
                  </a:lnTo>
                  <a:lnTo>
                    <a:pt x="3144" y="3831"/>
                  </a:lnTo>
                  <a:lnTo>
                    <a:pt x="3098" y="4243"/>
                  </a:lnTo>
                  <a:lnTo>
                    <a:pt x="3098" y="4655"/>
                  </a:lnTo>
                  <a:lnTo>
                    <a:pt x="3113" y="5082"/>
                  </a:lnTo>
                  <a:lnTo>
                    <a:pt x="3129" y="5280"/>
                  </a:lnTo>
                  <a:lnTo>
                    <a:pt x="3159" y="5494"/>
                  </a:lnTo>
                  <a:lnTo>
                    <a:pt x="2946" y="5860"/>
                  </a:lnTo>
                  <a:lnTo>
                    <a:pt x="2747" y="6242"/>
                  </a:lnTo>
                  <a:lnTo>
                    <a:pt x="2366" y="7020"/>
                  </a:lnTo>
                  <a:lnTo>
                    <a:pt x="2366" y="6730"/>
                  </a:lnTo>
                  <a:lnTo>
                    <a:pt x="2350" y="6349"/>
                  </a:lnTo>
                  <a:lnTo>
                    <a:pt x="2366" y="5952"/>
                  </a:lnTo>
                  <a:lnTo>
                    <a:pt x="2396" y="5174"/>
                  </a:lnTo>
                  <a:lnTo>
                    <a:pt x="2427" y="4761"/>
                  </a:lnTo>
                  <a:lnTo>
                    <a:pt x="2488" y="4334"/>
                  </a:lnTo>
                  <a:lnTo>
                    <a:pt x="2488" y="4319"/>
                  </a:lnTo>
                  <a:lnTo>
                    <a:pt x="2473" y="4319"/>
                  </a:lnTo>
                  <a:lnTo>
                    <a:pt x="2457" y="4334"/>
                  </a:lnTo>
                  <a:lnTo>
                    <a:pt x="2442" y="4533"/>
                  </a:lnTo>
                  <a:lnTo>
                    <a:pt x="2427" y="4731"/>
                  </a:lnTo>
                  <a:lnTo>
                    <a:pt x="2366" y="5128"/>
                  </a:lnTo>
                  <a:lnTo>
                    <a:pt x="2274" y="5937"/>
                  </a:lnTo>
                  <a:lnTo>
                    <a:pt x="2244" y="6333"/>
                  </a:lnTo>
                  <a:lnTo>
                    <a:pt x="2213" y="6730"/>
                  </a:lnTo>
                  <a:lnTo>
                    <a:pt x="2198" y="7051"/>
                  </a:lnTo>
                  <a:lnTo>
                    <a:pt x="2213" y="7356"/>
                  </a:lnTo>
                  <a:lnTo>
                    <a:pt x="1862" y="8180"/>
                  </a:lnTo>
                  <a:lnTo>
                    <a:pt x="1694" y="8592"/>
                  </a:lnTo>
                  <a:lnTo>
                    <a:pt x="1542" y="9004"/>
                  </a:lnTo>
                  <a:lnTo>
                    <a:pt x="1359" y="9584"/>
                  </a:lnTo>
                  <a:lnTo>
                    <a:pt x="1175" y="10164"/>
                  </a:lnTo>
                  <a:lnTo>
                    <a:pt x="1023" y="10744"/>
                  </a:lnTo>
                  <a:lnTo>
                    <a:pt x="870" y="11339"/>
                  </a:lnTo>
                  <a:lnTo>
                    <a:pt x="733" y="11934"/>
                  </a:lnTo>
                  <a:lnTo>
                    <a:pt x="626" y="12529"/>
                  </a:lnTo>
                  <a:lnTo>
                    <a:pt x="519" y="13139"/>
                  </a:lnTo>
                  <a:lnTo>
                    <a:pt x="443" y="13735"/>
                  </a:lnTo>
                  <a:lnTo>
                    <a:pt x="351" y="14391"/>
                  </a:lnTo>
                  <a:lnTo>
                    <a:pt x="275" y="15047"/>
                  </a:lnTo>
                  <a:lnTo>
                    <a:pt x="214" y="15718"/>
                  </a:lnTo>
                  <a:lnTo>
                    <a:pt x="153" y="16375"/>
                  </a:lnTo>
                  <a:lnTo>
                    <a:pt x="107" y="17031"/>
                  </a:lnTo>
                  <a:lnTo>
                    <a:pt x="61" y="17687"/>
                  </a:lnTo>
                  <a:lnTo>
                    <a:pt x="31" y="18358"/>
                  </a:lnTo>
                  <a:lnTo>
                    <a:pt x="16" y="19015"/>
                  </a:lnTo>
                  <a:lnTo>
                    <a:pt x="0" y="19686"/>
                  </a:lnTo>
                  <a:lnTo>
                    <a:pt x="0" y="20373"/>
                  </a:lnTo>
                  <a:lnTo>
                    <a:pt x="16" y="21044"/>
                  </a:lnTo>
                  <a:lnTo>
                    <a:pt x="31" y="21716"/>
                  </a:lnTo>
                  <a:lnTo>
                    <a:pt x="92" y="23028"/>
                  </a:lnTo>
                  <a:lnTo>
                    <a:pt x="138" y="23700"/>
                  </a:lnTo>
                  <a:lnTo>
                    <a:pt x="214" y="24356"/>
                  </a:lnTo>
                  <a:lnTo>
                    <a:pt x="229" y="24371"/>
                  </a:lnTo>
                  <a:lnTo>
                    <a:pt x="260" y="24371"/>
                  </a:lnTo>
                  <a:lnTo>
                    <a:pt x="260" y="24356"/>
                  </a:lnTo>
                  <a:lnTo>
                    <a:pt x="260" y="23608"/>
                  </a:lnTo>
                  <a:lnTo>
                    <a:pt x="245" y="22875"/>
                  </a:lnTo>
                  <a:lnTo>
                    <a:pt x="229" y="22143"/>
                  </a:lnTo>
                  <a:lnTo>
                    <a:pt x="229" y="21395"/>
                  </a:lnTo>
                  <a:lnTo>
                    <a:pt x="260" y="19915"/>
                  </a:lnTo>
                  <a:lnTo>
                    <a:pt x="336" y="18450"/>
                  </a:lnTo>
                  <a:lnTo>
                    <a:pt x="412" y="17199"/>
                  </a:lnTo>
                  <a:lnTo>
                    <a:pt x="519" y="15963"/>
                  </a:lnTo>
                  <a:lnTo>
                    <a:pt x="657" y="14726"/>
                  </a:lnTo>
                  <a:lnTo>
                    <a:pt x="748" y="14116"/>
                  </a:lnTo>
                  <a:lnTo>
                    <a:pt x="840" y="13506"/>
                  </a:lnTo>
                  <a:lnTo>
                    <a:pt x="946" y="12895"/>
                  </a:lnTo>
                  <a:lnTo>
                    <a:pt x="1053" y="12285"/>
                  </a:lnTo>
                  <a:lnTo>
                    <a:pt x="1191" y="11674"/>
                  </a:lnTo>
                  <a:lnTo>
                    <a:pt x="1328" y="11064"/>
                  </a:lnTo>
                  <a:lnTo>
                    <a:pt x="1481" y="10469"/>
                  </a:lnTo>
                  <a:lnTo>
                    <a:pt x="1648" y="9874"/>
                  </a:lnTo>
                  <a:lnTo>
                    <a:pt x="1832" y="9279"/>
                  </a:lnTo>
                  <a:lnTo>
                    <a:pt x="2030" y="8683"/>
                  </a:lnTo>
                  <a:lnTo>
                    <a:pt x="2213" y="8210"/>
                  </a:lnTo>
                  <a:lnTo>
                    <a:pt x="2396" y="7737"/>
                  </a:lnTo>
                  <a:lnTo>
                    <a:pt x="2595" y="7264"/>
                  </a:lnTo>
                  <a:lnTo>
                    <a:pt x="2793" y="6806"/>
                  </a:lnTo>
                  <a:lnTo>
                    <a:pt x="3312" y="6532"/>
                  </a:lnTo>
                  <a:lnTo>
                    <a:pt x="3831" y="6242"/>
                  </a:lnTo>
                  <a:lnTo>
                    <a:pt x="4090" y="6089"/>
                  </a:lnTo>
                  <a:lnTo>
                    <a:pt x="4350" y="5921"/>
                  </a:lnTo>
                  <a:lnTo>
                    <a:pt x="4594" y="5738"/>
                  </a:lnTo>
                  <a:lnTo>
                    <a:pt x="4823" y="5540"/>
                  </a:lnTo>
                  <a:lnTo>
                    <a:pt x="4838" y="5525"/>
                  </a:lnTo>
                  <a:lnTo>
                    <a:pt x="4823" y="5509"/>
                  </a:lnTo>
                  <a:lnTo>
                    <a:pt x="4807" y="5509"/>
                  </a:lnTo>
                  <a:lnTo>
                    <a:pt x="4548" y="5692"/>
                  </a:lnTo>
                  <a:lnTo>
                    <a:pt x="4273" y="5830"/>
                  </a:lnTo>
                  <a:lnTo>
                    <a:pt x="3709" y="6135"/>
                  </a:lnTo>
                  <a:lnTo>
                    <a:pt x="3281" y="6379"/>
                  </a:lnTo>
                  <a:lnTo>
                    <a:pt x="2854" y="6654"/>
                  </a:lnTo>
                  <a:lnTo>
                    <a:pt x="3068" y="6211"/>
                  </a:lnTo>
                  <a:lnTo>
                    <a:pt x="3281" y="5784"/>
                  </a:lnTo>
                  <a:lnTo>
                    <a:pt x="3510" y="5357"/>
                  </a:lnTo>
                  <a:lnTo>
                    <a:pt x="3739" y="4929"/>
                  </a:lnTo>
                  <a:lnTo>
                    <a:pt x="4090" y="4746"/>
                  </a:lnTo>
                  <a:lnTo>
                    <a:pt x="4456" y="4563"/>
                  </a:lnTo>
                  <a:lnTo>
                    <a:pt x="4823" y="4395"/>
                  </a:lnTo>
                  <a:lnTo>
                    <a:pt x="5174" y="4212"/>
                  </a:lnTo>
                  <a:lnTo>
                    <a:pt x="5555" y="3998"/>
                  </a:lnTo>
                  <a:lnTo>
                    <a:pt x="5937" y="3770"/>
                  </a:lnTo>
                  <a:lnTo>
                    <a:pt x="6120" y="3647"/>
                  </a:lnTo>
                  <a:lnTo>
                    <a:pt x="6288" y="3510"/>
                  </a:lnTo>
                  <a:lnTo>
                    <a:pt x="6471" y="3373"/>
                  </a:lnTo>
                  <a:lnTo>
                    <a:pt x="6654" y="3266"/>
                  </a:lnTo>
                  <a:lnTo>
                    <a:pt x="6669" y="3251"/>
                  </a:lnTo>
                  <a:lnTo>
                    <a:pt x="6669" y="3235"/>
                  </a:lnTo>
                  <a:lnTo>
                    <a:pt x="6639" y="3235"/>
                  </a:lnTo>
                  <a:lnTo>
                    <a:pt x="6425" y="3373"/>
                  </a:lnTo>
                  <a:lnTo>
                    <a:pt x="6196" y="3480"/>
                  </a:lnTo>
                  <a:lnTo>
                    <a:pt x="5815" y="3693"/>
                  </a:lnTo>
                  <a:lnTo>
                    <a:pt x="5067" y="4090"/>
                  </a:lnTo>
                  <a:lnTo>
                    <a:pt x="4304" y="4517"/>
                  </a:lnTo>
                  <a:lnTo>
                    <a:pt x="4075" y="4624"/>
                  </a:lnTo>
                  <a:lnTo>
                    <a:pt x="3846" y="4746"/>
                  </a:lnTo>
                  <a:lnTo>
                    <a:pt x="3846" y="4746"/>
                  </a:lnTo>
                  <a:lnTo>
                    <a:pt x="3938" y="4609"/>
                  </a:lnTo>
                  <a:lnTo>
                    <a:pt x="4227" y="4121"/>
                  </a:lnTo>
                  <a:lnTo>
                    <a:pt x="4533" y="3647"/>
                  </a:lnTo>
                  <a:lnTo>
                    <a:pt x="4853" y="3190"/>
                  </a:lnTo>
                  <a:lnTo>
                    <a:pt x="5189" y="2732"/>
                  </a:lnTo>
                  <a:lnTo>
                    <a:pt x="5525" y="2289"/>
                  </a:lnTo>
                  <a:lnTo>
                    <a:pt x="5876" y="1847"/>
                  </a:lnTo>
                  <a:lnTo>
                    <a:pt x="6242" y="1404"/>
                  </a:lnTo>
                  <a:lnTo>
                    <a:pt x="6608" y="992"/>
                  </a:lnTo>
                  <a:lnTo>
                    <a:pt x="6608" y="977"/>
                  </a:lnTo>
                  <a:lnTo>
                    <a:pt x="6608" y="962"/>
                  </a:lnTo>
                  <a:lnTo>
                    <a:pt x="6578" y="962"/>
                  </a:lnTo>
                  <a:lnTo>
                    <a:pt x="6089" y="1465"/>
                  </a:lnTo>
                  <a:lnTo>
                    <a:pt x="5616" y="1984"/>
                  </a:lnTo>
                  <a:lnTo>
                    <a:pt x="5158" y="2503"/>
                  </a:lnTo>
                  <a:lnTo>
                    <a:pt x="4731" y="3052"/>
                  </a:lnTo>
                  <a:lnTo>
                    <a:pt x="4762" y="2778"/>
                  </a:lnTo>
                  <a:lnTo>
                    <a:pt x="4807" y="2488"/>
                  </a:lnTo>
                  <a:lnTo>
                    <a:pt x="4868" y="2076"/>
                  </a:lnTo>
                  <a:lnTo>
                    <a:pt x="4945" y="1664"/>
                  </a:lnTo>
                  <a:lnTo>
                    <a:pt x="5036" y="1252"/>
                  </a:lnTo>
                  <a:lnTo>
                    <a:pt x="5158" y="840"/>
                  </a:lnTo>
                  <a:lnTo>
                    <a:pt x="5219" y="626"/>
                  </a:lnTo>
                  <a:lnTo>
                    <a:pt x="5296" y="412"/>
                  </a:lnTo>
                  <a:lnTo>
                    <a:pt x="5387" y="214"/>
                  </a:lnTo>
                  <a:lnTo>
                    <a:pt x="5479" y="16"/>
                  </a:lnTo>
                  <a:lnTo>
                    <a:pt x="547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1" name="Google Shape;5291;p63"/>
            <p:cNvSpPr/>
            <p:nvPr/>
          </p:nvSpPr>
          <p:spPr>
            <a:xfrm>
              <a:off x="5706650" y="2606825"/>
              <a:ext cx="68700" cy="40100"/>
            </a:xfrm>
            <a:custGeom>
              <a:avLst/>
              <a:gdLst/>
              <a:ahLst/>
              <a:cxnLst/>
              <a:rect l="l" t="t" r="r" b="b"/>
              <a:pathLst>
                <a:path w="2748" h="1604" extrusionOk="0">
                  <a:moveTo>
                    <a:pt x="2748" y="1"/>
                  </a:moveTo>
                  <a:lnTo>
                    <a:pt x="2412" y="230"/>
                  </a:lnTo>
                  <a:lnTo>
                    <a:pt x="2091" y="444"/>
                  </a:lnTo>
                  <a:lnTo>
                    <a:pt x="1756" y="642"/>
                  </a:lnTo>
                  <a:lnTo>
                    <a:pt x="1420" y="840"/>
                  </a:lnTo>
                  <a:lnTo>
                    <a:pt x="1069" y="1039"/>
                  </a:lnTo>
                  <a:lnTo>
                    <a:pt x="733" y="1237"/>
                  </a:lnTo>
                  <a:lnTo>
                    <a:pt x="367" y="1405"/>
                  </a:lnTo>
                  <a:lnTo>
                    <a:pt x="16" y="1573"/>
                  </a:lnTo>
                  <a:lnTo>
                    <a:pt x="1" y="1588"/>
                  </a:lnTo>
                  <a:lnTo>
                    <a:pt x="16" y="1603"/>
                  </a:lnTo>
                  <a:lnTo>
                    <a:pt x="398" y="1435"/>
                  </a:lnTo>
                  <a:lnTo>
                    <a:pt x="749" y="1283"/>
                  </a:lnTo>
                  <a:lnTo>
                    <a:pt x="1115" y="1100"/>
                  </a:lnTo>
                  <a:lnTo>
                    <a:pt x="1466" y="901"/>
                  </a:lnTo>
                  <a:lnTo>
                    <a:pt x="1802" y="703"/>
                  </a:lnTo>
                  <a:lnTo>
                    <a:pt x="2122" y="489"/>
                  </a:lnTo>
                  <a:lnTo>
                    <a:pt x="2427" y="260"/>
                  </a:lnTo>
                  <a:lnTo>
                    <a:pt x="2748" y="16"/>
                  </a:lnTo>
                  <a:lnTo>
                    <a:pt x="27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2" name="Google Shape;5292;p63"/>
            <p:cNvSpPr/>
            <p:nvPr/>
          </p:nvSpPr>
          <p:spPr>
            <a:xfrm>
              <a:off x="5683375" y="2537775"/>
              <a:ext cx="11475" cy="48100"/>
            </a:xfrm>
            <a:custGeom>
              <a:avLst/>
              <a:gdLst/>
              <a:ahLst/>
              <a:cxnLst/>
              <a:rect l="l" t="t" r="r" b="b"/>
              <a:pathLst>
                <a:path w="459" h="1924" extrusionOk="0">
                  <a:moveTo>
                    <a:pt x="459" y="1"/>
                  </a:moveTo>
                  <a:lnTo>
                    <a:pt x="438" y="52"/>
                  </a:lnTo>
                  <a:lnTo>
                    <a:pt x="438" y="52"/>
                  </a:lnTo>
                  <a:lnTo>
                    <a:pt x="443" y="47"/>
                  </a:lnTo>
                  <a:lnTo>
                    <a:pt x="459" y="16"/>
                  </a:lnTo>
                  <a:lnTo>
                    <a:pt x="459" y="1"/>
                  </a:lnTo>
                  <a:close/>
                  <a:moveTo>
                    <a:pt x="438" y="52"/>
                  </a:moveTo>
                  <a:lnTo>
                    <a:pt x="428" y="62"/>
                  </a:lnTo>
                  <a:lnTo>
                    <a:pt x="428" y="77"/>
                  </a:lnTo>
                  <a:lnTo>
                    <a:pt x="438" y="52"/>
                  </a:lnTo>
                  <a:close/>
                  <a:moveTo>
                    <a:pt x="428" y="77"/>
                  </a:moveTo>
                  <a:lnTo>
                    <a:pt x="321" y="321"/>
                  </a:lnTo>
                  <a:lnTo>
                    <a:pt x="321" y="337"/>
                  </a:lnTo>
                  <a:lnTo>
                    <a:pt x="245" y="566"/>
                  </a:lnTo>
                  <a:lnTo>
                    <a:pt x="184" y="794"/>
                  </a:lnTo>
                  <a:lnTo>
                    <a:pt x="123" y="1069"/>
                  </a:lnTo>
                  <a:lnTo>
                    <a:pt x="62" y="1344"/>
                  </a:lnTo>
                  <a:lnTo>
                    <a:pt x="31" y="1634"/>
                  </a:lnTo>
                  <a:lnTo>
                    <a:pt x="1" y="1908"/>
                  </a:lnTo>
                  <a:lnTo>
                    <a:pt x="1" y="1924"/>
                  </a:lnTo>
                  <a:lnTo>
                    <a:pt x="31" y="1924"/>
                  </a:lnTo>
                  <a:lnTo>
                    <a:pt x="31" y="1908"/>
                  </a:lnTo>
                  <a:lnTo>
                    <a:pt x="108" y="1466"/>
                  </a:lnTo>
                  <a:lnTo>
                    <a:pt x="199" y="1023"/>
                  </a:lnTo>
                  <a:lnTo>
                    <a:pt x="306" y="566"/>
                  </a:lnTo>
                  <a:lnTo>
                    <a:pt x="428" y="138"/>
                  </a:lnTo>
                  <a:lnTo>
                    <a:pt x="428" y="7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3" name="Google Shape;5293;p63"/>
            <p:cNvSpPr/>
            <p:nvPr/>
          </p:nvSpPr>
          <p:spPr>
            <a:xfrm>
              <a:off x="5518200" y="3016575"/>
              <a:ext cx="191925" cy="225125"/>
            </a:xfrm>
            <a:custGeom>
              <a:avLst/>
              <a:gdLst/>
              <a:ahLst/>
              <a:cxnLst/>
              <a:rect l="l" t="t" r="r" b="b"/>
              <a:pathLst>
                <a:path w="7677" h="9005" extrusionOk="0">
                  <a:moveTo>
                    <a:pt x="0" y="1"/>
                  </a:moveTo>
                  <a:lnTo>
                    <a:pt x="199" y="2229"/>
                  </a:lnTo>
                  <a:lnTo>
                    <a:pt x="763" y="9004"/>
                  </a:lnTo>
                  <a:lnTo>
                    <a:pt x="6913" y="9004"/>
                  </a:lnTo>
                  <a:lnTo>
                    <a:pt x="7493" y="2229"/>
                  </a:lnTo>
                  <a:lnTo>
                    <a:pt x="76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4" name="Google Shape;5294;p63"/>
            <p:cNvSpPr/>
            <p:nvPr/>
          </p:nvSpPr>
          <p:spPr>
            <a:xfrm>
              <a:off x="5518200" y="3016575"/>
              <a:ext cx="191925" cy="55725"/>
            </a:xfrm>
            <a:custGeom>
              <a:avLst/>
              <a:gdLst/>
              <a:ahLst/>
              <a:cxnLst/>
              <a:rect l="l" t="t" r="r" b="b"/>
              <a:pathLst>
                <a:path w="7677" h="2229" extrusionOk="0">
                  <a:moveTo>
                    <a:pt x="0" y="1"/>
                  </a:moveTo>
                  <a:lnTo>
                    <a:pt x="199" y="2229"/>
                  </a:lnTo>
                  <a:lnTo>
                    <a:pt x="7493" y="2229"/>
                  </a:lnTo>
                  <a:lnTo>
                    <a:pt x="7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5" name="Google Shape;5295;p63"/>
            <p:cNvSpPr/>
            <p:nvPr/>
          </p:nvSpPr>
          <p:spPr>
            <a:xfrm>
              <a:off x="5503325" y="2994075"/>
              <a:ext cx="222050" cy="53425"/>
            </a:xfrm>
            <a:custGeom>
              <a:avLst/>
              <a:gdLst/>
              <a:ahLst/>
              <a:cxnLst/>
              <a:rect l="l" t="t" r="r" b="b"/>
              <a:pathLst>
                <a:path w="8882" h="2137" extrusionOk="0">
                  <a:moveTo>
                    <a:pt x="0" y="0"/>
                  </a:moveTo>
                  <a:lnTo>
                    <a:pt x="0" y="2137"/>
                  </a:lnTo>
                  <a:lnTo>
                    <a:pt x="8882" y="2137"/>
                  </a:lnTo>
                  <a:lnTo>
                    <a:pt x="88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6" name="Google Shape;5296;p63"/>
            <p:cNvSpPr/>
            <p:nvPr/>
          </p:nvSpPr>
          <p:spPr>
            <a:xfrm>
              <a:off x="5788675" y="2558375"/>
              <a:ext cx="370850" cy="454025"/>
            </a:xfrm>
            <a:custGeom>
              <a:avLst/>
              <a:gdLst/>
              <a:ahLst/>
              <a:cxnLst/>
              <a:rect l="l" t="t" r="r" b="b"/>
              <a:pathLst>
                <a:path w="14834" h="18161" extrusionOk="0">
                  <a:moveTo>
                    <a:pt x="7997" y="1"/>
                  </a:moveTo>
                  <a:lnTo>
                    <a:pt x="7707" y="47"/>
                  </a:lnTo>
                  <a:lnTo>
                    <a:pt x="7433" y="92"/>
                  </a:lnTo>
                  <a:lnTo>
                    <a:pt x="7143" y="169"/>
                  </a:lnTo>
                  <a:lnTo>
                    <a:pt x="6883" y="260"/>
                  </a:lnTo>
                  <a:lnTo>
                    <a:pt x="6609" y="382"/>
                  </a:lnTo>
                  <a:lnTo>
                    <a:pt x="6349" y="520"/>
                  </a:lnTo>
                  <a:lnTo>
                    <a:pt x="6105" y="672"/>
                  </a:lnTo>
                  <a:lnTo>
                    <a:pt x="5861" y="840"/>
                  </a:lnTo>
                  <a:lnTo>
                    <a:pt x="5632" y="1039"/>
                  </a:lnTo>
                  <a:lnTo>
                    <a:pt x="5418" y="1237"/>
                  </a:lnTo>
                  <a:lnTo>
                    <a:pt x="5235" y="1313"/>
                  </a:lnTo>
                  <a:lnTo>
                    <a:pt x="5067" y="1405"/>
                  </a:lnTo>
                  <a:lnTo>
                    <a:pt x="4915" y="1496"/>
                  </a:lnTo>
                  <a:lnTo>
                    <a:pt x="4762" y="1603"/>
                  </a:lnTo>
                  <a:lnTo>
                    <a:pt x="4625" y="1725"/>
                  </a:lnTo>
                  <a:lnTo>
                    <a:pt x="4503" y="1863"/>
                  </a:lnTo>
                  <a:lnTo>
                    <a:pt x="4396" y="2000"/>
                  </a:lnTo>
                  <a:lnTo>
                    <a:pt x="4289" y="2137"/>
                  </a:lnTo>
                  <a:lnTo>
                    <a:pt x="4197" y="2305"/>
                  </a:lnTo>
                  <a:lnTo>
                    <a:pt x="4121" y="2458"/>
                  </a:lnTo>
                  <a:lnTo>
                    <a:pt x="4045" y="2626"/>
                  </a:lnTo>
                  <a:lnTo>
                    <a:pt x="3984" y="2809"/>
                  </a:lnTo>
                  <a:lnTo>
                    <a:pt x="3877" y="3175"/>
                  </a:lnTo>
                  <a:lnTo>
                    <a:pt x="3801" y="3557"/>
                  </a:lnTo>
                  <a:lnTo>
                    <a:pt x="3755" y="3953"/>
                  </a:lnTo>
                  <a:lnTo>
                    <a:pt x="3724" y="4350"/>
                  </a:lnTo>
                  <a:lnTo>
                    <a:pt x="3709" y="4747"/>
                  </a:lnTo>
                  <a:lnTo>
                    <a:pt x="3724" y="5144"/>
                  </a:lnTo>
                  <a:lnTo>
                    <a:pt x="3755" y="5891"/>
                  </a:lnTo>
                  <a:lnTo>
                    <a:pt x="3801" y="6563"/>
                  </a:lnTo>
                  <a:lnTo>
                    <a:pt x="3816" y="6746"/>
                  </a:lnTo>
                  <a:lnTo>
                    <a:pt x="3801" y="6929"/>
                  </a:lnTo>
                  <a:lnTo>
                    <a:pt x="3785" y="7097"/>
                  </a:lnTo>
                  <a:lnTo>
                    <a:pt x="3755" y="7265"/>
                  </a:lnTo>
                  <a:lnTo>
                    <a:pt x="3709" y="7417"/>
                  </a:lnTo>
                  <a:lnTo>
                    <a:pt x="3648" y="7570"/>
                  </a:lnTo>
                  <a:lnTo>
                    <a:pt x="3587" y="7707"/>
                  </a:lnTo>
                  <a:lnTo>
                    <a:pt x="3511" y="7860"/>
                  </a:lnTo>
                  <a:lnTo>
                    <a:pt x="3343" y="8135"/>
                  </a:lnTo>
                  <a:lnTo>
                    <a:pt x="3144" y="8394"/>
                  </a:lnTo>
                  <a:lnTo>
                    <a:pt x="2931" y="8654"/>
                  </a:lnTo>
                  <a:lnTo>
                    <a:pt x="2702" y="8928"/>
                  </a:lnTo>
                  <a:lnTo>
                    <a:pt x="2214" y="9493"/>
                  </a:lnTo>
                  <a:lnTo>
                    <a:pt x="1969" y="9798"/>
                  </a:lnTo>
                  <a:lnTo>
                    <a:pt x="1725" y="10134"/>
                  </a:lnTo>
                  <a:lnTo>
                    <a:pt x="1512" y="10485"/>
                  </a:lnTo>
                  <a:lnTo>
                    <a:pt x="1405" y="10683"/>
                  </a:lnTo>
                  <a:lnTo>
                    <a:pt x="1313" y="10882"/>
                  </a:lnTo>
                  <a:lnTo>
                    <a:pt x="1222" y="11095"/>
                  </a:lnTo>
                  <a:lnTo>
                    <a:pt x="1130" y="11324"/>
                  </a:lnTo>
                  <a:lnTo>
                    <a:pt x="1054" y="11553"/>
                  </a:lnTo>
                  <a:lnTo>
                    <a:pt x="993" y="11812"/>
                  </a:lnTo>
                  <a:lnTo>
                    <a:pt x="947" y="12011"/>
                  </a:lnTo>
                  <a:lnTo>
                    <a:pt x="916" y="12224"/>
                  </a:lnTo>
                  <a:lnTo>
                    <a:pt x="886" y="12423"/>
                  </a:lnTo>
                  <a:lnTo>
                    <a:pt x="871" y="12621"/>
                  </a:lnTo>
                  <a:lnTo>
                    <a:pt x="871" y="13003"/>
                  </a:lnTo>
                  <a:lnTo>
                    <a:pt x="901" y="13384"/>
                  </a:lnTo>
                  <a:lnTo>
                    <a:pt x="947" y="13735"/>
                  </a:lnTo>
                  <a:lnTo>
                    <a:pt x="993" y="14101"/>
                  </a:lnTo>
                  <a:lnTo>
                    <a:pt x="1039" y="14468"/>
                  </a:lnTo>
                  <a:lnTo>
                    <a:pt x="1084" y="14819"/>
                  </a:lnTo>
                  <a:lnTo>
                    <a:pt x="1100" y="15185"/>
                  </a:lnTo>
                  <a:lnTo>
                    <a:pt x="1100" y="15551"/>
                  </a:lnTo>
                  <a:lnTo>
                    <a:pt x="1084" y="15750"/>
                  </a:lnTo>
                  <a:lnTo>
                    <a:pt x="1054" y="15933"/>
                  </a:lnTo>
                  <a:lnTo>
                    <a:pt x="1023" y="16131"/>
                  </a:lnTo>
                  <a:lnTo>
                    <a:pt x="977" y="16329"/>
                  </a:lnTo>
                  <a:lnTo>
                    <a:pt x="901" y="16528"/>
                  </a:lnTo>
                  <a:lnTo>
                    <a:pt x="825" y="16741"/>
                  </a:lnTo>
                  <a:lnTo>
                    <a:pt x="733" y="16955"/>
                  </a:lnTo>
                  <a:lnTo>
                    <a:pt x="626" y="17169"/>
                  </a:lnTo>
                  <a:lnTo>
                    <a:pt x="504" y="17398"/>
                  </a:lnTo>
                  <a:lnTo>
                    <a:pt x="352" y="17627"/>
                  </a:lnTo>
                  <a:lnTo>
                    <a:pt x="184" y="17855"/>
                  </a:lnTo>
                  <a:lnTo>
                    <a:pt x="1" y="18100"/>
                  </a:lnTo>
                  <a:lnTo>
                    <a:pt x="1" y="18115"/>
                  </a:lnTo>
                  <a:lnTo>
                    <a:pt x="16" y="18130"/>
                  </a:lnTo>
                  <a:lnTo>
                    <a:pt x="138" y="18145"/>
                  </a:lnTo>
                  <a:lnTo>
                    <a:pt x="611" y="18161"/>
                  </a:lnTo>
                  <a:lnTo>
                    <a:pt x="1374" y="18145"/>
                  </a:lnTo>
                  <a:lnTo>
                    <a:pt x="2366" y="18100"/>
                  </a:lnTo>
                  <a:lnTo>
                    <a:pt x="2565" y="17642"/>
                  </a:lnTo>
                  <a:lnTo>
                    <a:pt x="2732" y="17169"/>
                  </a:lnTo>
                  <a:lnTo>
                    <a:pt x="2885" y="16680"/>
                  </a:lnTo>
                  <a:lnTo>
                    <a:pt x="3022" y="16192"/>
                  </a:lnTo>
                  <a:lnTo>
                    <a:pt x="3144" y="15704"/>
                  </a:lnTo>
                  <a:lnTo>
                    <a:pt x="3236" y="15215"/>
                  </a:lnTo>
                  <a:lnTo>
                    <a:pt x="3312" y="14712"/>
                  </a:lnTo>
                  <a:lnTo>
                    <a:pt x="3358" y="14208"/>
                  </a:lnTo>
                  <a:lnTo>
                    <a:pt x="3419" y="14605"/>
                  </a:lnTo>
                  <a:lnTo>
                    <a:pt x="3526" y="15597"/>
                  </a:lnTo>
                  <a:lnTo>
                    <a:pt x="3587" y="16207"/>
                  </a:lnTo>
                  <a:lnTo>
                    <a:pt x="3633" y="16848"/>
                  </a:lnTo>
                  <a:lnTo>
                    <a:pt x="3663" y="17474"/>
                  </a:lnTo>
                  <a:lnTo>
                    <a:pt x="3679" y="18039"/>
                  </a:lnTo>
                  <a:lnTo>
                    <a:pt x="4594" y="17993"/>
                  </a:lnTo>
                  <a:lnTo>
                    <a:pt x="4701" y="17566"/>
                  </a:lnTo>
                  <a:lnTo>
                    <a:pt x="4793" y="17123"/>
                  </a:lnTo>
                  <a:lnTo>
                    <a:pt x="4854" y="16680"/>
                  </a:lnTo>
                  <a:lnTo>
                    <a:pt x="4915" y="16238"/>
                  </a:lnTo>
                  <a:lnTo>
                    <a:pt x="4976" y="16772"/>
                  </a:lnTo>
                  <a:lnTo>
                    <a:pt x="5037" y="17321"/>
                  </a:lnTo>
                  <a:lnTo>
                    <a:pt x="5098" y="17978"/>
                  </a:lnTo>
                  <a:lnTo>
                    <a:pt x="8684" y="17779"/>
                  </a:lnTo>
                  <a:lnTo>
                    <a:pt x="11995" y="17581"/>
                  </a:lnTo>
                  <a:lnTo>
                    <a:pt x="11950" y="17184"/>
                  </a:lnTo>
                  <a:lnTo>
                    <a:pt x="11919" y="16803"/>
                  </a:lnTo>
                  <a:lnTo>
                    <a:pt x="11904" y="16436"/>
                  </a:lnTo>
                  <a:lnTo>
                    <a:pt x="11904" y="16101"/>
                  </a:lnTo>
                  <a:lnTo>
                    <a:pt x="11904" y="15780"/>
                  </a:lnTo>
                  <a:lnTo>
                    <a:pt x="11934" y="15490"/>
                  </a:lnTo>
                  <a:lnTo>
                    <a:pt x="11965" y="15215"/>
                  </a:lnTo>
                  <a:lnTo>
                    <a:pt x="11995" y="14956"/>
                  </a:lnTo>
                  <a:lnTo>
                    <a:pt x="12072" y="14559"/>
                  </a:lnTo>
                  <a:lnTo>
                    <a:pt x="12148" y="14269"/>
                  </a:lnTo>
                  <a:lnTo>
                    <a:pt x="12194" y="14132"/>
                  </a:lnTo>
                  <a:lnTo>
                    <a:pt x="12209" y="14132"/>
                  </a:lnTo>
                  <a:lnTo>
                    <a:pt x="12224" y="14147"/>
                  </a:lnTo>
                  <a:lnTo>
                    <a:pt x="12209" y="14452"/>
                  </a:lnTo>
                  <a:lnTo>
                    <a:pt x="12194" y="14742"/>
                  </a:lnTo>
                  <a:lnTo>
                    <a:pt x="12209" y="15017"/>
                  </a:lnTo>
                  <a:lnTo>
                    <a:pt x="12224" y="15276"/>
                  </a:lnTo>
                  <a:lnTo>
                    <a:pt x="12255" y="15521"/>
                  </a:lnTo>
                  <a:lnTo>
                    <a:pt x="12285" y="15765"/>
                  </a:lnTo>
                  <a:lnTo>
                    <a:pt x="12331" y="15994"/>
                  </a:lnTo>
                  <a:lnTo>
                    <a:pt x="12392" y="16207"/>
                  </a:lnTo>
                  <a:lnTo>
                    <a:pt x="12514" y="16604"/>
                  </a:lnTo>
                  <a:lnTo>
                    <a:pt x="12652" y="16955"/>
                  </a:lnTo>
                  <a:lnTo>
                    <a:pt x="12789" y="17260"/>
                  </a:lnTo>
                  <a:lnTo>
                    <a:pt x="12926" y="17520"/>
                  </a:lnTo>
                  <a:lnTo>
                    <a:pt x="14773" y="17398"/>
                  </a:lnTo>
                  <a:lnTo>
                    <a:pt x="14803" y="17398"/>
                  </a:lnTo>
                  <a:lnTo>
                    <a:pt x="14819" y="17382"/>
                  </a:lnTo>
                  <a:lnTo>
                    <a:pt x="14834" y="17367"/>
                  </a:lnTo>
                  <a:lnTo>
                    <a:pt x="14834" y="17352"/>
                  </a:lnTo>
                  <a:lnTo>
                    <a:pt x="14803" y="17291"/>
                  </a:lnTo>
                  <a:lnTo>
                    <a:pt x="14758" y="17199"/>
                  </a:lnTo>
                  <a:lnTo>
                    <a:pt x="14590" y="16970"/>
                  </a:lnTo>
                  <a:lnTo>
                    <a:pt x="14361" y="16680"/>
                  </a:lnTo>
                  <a:lnTo>
                    <a:pt x="14117" y="16345"/>
                  </a:lnTo>
                  <a:lnTo>
                    <a:pt x="13995" y="16146"/>
                  </a:lnTo>
                  <a:lnTo>
                    <a:pt x="13903" y="15948"/>
                  </a:lnTo>
                  <a:lnTo>
                    <a:pt x="13811" y="15750"/>
                  </a:lnTo>
                  <a:lnTo>
                    <a:pt x="13750" y="15536"/>
                  </a:lnTo>
                  <a:lnTo>
                    <a:pt x="13705" y="15322"/>
                  </a:lnTo>
                  <a:lnTo>
                    <a:pt x="13705" y="15109"/>
                  </a:lnTo>
                  <a:lnTo>
                    <a:pt x="13720" y="14895"/>
                  </a:lnTo>
                  <a:lnTo>
                    <a:pt x="13750" y="14681"/>
                  </a:lnTo>
                  <a:lnTo>
                    <a:pt x="13827" y="14239"/>
                  </a:lnTo>
                  <a:lnTo>
                    <a:pt x="13933" y="13781"/>
                  </a:lnTo>
                  <a:lnTo>
                    <a:pt x="14025" y="13308"/>
                  </a:lnTo>
                  <a:lnTo>
                    <a:pt x="14071" y="13064"/>
                  </a:lnTo>
                  <a:lnTo>
                    <a:pt x="14101" y="12804"/>
                  </a:lnTo>
                  <a:lnTo>
                    <a:pt x="14117" y="12545"/>
                  </a:lnTo>
                  <a:lnTo>
                    <a:pt x="14101" y="12285"/>
                  </a:lnTo>
                  <a:lnTo>
                    <a:pt x="14086" y="12011"/>
                  </a:lnTo>
                  <a:lnTo>
                    <a:pt x="14040" y="11721"/>
                  </a:lnTo>
                  <a:lnTo>
                    <a:pt x="13979" y="11431"/>
                  </a:lnTo>
                  <a:lnTo>
                    <a:pt x="13888" y="11126"/>
                  </a:lnTo>
                  <a:lnTo>
                    <a:pt x="13766" y="10820"/>
                  </a:lnTo>
                  <a:lnTo>
                    <a:pt x="13659" y="10546"/>
                  </a:lnTo>
                  <a:lnTo>
                    <a:pt x="13537" y="10302"/>
                  </a:lnTo>
                  <a:lnTo>
                    <a:pt x="13430" y="10073"/>
                  </a:lnTo>
                  <a:lnTo>
                    <a:pt x="13186" y="9630"/>
                  </a:lnTo>
                  <a:lnTo>
                    <a:pt x="12957" y="9249"/>
                  </a:lnTo>
                  <a:lnTo>
                    <a:pt x="12743" y="8867"/>
                  </a:lnTo>
                  <a:lnTo>
                    <a:pt x="12545" y="8455"/>
                  </a:lnTo>
                  <a:lnTo>
                    <a:pt x="12453" y="8241"/>
                  </a:lnTo>
                  <a:lnTo>
                    <a:pt x="12362" y="8013"/>
                  </a:lnTo>
                  <a:lnTo>
                    <a:pt x="12285" y="7784"/>
                  </a:lnTo>
                  <a:lnTo>
                    <a:pt x="12209" y="7509"/>
                  </a:lnTo>
                  <a:lnTo>
                    <a:pt x="12179" y="7402"/>
                  </a:lnTo>
                  <a:lnTo>
                    <a:pt x="12179" y="7280"/>
                  </a:lnTo>
                  <a:lnTo>
                    <a:pt x="12163" y="6960"/>
                  </a:lnTo>
                  <a:lnTo>
                    <a:pt x="12179" y="6105"/>
                  </a:lnTo>
                  <a:lnTo>
                    <a:pt x="12179" y="5601"/>
                  </a:lnTo>
                  <a:lnTo>
                    <a:pt x="12179" y="5067"/>
                  </a:lnTo>
                  <a:lnTo>
                    <a:pt x="12163" y="4503"/>
                  </a:lnTo>
                  <a:lnTo>
                    <a:pt x="12118" y="3923"/>
                  </a:lnTo>
                  <a:lnTo>
                    <a:pt x="12072" y="3633"/>
                  </a:lnTo>
                  <a:lnTo>
                    <a:pt x="12026" y="3343"/>
                  </a:lnTo>
                  <a:lnTo>
                    <a:pt x="11980" y="3053"/>
                  </a:lnTo>
                  <a:lnTo>
                    <a:pt x="11904" y="2778"/>
                  </a:lnTo>
                  <a:lnTo>
                    <a:pt x="11828" y="2504"/>
                  </a:lnTo>
                  <a:lnTo>
                    <a:pt x="11721" y="2229"/>
                  </a:lnTo>
                  <a:lnTo>
                    <a:pt x="11614" y="1970"/>
                  </a:lnTo>
                  <a:lnTo>
                    <a:pt x="11477" y="1725"/>
                  </a:lnTo>
                  <a:lnTo>
                    <a:pt x="11339" y="1481"/>
                  </a:lnTo>
                  <a:lnTo>
                    <a:pt x="11171" y="1252"/>
                  </a:lnTo>
                  <a:lnTo>
                    <a:pt x="10988" y="1039"/>
                  </a:lnTo>
                  <a:lnTo>
                    <a:pt x="10775" y="840"/>
                  </a:lnTo>
                  <a:lnTo>
                    <a:pt x="10546" y="672"/>
                  </a:lnTo>
                  <a:lnTo>
                    <a:pt x="10302" y="505"/>
                  </a:lnTo>
                  <a:lnTo>
                    <a:pt x="10027" y="367"/>
                  </a:lnTo>
                  <a:lnTo>
                    <a:pt x="9722" y="245"/>
                  </a:lnTo>
                  <a:lnTo>
                    <a:pt x="9447" y="154"/>
                  </a:lnTo>
                  <a:lnTo>
                    <a:pt x="9157" y="77"/>
                  </a:lnTo>
                  <a:lnTo>
                    <a:pt x="8867" y="31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7" name="Google Shape;5297;p63"/>
            <p:cNvSpPr/>
            <p:nvPr/>
          </p:nvSpPr>
          <p:spPr>
            <a:xfrm>
              <a:off x="5788675" y="2558375"/>
              <a:ext cx="370850" cy="454025"/>
            </a:xfrm>
            <a:custGeom>
              <a:avLst/>
              <a:gdLst/>
              <a:ahLst/>
              <a:cxnLst/>
              <a:rect l="l" t="t" r="r" b="b"/>
              <a:pathLst>
                <a:path w="14834" h="18161" fill="none" extrusionOk="0">
                  <a:moveTo>
                    <a:pt x="14773" y="17398"/>
                  </a:moveTo>
                  <a:lnTo>
                    <a:pt x="14773" y="17398"/>
                  </a:lnTo>
                  <a:lnTo>
                    <a:pt x="12926" y="17520"/>
                  </a:lnTo>
                  <a:lnTo>
                    <a:pt x="12926" y="17520"/>
                  </a:lnTo>
                  <a:lnTo>
                    <a:pt x="12789" y="17260"/>
                  </a:lnTo>
                  <a:lnTo>
                    <a:pt x="12652" y="16955"/>
                  </a:lnTo>
                  <a:lnTo>
                    <a:pt x="12514" y="16604"/>
                  </a:lnTo>
                  <a:lnTo>
                    <a:pt x="12392" y="16207"/>
                  </a:lnTo>
                  <a:lnTo>
                    <a:pt x="12331" y="15994"/>
                  </a:lnTo>
                  <a:lnTo>
                    <a:pt x="12285" y="15765"/>
                  </a:lnTo>
                  <a:lnTo>
                    <a:pt x="12255" y="15521"/>
                  </a:lnTo>
                  <a:lnTo>
                    <a:pt x="12224" y="15276"/>
                  </a:lnTo>
                  <a:lnTo>
                    <a:pt x="12209" y="15017"/>
                  </a:lnTo>
                  <a:lnTo>
                    <a:pt x="12194" y="14742"/>
                  </a:lnTo>
                  <a:lnTo>
                    <a:pt x="12209" y="14452"/>
                  </a:lnTo>
                  <a:lnTo>
                    <a:pt x="12224" y="14147"/>
                  </a:lnTo>
                  <a:lnTo>
                    <a:pt x="12224" y="14147"/>
                  </a:lnTo>
                  <a:lnTo>
                    <a:pt x="12209" y="14132"/>
                  </a:lnTo>
                  <a:lnTo>
                    <a:pt x="12194" y="14132"/>
                  </a:lnTo>
                  <a:lnTo>
                    <a:pt x="12148" y="14269"/>
                  </a:lnTo>
                  <a:lnTo>
                    <a:pt x="12072" y="14559"/>
                  </a:lnTo>
                  <a:lnTo>
                    <a:pt x="11995" y="14956"/>
                  </a:lnTo>
                  <a:lnTo>
                    <a:pt x="11965" y="15215"/>
                  </a:lnTo>
                  <a:lnTo>
                    <a:pt x="11934" y="15490"/>
                  </a:lnTo>
                  <a:lnTo>
                    <a:pt x="11904" y="15780"/>
                  </a:lnTo>
                  <a:lnTo>
                    <a:pt x="11904" y="16101"/>
                  </a:lnTo>
                  <a:lnTo>
                    <a:pt x="11904" y="16436"/>
                  </a:lnTo>
                  <a:lnTo>
                    <a:pt x="11919" y="16803"/>
                  </a:lnTo>
                  <a:lnTo>
                    <a:pt x="11950" y="17184"/>
                  </a:lnTo>
                  <a:lnTo>
                    <a:pt x="11995" y="17581"/>
                  </a:lnTo>
                  <a:lnTo>
                    <a:pt x="11995" y="17581"/>
                  </a:lnTo>
                  <a:lnTo>
                    <a:pt x="8684" y="17779"/>
                  </a:lnTo>
                  <a:lnTo>
                    <a:pt x="5098" y="17978"/>
                  </a:lnTo>
                  <a:lnTo>
                    <a:pt x="5098" y="17978"/>
                  </a:lnTo>
                  <a:lnTo>
                    <a:pt x="5037" y="17321"/>
                  </a:lnTo>
                  <a:lnTo>
                    <a:pt x="4976" y="16772"/>
                  </a:lnTo>
                  <a:lnTo>
                    <a:pt x="4915" y="16238"/>
                  </a:lnTo>
                  <a:lnTo>
                    <a:pt x="4915" y="16238"/>
                  </a:lnTo>
                  <a:lnTo>
                    <a:pt x="4854" y="16680"/>
                  </a:lnTo>
                  <a:lnTo>
                    <a:pt x="4793" y="17123"/>
                  </a:lnTo>
                  <a:lnTo>
                    <a:pt x="4701" y="17566"/>
                  </a:lnTo>
                  <a:lnTo>
                    <a:pt x="4594" y="17993"/>
                  </a:lnTo>
                  <a:lnTo>
                    <a:pt x="4594" y="17993"/>
                  </a:lnTo>
                  <a:lnTo>
                    <a:pt x="3679" y="18039"/>
                  </a:lnTo>
                  <a:lnTo>
                    <a:pt x="3679" y="18039"/>
                  </a:lnTo>
                  <a:lnTo>
                    <a:pt x="3663" y="17474"/>
                  </a:lnTo>
                  <a:lnTo>
                    <a:pt x="3633" y="16848"/>
                  </a:lnTo>
                  <a:lnTo>
                    <a:pt x="3587" y="16207"/>
                  </a:lnTo>
                  <a:lnTo>
                    <a:pt x="3526" y="15597"/>
                  </a:lnTo>
                  <a:lnTo>
                    <a:pt x="3419" y="14605"/>
                  </a:lnTo>
                  <a:lnTo>
                    <a:pt x="3358" y="14208"/>
                  </a:lnTo>
                  <a:lnTo>
                    <a:pt x="3358" y="14208"/>
                  </a:lnTo>
                  <a:lnTo>
                    <a:pt x="3312" y="14712"/>
                  </a:lnTo>
                  <a:lnTo>
                    <a:pt x="3236" y="15215"/>
                  </a:lnTo>
                  <a:lnTo>
                    <a:pt x="3144" y="15704"/>
                  </a:lnTo>
                  <a:lnTo>
                    <a:pt x="3022" y="16192"/>
                  </a:lnTo>
                  <a:lnTo>
                    <a:pt x="2885" y="16680"/>
                  </a:lnTo>
                  <a:lnTo>
                    <a:pt x="2732" y="17169"/>
                  </a:lnTo>
                  <a:lnTo>
                    <a:pt x="2565" y="17642"/>
                  </a:lnTo>
                  <a:lnTo>
                    <a:pt x="2366" y="18100"/>
                  </a:lnTo>
                  <a:lnTo>
                    <a:pt x="2366" y="18100"/>
                  </a:lnTo>
                  <a:lnTo>
                    <a:pt x="1374" y="18145"/>
                  </a:lnTo>
                  <a:lnTo>
                    <a:pt x="611" y="18161"/>
                  </a:lnTo>
                  <a:lnTo>
                    <a:pt x="138" y="18145"/>
                  </a:lnTo>
                  <a:lnTo>
                    <a:pt x="16" y="18130"/>
                  </a:lnTo>
                  <a:lnTo>
                    <a:pt x="1" y="18115"/>
                  </a:lnTo>
                  <a:lnTo>
                    <a:pt x="1" y="18100"/>
                  </a:lnTo>
                  <a:lnTo>
                    <a:pt x="1" y="18100"/>
                  </a:lnTo>
                  <a:lnTo>
                    <a:pt x="184" y="17855"/>
                  </a:lnTo>
                  <a:lnTo>
                    <a:pt x="352" y="17627"/>
                  </a:lnTo>
                  <a:lnTo>
                    <a:pt x="504" y="17398"/>
                  </a:lnTo>
                  <a:lnTo>
                    <a:pt x="626" y="17169"/>
                  </a:lnTo>
                  <a:lnTo>
                    <a:pt x="733" y="16955"/>
                  </a:lnTo>
                  <a:lnTo>
                    <a:pt x="825" y="16741"/>
                  </a:lnTo>
                  <a:lnTo>
                    <a:pt x="901" y="16528"/>
                  </a:lnTo>
                  <a:lnTo>
                    <a:pt x="977" y="16329"/>
                  </a:lnTo>
                  <a:lnTo>
                    <a:pt x="1023" y="16131"/>
                  </a:lnTo>
                  <a:lnTo>
                    <a:pt x="1054" y="15933"/>
                  </a:lnTo>
                  <a:lnTo>
                    <a:pt x="1084" y="15750"/>
                  </a:lnTo>
                  <a:lnTo>
                    <a:pt x="1100" y="15551"/>
                  </a:lnTo>
                  <a:lnTo>
                    <a:pt x="1100" y="15185"/>
                  </a:lnTo>
                  <a:lnTo>
                    <a:pt x="1084" y="14819"/>
                  </a:lnTo>
                  <a:lnTo>
                    <a:pt x="1039" y="14468"/>
                  </a:lnTo>
                  <a:lnTo>
                    <a:pt x="993" y="14101"/>
                  </a:lnTo>
                  <a:lnTo>
                    <a:pt x="947" y="13735"/>
                  </a:lnTo>
                  <a:lnTo>
                    <a:pt x="901" y="13384"/>
                  </a:lnTo>
                  <a:lnTo>
                    <a:pt x="871" y="13003"/>
                  </a:lnTo>
                  <a:lnTo>
                    <a:pt x="871" y="12621"/>
                  </a:lnTo>
                  <a:lnTo>
                    <a:pt x="886" y="12423"/>
                  </a:lnTo>
                  <a:lnTo>
                    <a:pt x="916" y="12224"/>
                  </a:lnTo>
                  <a:lnTo>
                    <a:pt x="947" y="12011"/>
                  </a:lnTo>
                  <a:lnTo>
                    <a:pt x="993" y="11812"/>
                  </a:lnTo>
                  <a:lnTo>
                    <a:pt x="993" y="11812"/>
                  </a:lnTo>
                  <a:lnTo>
                    <a:pt x="1054" y="11553"/>
                  </a:lnTo>
                  <a:lnTo>
                    <a:pt x="1130" y="11324"/>
                  </a:lnTo>
                  <a:lnTo>
                    <a:pt x="1222" y="11095"/>
                  </a:lnTo>
                  <a:lnTo>
                    <a:pt x="1313" y="10882"/>
                  </a:lnTo>
                  <a:lnTo>
                    <a:pt x="1405" y="10683"/>
                  </a:lnTo>
                  <a:lnTo>
                    <a:pt x="1512" y="10485"/>
                  </a:lnTo>
                  <a:lnTo>
                    <a:pt x="1725" y="10134"/>
                  </a:lnTo>
                  <a:lnTo>
                    <a:pt x="1969" y="9798"/>
                  </a:lnTo>
                  <a:lnTo>
                    <a:pt x="2214" y="9493"/>
                  </a:lnTo>
                  <a:lnTo>
                    <a:pt x="2702" y="8928"/>
                  </a:lnTo>
                  <a:lnTo>
                    <a:pt x="2931" y="8654"/>
                  </a:lnTo>
                  <a:lnTo>
                    <a:pt x="3144" y="8394"/>
                  </a:lnTo>
                  <a:lnTo>
                    <a:pt x="3343" y="8135"/>
                  </a:lnTo>
                  <a:lnTo>
                    <a:pt x="3511" y="7860"/>
                  </a:lnTo>
                  <a:lnTo>
                    <a:pt x="3587" y="7707"/>
                  </a:lnTo>
                  <a:lnTo>
                    <a:pt x="3648" y="7570"/>
                  </a:lnTo>
                  <a:lnTo>
                    <a:pt x="3709" y="7417"/>
                  </a:lnTo>
                  <a:lnTo>
                    <a:pt x="3755" y="7265"/>
                  </a:lnTo>
                  <a:lnTo>
                    <a:pt x="3785" y="7097"/>
                  </a:lnTo>
                  <a:lnTo>
                    <a:pt x="3801" y="6929"/>
                  </a:lnTo>
                  <a:lnTo>
                    <a:pt x="3816" y="6746"/>
                  </a:lnTo>
                  <a:lnTo>
                    <a:pt x="3801" y="6563"/>
                  </a:lnTo>
                  <a:lnTo>
                    <a:pt x="3801" y="6563"/>
                  </a:lnTo>
                  <a:lnTo>
                    <a:pt x="3755" y="5891"/>
                  </a:lnTo>
                  <a:lnTo>
                    <a:pt x="3724" y="5144"/>
                  </a:lnTo>
                  <a:lnTo>
                    <a:pt x="3709" y="4747"/>
                  </a:lnTo>
                  <a:lnTo>
                    <a:pt x="3724" y="4350"/>
                  </a:lnTo>
                  <a:lnTo>
                    <a:pt x="3755" y="3953"/>
                  </a:lnTo>
                  <a:lnTo>
                    <a:pt x="3801" y="3557"/>
                  </a:lnTo>
                  <a:lnTo>
                    <a:pt x="3877" y="3175"/>
                  </a:lnTo>
                  <a:lnTo>
                    <a:pt x="3984" y="2809"/>
                  </a:lnTo>
                  <a:lnTo>
                    <a:pt x="4045" y="2626"/>
                  </a:lnTo>
                  <a:lnTo>
                    <a:pt x="4121" y="2458"/>
                  </a:lnTo>
                  <a:lnTo>
                    <a:pt x="4197" y="2305"/>
                  </a:lnTo>
                  <a:lnTo>
                    <a:pt x="4289" y="2137"/>
                  </a:lnTo>
                  <a:lnTo>
                    <a:pt x="4396" y="2000"/>
                  </a:lnTo>
                  <a:lnTo>
                    <a:pt x="4503" y="1863"/>
                  </a:lnTo>
                  <a:lnTo>
                    <a:pt x="4625" y="1725"/>
                  </a:lnTo>
                  <a:lnTo>
                    <a:pt x="4762" y="1603"/>
                  </a:lnTo>
                  <a:lnTo>
                    <a:pt x="4915" y="1496"/>
                  </a:lnTo>
                  <a:lnTo>
                    <a:pt x="5067" y="1405"/>
                  </a:lnTo>
                  <a:lnTo>
                    <a:pt x="5235" y="1313"/>
                  </a:lnTo>
                  <a:lnTo>
                    <a:pt x="5418" y="1237"/>
                  </a:lnTo>
                  <a:lnTo>
                    <a:pt x="5418" y="1237"/>
                  </a:lnTo>
                  <a:lnTo>
                    <a:pt x="5632" y="1039"/>
                  </a:lnTo>
                  <a:lnTo>
                    <a:pt x="5861" y="840"/>
                  </a:lnTo>
                  <a:lnTo>
                    <a:pt x="6105" y="672"/>
                  </a:lnTo>
                  <a:lnTo>
                    <a:pt x="6349" y="520"/>
                  </a:lnTo>
                  <a:lnTo>
                    <a:pt x="6609" y="382"/>
                  </a:lnTo>
                  <a:lnTo>
                    <a:pt x="6883" y="260"/>
                  </a:lnTo>
                  <a:lnTo>
                    <a:pt x="7143" y="169"/>
                  </a:lnTo>
                  <a:lnTo>
                    <a:pt x="7433" y="92"/>
                  </a:lnTo>
                  <a:lnTo>
                    <a:pt x="7707" y="47"/>
                  </a:lnTo>
                  <a:lnTo>
                    <a:pt x="7997" y="1"/>
                  </a:lnTo>
                  <a:lnTo>
                    <a:pt x="8287" y="1"/>
                  </a:lnTo>
                  <a:lnTo>
                    <a:pt x="8577" y="1"/>
                  </a:lnTo>
                  <a:lnTo>
                    <a:pt x="8867" y="31"/>
                  </a:lnTo>
                  <a:lnTo>
                    <a:pt x="9157" y="77"/>
                  </a:lnTo>
                  <a:lnTo>
                    <a:pt x="9447" y="154"/>
                  </a:lnTo>
                  <a:lnTo>
                    <a:pt x="9722" y="245"/>
                  </a:lnTo>
                  <a:lnTo>
                    <a:pt x="9722" y="245"/>
                  </a:lnTo>
                  <a:lnTo>
                    <a:pt x="10027" y="367"/>
                  </a:lnTo>
                  <a:lnTo>
                    <a:pt x="10302" y="505"/>
                  </a:lnTo>
                  <a:lnTo>
                    <a:pt x="10546" y="672"/>
                  </a:lnTo>
                  <a:lnTo>
                    <a:pt x="10775" y="840"/>
                  </a:lnTo>
                  <a:lnTo>
                    <a:pt x="10988" y="1039"/>
                  </a:lnTo>
                  <a:lnTo>
                    <a:pt x="11171" y="1252"/>
                  </a:lnTo>
                  <a:lnTo>
                    <a:pt x="11339" y="1481"/>
                  </a:lnTo>
                  <a:lnTo>
                    <a:pt x="11477" y="1725"/>
                  </a:lnTo>
                  <a:lnTo>
                    <a:pt x="11614" y="1970"/>
                  </a:lnTo>
                  <a:lnTo>
                    <a:pt x="11721" y="2229"/>
                  </a:lnTo>
                  <a:lnTo>
                    <a:pt x="11828" y="2504"/>
                  </a:lnTo>
                  <a:lnTo>
                    <a:pt x="11904" y="2778"/>
                  </a:lnTo>
                  <a:lnTo>
                    <a:pt x="11980" y="3053"/>
                  </a:lnTo>
                  <a:lnTo>
                    <a:pt x="12026" y="3343"/>
                  </a:lnTo>
                  <a:lnTo>
                    <a:pt x="12072" y="3633"/>
                  </a:lnTo>
                  <a:lnTo>
                    <a:pt x="12118" y="3923"/>
                  </a:lnTo>
                  <a:lnTo>
                    <a:pt x="12163" y="4503"/>
                  </a:lnTo>
                  <a:lnTo>
                    <a:pt x="12179" y="5067"/>
                  </a:lnTo>
                  <a:lnTo>
                    <a:pt x="12179" y="5601"/>
                  </a:lnTo>
                  <a:lnTo>
                    <a:pt x="12179" y="6105"/>
                  </a:lnTo>
                  <a:lnTo>
                    <a:pt x="12163" y="6960"/>
                  </a:lnTo>
                  <a:lnTo>
                    <a:pt x="12179" y="7280"/>
                  </a:lnTo>
                  <a:lnTo>
                    <a:pt x="12179" y="7402"/>
                  </a:lnTo>
                  <a:lnTo>
                    <a:pt x="12209" y="7509"/>
                  </a:lnTo>
                  <a:lnTo>
                    <a:pt x="12209" y="7509"/>
                  </a:lnTo>
                  <a:lnTo>
                    <a:pt x="12285" y="7784"/>
                  </a:lnTo>
                  <a:lnTo>
                    <a:pt x="12362" y="8013"/>
                  </a:lnTo>
                  <a:lnTo>
                    <a:pt x="12453" y="8241"/>
                  </a:lnTo>
                  <a:lnTo>
                    <a:pt x="12545" y="8455"/>
                  </a:lnTo>
                  <a:lnTo>
                    <a:pt x="12743" y="8867"/>
                  </a:lnTo>
                  <a:lnTo>
                    <a:pt x="12957" y="9249"/>
                  </a:lnTo>
                  <a:lnTo>
                    <a:pt x="13186" y="9630"/>
                  </a:lnTo>
                  <a:lnTo>
                    <a:pt x="13430" y="10073"/>
                  </a:lnTo>
                  <a:lnTo>
                    <a:pt x="13537" y="10302"/>
                  </a:lnTo>
                  <a:lnTo>
                    <a:pt x="13659" y="10546"/>
                  </a:lnTo>
                  <a:lnTo>
                    <a:pt x="13766" y="10820"/>
                  </a:lnTo>
                  <a:lnTo>
                    <a:pt x="13888" y="11126"/>
                  </a:lnTo>
                  <a:lnTo>
                    <a:pt x="13888" y="11126"/>
                  </a:lnTo>
                  <a:lnTo>
                    <a:pt x="13979" y="11431"/>
                  </a:lnTo>
                  <a:lnTo>
                    <a:pt x="14040" y="11721"/>
                  </a:lnTo>
                  <a:lnTo>
                    <a:pt x="14086" y="12011"/>
                  </a:lnTo>
                  <a:lnTo>
                    <a:pt x="14101" y="12285"/>
                  </a:lnTo>
                  <a:lnTo>
                    <a:pt x="14117" y="12545"/>
                  </a:lnTo>
                  <a:lnTo>
                    <a:pt x="14101" y="12804"/>
                  </a:lnTo>
                  <a:lnTo>
                    <a:pt x="14071" y="13064"/>
                  </a:lnTo>
                  <a:lnTo>
                    <a:pt x="14025" y="13308"/>
                  </a:lnTo>
                  <a:lnTo>
                    <a:pt x="13933" y="13781"/>
                  </a:lnTo>
                  <a:lnTo>
                    <a:pt x="13827" y="14239"/>
                  </a:lnTo>
                  <a:lnTo>
                    <a:pt x="13750" y="14681"/>
                  </a:lnTo>
                  <a:lnTo>
                    <a:pt x="13720" y="14895"/>
                  </a:lnTo>
                  <a:lnTo>
                    <a:pt x="13705" y="15109"/>
                  </a:lnTo>
                  <a:lnTo>
                    <a:pt x="13705" y="15109"/>
                  </a:lnTo>
                  <a:lnTo>
                    <a:pt x="13705" y="15322"/>
                  </a:lnTo>
                  <a:lnTo>
                    <a:pt x="13750" y="15536"/>
                  </a:lnTo>
                  <a:lnTo>
                    <a:pt x="13811" y="15750"/>
                  </a:lnTo>
                  <a:lnTo>
                    <a:pt x="13903" y="15948"/>
                  </a:lnTo>
                  <a:lnTo>
                    <a:pt x="13995" y="16146"/>
                  </a:lnTo>
                  <a:lnTo>
                    <a:pt x="14117" y="16345"/>
                  </a:lnTo>
                  <a:lnTo>
                    <a:pt x="14361" y="16680"/>
                  </a:lnTo>
                  <a:lnTo>
                    <a:pt x="14590" y="16970"/>
                  </a:lnTo>
                  <a:lnTo>
                    <a:pt x="14758" y="17199"/>
                  </a:lnTo>
                  <a:lnTo>
                    <a:pt x="14803" y="17291"/>
                  </a:lnTo>
                  <a:lnTo>
                    <a:pt x="14834" y="17352"/>
                  </a:lnTo>
                  <a:lnTo>
                    <a:pt x="14834" y="17367"/>
                  </a:lnTo>
                  <a:lnTo>
                    <a:pt x="14819" y="17382"/>
                  </a:lnTo>
                  <a:lnTo>
                    <a:pt x="14803" y="17398"/>
                  </a:lnTo>
                  <a:lnTo>
                    <a:pt x="14773" y="173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8" name="Google Shape;5298;p63"/>
            <p:cNvSpPr/>
            <p:nvPr/>
          </p:nvSpPr>
          <p:spPr>
            <a:xfrm>
              <a:off x="5786400" y="2714050"/>
              <a:ext cx="101875" cy="288050"/>
            </a:xfrm>
            <a:custGeom>
              <a:avLst/>
              <a:gdLst/>
              <a:ahLst/>
              <a:cxnLst/>
              <a:rect l="l" t="t" r="r" b="b"/>
              <a:pathLst>
                <a:path w="4075" h="11522" extrusionOk="0">
                  <a:moveTo>
                    <a:pt x="4059" y="0"/>
                  </a:moveTo>
                  <a:lnTo>
                    <a:pt x="4044" y="199"/>
                  </a:lnTo>
                  <a:lnTo>
                    <a:pt x="4014" y="397"/>
                  </a:lnTo>
                  <a:lnTo>
                    <a:pt x="3968" y="580"/>
                  </a:lnTo>
                  <a:lnTo>
                    <a:pt x="3907" y="778"/>
                  </a:lnTo>
                  <a:lnTo>
                    <a:pt x="3831" y="962"/>
                  </a:lnTo>
                  <a:lnTo>
                    <a:pt x="3739" y="1145"/>
                  </a:lnTo>
                  <a:lnTo>
                    <a:pt x="3647" y="1313"/>
                  </a:lnTo>
                  <a:lnTo>
                    <a:pt x="3525" y="1480"/>
                  </a:lnTo>
                  <a:lnTo>
                    <a:pt x="3281" y="1786"/>
                  </a:lnTo>
                  <a:lnTo>
                    <a:pt x="3007" y="2076"/>
                  </a:lnTo>
                  <a:lnTo>
                    <a:pt x="2717" y="2350"/>
                  </a:lnTo>
                  <a:lnTo>
                    <a:pt x="2411" y="2610"/>
                  </a:lnTo>
                  <a:lnTo>
                    <a:pt x="2091" y="2869"/>
                  </a:lnTo>
                  <a:lnTo>
                    <a:pt x="1770" y="3144"/>
                  </a:lnTo>
                  <a:lnTo>
                    <a:pt x="1480" y="3418"/>
                  </a:lnTo>
                  <a:lnTo>
                    <a:pt x="1191" y="3724"/>
                  </a:lnTo>
                  <a:lnTo>
                    <a:pt x="1053" y="3892"/>
                  </a:lnTo>
                  <a:lnTo>
                    <a:pt x="916" y="4059"/>
                  </a:lnTo>
                  <a:lnTo>
                    <a:pt x="794" y="4242"/>
                  </a:lnTo>
                  <a:lnTo>
                    <a:pt x="687" y="4426"/>
                  </a:lnTo>
                  <a:lnTo>
                    <a:pt x="580" y="4609"/>
                  </a:lnTo>
                  <a:lnTo>
                    <a:pt x="504" y="4807"/>
                  </a:lnTo>
                  <a:lnTo>
                    <a:pt x="428" y="5006"/>
                  </a:lnTo>
                  <a:lnTo>
                    <a:pt x="351" y="5219"/>
                  </a:lnTo>
                  <a:lnTo>
                    <a:pt x="305" y="5418"/>
                  </a:lnTo>
                  <a:lnTo>
                    <a:pt x="275" y="5631"/>
                  </a:lnTo>
                  <a:lnTo>
                    <a:pt x="244" y="5845"/>
                  </a:lnTo>
                  <a:lnTo>
                    <a:pt x="229" y="6058"/>
                  </a:lnTo>
                  <a:lnTo>
                    <a:pt x="214" y="6272"/>
                  </a:lnTo>
                  <a:lnTo>
                    <a:pt x="214" y="6486"/>
                  </a:lnTo>
                  <a:lnTo>
                    <a:pt x="229" y="6699"/>
                  </a:lnTo>
                  <a:lnTo>
                    <a:pt x="260" y="6913"/>
                  </a:lnTo>
                  <a:lnTo>
                    <a:pt x="321" y="7310"/>
                  </a:lnTo>
                  <a:lnTo>
                    <a:pt x="397" y="7722"/>
                  </a:lnTo>
                  <a:lnTo>
                    <a:pt x="489" y="8119"/>
                  </a:lnTo>
                  <a:lnTo>
                    <a:pt x="580" y="8515"/>
                  </a:lnTo>
                  <a:lnTo>
                    <a:pt x="672" y="8912"/>
                  </a:lnTo>
                  <a:lnTo>
                    <a:pt x="702" y="9111"/>
                  </a:lnTo>
                  <a:lnTo>
                    <a:pt x="717" y="9294"/>
                  </a:lnTo>
                  <a:lnTo>
                    <a:pt x="733" y="9492"/>
                  </a:lnTo>
                  <a:lnTo>
                    <a:pt x="717" y="9675"/>
                  </a:lnTo>
                  <a:lnTo>
                    <a:pt x="702" y="9874"/>
                  </a:lnTo>
                  <a:lnTo>
                    <a:pt x="656" y="10057"/>
                  </a:lnTo>
                  <a:lnTo>
                    <a:pt x="519" y="10438"/>
                  </a:lnTo>
                  <a:lnTo>
                    <a:pt x="366" y="10820"/>
                  </a:lnTo>
                  <a:lnTo>
                    <a:pt x="199" y="11171"/>
                  </a:lnTo>
                  <a:lnTo>
                    <a:pt x="0" y="11522"/>
                  </a:lnTo>
                  <a:lnTo>
                    <a:pt x="260" y="11201"/>
                  </a:lnTo>
                  <a:lnTo>
                    <a:pt x="489" y="10865"/>
                  </a:lnTo>
                  <a:lnTo>
                    <a:pt x="687" y="10499"/>
                  </a:lnTo>
                  <a:lnTo>
                    <a:pt x="870" y="10133"/>
                  </a:lnTo>
                  <a:lnTo>
                    <a:pt x="931" y="9919"/>
                  </a:lnTo>
                  <a:lnTo>
                    <a:pt x="977" y="9721"/>
                  </a:lnTo>
                  <a:lnTo>
                    <a:pt x="1007" y="9507"/>
                  </a:lnTo>
                  <a:lnTo>
                    <a:pt x="1023" y="9294"/>
                  </a:lnTo>
                  <a:lnTo>
                    <a:pt x="992" y="8866"/>
                  </a:lnTo>
                  <a:lnTo>
                    <a:pt x="931" y="8454"/>
                  </a:lnTo>
                  <a:lnTo>
                    <a:pt x="794" y="7646"/>
                  </a:lnTo>
                  <a:lnTo>
                    <a:pt x="717" y="7249"/>
                  </a:lnTo>
                  <a:lnTo>
                    <a:pt x="672" y="6867"/>
                  </a:lnTo>
                  <a:lnTo>
                    <a:pt x="641" y="6470"/>
                  </a:lnTo>
                  <a:lnTo>
                    <a:pt x="656" y="6089"/>
                  </a:lnTo>
                  <a:lnTo>
                    <a:pt x="702" y="5707"/>
                  </a:lnTo>
                  <a:lnTo>
                    <a:pt x="779" y="5326"/>
                  </a:lnTo>
                  <a:lnTo>
                    <a:pt x="824" y="5143"/>
                  </a:lnTo>
                  <a:lnTo>
                    <a:pt x="901" y="4960"/>
                  </a:lnTo>
                  <a:lnTo>
                    <a:pt x="977" y="4792"/>
                  </a:lnTo>
                  <a:lnTo>
                    <a:pt x="1053" y="4609"/>
                  </a:lnTo>
                  <a:lnTo>
                    <a:pt x="1160" y="4441"/>
                  </a:lnTo>
                  <a:lnTo>
                    <a:pt x="1252" y="4288"/>
                  </a:lnTo>
                  <a:lnTo>
                    <a:pt x="1374" y="4136"/>
                  </a:lnTo>
                  <a:lnTo>
                    <a:pt x="1496" y="3983"/>
                  </a:lnTo>
                  <a:lnTo>
                    <a:pt x="1755" y="3678"/>
                  </a:lnTo>
                  <a:lnTo>
                    <a:pt x="2030" y="3403"/>
                  </a:lnTo>
                  <a:lnTo>
                    <a:pt x="2320" y="3113"/>
                  </a:lnTo>
                  <a:lnTo>
                    <a:pt x="2625" y="2854"/>
                  </a:lnTo>
                  <a:lnTo>
                    <a:pt x="2930" y="2564"/>
                  </a:lnTo>
                  <a:lnTo>
                    <a:pt x="3205" y="2259"/>
                  </a:lnTo>
                  <a:lnTo>
                    <a:pt x="3464" y="1938"/>
                  </a:lnTo>
                  <a:lnTo>
                    <a:pt x="3709" y="1587"/>
                  </a:lnTo>
                  <a:lnTo>
                    <a:pt x="3800" y="1404"/>
                  </a:lnTo>
                  <a:lnTo>
                    <a:pt x="3876" y="1221"/>
                  </a:lnTo>
                  <a:lnTo>
                    <a:pt x="3953" y="1023"/>
                  </a:lnTo>
                  <a:lnTo>
                    <a:pt x="3998" y="824"/>
                  </a:lnTo>
                  <a:lnTo>
                    <a:pt x="4044" y="611"/>
                  </a:lnTo>
                  <a:lnTo>
                    <a:pt x="4059" y="412"/>
                  </a:lnTo>
                  <a:lnTo>
                    <a:pt x="4075" y="199"/>
                  </a:lnTo>
                  <a:lnTo>
                    <a:pt x="40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9" name="Google Shape;5299;p63"/>
            <p:cNvSpPr/>
            <p:nvPr/>
          </p:nvSpPr>
          <p:spPr>
            <a:xfrm>
              <a:off x="5786400" y="2714050"/>
              <a:ext cx="101875" cy="288050"/>
            </a:xfrm>
            <a:custGeom>
              <a:avLst/>
              <a:gdLst/>
              <a:ahLst/>
              <a:cxnLst/>
              <a:rect l="l" t="t" r="r" b="b"/>
              <a:pathLst>
                <a:path w="4075" h="11522" fill="none" extrusionOk="0">
                  <a:moveTo>
                    <a:pt x="0" y="11522"/>
                  </a:moveTo>
                  <a:lnTo>
                    <a:pt x="0" y="11522"/>
                  </a:lnTo>
                  <a:lnTo>
                    <a:pt x="199" y="11171"/>
                  </a:lnTo>
                  <a:lnTo>
                    <a:pt x="366" y="10820"/>
                  </a:lnTo>
                  <a:lnTo>
                    <a:pt x="519" y="10438"/>
                  </a:lnTo>
                  <a:lnTo>
                    <a:pt x="656" y="10057"/>
                  </a:lnTo>
                  <a:lnTo>
                    <a:pt x="656" y="10057"/>
                  </a:lnTo>
                  <a:lnTo>
                    <a:pt x="702" y="9874"/>
                  </a:lnTo>
                  <a:lnTo>
                    <a:pt x="717" y="9675"/>
                  </a:lnTo>
                  <a:lnTo>
                    <a:pt x="733" y="9492"/>
                  </a:lnTo>
                  <a:lnTo>
                    <a:pt x="717" y="9294"/>
                  </a:lnTo>
                  <a:lnTo>
                    <a:pt x="702" y="9111"/>
                  </a:lnTo>
                  <a:lnTo>
                    <a:pt x="672" y="8912"/>
                  </a:lnTo>
                  <a:lnTo>
                    <a:pt x="580" y="8515"/>
                  </a:lnTo>
                  <a:lnTo>
                    <a:pt x="580" y="8515"/>
                  </a:lnTo>
                  <a:lnTo>
                    <a:pt x="489" y="8119"/>
                  </a:lnTo>
                  <a:lnTo>
                    <a:pt x="397" y="7722"/>
                  </a:lnTo>
                  <a:lnTo>
                    <a:pt x="321" y="7310"/>
                  </a:lnTo>
                  <a:lnTo>
                    <a:pt x="260" y="6913"/>
                  </a:lnTo>
                  <a:lnTo>
                    <a:pt x="260" y="6913"/>
                  </a:lnTo>
                  <a:lnTo>
                    <a:pt x="229" y="6699"/>
                  </a:lnTo>
                  <a:lnTo>
                    <a:pt x="214" y="6486"/>
                  </a:lnTo>
                  <a:lnTo>
                    <a:pt x="214" y="6272"/>
                  </a:lnTo>
                  <a:lnTo>
                    <a:pt x="229" y="6058"/>
                  </a:lnTo>
                  <a:lnTo>
                    <a:pt x="244" y="5845"/>
                  </a:lnTo>
                  <a:lnTo>
                    <a:pt x="275" y="5631"/>
                  </a:lnTo>
                  <a:lnTo>
                    <a:pt x="305" y="5418"/>
                  </a:lnTo>
                  <a:lnTo>
                    <a:pt x="351" y="5219"/>
                  </a:lnTo>
                  <a:lnTo>
                    <a:pt x="351" y="5219"/>
                  </a:lnTo>
                  <a:lnTo>
                    <a:pt x="428" y="5006"/>
                  </a:lnTo>
                  <a:lnTo>
                    <a:pt x="504" y="4807"/>
                  </a:lnTo>
                  <a:lnTo>
                    <a:pt x="580" y="4609"/>
                  </a:lnTo>
                  <a:lnTo>
                    <a:pt x="687" y="4426"/>
                  </a:lnTo>
                  <a:lnTo>
                    <a:pt x="794" y="4242"/>
                  </a:lnTo>
                  <a:lnTo>
                    <a:pt x="916" y="4059"/>
                  </a:lnTo>
                  <a:lnTo>
                    <a:pt x="1053" y="3892"/>
                  </a:lnTo>
                  <a:lnTo>
                    <a:pt x="1191" y="3724"/>
                  </a:lnTo>
                  <a:lnTo>
                    <a:pt x="1191" y="3724"/>
                  </a:lnTo>
                  <a:lnTo>
                    <a:pt x="1480" y="3418"/>
                  </a:lnTo>
                  <a:lnTo>
                    <a:pt x="1770" y="3144"/>
                  </a:lnTo>
                  <a:lnTo>
                    <a:pt x="2091" y="2869"/>
                  </a:lnTo>
                  <a:lnTo>
                    <a:pt x="2411" y="2610"/>
                  </a:lnTo>
                  <a:lnTo>
                    <a:pt x="2411" y="2610"/>
                  </a:lnTo>
                  <a:lnTo>
                    <a:pt x="2717" y="2350"/>
                  </a:lnTo>
                  <a:lnTo>
                    <a:pt x="3007" y="2076"/>
                  </a:lnTo>
                  <a:lnTo>
                    <a:pt x="3281" y="1786"/>
                  </a:lnTo>
                  <a:lnTo>
                    <a:pt x="3525" y="1480"/>
                  </a:lnTo>
                  <a:lnTo>
                    <a:pt x="3525" y="1480"/>
                  </a:lnTo>
                  <a:lnTo>
                    <a:pt x="3647" y="1313"/>
                  </a:lnTo>
                  <a:lnTo>
                    <a:pt x="3739" y="1145"/>
                  </a:lnTo>
                  <a:lnTo>
                    <a:pt x="3831" y="962"/>
                  </a:lnTo>
                  <a:lnTo>
                    <a:pt x="3907" y="778"/>
                  </a:lnTo>
                  <a:lnTo>
                    <a:pt x="3968" y="580"/>
                  </a:lnTo>
                  <a:lnTo>
                    <a:pt x="4014" y="397"/>
                  </a:lnTo>
                  <a:lnTo>
                    <a:pt x="4044" y="199"/>
                  </a:lnTo>
                  <a:lnTo>
                    <a:pt x="4059" y="0"/>
                  </a:lnTo>
                  <a:lnTo>
                    <a:pt x="4059" y="0"/>
                  </a:lnTo>
                  <a:lnTo>
                    <a:pt x="4075" y="199"/>
                  </a:lnTo>
                  <a:lnTo>
                    <a:pt x="4059" y="412"/>
                  </a:lnTo>
                  <a:lnTo>
                    <a:pt x="4044" y="611"/>
                  </a:lnTo>
                  <a:lnTo>
                    <a:pt x="3998" y="824"/>
                  </a:lnTo>
                  <a:lnTo>
                    <a:pt x="3953" y="1023"/>
                  </a:lnTo>
                  <a:lnTo>
                    <a:pt x="3876" y="1221"/>
                  </a:lnTo>
                  <a:lnTo>
                    <a:pt x="3800" y="1404"/>
                  </a:lnTo>
                  <a:lnTo>
                    <a:pt x="3709" y="1587"/>
                  </a:lnTo>
                  <a:lnTo>
                    <a:pt x="3709" y="1587"/>
                  </a:lnTo>
                  <a:lnTo>
                    <a:pt x="3464" y="1938"/>
                  </a:lnTo>
                  <a:lnTo>
                    <a:pt x="3205" y="2259"/>
                  </a:lnTo>
                  <a:lnTo>
                    <a:pt x="2930" y="2564"/>
                  </a:lnTo>
                  <a:lnTo>
                    <a:pt x="2625" y="2854"/>
                  </a:lnTo>
                  <a:lnTo>
                    <a:pt x="2625" y="2854"/>
                  </a:lnTo>
                  <a:lnTo>
                    <a:pt x="2320" y="3113"/>
                  </a:lnTo>
                  <a:lnTo>
                    <a:pt x="2030" y="3403"/>
                  </a:lnTo>
                  <a:lnTo>
                    <a:pt x="1755" y="3678"/>
                  </a:lnTo>
                  <a:lnTo>
                    <a:pt x="1496" y="3983"/>
                  </a:lnTo>
                  <a:lnTo>
                    <a:pt x="1496" y="3983"/>
                  </a:lnTo>
                  <a:lnTo>
                    <a:pt x="1374" y="4136"/>
                  </a:lnTo>
                  <a:lnTo>
                    <a:pt x="1252" y="4288"/>
                  </a:lnTo>
                  <a:lnTo>
                    <a:pt x="1160" y="4441"/>
                  </a:lnTo>
                  <a:lnTo>
                    <a:pt x="1053" y="4609"/>
                  </a:lnTo>
                  <a:lnTo>
                    <a:pt x="977" y="4792"/>
                  </a:lnTo>
                  <a:lnTo>
                    <a:pt x="901" y="4960"/>
                  </a:lnTo>
                  <a:lnTo>
                    <a:pt x="824" y="5143"/>
                  </a:lnTo>
                  <a:lnTo>
                    <a:pt x="779" y="5326"/>
                  </a:lnTo>
                  <a:lnTo>
                    <a:pt x="779" y="5326"/>
                  </a:lnTo>
                  <a:lnTo>
                    <a:pt x="702" y="5707"/>
                  </a:lnTo>
                  <a:lnTo>
                    <a:pt x="656" y="6089"/>
                  </a:lnTo>
                  <a:lnTo>
                    <a:pt x="641" y="6470"/>
                  </a:lnTo>
                  <a:lnTo>
                    <a:pt x="672" y="6867"/>
                  </a:lnTo>
                  <a:lnTo>
                    <a:pt x="672" y="6867"/>
                  </a:lnTo>
                  <a:lnTo>
                    <a:pt x="717" y="7249"/>
                  </a:lnTo>
                  <a:lnTo>
                    <a:pt x="794" y="7646"/>
                  </a:lnTo>
                  <a:lnTo>
                    <a:pt x="931" y="8454"/>
                  </a:lnTo>
                  <a:lnTo>
                    <a:pt x="931" y="8454"/>
                  </a:lnTo>
                  <a:lnTo>
                    <a:pt x="992" y="8866"/>
                  </a:lnTo>
                  <a:lnTo>
                    <a:pt x="1023" y="9294"/>
                  </a:lnTo>
                  <a:lnTo>
                    <a:pt x="1023" y="9294"/>
                  </a:lnTo>
                  <a:lnTo>
                    <a:pt x="1007" y="9507"/>
                  </a:lnTo>
                  <a:lnTo>
                    <a:pt x="977" y="9721"/>
                  </a:lnTo>
                  <a:lnTo>
                    <a:pt x="931" y="9919"/>
                  </a:lnTo>
                  <a:lnTo>
                    <a:pt x="870" y="10133"/>
                  </a:lnTo>
                  <a:lnTo>
                    <a:pt x="870" y="10133"/>
                  </a:lnTo>
                  <a:lnTo>
                    <a:pt x="687" y="10499"/>
                  </a:lnTo>
                  <a:lnTo>
                    <a:pt x="489" y="10865"/>
                  </a:lnTo>
                  <a:lnTo>
                    <a:pt x="260" y="11201"/>
                  </a:lnTo>
                  <a:lnTo>
                    <a:pt x="0" y="115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0" name="Google Shape;5300;p63"/>
            <p:cNvSpPr/>
            <p:nvPr/>
          </p:nvSpPr>
          <p:spPr>
            <a:xfrm>
              <a:off x="6079775" y="2609900"/>
              <a:ext cx="92725" cy="376175"/>
            </a:xfrm>
            <a:custGeom>
              <a:avLst/>
              <a:gdLst/>
              <a:ahLst/>
              <a:cxnLst/>
              <a:rect l="l" t="t" r="r" b="b"/>
              <a:pathLst>
                <a:path w="3709" h="15047" extrusionOk="0">
                  <a:moveTo>
                    <a:pt x="0" y="0"/>
                  </a:moveTo>
                  <a:lnTo>
                    <a:pt x="107" y="488"/>
                  </a:lnTo>
                  <a:lnTo>
                    <a:pt x="199" y="977"/>
                  </a:lnTo>
                  <a:lnTo>
                    <a:pt x="260" y="1480"/>
                  </a:lnTo>
                  <a:lnTo>
                    <a:pt x="306" y="1969"/>
                  </a:lnTo>
                  <a:lnTo>
                    <a:pt x="367" y="2961"/>
                  </a:lnTo>
                  <a:lnTo>
                    <a:pt x="428" y="3968"/>
                  </a:lnTo>
                  <a:lnTo>
                    <a:pt x="458" y="4471"/>
                  </a:lnTo>
                  <a:lnTo>
                    <a:pt x="489" y="4975"/>
                  </a:lnTo>
                  <a:lnTo>
                    <a:pt x="519" y="5234"/>
                  </a:lnTo>
                  <a:lnTo>
                    <a:pt x="550" y="5494"/>
                  </a:lnTo>
                  <a:lnTo>
                    <a:pt x="611" y="5738"/>
                  </a:lnTo>
                  <a:lnTo>
                    <a:pt x="672" y="5997"/>
                  </a:lnTo>
                  <a:lnTo>
                    <a:pt x="748" y="6242"/>
                  </a:lnTo>
                  <a:lnTo>
                    <a:pt x="855" y="6486"/>
                  </a:lnTo>
                  <a:lnTo>
                    <a:pt x="962" y="6730"/>
                  </a:lnTo>
                  <a:lnTo>
                    <a:pt x="1084" y="6959"/>
                  </a:lnTo>
                  <a:lnTo>
                    <a:pt x="1374" y="7386"/>
                  </a:lnTo>
                  <a:lnTo>
                    <a:pt x="1664" y="7798"/>
                  </a:lnTo>
                  <a:lnTo>
                    <a:pt x="1954" y="8195"/>
                  </a:lnTo>
                  <a:lnTo>
                    <a:pt x="2213" y="8607"/>
                  </a:lnTo>
                  <a:lnTo>
                    <a:pt x="2320" y="8821"/>
                  </a:lnTo>
                  <a:lnTo>
                    <a:pt x="2427" y="9034"/>
                  </a:lnTo>
                  <a:lnTo>
                    <a:pt x="2518" y="9248"/>
                  </a:lnTo>
                  <a:lnTo>
                    <a:pt x="2595" y="9477"/>
                  </a:lnTo>
                  <a:lnTo>
                    <a:pt x="2656" y="9706"/>
                  </a:lnTo>
                  <a:lnTo>
                    <a:pt x="2717" y="9950"/>
                  </a:lnTo>
                  <a:lnTo>
                    <a:pt x="2763" y="10179"/>
                  </a:lnTo>
                  <a:lnTo>
                    <a:pt x="2793" y="10423"/>
                  </a:lnTo>
                  <a:lnTo>
                    <a:pt x="2808" y="10652"/>
                  </a:lnTo>
                  <a:lnTo>
                    <a:pt x="2824" y="10896"/>
                  </a:lnTo>
                  <a:lnTo>
                    <a:pt x="2824" y="11140"/>
                  </a:lnTo>
                  <a:lnTo>
                    <a:pt x="2824" y="11384"/>
                  </a:lnTo>
                  <a:lnTo>
                    <a:pt x="2793" y="11628"/>
                  </a:lnTo>
                  <a:lnTo>
                    <a:pt x="2747" y="11857"/>
                  </a:lnTo>
                  <a:lnTo>
                    <a:pt x="2671" y="12361"/>
                  </a:lnTo>
                  <a:lnTo>
                    <a:pt x="2640" y="12620"/>
                  </a:lnTo>
                  <a:lnTo>
                    <a:pt x="2625" y="12865"/>
                  </a:lnTo>
                  <a:lnTo>
                    <a:pt x="2625" y="13124"/>
                  </a:lnTo>
                  <a:lnTo>
                    <a:pt x="2625" y="13383"/>
                  </a:lnTo>
                  <a:lnTo>
                    <a:pt x="2656" y="13643"/>
                  </a:lnTo>
                  <a:lnTo>
                    <a:pt x="2732" y="13887"/>
                  </a:lnTo>
                  <a:lnTo>
                    <a:pt x="2824" y="14131"/>
                  </a:lnTo>
                  <a:lnTo>
                    <a:pt x="2961" y="14345"/>
                  </a:lnTo>
                  <a:lnTo>
                    <a:pt x="3114" y="14558"/>
                  </a:lnTo>
                  <a:lnTo>
                    <a:pt x="3281" y="14742"/>
                  </a:lnTo>
                  <a:lnTo>
                    <a:pt x="3480" y="14909"/>
                  </a:lnTo>
                  <a:lnTo>
                    <a:pt x="3709" y="15047"/>
                  </a:lnTo>
                  <a:lnTo>
                    <a:pt x="3709" y="15047"/>
                  </a:lnTo>
                  <a:lnTo>
                    <a:pt x="3510" y="14894"/>
                  </a:lnTo>
                  <a:lnTo>
                    <a:pt x="3342" y="14711"/>
                  </a:lnTo>
                  <a:lnTo>
                    <a:pt x="3190" y="14528"/>
                  </a:lnTo>
                  <a:lnTo>
                    <a:pt x="3068" y="14314"/>
                  </a:lnTo>
                  <a:lnTo>
                    <a:pt x="2961" y="14101"/>
                  </a:lnTo>
                  <a:lnTo>
                    <a:pt x="2900" y="13872"/>
                  </a:lnTo>
                  <a:lnTo>
                    <a:pt x="2854" y="13628"/>
                  </a:lnTo>
                  <a:lnTo>
                    <a:pt x="2839" y="13383"/>
                  </a:lnTo>
                  <a:lnTo>
                    <a:pt x="2839" y="13139"/>
                  </a:lnTo>
                  <a:lnTo>
                    <a:pt x="2869" y="12895"/>
                  </a:lnTo>
                  <a:lnTo>
                    <a:pt x="2900" y="12651"/>
                  </a:lnTo>
                  <a:lnTo>
                    <a:pt x="2946" y="12407"/>
                  </a:lnTo>
                  <a:lnTo>
                    <a:pt x="3053" y="11918"/>
                  </a:lnTo>
                  <a:lnTo>
                    <a:pt x="3114" y="11674"/>
                  </a:lnTo>
                  <a:lnTo>
                    <a:pt x="3159" y="11415"/>
                  </a:lnTo>
                  <a:lnTo>
                    <a:pt x="3175" y="11155"/>
                  </a:lnTo>
                  <a:lnTo>
                    <a:pt x="3190" y="10896"/>
                  </a:lnTo>
                  <a:lnTo>
                    <a:pt x="3190" y="10636"/>
                  </a:lnTo>
                  <a:lnTo>
                    <a:pt x="3175" y="10377"/>
                  </a:lnTo>
                  <a:lnTo>
                    <a:pt x="3144" y="10118"/>
                  </a:lnTo>
                  <a:lnTo>
                    <a:pt x="3098" y="9858"/>
                  </a:lnTo>
                  <a:lnTo>
                    <a:pt x="3053" y="9614"/>
                  </a:lnTo>
                  <a:lnTo>
                    <a:pt x="2991" y="9355"/>
                  </a:lnTo>
                  <a:lnTo>
                    <a:pt x="2915" y="9110"/>
                  </a:lnTo>
                  <a:lnTo>
                    <a:pt x="2808" y="8866"/>
                  </a:lnTo>
                  <a:lnTo>
                    <a:pt x="2702" y="8622"/>
                  </a:lnTo>
                  <a:lnTo>
                    <a:pt x="2595" y="8393"/>
                  </a:lnTo>
                  <a:lnTo>
                    <a:pt x="2320" y="7951"/>
                  </a:lnTo>
                  <a:lnTo>
                    <a:pt x="2015" y="7539"/>
                  </a:lnTo>
                  <a:lnTo>
                    <a:pt x="1725" y="7142"/>
                  </a:lnTo>
                  <a:lnTo>
                    <a:pt x="1588" y="6944"/>
                  </a:lnTo>
                  <a:lnTo>
                    <a:pt x="1450" y="6730"/>
                  </a:lnTo>
                  <a:lnTo>
                    <a:pt x="1328" y="6531"/>
                  </a:lnTo>
                  <a:lnTo>
                    <a:pt x="1237" y="6318"/>
                  </a:lnTo>
                  <a:lnTo>
                    <a:pt x="1130" y="6104"/>
                  </a:lnTo>
                  <a:lnTo>
                    <a:pt x="1053" y="5875"/>
                  </a:lnTo>
                  <a:lnTo>
                    <a:pt x="992" y="5646"/>
                  </a:lnTo>
                  <a:lnTo>
                    <a:pt x="947" y="5402"/>
                  </a:lnTo>
                  <a:lnTo>
                    <a:pt x="901" y="5173"/>
                  </a:lnTo>
                  <a:lnTo>
                    <a:pt x="886" y="4929"/>
                  </a:lnTo>
                  <a:lnTo>
                    <a:pt x="763" y="3937"/>
                  </a:lnTo>
                  <a:lnTo>
                    <a:pt x="657" y="2945"/>
                  </a:lnTo>
                  <a:lnTo>
                    <a:pt x="596" y="2442"/>
                  </a:lnTo>
                  <a:lnTo>
                    <a:pt x="519" y="1953"/>
                  </a:lnTo>
                  <a:lnTo>
                    <a:pt x="428" y="1450"/>
                  </a:lnTo>
                  <a:lnTo>
                    <a:pt x="321" y="961"/>
                  </a:lnTo>
                  <a:lnTo>
                    <a:pt x="168" y="4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1" name="Google Shape;5301;p63"/>
            <p:cNvSpPr/>
            <p:nvPr/>
          </p:nvSpPr>
          <p:spPr>
            <a:xfrm>
              <a:off x="6079775" y="2609900"/>
              <a:ext cx="92725" cy="376175"/>
            </a:xfrm>
            <a:custGeom>
              <a:avLst/>
              <a:gdLst/>
              <a:ahLst/>
              <a:cxnLst/>
              <a:rect l="l" t="t" r="r" b="b"/>
              <a:pathLst>
                <a:path w="3709" h="15047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68" y="473"/>
                  </a:lnTo>
                  <a:lnTo>
                    <a:pt x="321" y="961"/>
                  </a:lnTo>
                  <a:lnTo>
                    <a:pt x="428" y="1450"/>
                  </a:lnTo>
                  <a:lnTo>
                    <a:pt x="519" y="1953"/>
                  </a:lnTo>
                  <a:lnTo>
                    <a:pt x="519" y="1953"/>
                  </a:lnTo>
                  <a:lnTo>
                    <a:pt x="596" y="2442"/>
                  </a:lnTo>
                  <a:lnTo>
                    <a:pt x="657" y="2945"/>
                  </a:lnTo>
                  <a:lnTo>
                    <a:pt x="763" y="3937"/>
                  </a:lnTo>
                  <a:lnTo>
                    <a:pt x="886" y="4929"/>
                  </a:lnTo>
                  <a:lnTo>
                    <a:pt x="886" y="4929"/>
                  </a:lnTo>
                  <a:lnTo>
                    <a:pt x="901" y="5173"/>
                  </a:lnTo>
                  <a:lnTo>
                    <a:pt x="947" y="5402"/>
                  </a:lnTo>
                  <a:lnTo>
                    <a:pt x="992" y="5646"/>
                  </a:lnTo>
                  <a:lnTo>
                    <a:pt x="1053" y="5875"/>
                  </a:lnTo>
                  <a:lnTo>
                    <a:pt x="1053" y="5875"/>
                  </a:lnTo>
                  <a:lnTo>
                    <a:pt x="1130" y="6104"/>
                  </a:lnTo>
                  <a:lnTo>
                    <a:pt x="1237" y="6318"/>
                  </a:lnTo>
                  <a:lnTo>
                    <a:pt x="1328" y="6531"/>
                  </a:lnTo>
                  <a:lnTo>
                    <a:pt x="1450" y="6730"/>
                  </a:lnTo>
                  <a:lnTo>
                    <a:pt x="1588" y="6944"/>
                  </a:lnTo>
                  <a:lnTo>
                    <a:pt x="1725" y="7142"/>
                  </a:lnTo>
                  <a:lnTo>
                    <a:pt x="2015" y="7539"/>
                  </a:lnTo>
                  <a:lnTo>
                    <a:pt x="2015" y="7539"/>
                  </a:lnTo>
                  <a:lnTo>
                    <a:pt x="2320" y="7951"/>
                  </a:lnTo>
                  <a:lnTo>
                    <a:pt x="2595" y="8393"/>
                  </a:lnTo>
                  <a:lnTo>
                    <a:pt x="2595" y="8393"/>
                  </a:lnTo>
                  <a:lnTo>
                    <a:pt x="2702" y="8622"/>
                  </a:lnTo>
                  <a:lnTo>
                    <a:pt x="2808" y="8866"/>
                  </a:lnTo>
                  <a:lnTo>
                    <a:pt x="2915" y="9110"/>
                  </a:lnTo>
                  <a:lnTo>
                    <a:pt x="2991" y="9355"/>
                  </a:lnTo>
                  <a:lnTo>
                    <a:pt x="2991" y="9355"/>
                  </a:lnTo>
                  <a:lnTo>
                    <a:pt x="3053" y="9614"/>
                  </a:lnTo>
                  <a:lnTo>
                    <a:pt x="3098" y="9858"/>
                  </a:lnTo>
                  <a:lnTo>
                    <a:pt x="3144" y="10118"/>
                  </a:lnTo>
                  <a:lnTo>
                    <a:pt x="3175" y="10377"/>
                  </a:lnTo>
                  <a:lnTo>
                    <a:pt x="3175" y="10377"/>
                  </a:lnTo>
                  <a:lnTo>
                    <a:pt x="3190" y="10636"/>
                  </a:lnTo>
                  <a:lnTo>
                    <a:pt x="3190" y="10896"/>
                  </a:lnTo>
                  <a:lnTo>
                    <a:pt x="3175" y="11155"/>
                  </a:lnTo>
                  <a:lnTo>
                    <a:pt x="3159" y="11415"/>
                  </a:lnTo>
                  <a:lnTo>
                    <a:pt x="3159" y="11415"/>
                  </a:lnTo>
                  <a:lnTo>
                    <a:pt x="3114" y="11674"/>
                  </a:lnTo>
                  <a:lnTo>
                    <a:pt x="3053" y="11918"/>
                  </a:lnTo>
                  <a:lnTo>
                    <a:pt x="2946" y="12407"/>
                  </a:lnTo>
                  <a:lnTo>
                    <a:pt x="2946" y="12407"/>
                  </a:lnTo>
                  <a:lnTo>
                    <a:pt x="2900" y="12651"/>
                  </a:lnTo>
                  <a:lnTo>
                    <a:pt x="2869" y="12895"/>
                  </a:lnTo>
                  <a:lnTo>
                    <a:pt x="2839" y="13139"/>
                  </a:lnTo>
                  <a:lnTo>
                    <a:pt x="2839" y="13383"/>
                  </a:lnTo>
                  <a:lnTo>
                    <a:pt x="2839" y="13383"/>
                  </a:lnTo>
                  <a:lnTo>
                    <a:pt x="2854" y="13628"/>
                  </a:lnTo>
                  <a:lnTo>
                    <a:pt x="2900" y="13872"/>
                  </a:lnTo>
                  <a:lnTo>
                    <a:pt x="2961" y="14101"/>
                  </a:lnTo>
                  <a:lnTo>
                    <a:pt x="3068" y="14314"/>
                  </a:lnTo>
                  <a:lnTo>
                    <a:pt x="3190" y="14528"/>
                  </a:lnTo>
                  <a:lnTo>
                    <a:pt x="3342" y="14711"/>
                  </a:lnTo>
                  <a:lnTo>
                    <a:pt x="3510" y="14894"/>
                  </a:lnTo>
                  <a:lnTo>
                    <a:pt x="3709" y="15047"/>
                  </a:lnTo>
                  <a:lnTo>
                    <a:pt x="3709" y="15047"/>
                  </a:lnTo>
                  <a:lnTo>
                    <a:pt x="3480" y="14909"/>
                  </a:lnTo>
                  <a:lnTo>
                    <a:pt x="3281" y="14742"/>
                  </a:lnTo>
                  <a:lnTo>
                    <a:pt x="3114" y="14558"/>
                  </a:lnTo>
                  <a:lnTo>
                    <a:pt x="2961" y="14345"/>
                  </a:lnTo>
                  <a:lnTo>
                    <a:pt x="2824" y="14131"/>
                  </a:lnTo>
                  <a:lnTo>
                    <a:pt x="2732" y="13887"/>
                  </a:lnTo>
                  <a:lnTo>
                    <a:pt x="2656" y="13643"/>
                  </a:lnTo>
                  <a:lnTo>
                    <a:pt x="2625" y="13383"/>
                  </a:lnTo>
                  <a:lnTo>
                    <a:pt x="2625" y="13383"/>
                  </a:lnTo>
                  <a:lnTo>
                    <a:pt x="2625" y="13124"/>
                  </a:lnTo>
                  <a:lnTo>
                    <a:pt x="2625" y="12865"/>
                  </a:lnTo>
                  <a:lnTo>
                    <a:pt x="2640" y="12620"/>
                  </a:lnTo>
                  <a:lnTo>
                    <a:pt x="2671" y="12361"/>
                  </a:lnTo>
                  <a:lnTo>
                    <a:pt x="2671" y="12361"/>
                  </a:lnTo>
                  <a:lnTo>
                    <a:pt x="2747" y="11857"/>
                  </a:lnTo>
                  <a:lnTo>
                    <a:pt x="2793" y="11628"/>
                  </a:lnTo>
                  <a:lnTo>
                    <a:pt x="2824" y="11384"/>
                  </a:lnTo>
                  <a:lnTo>
                    <a:pt x="2824" y="11384"/>
                  </a:lnTo>
                  <a:lnTo>
                    <a:pt x="2824" y="11140"/>
                  </a:lnTo>
                  <a:lnTo>
                    <a:pt x="2824" y="10896"/>
                  </a:lnTo>
                  <a:lnTo>
                    <a:pt x="2808" y="10652"/>
                  </a:lnTo>
                  <a:lnTo>
                    <a:pt x="2793" y="10423"/>
                  </a:lnTo>
                  <a:lnTo>
                    <a:pt x="2763" y="10179"/>
                  </a:lnTo>
                  <a:lnTo>
                    <a:pt x="2717" y="9950"/>
                  </a:lnTo>
                  <a:lnTo>
                    <a:pt x="2656" y="9706"/>
                  </a:lnTo>
                  <a:lnTo>
                    <a:pt x="2595" y="9477"/>
                  </a:lnTo>
                  <a:lnTo>
                    <a:pt x="2595" y="9477"/>
                  </a:lnTo>
                  <a:lnTo>
                    <a:pt x="2518" y="9248"/>
                  </a:lnTo>
                  <a:lnTo>
                    <a:pt x="2427" y="9034"/>
                  </a:lnTo>
                  <a:lnTo>
                    <a:pt x="2320" y="8821"/>
                  </a:lnTo>
                  <a:lnTo>
                    <a:pt x="2213" y="8607"/>
                  </a:lnTo>
                  <a:lnTo>
                    <a:pt x="2213" y="8607"/>
                  </a:lnTo>
                  <a:lnTo>
                    <a:pt x="1954" y="8195"/>
                  </a:lnTo>
                  <a:lnTo>
                    <a:pt x="1664" y="7798"/>
                  </a:lnTo>
                  <a:lnTo>
                    <a:pt x="1664" y="7798"/>
                  </a:lnTo>
                  <a:lnTo>
                    <a:pt x="1374" y="7386"/>
                  </a:lnTo>
                  <a:lnTo>
                    <a:pt x="1084" y="6959"/>
                  </a:lnTo>
                  <a:lnTo>
                    <a:pt x="1084" y="6959"/>
                  </a:lnTo>
                  <a:lnTo>
                    <a:pt x="962" y="6730"/>
                  </a:lnTo>
                  <a:lnTo>
                    <a:pt x="855" y="6486"/>
                  </a:lnTo>
                  <a:lnTo>
                    <a:pt x="748" y="6242"/>
                  </a:lnTo>
                  <a:lnTo>
                    <a:pt x="672" y="5997"/>
                  </a:lnTo>
                  <a:lnTo>
                    <a:pt x="672" y="5997"/>
                  </a:lnTo>
                  <a:lnTo>
                    <a:pt x="611" y="5738"/>
                  </a:lnTo>
                  <a:lnTo>
                    <a:pt x="550" y="5494"/>
                  </a:lnTo>
                  <a:lnTo>
                    <a:pt x="519" y="5234"/>
                  </a:lnTo>
                  <a:lnTo>
                    <a:pt x="489" y="4975"/>
                  </a:lnTo>
                  <a:lnTo>
                    <a:pt x="489" y="4975"/>
                  </a:lnTo>
                  <a:lnTo>
                    <a:pt x="458" y="4471"/>
                  </a:lnTo>
                  <a:lnTo>
                    <a:pt x="428" y="3968"/>
                  </a:lnTo>
                  <a:lnTo>
                    <a:pt x="428" y="3968"/>
                  </a:lnTo>
                  <a:lnTo>
                    <a:pt x="367" y="2961"/>
                  </a:lnTo>
                  <a:lnTo>
                    <a:pt x="306" y="1969"/>
                  </a:lnTo>
                  <a:lnTo>
                    <a:pt x="306" y="1969"/>
                  </a:lnTo>
                  <a:lnTo>
                    <a:pt x="260" y="1480"/>
                  </a:lnTo>
                  <a:lnTo>
                    <a:pt x="199" y="977"/>
                  </a:lnTo>
                  <a:lnTo>
                    <a:pt x="107" y="4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2" name="Google Shape;5302;p63"/>
            <p:cNvSpPr/>
            <p:nvPr/>
          </p:nvSpPr>
          <p:spPr>
            <a:xfrm>
              <a:off x="6702775" y="3115000"/>
              <a:ext cx="664625" cy="414350"/>
            </a:xfrm>
            <a:custGeom>
              <a:avLst/>
              <a:gdLst/>
              <a:ahLst/>
              <a:cxnLst/>
              <a:rect l="l" t="t" r="r" b="b"/>
              <a:pathLst>
                <a:path w="26585" h="16574" extrusionOk="0">
                  <a:moveTo>
                    <a:pt x="8226" y="1"/>
                  </a:moveTo>
                  <a:lnTo>
                    <a:pt x="1" y="7143"/>
                  </a:lnTo>
                  <a:lnTo>
                    <a:pt x="840" y="7783"/>
                  </a:lnTo>
                  <a:lnTo>
                    <a:pt x="2870" y="9325"/>
                  </a:lnTo>
                  <a:lnTo>
                    <a:pt x="4075" y="10271"/>
                  </a:lnTo>
                  <a:lnTo>
                    <a:pt x="5311" y="11217"/>
                  </a:lnTo>
                  <a:lnTo>
                    <a:pt x="6440" y="12117"/>
                  </a:lnTo>
                  <a:lnTo>
                    <a:pt x="7387" y="12896"/>
                  </a:lnTo>
                  <a:lnTo>
                    <a:pt x="7783" y="13231"/>
                  </a:lnTo>
                  <a:lnTo>
                    <a:pt x="8089" y="13506"/>
                  </a:lnTo>
                  <a:lnTo>
                    <a:pt x="8287" y="13720"/>
                  </a:lnTo>
                  <a:lnTo>
                    <a:pt x="8348" y="13781"/>
                  </a:lnTo>
                  <a:lnTo>
                    <a:pt x="8363" y="13827"/>
                  </a:lnTo>
                  <a:lnTo>
                    <a:pt x="8440" y="14483"/>
                  </a:lnTo>
                  <a:lnTo>
                    <a:pt x="8501" y="15032"/>
                  </a:lnTo>
                  <a:lnTo>
                    <a:pt x="8577" y="15841"/>
                  </a:lnTo>
                  <a:lnTo>
                    <a:pt x="8623" y="16314"/>
                  </a:lnTo>
                  <a:lnTo>
                    <a:pt x="8638" y="16436"/>
                  </a:lnTo>
                  <a:lnTo>
                    <a:pt x="8653" y="16482"/>
                  </a:lnTo>
                  <a:lnTo>
                    <a:pt x="8760" y="16512"/>
                  </a:lnTo>
                  <a:lnTo>
                    <a:pt x="8958" y="16543"/>
                  </a:lnTo>
                  <a:lnTo>
                    <a:pt x="9233" y="16558"/>
                  </a:lnTo>
                  <a:lnTo>
                    <a:pt x="9584" y="16573"/>
                  </a:lnTo>
                  <a:lnTo>
                    <a:pt x="11614" y="16573"/>
                  </a:lnTo>
                  <a:lnTo>
                    <a:pt x="12941" y="16558"/>
                  </a:lnTo>
                  <a:lnTo>
                    <a:pt x="14391" y="16512"/>
                  </a:lnTo>
                  <a:lnTo>
                    <a:pt x="17535" y="16406"/>
                  </a:lnTo>
                  <a:lnTo>
                    <a:pt x="20678" y="16268"/>
                  </a:lnTo>
                  <a:lnTo>
                    <a:pt x="23456" y="16131"/>
                  </a:lnTo>
                  <a:lnTo>
                    <a:pt x="24570" y="16055"/>
                  </a:lnTo>
                  <a:lnTo>
                    <a:pt x="25470" y="15994"/>
                  </a:lnTo>
                  <a:lnTo>
                    <a:pt x="26081" y="15948"/>
                  </a:lnTo>
                  <a:lnTo>
                    <a:pt x="26264" y="15917"/>
                  </a:lnTo>
                  <a:lnTo>
                    <a:pt x="26370" y="15902"/>
                  </a:lnTo>
                  <a:lnTo>
                    <a:pt x="26416" y="15871"/>
                  </a:lnTo>
                  <a:lnTo>
                    <a:pt x="26462" y="15841"/>
                  </a:lnTo>
                  <a:lnTo>
                    <a:pt x="26493" y="15795"/>
                  </a:lnTo>
                  <a:lnTo>
                    <a:pt x="26523" y="15749"/>
                  </a:lnTo>
                  <a:lnTo>
                    <a:pt x="26569" y="15643"/>
                  </a:lnTo>
                  <a:lnTo>
                    <a:pt x="26584" y="15505"/>
                  </a:lnTo>
                  <a:lnTo>
                    <a:pt x="26584" y="15353"/>
                  </a:lnTo>
                  <a:lnTo>
                    <a:pt x="26569" y="15185"/>
                  </a:lnTo>
                  <a:lnTo>
                    <a:pt x="26538" y="15002"/>
                  </a:lnTo>
                  <a:lnTo>
                    <a:pt x="26493" y="14818"/>
                  </a:lnTo>
                  <a:lnTo>
                    <a:pt x="26416" y="14635"/>
                  </a:lnTo>
                  <a:lnTo>
                    <a:pt x="26340" y="14452"/>
                  </a:lnTo>
                  <a:lnTo>
                    <a:pt x="26248" y="14269"/>
                  </a:lnTo>
                  <a:lnTo>
                    <a:pt x="26157" y="14101"/>
                  </a:lnTo>
                  <a:lnTo>
                    <a:pt x="26050" y="13933"/>
                  </a:lnTo>
                  <a:lnTo>
                    <a:pt x="25928" y="13781"/>
                  </a:lnTo>
                  <a:lnTo>
                    <a:pt x="25806" y="13659"/>
                  </a:lnTo>
                  <a:lnTo>
                    <a:pt x="25684" y="13552"/>
                  </a:lnTo>
                  <a:lnTo>
                    <a:pt x="25501" y="13430"/>
                  </a:lnTo>
                  <a:lnTo>
                    <a:pt x="25180" y="13262"/>
                  </a:lnTo>
                  <a:lnTo>
                    <a:pt x="24249" y="12774"/>
                  </a:lnTo>
                  <a:lnTo>
                    <a:pt x="23059" y="12178"/>
                  </a:lnTo>
                  <a:lnTo>
                    <a:pt x="21731" y="11537"/>
                  </a:lnTo>
                  <a:lnTo>
                    <a:pt x="19351" y="10378"/>
                  </a:lnTo>
                  <a:lnTo>
                    <a:pt x="18282" y="9874"/>
                  </a:lnTo>
                  <a:lnTo>
                    <a:pt x="16207" y="782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3" name="Google Shape;5303;p63"/>
            <p:cNvSpPr/>
            <p:nvPr/>
          </p:nvSpPr>
          <p:spPr>
            <a:xfrm>
              <a:off x="6911850" y="3403050"/>
              <a:ext cx="455550" cy="126300"/>
            </a:xfrm>
            <a:custGeom>
              <a:avLst/>
              <a:gdLst/>
              <a:ahLst/>
              <a:cxnLst/>
              <a:rect l="l" t="t" r="r" b="b"/>
              <a:pathLst>
                <a:path w="18222" h="5052" extrusionOk="0">
                  <a:moveTo>
                    <a:pt x="13338" y="0"/>
                  </a:moveTo>
                  <a:lnTo>
                    <a:pt x="13826" y="290"/>
                  </a:lnTo>
                  <a:lnTo>
                    <a:pt x="14177" y="519"/>
                  </a:lnTo>
                  <a:lnTo>
                    <a:pt x="14543" y="779"/>
                  </a:lnTo>
                  <a:lnTo>
                    <a:pt x="14727" y="916"/>
                  </a:lnTo>
                  <a:lnTo>
                    <a:pt x="14894" y="1053"/>
                  </a:lnTo>
                  <a:lnTo>
                    <a:pt x="15047" y="1191"/>
                  </a:lnTo>
                  <a:lnTo>
                    <a:pt x="15169" y="1328"/>
                  </a:lnTo>
                  <a:lnTo>
                    <a:pt x="15276" y="1465"/>
                  </a:lnTo>
                  <a:lnTo>
                    <a:pt x="15352" y="1603"/>
                  </a:lnTo>
                  <a:lnTo>
                    <a:pt x="15367" y="1664"/>
                  </a:lnTo>
                  <a:lnTo>
                    <a:pt x="15383" y="1725"/>
                  </a:lnTo>
                  <a:lnTo>
                    <a:pt x="15383" y="1786"/>
                  </a:lnTo>
                  <a:lnTo>
                    <a:pt x="15367" y="1831"/>
                  </a:lnTo>
                  <a:lnTo>
                    <a:pt x="15337" y="1908"/>
                  </a:lnTo>
                  <a:lnTo>
                    <a:pt x="15291" y="1969"/>
                  </a:lnTo>
                  <a:lnTo>
                    <a:pt x="15230" y="2030"/>
                  </a:lnTo>
                  <a:lnTo>
                    <a:pt x="15154" y="2091"/>
                  </a:lnTo>
                  <a:lnTo>
                    <a:pt x="15062" y="2137"/>
                  </a:lnTo>
                  <a:lnTo>
                    <a:pt x="14955" y="2198"/>
                  </a:lnTo>
                  <a:lnTo>
                    <a:pt x="14681" y="2289"/>
                  </a:lnTo>
                  <a:lnTo>
                    <a:pt x="14360" y="2381"/>
                  </a:lnTo>
                  <a:lnTo>
                    <a:pt x="13994" y="2457"/>
                  </a:lnTo>
                  <a:lnTo>
                    <a:pt x="13582" y="2533"/>
                  </a:lnTo>
                  <a:lnTo>
                    <a:pt x="13124" y="2579"/>
                  </a:lnTo>
                  <a:lnTo>
                    <a:pt x="12621" y="2640"/>
                  </a:lnTo>
                  <a:lnTo>
                    <a:pt x="12086" y="2671"/>
                  </a:lnTo>
                  <a:lnTo>
                    <a:pt x="10942" y="2732"/>
                  </a:lnTo>
                  <a:lnTo>
                    <a:pt x="9706" y="2762"/>
                  </a:lnTo>
                  <a:lnTo>
                    <a:pt x="8409" y="2762"/>
                  </a:lnTo>
                  <a:lnTo>
                    <a:pt x="7096" y="2747"/>
                  </a:lnTo>
                  <a:lnTo>
                    <a:pt x="5784" y="2701"/>
                  </a:lnTo>
                  <a:lnTo>
                    <a:pt x="4517" y="2656"/>
                  </a:lnTo>
                  <a:lnTo>
                    <a:pt x="3342" y="2594"/>
                  </a:lnTo>
                  <a:lnTo>
                    <a:pt x="2259" y="2518"/>
                  </a:lnTo>
                  <a:lnTo>
                    <a:pt x="1328" y="2457"/>
                  </a:lnTo>
                  <a:lnTo>
                    <a:pt x="565" y="2381"/>
                  </a:lnTo>
                  <a:lnTo>
                    <a:pt x="0" y="2305"/>
                  </a:lnTo>
                  <a:lnTo>
                    <a:pt x="0" y="2305"/>
                  </a:lnTo>
                  <a:lnTo>
                    <a:pt x="77" y="2961"/>
                  </a:lnTo>
                  <a:lnTo>
                    <a:pt x="138" y="3510"/>
                  </a:lnTo>
                  <a:lnTo>
                    <a:pt x="214" y="4319"/>
                  </a:lnTo>
                  <a:lnTo>
                    <a:pt x="260" y="4792"/>
                  </a:lnTo>
                  <a:lnTo>
                    <a:pt x="275" y="4914"/>
                  </a:lnTo>
                  <a:lnTo>
                    <a:pt x="290" y="4960"/>
                  </a:lnTo>
                  <a:lnTo>
                    <a:pt x="397" y="4990"/>
                  </a:lnTo>
                  <a:lnTo>
                    <a:pt x="595" y="5021"/>
                  </a:lnTo>
                  <a:lnTo>
                    <a:pt x="870" y="5036"/>
                  </a:lnTo>
                  <a:lnTo>
                    <a:pt x="1221" y="5051"/>
                  </a:lnTo>
                  <a:lnTo>
                    <a:pt x="3251" y="5051"/>
                  </a:lnTo>
                  <a:lnTo>
                    <a:pt x="4578" y="5036"/>
                  </a:lnTo>
                  <a:lnTo>
                    <a:pt x="6028" y="4990"/>
                  </a:lnTo>
                  <a:lnTo>
                    <a:pt x="9172" y="4884"/>
                  </a:lnTo>
                  <a:lnTo>
                    <a:pt x="12315" y="4746"/>
                  </a:lnTo>
                  <a:lnTo>
                    <a:pt x="15093" y="4609"/>
                  </a:lnTo>
                  <a:lnTo>
                    <a:pt x="16207" y="4533"/>
                  </a:lnTo>
                  <a:lnTo>
                    <a:pt x="17107" y="4472"/>
                  </a:lnTo>
                  <a:lnTo>
                    <a:pt x="17718" y="4426"/>
                  </a:lnTo>
                  <a:lnTo>
                    <a:pt x="17901" y="4395"/>
                  </a:lnTo>
                  <a:lnTo>
                    <a:pt x="18007" y="4380"/>
                  </a:lnTo>
                  <a:lnTo>
                    <a:pt x="18053" y="4349"/>
                  </a:lnTo>
                  <a:lnTo>
                    <a:pt x="18099" y="4319"/>
                  </a:lnTo>
                  <a:lnTo>
                    <a:pt x="18130" y="4273"/>
                  </a:lnTo>
                  <a:lnTo>
                    <a:pt x="18160" y="4227"/>
                  </a:lnTo>
                  <a:lnTo>
                    <a:pt x="18206" y="4121"/>
                  </a:lnTo>
                  <a:lnTo>
                    <a:pt x="18221" y="3983"/>
                  </a:lnTo>
                  <a:lnTo>
                    <a:pt x="18221" y="3831"/>
                  </a:lnTo>
                  <a:lnTo>
                    <a:pt x="18206" y="3663"/>
                  </a:lnTo>
                  <a:lnTo>
                    <a:pt x="18175" y="3495"/>
                  </a:lnTo>
                  <a:lnTo>
                    <a:pt x="18130" y="3296"/>
                  </a:lnTo>
                  <a:lnTo>
                    <a:pt x="18053" y="3113"/>
                  </a:lnTo>
                  <a:lnTo>
                    <a:pt x="17977" y="2930"/>
                  </a:lnTo>
                  <a:lnTo>
                    <a:pt x="17885" y="2747"/>
                  </a:lnTo>
                  <a:lnTo>
                    <a:pt x="17794" y="2579"/>
                  </a:lnTo>
                  <a:lnTo>
                    <a:pt x="17687" y="2411"/>
                  </a:lnTo>
                  <a:lnTo>
                    <a:pt x="17565" y="2274"/>
                  </a:lnTo>
                  <a:lnTo>
                    <a:pt x="17443" y="2137"/>
                  </a:lnTo>
                  <a:lnTo>
                    <a:pt x="17321" y="2030"/>
                  </a:lnTo>
                  <a:lnTo>
                    <a:pt x="17122" y="1923"/>
                  </a:lnTo>
                  <a:lnTo>
                    <a:pt x="16802" y="1740"/>
                  </a:lnTo>
                  <a:lnTo>
                    <a:pt x="15871" y="1252"/>
                  </a:lnTo>
                  <a:lnTo>
                    <a:pt x="14665" y="656"/>
                  </a:lnTo>
                  <a:lnTo>
                    <a:pt x="133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4" name="Google Shape;5304;p63"/>
            <p:cNvSpPr/>
            <p:nvPr/>
          </p:nvSpPr>
          <p:spPr>
            <a:xfrm>
              <a:off x="5832925" y="2940275"/>
              <a:ext cx="1202175" cy="502850"/>
            </a:xfrm>
            <a:custGeom>
              <a:avLst/>
              <a:gdLst/>
              <a:ahLst/>
              <a:cxnLst/>
              <a:rect l="l" t="t" r="r" b="b"/>
              <a:pathLst>
                <a:path w="48087" h="20114" extrusionOk="0">
                  <a:moveTo>
                    <a:pt x="30247" y="0"/>
                  </a:moveTo>
                  <a:lnTo>
                    <a:pt x="29698" y="31"/>
                  </a:lnTo>
                  <a:lnTo>
                    <a:pt x="29133" y="92"/>
                  </a:lnTo>
                  <a:lnTo>
                    <a:pt x="28553" y="199"/>
                  </a:lnTo>
                  <a:lnTo>
                    <a:pt x="27958" y="336"/>
                  </a:lnTo>
                  <a:lnTo>
                    <a:pt x="27332" y="489"/>
                  </a:lnTo>
                  <a:lnTo>
                    <a:pt x="26707" y="687"/>
                  </a:lnTo>
                  <a:lnTo>
                    <a:pt x="26066" y="901"/>
                  </a:lnTo>
                  <a:lnTo>
                    <a:pt x="25409" y="1145"/>
                  </a:lnTo>
                  <a:lnTo>
                    <a:pt x="24738" y="1404"/>
                  </a:lnTo>
                  <a:lnTo>
                    <a:pt x="24067" y="1694"/>
                  </a:lnTo>
                  <a:lnTo>
                    <a:pt x="23365" y="2000"/>
                  </a:lnTo>
                  <a:lnTo>
                    <a:pt x="22663" y="2320"/>
                  </a:lnTo>
                  <a:lnTo>
                    <a:pt x="21961" y="2671"/>
                  </a:lnTo>
                  <a:lnTo>
                    <a:pt x="21243" y="3022"/>
                  </a:lnTo>
                  <a:lnTo>
                    <a:pt x="19794" y="3770"/>
                  </a:lnTo>
                  <a:lnTo>
                    <a:pt x="18313" y="4563"/>
                  </a:lnTo>
                  <a:lnTo>
                    <a:pt x="16818" y="5372"/>
                  </a:lnTo>
                  <a:lnTo>
                    <a:pt x="15307" y="6211"/>
                  </a:lnTo>
                  <a:lnTo>
                    <a:pt x="13812" y="7035"/>
                  </a:lnTo>
                  <a:lnTo>
                    <a:pt x="12301" y="7844"/>
                  </a:lnTo>
                  <a:lnTo>
                    <a:pt x="10805" y="8638"/>
                  </a:lnTo>
                  <a:lnTo>
                    <a:pt x="9340" y="9386"/>
                  </a:lnTo>
                  <a:lnTo>
                    <a:pt x="1" y="13506"/>
                  </a:lnTo>
                  <a:lnTo>
                    <a:pt x="215" y="13994"/>
                  </a:lnTo>
                  <a:lnTo>
                    <a:pt x="444" y="14452"/>
                  </a:lnTo>
                  <a:lnTo>
                    <a:pt x="672" y="14910"/>
                  </a:lnTo>
                  <a:lnTo>
                    <a:pt x="917" y="15337"/>
                  </a:lnTo>
                  <a:lnTo>
                    <a:pt x="1161" y="15749"/>
                  </a:lnTo>
                  <a:lnTo>
                    <a:pt x="1420" y="16146"/>
                  </a:lnTo>
                  <a:lnTo>
                    <a:pt x="1695" y="16512"/>
                  </a:lnTo>
                  <a:lnTo>
                    <a:pt x="1970" y="16863"/>
                  </a:lnTo>
                  <a:lnTo>
                    <a:pt x="2260" y="17199"/>
                  </a:lnTo>
                  <a:lnTo>
                    <a:pt x="2565" y="17519"/>
                  </a:lnTo>
                  <a:lnTo>
                    <a:pt x="2870" y="17825"/>
                  </a:lnTo>
                  <a:lnTo>
                    <a:pt x="3190" y="18099"/>
                  </a:lnTo>
                  <a:lnTo>
                    <a:pt x="3526" y="18374"/>
                  </a:lnTo>
                  <a:lnTo>
                    <a:pt x="3862" y="18618"/>
                  </a:lnTo>
                  <a:lnTo>
                    <a:pt x="4213" y="18832"/>
                  </a:lnTo>
                  <a:lnTo>
                    <a:pt x="4564" y="19045"/>
                  </a:lnTo>
                  <a:lnTo>
                    <a:pt x="4930" y="19228"/>
                  </a:lnTo>
                  <a:lnTo>
                    <a:pt x="5312" y="19412"/>
                  </a:lnTo>
                  <a:lnTo>
                    <a:pt x="5708" y="19564"/>
                  </a:lnTo>
                  <a:lnTo>
                    <a:pt x="6105" y="19686"/>
                  </a:lnTo>
                  <a:lnTo>
                    <a:pt x="6517" y="19808"/>
                  </a:lnTo>
                  <a:lnTo>
                    <a:pt x="6929" y="19900"/>
                  </a:lnTo>
                  <a:lnTo>
                    <a:pt x="7356" y="19976"/>
                  </a:lnTo>
                  <a:lnTo>
                    <a:pt x="7799" y="20037"/>
                  </a:lnTo>
                  <a:lnTo>
                    <a:pt x="8257" y="20083"/>
                  </a:lnTo>
                  <a:lnTo>
                    <a:pt x="8715" y="20098"/>
                  </a:lnTo>
                  <a:lnTo>
                    <a:pt x="9188" y="20114"/>
                  </a:lnTo>
                  <a:lnTo>
                    <a:pt x="9661" y="20098"/>
                  </a:lnTo>
                  <a:lnTo>
                    <a:pt x="10164" y="20053"/>
                  </a:lnTo>
                  <a:lnTo>
                    <a:pt x="10668" y="20007"/>
                  </a:lnTo>
                  <a:lnTo>
                    <a:pt x="11172" y="19930"/>
                  </a:lnTo>
                  <a:lnTo>
                    <a:pt x="11706" y="19839"/>
                  </a:lnTo>
                  <a:lnTo>
                    <a:pt x="12392" y="19702"/>
                  </a:lnTo>
                  <a:lnTo>
                    <a:pt x="13110" y="19518"/>
                  </a:lnTo>
                  <a:lnTo>
                    <a:pt x="13827" y="19320"/>
                  </a:lnTo>
                  <a:lnTo>
                    <a:pt x="14559" y="19091"/>
                  </a:lnTo>
                  <a:lnTo>
                    <a:pt x="15307" y="18832"/>
                  </a:lnTo>
                  <a:lnTo>
                    <a:pt x="16040" y="18557"/>
                  </a:lnTo>
                  <a:lnTo>
                    <a:pt x="16787" y="18252"/>
                  </a:lnTo>
                  <a:lnTo>
                    <a:pt x="17535" y="17947"/>
                  </a:lnTo>
                  <a:lnTo>
                    <a:pt x="18268" y="17611"/>
                  </a:lnTo>
                  <a:lnTo>
                    <a:pt x="19000" y="17275"/>
                  </a:lnTo>
                  <a:lnTo>
                    <a:pt x="19733" y="16924"/>
                  </a:lnTo>
                  <a:lnTo>
                    <a:pt x="20450" y="16558"/>
                  </a:lnTo>
                  <a:lnTo>
                    <a:pt x="21167" y="16192"/>
                  </a:lnTo>
                  <a:lnTo>
                    <a:pt x="21854" y="15825"/>
                  </a:lnTo>
                  <a:lnTo>
                    <a:pt x="23181" y="15093"/>
                  </a:lnTo>
                  <a:lnTo>
                    <a:pt x="24433" y="14376"/>
                  </a:lnTo>
                  <a:lnTo>
                    <a:pt x="25577" y="13689"/>
                  </a:lnTo>
                  <a:lnTo>
                    <a:pt x="26600" y="13063"/>
                  </a:lnTo>
                  <a:lnTo>
                    <a:pt x="27470" y="12514"/>
                  </a:lnTo>
                  <a:lnTo>
                    <a:pt x="28736" y="11705"/>
                  </a:lnTo>
                  <a:lnTo>
                    <a:pt x="29087" y="11491"/>
                  </a:lnTo>
                  <a:lnTo>
                    <a:pt x="29179" y="11430"/>
                  </a:lnTo>
                  <a:lnTo>
                    <a:pt x="29209" y="11415"/>
                  </a:lnTo>
                  <a:lnTo>
                    <a:pt x="29759" y="11858"/>
                  </a:lnTo>
                  <a:lnTo>
                    <a:pt x="30430" y="12377"/>
                  </a:lnTo>
                  <a:lnTo>
                    <a:pt x="32048" y="13613"/>
                  </a:lnTo>
                  <a:lnTo>
                    <a:pt x="33909" y="15001"/>
                  </a:lnTo>
                  <a:lnTo>
                    <a:pt x="35802" y="16421"/>
                  </a:lnTo>
                  <a:lnTo>
                    <a:pt x="39083" y="18816"/>
                  </a:lnTo>
                  <a:lnTo>
                    <a:pt x="40487" y="19839"/>
                  </a:lnTo>
                  <a:lnTo>
                    <a:pt x="46820" y="12621"/>
                  </a:lnTo>
                  <a:lnTo>
                    <a:pt x="48086" y="11171"/>
                  </a:lnTo>
                  <a:lnTo>
                    <a:pt x="47613" y="10713"/>
                  </a:lnTo>
                  <a:lnTo>
                    <a:pt x="47033" y="10194"/>
                  </a:lnTo>
                  <a:lnTo>
                    <a:pt x="46286" y="9523"/>
                  </a:lnTo>
                  <a:lnTo>
                    <a:pt x="45355" y="8729"/>
                  </a:lnTo>
                  <a:lnTo>
                    <a:pt x="44302" y="7829"/>
                  </a:lnTo>
                  <a:lnTo>
                    <a:pt x="43127" y="6868"/>
                  </a:lnTo>
                  <a:lnTo>
                    <a:pt x="41860" y="5860"/>
                  </a:lnTo>
                  <a:lnTo>
                    <a:pt x="41204" y="5357"/>
                  </a:lnTo>
                  <a:lnTo>
                    <a:pt x="40517" y="4853"/>
                  </a:lnTo>
                  <a:lnTo>
                    <a:pt x="39846" y="4365"/>
                  </a:lnTo>
                  <a:lnTo>
                    <a:pt x="39144" y="3877"/>
                  </a:lnTo>
                  <a:lnTo>
                    <a:pt x="38442" y="3388"/>
                  </a:lnTo>
                  <a:lnTo>
                    <a:pt x="37740" y="2930"/>
                  </a:lnTo>
                  <a:lnTo>
                    <a:pt x="37053" y="2488"/>
                  </a:lnTo>
                  <a:lnTo>
                    <a:pt x="36351" y="2076"/>
                  </a:lnTo>
                  <a:lnTo>
                    <a:pt x="35664" y="1679"/>
                  </a:lnTo>
                  <a:lnTo>
                    <a:pt x="34978" y="1328"/>
                  </a:lnTo>
                  <a:lnTo>
                    <a:pt x="34322" y="1008"/>
                  </a:lnTo>
                  <a:lnTo>
                    <a:pt x="33665" y="718"/>
                  </a:lnTo>
                  <a:lnTo>
                    <a:pt x="33040" y="474"/>
                  </a:lnTo>
                  <a:lnTo>
                    <a:pt x="32734" y="367"/>
                  </a:lnTo>
                  <a:lnTo>
                    <a:pt x="32429" y="275"/>
                  </a:lnTo>
                  <a:lnTo>
                    <a:pt x="32124" y="199"/>
                  </a:lnTo>
                  <a:lnTo>
                    <a:pt x="31849" y="138"/>
                  </a:lnTo>
                  <a:lnTo>
                    <a:pt x="31559" y="77"/>
                  </a:lnTo>
                  <a:lnTo>
                    <a:pt x="31285" y="46"/>
                  </a:lnTo>
                  <a:lnTo>
                    <a:pt x="31025" y="16"/>
                  </a:lnTo>
                  <a:lnTo>
                    <a:pt x="3078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5" name="Google Shape;5305;p63"/>
            <p:cNvSpPr/>
            <p:nvPr/>
          </p:nvSpPr>
          <p:spPr>
            <a:xfrm>
              <a:off x="5832925" y="2940275"/>
              <a:ext cx="1202175" cy="502850"/>
            </a:xfrm>
            <a:custGeom>
              <a:avLst/>
              <a:gdLst/>
              <a:ahLst/>
              <a:cxnLst/>
              <a:rect l="l" t="t" r="r" b="b"/>
              <a:pathLst>
                <a:path w="48087" h="20114" fill="none" extrusionOk="0">
                  <a:moveTo>
                    <a:pt x="48086" y="11171"/>
                  </a:moveTo>
                  <a:lnTo>
                    <a:pt x="46820" y="12621"/>
                  </a:lnTo>
                  <a:lnTo>
                    <a:pt x="40487" y="19839"/>
                  </a:lnTo>
                  <a:lnTo>
                    <a:pt x="40487" y="19839"/>
                  </a:lnTo>
                  <a:lnTo>
                    <a:pt x="39083" y="18816"/>
                  </a:lnTo>
                  <a:lnTo>
                    <a:pt x="35802" y="16421"/>
                  </a:lnTo>
                  <a:lnTo>
                    <a:pt x="33909" y="15001"/>
                  </a:lnTo>
                  <a:lnTo>
                    <a:pt x="32048" y="13613"/>
                  </a:lnTo>
                  <a:lnTo>
                    <a:pt x="30430" y="12377"/>
                  </a:lnTo>
                  <a:lnTo>
                    <a:pt x="29759" y="11858"/>
                  </a:lnTo>
                  <a:lnTo>
                    <a:pt x="29209" y="11415"/>
                  </a:lnTo>
                  <a:lnTo>
                    <a:pt x="29209" y="11415"/>
                  </a:lnTo>
                  <a:lnTo>
                    <a:pt x="29179" y="11430"/>
                  </a:lnTo>
                  <a:lnTo>
                    <a:pt x="29087" y="11491"/>
                  </a:lnTo>
                  <a:lnTo>
                    <a:pt x="28736" y="11705"/>
                  </a:lnTo>
                  <a:lnTo>
                    <a:pt x="27470" y="12514"/>
                  </a:lnTo>
                  <a:lnTo>
                    <a:pt x="26600" y="13063"/>
                  </a:lnTo>
                  <a:lnTo>
                    <a:pt x="25577" y="13689"/>
                  </a:lnTo>
                  <a:lnTo>
                    <a:pt x="24433" y="14376"/>
                  </a:lnTo>
                  <a:lnTo>
                    <a:pt x="23181" y="15093"/>
                  </a:lnTo>
                  <a:lnTo>
                    <a:pt x="21854" y="15825"/>
                  </a:lnTo>
                  <a:lnTo>
                    <a:pt x="21167" y="16192"/>
                  </a:lnTo>
                  <a:lnTo>
                    <a:pt x="20450" y="16558"/>
                  </a:lnTo>
                  <a:lnTo>
                    <a:pt x="19733" y="16924"/>
                  </a:lnTo>
                  <a:lnTo>
                    <a:pt x="19000" y="17275"/>
                  </a:lnTo>
                  <a:lnTo>
                    <a:pt x="18268" y="17611"/>
                  </a:lnTo>
                  <a:lnTo>
                    <a:pt x="17535" y="17947"/>
                  </a:lnTo>
                  <a:lnTo>
                    <a:pt x="16787" y="18252"/>
                  </a:lnTo>
                  <a:lnTo>
                    <a:pt x="16040" y="18557"/>
                  </a:lnTo>
                  <a:lnTo>
                    <a:pt x="15307" y="18832"/>
                  </a:lnTo>
                  <a:lnTo>
                    <a:pt x="14559" y="19091"/>
                  </a:lnTo>
                  <a:lnTo>
                    <a:pt x="13827" y="19320"/>
                  </a:lnTo>
                  <a:lnTo>
                    <a:pt x="13110" y="19518"/>
                  </a:lnTo>
                  <a:lnTo>
                    <a:pt x="12392" y="19702"/>
                  </a:lnTo>
                  <a:lnTo>
                    <a:pt x="11706" y="19839"/>
                  </a:lnTo>
                  <a:lnTo>
                    <a:pt x="11706" y="19839"/>
                  </a:lnTo>
                  <a:lnTo>
                    <a:pt x="11172" y="19930"/>
                  </a:lnTo>
                  <a:lnTo>
                    <a:pt x="10668" y="20007"/>
                  </a:lnTo>
                  <a:lnTo>
                    <a:pt x="10164" y="20053"/>
                  </a:lnTo>
                  <a:lnTo>
                    <a:pt x="9661" y="20098"/>
                  </a:lnTo>
                  <a:lnTo>
                    <a:pt x="9188" y="20114"/>
                  </a:lnTo>
                  <a:lnTo>
                    <a:pt x="8715" y="20098"/>
                  </a:lnTo>
                  <a:lnTo>
                    <a:pt x="8257" y="20083"/>
                  </a:lnTo>
                  <a:lnTo>
                    <a:pt x="7799" y="20037"/>
                  </a:lnTo>
                  <a:lnTo>
                    <a:pt x="7356" y="19976"/>
                  </a:lnTo>
                  <a:lnTo>
                    <a:pt x="6929" y="19900"/>
                  </a:lnTo>
                  <a:lnTo>
                    <a:pt x="6517" y="19808"/>
                  </a:lnTo>
                  <a:lnTo>
                    <a:pt x="6105" y="19686"/>
                  </a:lnTo>
                  <a:lnTo>
                    <a:pt x="5708" y="19564"/>
                  </a:lnTo>
                  <a:lnTo>
                    <a:pt x="5312" y="19412"/>
                  </a:lnTo>
                  <a:lnTo>
                    <a:pt x="4930" y="19228"/>
                  </a:lnTo>
                  <a:lnTo>
                    <a:pt x="4564" y="19045"/>
                  </a:lnTo>
                  <a:lnTo>
                    <a:pt x="4213" y="18832"/>
                  </a:lnTo>
                  <a:lnTo>
                    <a:pt x="3862" y="18618"/>
                  </a:lnTo>
                  <a:lnTo>
                    <a:pt x="3526" y="18374"/>
                  </a:lnTo>
                  <a:lnTo>
                    <a:pt x="3190" y="18099"/>
                  </a:lnTo>
                  <a:lnTo>
                    <a:pt x="2870" y="17825"/>
                  </a:lnTo>
                  <a:lnTo>
                    <a:pt x="2565" y="17519"/>
                  </a:lnTo>
                  <a:lnTo>
                    <a:pt x="2260" y="17199"/>
                  </a:lnTo>
                  <a:lnTo>
                    <a:pt x="1970" y="16863"/>
                  </a:lnTo>
                  <a:lnTo>
                    <a:pt x="1695" y="16512"/>
                  </a:lnTo>
                  <a:lnTo>
                    <a:pt x="1420" y="16146"/>
                  </a:lnTo>
                  <a:lnTo>
                    <a:pt x="1161" y="15749"/>
                  </a:lnTo>
                  <a:lnTo>
                    <a:pt x="917" y="15337"/>
                  </a:lnTo>
                  <a:lnTo>
                    <a:pt x="672" y="14910"/>
                  </a:lnTo>
                  <a:lnTo>
                    <a:pt x="444" y="14452"/>
                  </a:lnTo>
                  <a:lnTo>
                    <a:pt x="215" y="13994"/>
                  </a:lnTo>
                  <a:lnTo>
                    <a:pt x="1" y="13506"/>
                  </a:lnTo>
                  <a:lnTo>
                    <a:pt x="9340" y="9386"/>
                  </a:lnTo>
                  <a:lnTo>
                    <a:pt x="9340" y="9386"/>
                  </a:lnTo>
                  <a:lnTo>
                    <a:pt x="10805" y="8638"/>
                  </a:lnTo>
                  <a:lnTo>
                    <a:pt x="12301" y="7844"/>
                  </a:lnTo>
                  <a:lnTo>
                    <a:pt x="13812" y="7035"/>
                  </a:lnTo>
                  <a:lnTo>
                    <a:pt x="15307" y="6211"/>
                  </a:lnTo>
                  <a:lnTo>
                    <a:pt x="16818" y="5372"/>
                  </a:lnTo>
                  <a:lnTo>
                    <a:pt x="18313" y="4563"/>
                  </a:lnTo>
                  <a:lnTo>
                    <a:pt x="19794" y="3770"/>
                  </a:lnTo>
                  <a:lnTo>
                    <a:pt x="21243" y="3022"/>
                  </a:lnTo>
                  <a:lnTo>
                    <a:pt x="21961" y="2671"/>
                  </a:lnTo>
                  <a:lnTo>
                    <a:pt x="22663" y="2320"/>
                  </a:lnTo>
                  <a:lnTo>
                    <a:pt x="23365" y="2000"/>
                  </a:lnTo>
                  <a:lnTo>
                    <a:pt x="24067" y="1694"/>
                  </a:lnTo>
                  <a:lnTo>
                    <a:pt x="24738" y="1404"/>
                  </a:lnTo>
                  <a:lnTo>
                    <a:pt x="25409" y="1145"/>
                  </a:lnTo>
                  <a:lnTo>
                    <a:pt x="26066" y="901"/>
                  </a:lnTo>
                  <a:lnTo>
                    <a:pt x="26707" y="687"/>
                  </a:lnTo>
                  <a:lnTo>
                    <a:pt x="27332" y="489"/>
                  </a:lnTo>
                  <a:lnTo>
                    <a:pt x="27958" y="336"/>
                  </a:lnTo>
                  <a:lnTo>
                    <a:pt x="28553" y="199"/>
                  </a:lnTo>
                  <a:lnTo>
                    <a:pt x="29133" y="92"/>
                  </a:lnTo>
                  <a:lnTo>
                    <a:pt x="29698" y="31"/>
                  </a:lnTo>
                  <a:lnTo>
                    <a:pt x="30247" y="0"/>
                  </a:lnTo>
                  <a:lnTo>
                    <a:pt x="30506" y="0"/>
                  </a:lnTo>
                  <a:lnTo>
                    <a:pt x="30781" y="0"/>
                  </a:lnTo>
                  <a:lnTo>
                    <a:pt x="31025" y="16"/>
                  </a:lnTo>
                  <a:lnTo>
                    <a:pt x="31285" y="46"/>
                  </a:lnTo>
                  <a:lnTo>
                    <a:pt x="31285" y="46"/>
                  </a:lnTo>
                  <a:lnTo>
                    <a:pt x="31559" y="77"/>
                  </a:lnTo>
                  <a:lnTo>
                    <a:pt x="31849" y="138"/>
                  </a:lnTo>
                  <a:lnTo>
                    <a:pt x="32124" y="199"/>
                  </a:lnTo>
                  <a:lnTo>
                    <a:pt x="32429" y="275"/>
                  </a:lnTo>
                  <a:lnTo>
                    <a:pt x="32734" y="367"/>
                  </a:lnTo>
                  <a:lnTo>
                    <a:pt x="33040" y="474"/>
                  </a:lnTo>
                  <a:lnTo>
                    <a:pt x="33665" y="718"/>
                  </a:lnTo>
                  <a:lnTo>
                    <a:pt x="34322" y="1008"/>
                  </a:lnTo>
                  <a:lnTo>
                    <a:pt x="34978" y="1328"/>
                  </a:lnTo>
                  <a:lnTo>
                    <a:pt x="35664" y="1679"/>
                  </a:lnTo>
                  <a:lnTo>
                    <a:pt x="36351" y="2076"/>
                  </a:lnTo>
                  <a:lnTo>
                    <a:pt x="37053" y="2488"/>
                  </a:lnTo>
                  <a:lnTo>
                    <a:pt x="37740" y="2930"/>
                  </a:lnTo>
                  <a:lnTo>
                    <a:pt x="38442" y="3388"/>
                  </a:lnTo>
                  <a:lnTo>
                    <a:pt x="39144" y="3877"/>
                  </a:lnTo>
                  <a:lnTo>
                    <a:pt x="39846" y="4365"/>
                  </a:lnTo>
                  <a:lnTo>
                    <a:pt x="40517" y="4853"/>
                  </a:lnTo>
                  <a:lnTo>
                    <a:pt x="41204" y="5357"/>
                  </a:lnTo>
                  <a:lnTo>
                    <a:pt x="41860" y="5860"/>
                  </a:lnTo>
                  <a:lnTo>
                    <a:pt x="43127" y="6868"/>
                  </a:lnTo>
                  <a:lnTo>
                    <a:pt x="44302" y="7829"/>
                  </a:lnTo>
                  <a:lnTo>
                    <a:pt x="45355" y="8729"/>
                  </a:lnTo>
                  <a:lnTo>
                    <a:pt x="46286" y="9523"/>
                  </a:lnTo>
                  <a:lnTo>
                    <a:pt x="47033" y="10194"/>
                  </a:lnTo>
                  <a:lnTo>
                    <a:pt x="47613" y="10713"/>
                  </a:lnTo>
                  <a:lnTo>
                    <a:pt x="48086" y="1117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6" name="Google Shape;5306;p63"/>
            <p:cNvSpPr/>
            <p:nvPr/>
          </p:nvSpPr>
          <p:spPr>
            <a:xfrm>
              <a:off x="6822575" y="3206175"/>
              <a:ext cx="164075" cy="184300"/>
            </a:xfrm>
            <a:custGeom>
              <a:avLst/>
              <a:gdLst/>
              <a:ahLst/>
              <a:cxnLst/>
              <a:rect l="l" t="t" r="r" b="b"/>
              <a:pathLst>
                <a:path w="6563" h="7372" extrusionOk="0">
                  <a:moveTo>
                    <a:pt x="6517" y="1"/>
                  </a:moveTo>
                  <a:lnTo>
                    <a:pt x="5387" y="1206"/>
                  </a:lnTo>
                  <a:lnTo>
                    <a:pt x="4990" y="1634"/>
                  </a:lnTo>
                  <a:lnTo>
                    <a:pt x="4289" y="2412"/>
                  </a:lnTo>
                  <a:lnTo>
                    <a:pt x="3419" y="3373"/>
                  </a:lnTo>
                  <a:lnTo>
                    <a:pt x="2091" y="4854"/>
                  </a:lnTo>
                  <a:lnTo>
                    <a:pt x="1404" y="5632"/>
                  </a:lnTo>
                  <a:lnTo>
                    <a:pt x="794" y="6349"/>
                  </a:lnTo>
                  <a:lnTo>
                    <a:pt x="306" y="6944"/>
                  </a:lnTo>
                  <a:lnTo>
                    <a:pt x="122" y="7173"/>
                  </a:lnTo>
                  <a:lnTo>
                    <a:pt x="0" y="7341"/>
                  </a:lnTo>
                  <a:lnTo>
                    <a:pt x="0" y="7356"/>
                  </a:lnTo>
                  <a:lnTo>
                    <a:pt x="16" y="7356"/>
                  </a:lnTo>
                  <a:lnTo>
                    <a:pt x="16" y="7372"/>
                  </a:lnTo>
                  <a:lnTo>
                    <a:pt x="31" y="7372"/>
                  </a:lnTo>
                  <a:lnTo>
                    <a:pt x="183" y="7219"/>
                  </a:lnTo>
                  <a:lnTo>
                    <a:pt x="397" y="7021"/>
                  </a:lnTo>
                  <a:lnTo>
                    <a:pt x="916" y="6471"/>
                  </a:lnTo>
                  <a:lnTo>
                    <a:pt x="1557" y="5769"/>
                  </a:lnTo>
                  <a:lnTo>
                    <a:pt x="2259" y="5006"/>
                  </a:lnTo>
                  <a:lnTo>
                    <a:pt x="3571" y="3511"/>
                  </a:lnTo>
                  <a:lnTo>
                    <a:pt x="4426" y="2534"/>
                  </a:lnTo>
                  <a:lnTo>
                    <a:pt x="5113" y="1741"/>
                  </a:lnTo>
                  <a:lnTo>
                    <a:pt x="5494" y="1298"/>
                  </a:lnTo>
                  <a:lnTo>
                    <a:pt x="5876" y="840"/>
                  </a:lnTo>
                  <a:lnTo>
                    <a:pt x="6547" y="47"/>
                  </a:lnTo>
                  <a:lnTo>
                    <a:pt x="6562" y="16"/>
                  </a:lnTo>
                  <a:lnTo>
                    <a:pt x="654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7" name="Google Shape;5307;p63"/>
            <p:cNvSpPr/>
            <p:nvPr/>
          </p:nvSpPr>
          <p:spPr>
            <a:xfrm>
              <a:off x="5832925" y="3134075"/>
              <a:ext cx="1145325" cy="309050"/>
            </a:xfrm>
            <a:custGeom>
              <a:avLst/>
              <a:gdLst/>
              <a:ahLst/>
              <a:cxnLst/>
              <a:rect l="l" t="t" r="r" b="b"/>
              <a:pathLst>
                <a:path w="45813" h="12362" extrusionOk="0">
                  <a:moveTo>
                    <a:pt x="12484" y="1"/>
                  </a:moveTo>
                  <a:lnTo>
                    <a:pt x="10897" y="840"/>
                  </a:lnTo>
                  <a:lnTo>
                    <a:pt x="10119" y="1237"/>
                  </a:lnTo>
                  <a:lnTo>
                    <a:pt x="9340" y="1634"/>
                  </a:lnTo>
                  <a:lnTo>
                    <a:pt x="1" y="5754"/>
                  </a:lnTo>
                  <a:lnTo>
                    <a:pt x="215" y="6242"/>
                  </a:lnTo>
                  <a:lnTo>
                    <a:pt x="444" y="6700"/>
                  </a:lnTo>
                  <a:lnTo>
                    <a:pt x="672" y="7158"/>
                  </a:lnTo>
                  <a:lnTo>
                    <a:pt x="917" y="7585"/>
                  </a:lnTo>
                  <a:lnTo>
                    <a:pt x="1161" y="7997"/>
                  </a:lnTo>
                  <a:lnTo>
                    <a:pt x="1420" y="8394"/>
                  </a:lnTo>
                  <a:lnTo>
                    <a:pt x="1695" y="8760"/>
                  </a:lnTo>
                  <a:lnTo>
                    <a:pt x="1970" y="9111"/>
                  </a:lnTo>
                  <a:lnTo>
                    <a:pt x="2260" y="9447"/>
                  </a:lnTo>
                  <a:lnTo>
                    <a:pt x="2565" y="9767"/>
                  </a:lnTo>
                  <a:lnTo>
                    <a:pt x="2870" y="10073"/>
                  </a:lnTo>
                  <a:lnTo>
                    <a:pt x="3190" y="10347"/>
                  </a:lnTo>
                  <a:lnTo>
                    <a:pt x="3511" y="10622"/>
                  </a:lnTo>
                  <a:lnTo>
                    <a:pt x="3862" y="10866"/>
                  </a:lnTo>
                  <a:lnTo>
                    <a:pt x="4213" y="11080"/>
                  </a:lnTo>
                  <a:lnTo>
                    <a:pt x="4564" y="11293"/>
                  </a:lnTo>
                  <a:lnTo>
                    <a:pt x="4930" y="11492"/>
                  </a:lnTo>
                  <a:lnTo>
                    <a:pt x="5312" y="11660"/>
                  </a:lnTo>
                  <a:lnTo>
                    <a:pt x="5708" y="11812"/>
                  </a:lnTo>
                  <a:lnTo>
                    <a:pt x="6105" y="11934"/>
                  </a:lnTo>
                  <a:lnTo>
                    <a:pt x="6517" y="12056"/>
                  </a:lnTo>
                  <a:lnTo>
                    <a:pt x="6929" y="12148"/>
                  </a:lnTo>
                  <a:lnTo>
                    <a:pt x="7356" y="12224"/>
                  </a:lnTo>
                  <a:lnTo>
                    <a:pt x="7799" y="12285"/>
                  </a:lnTo>
                  <a:lnTo>
                    <a:pt x="8257" y="12331"/>
                  </a:lnTo>
                  <a:lnTo>
                    <a:pt x="8715" y="12346"/>
                  </a:lnTo>
                  <a:lnTo>
                    <a:pt x="9188" y="12362"/>
                  </a:lnTo>
                  <a:lnTo>
                    <a:pt x="9661" y="12346"/>
                  </a:lnTo>
                  <a:lnTo>
                    <a:pt x="10164" y="12316"/>
                  </a:lnTo>
                  <a:lnTo>
                    <a:pt x="10668" y="12255"/>
                  </a:lnTo>
                  <a:lnTo>
                    <a:pt x="11172" y="12178"/>
                  </a:lnTo>
                  <a:lnTo>
                    <a:pt x="11706" y="12102"/>
                  </a:lnTo>
                  <a:lnTo>
                    <a:pt x="12392" y="11950"/>
                  </a:lnTo>
                  <a:lnTo>
                    <a:pt x="13110" y="11782"/>
                  </a:lnTo>
                  <a:lnTo>
                    <a:pt x="13827" y="11568"/>
                  </a:lnTo>
                  <a:lnTo>
                    <a:pt x="14559" y="11339"/>
                  </a:lnTo>
                  <a:lnTo>
                    <a:pt x="15307" y="11080"/>
                  </a:lnTo>
                  <a:lnTo>
                    <a:pt x="16040" y="10805"/>
                  </a:lnTo>
                  <a:lnTo>
                    <a:pt x="16787" y="10500"/>
                  </a:lnTo>
                  <a:lnTo>
                    <a:pt x="17535" y="10195"/>
                  </a:lnTo>
                  <a:lnTo>
                    <a:pt x="18268" y="9859"/>
                  </a:lnTo>
                  <a:lnTo>
                    <a:pt x="19000" y="9523"/>
                  </a:lnTo>
                  <a:lnTo>
                    <a:pt x="19733" y="9172"/>
                  </a:lnTo>
                  <a:lnTo>
                    <a:pt x="20450" y="8806"/>
                  </a:lnTo>
                  <a:lnTo>
                    <a:pt x="21167" y="8440"/>
                  </a:lnTo>
                  <a:lnTo>
                    <a:pt x="21854" y="8073"/>
                  </a:lnTo>
                  <a:lnTo>
                    <a:pt x="23181" y="7341"/>
                  </a:lnTo>
                  <a:lnTo>
                    <a:pt x="24433" y="6624"/>
                  </a:lnTo>
                  <a:lnTo>
                    <a:pt x="25577" y="5937"/>
                  </a:lnTo>
                  <a:lnTo>
                    <a:pt x="26600" y="5311"/>
                  </a:lnTo>
                  <a:lnTo>
                    <a:pt x="27470" y="4762"/>
                  </a:lnTo>
                  <a:lnTo>
                    <a:pt x="28736" y="3953"/>
                  </a:lnTo>
                  <a:lnTo>
                    <a:pt x="29087" y="3739"/>
                  </a:lnTo>
                  <a:lnTo>
                    <a:pt x="29179" y="3678"/>
                  </a:lnTo>
                  <a:lnTo>
                    <a:pt x="29209" y="3663"/>
                  </a:lnTo>
                  <a:lnTo>
                    <a:pt x="29759" y="4106"/>
                  </a:lnTo>
                  <a:lnTo>
                    <a:pt x="30430" y="4625"/>
                  </a:lnTo>
                  <a:lnTo>
                    <a:pt x="32048" y="5861"/>
                  </a:lnTo>
                  <a:lnTo>
                    <a:pt x="33909" y="7249"/>
                  </a:lnTo>
                  <a:lnTo>
                    <a:pt x="35817" y="8669"/>
                  </a:lnTo>
                  <a:lnTo>
                    <a:pt x="39083" y="11080"/>
                  </a:lnTo>
                  <a:lnTo>
                    <a:pt x="40487" y="12102"/>
                  </a:lnTo>
                  <a:lnTo>
                    <a:pt x="45813" y="6013"/>
                  </a:lnTo>
                  <a:lnTo>
                    <a:pt x="29515" y="3083"/>
                  </a:lnTo>
                  <a:lnTo>
                    <a:pt x="124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8" name="Google Shape;5308;p63"/>
            <p:cNvSpPr/>
            <p:nvPr/>
          </p:nvSpPr>
          <p:spPr>
            <a:xfrm>
              <a:off x="5832925" y="3134075"/>
              <a:ext cx="1145325" cy="309050"/>
            </a:xfrm>
            <a:custGeom>
              <a:avLst/>
              <a:gdLst/>
              <a:ahLst/>
              <a:cxnLst/>
              <a:rect l="l" t="t" r="r" b="b"/>
              <a:pathLst>
                <a:path w="45813" h="12362" fill="none" extrusionOk="0">
                  <a:moveTo>
                    <a:pt x="45813" y="6013"/>
                  </a:moveTo>
                  <a:lnTo>
                    <a:pt x="40487" y="12102"/>
                  </a:lnTo>
                  <a:lnTo>
                    <a:pt x="40487" y="12102"/>
                  </a:lnTo>
                  <a:lnTo>
                    <a:pt x="39083" y="11080"/>
                  </a:lnTo>
                  <a:lnTo>
                    <a:pt x="35817" y="8669"/>
                  </a:lnTo>
                  <a:lnTo>
                    <a:pt x="33909" y="7249"/>
                  </a:lnTo>
                  <a:lnTo>
                    <a:pt x="32048" y="5861"/>
                  </a:lnTo>
                  <a:lnTo>
                    <a:pt x="30430" y="4625"/>
                  </a:lnTo>
                  <a:lnTo>
                    <a:pt x="29759" y="4106"/>
                  </a:lnTo>
                  <a:lnTo>
                    <a:pt x="29209" y="3663"/>
                  </a:lnTo>
                  <a:lnTo>
                    <a:pt x="29209" y="3663"/>
                  </a:lnTo>
                  <a:lnTo>
                    <a:pt x="29179" y="3678"/>
                  </a:lnTo>
                  <a:lnTo>
                    <a:pt x="29087" y="3739"/>
                  </a:lnTo>
                  <a:lnTo>
                    <a:pt x="28736" y="3953"/>
                  </a:lnTo>
                  <a:lnTo>
                    <a:pt x="27470" y="4762"/>
                  </a:lnTo>
                  <a:lnTo>
                    <a:pt x="26600" y="5311"/>
                  </a:lnTo>
                  <a:lnTo>
                    <a:pt x="25577" y="5937"/>
                  </a:lnTo>
                  <a:lnTo>
                    <a:pt x="24433" y="6624"/>
                  </a:lnTo>
                  <a:lnTo>
                    <a:pt x="23181" y="7341"/>
                  </a:lnTo>
                  <a:lnTo>
                    <a:pt x="21854" y="8073"/>
                  </a:lnTo>
                  <a:lnTo>
                    <a:pt x="21167" y="8440"/>
                  </a:lnTo>
                  <a:lnTo>
                    <a:pt x="20450" y="8806"/>
                  </a:lnTo>
                  <a:lnTo>
                    <a:pt x="19733" y="9172"/>
                  </a:lnTo>
                  <a:lnTo>
                    <a:pt x="19000" y="9523"/>
                  </a:lnTo>
                  <a:lnTo>
                    <a:pt x="18268" y="9859"/>
                  </a:lnTo>
                  <a:lnTo>
                    <a:pt x="17535" y="10195"/>
                  </a:lnTo>
                  <a:lnTo>
                    <a:pt x="16787" y="10500"/>
                  </a:lnTo>
                  <a:lnTo>
                    <a:pt x="16040" y="10805"/>
                  </a:lnTo>
                  <a:lnTo>
                    <a:pt x="15307" y="11080"/>
                  </a:lnTo>
                  <a:lnTo>
                    <a:pt x="14559" y="11339"/>
                  </a:lnTo>
                  <a:lnTo>
                    <a:pt x="13827" y="11568"/>
                  </a:lnTo>
                  <a:lnTo>
                    <a:pt x="13110" y="11782"/>
                  </a:lnTo>
                  <a:lnTo>
                    <a:pt x="12392" y="11950"/>
                  </a:lnTo>
                  <a:lnTo>
                    <a:pt x="11706" y="12102"/>
                  </a:lnTo>
                  <a:lnTo>
                    <a:pt x="11706" y="12102"/>
                  </a:lnTo>
                  <a:lnTo>
                    <a:pt x="11172" y="12178"/>
                  </a:lnTo>
                  <a:lnTo>
                    <a:pt x="10668" y="12255"/>
                  </a:lnTo>
                  <a:lnTo>
                    <a:pt x="10164" y="12316"/>
                  </a:lnTo>
                  <a:lnTo>
                    <a:pt x="9661" y="12346"/>
                  </a:lnTo>
                  <a:lnTo>
                    <a:pt x="9188" y="12362"/>
                  </a:lnTo>
                  <a:lnTo>
                    <a:pt x="8715" y="12346"/>
                  </a:lnTo>
                  <a:lnTo>
                    <a:pt x="8257" y="12331"/>
                  </a:lnTo>
                  <a:lnTo>
                    <a:pt x="7799" y="12285"/>
                  </a:lnTo>
                  <a:lnTo>
                    <a:pt x="7356" y="12224"/>
                  </a:lnTo>
                  <a:lnTo>
                    <a:pt x="6929" y="12148"/>
                  </a:lnTo>
                  <a:lnTo>
                    <a:pt x="6517" y="12056"/>
                  </a:lnTo>
                  <a:lnTo>
                    <a:pt x="6105" y="11934"/>
                  </a:lnTo>
                  <a:lnTo>
                    <a:pt x="5708" y="11812"/>
                  </a:lnTo>
                  <a:lnTo>
                    <a:pt x="5312" y="11660"/>
                  </a:lnTo>
                  <a:lnTo>
                    <a:pt x="4930" y="11492"/>
                  </a:lnTo>
                  <a:lnTo>
                    <a:pt x="4564" y="11293"/>
                  </a:lnTo>
                  <a:lnTo>
                    <a:pt x="4213" y="11080"/>
                  </a:lnTo>
                  <a:lnTo>
                    <a:pt x="3862" y="10866"/>
                  </a:lnTo>
                  <a:lnTo>
                    <a:pt x="3511" y="10622"/>
                  </a:lnTo>
                  <a:lnTo>
                    <a:pt x="3190" y="10347"/>
                  </a:lnTo>
                  <a:lnTo>
                    <a:pt x="2870" y="10073"/>
                  </a:lnTo>
                  <a:lnTo>
                    <a:pt x="2565" y="9767"/>
                  </a:lnTo>
                  <a:lnTo>
                    <a:pt x="2260" y="9447"/>
                  </a:lnTo>
                  <a:lnTo>
                    <a:pt x="1970" y="9111"/>
                  </a:lnTo>
                  <a:lnTo>
                    <a:pt x="1695" y="8760"/>
                  </a:lnTo>
                  <a:lnTo>
                    <a:pt x="1420" y="8394"/>
                  </a:lnTo>
                  <a:lnTo>
                    <a:pt x="1161" y="7997"/>
                  </a:lnTo>
                  <a:lnTo>
                    <a:pt x="917" y="7585"/>
                  </a:lnTo>
                  <a:lnTo>
                    <a:pt x="672" y="7158"/>
                  </a:lnTo>
                  <a:lnTo>
                    <a:pt x="444" y="6700"/>
                  </a:lnTo>
                  <a:lnTo>
                    <a:pt x="215" y="6242"/>
                  </a:lnTo>
                  <a:lnTo>
                    <a:pt x="1" y="5754"/>
                  </a:lnTo>
                  <a:lnTo>
                    <a:pt x="9340" y="1634"/>
                  </a:lnTo>
                  <a:lnTo>
                    <a:pt x="9340" y="1634"/>
                  </a:lnTo>
                  <a:lnTo>
                    <a:pt x="10119" y="1237"/>
                  </a:lnTo>
                  <a:lnTo>
                    <a:pt x="10897" y="840"/>
                  </a:lnTo>
                  <a:lnTo>
                    <a:pt x="12484" y="1"/>
                  </a:lnTo>
                  <a:lnTo>
                    <a:pt x="12484" y="1"/>
                  </a:lnTo>
                  <a:lnTo>
                    <a:pt x="29515" y="3083"/>
                  </a:lnTo>
                  <a:lnTo>
                    <a:pt x="45813" y="601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9" name="Google Shape;5309;p63"/>
            <p:cNvSpPr/>
            <p:nvPr/>
          </p:nvSpPr>
          <p:spPr>
            <a:xfrm>
              <a:off x="6668825" y="3191300"/>
              <a:ext cx="665000" cy="414725"/>
            </a:xfrm>
            <a:custGeom>
              <a:avLst/>
              <a:gdLst/>
              <a:ahLst/>
              <a:cxnLst/>
              <a:rect l="l" t="t" r="r" b="b"/>
              <a:pathLst>
                <a:path w="26600" h="16589" extrusionOk="0">
                  <a:moveTo>
                    <a:pt x="8226" y="1"/>
                  </a:moveTo>
                  <a:lnTo>
                    <a:pt x="0" y="7158"/>
                  </a:lnTo>
                  <a:lnTo>
                    <a:pt x="840" y="7799"/>
                  </a:lnTo>
                  <a:lnTo>
                    <a:pt x="2869" y="9340"/>
                  </a:lnTo>
                  <a:lnTo>
                    <a:pt x="4090" y="10271"/>
                  </a:lnTo>
                  <a:lnTo>
                    <a:pt x="5311" y="11232"/>
                  </a:lnTo>
                  <a:lnTo>
                    <a:pt x="6440" y="12133"/>
                  </a:lnTo>
                  <a:lnTo>
                    <a:pt x="7386" y="12911"/>
                  </a:lnTo>
                  <a:lnTo>
                    <a:pt x="7783" y="13247"/>
                  </a:lnTo>
                  <a:lnTo>
                    <a:pt x="8088" y="13521"/>
                  </a:lnTo>
                  <a:lnTo>
                    <a:pt x="8287" y="13720"/>
                  </a:lnTo>
                  <a:lnTo>
                    <a:pt x="8348" y="13796"/>
                  </a:lnTo>
                  <a:lnTo>
                    <a:pt x="8363" y="13842"/>
                  </a:lnTo>
                  <a:lnTo>
                    <a:pt x="8439" y="14498"/>
                  </a:lnTo>
                  <a:lnTo>
                    <a:pt x="8500" y="15047"/>
                  </a:lnTo>
                  <a:lnTo>
                    <a:pt x="8577" y="15856"/>
                  </a:lnTo>
                  <a:lnTo>
                    <a:pt x="8623" y="16329"/>
                  </a:lnTo>
                  <a:lnTo>
                    <a:pt x="8638" y="16436"/>
                  </a:lnTo>
                  <a:lnTo>
                    <a:pt x="8653" y="16497"/>
                  </a:lnTo>
                  <a:lnTo>
                    <a:pt x="8760" y="16528"/>
                  </a:lnTo>
                  <a:lnTo>
                    <a:pt x="8958" y="16543"/>
                  </a:lnTo>
                  <a:lnTo>
                    <a:pt x="9233" y="16573"/>
                  </a:lnTo>
                  <a:lnTo>
                    <a:pt x="9584" y="16573"/>
                  </a:lnTo>
                  <a:lnTo>
                    <a:pt x="10484" y="16589"/>
                  </a:lnTo>
                  <a:lnTo>
                    <a:pt x="11614" y="16589"/>
                  </a:lnTo>
                  <a:lnTo>
                    <a:pt x="12941" y="16558"/>
                  </a:lnTo>
                  <a:lnTo>
                    <a:pt x="14391" y="16528"/>
                  </a:lnTo>
                  <a:lnTo>
                    <a:pt x="17535" y="16421"/>
                  </a:lnTo>
                  <a:lnTo>
                    <a:pt x="20678" y="16284"/>
                  </a:lnTo>
                  <a:lnTo>
                    <a:pt x="23456" y="16146"/>
                  </a:lnTo>
                  <a:lnTo>
                    <a:pt x="24570" y="16070"/>
                  </a:lnTo>
                  <a:lnTo>
                    <a:pt x="25470" y="16009"/>
                  </a:lnTo>
                  <a:lnTo>
                    <a:pt x="26080" y="15948"/>
                  </a:lnTo>
                  <a:lnTo>
                    <a:pt x="26263" y="15933"/>
                  </a:lnTo>
                  <a:lnTo>
                    <a:pt x="26370" y="15902"/>
                  </a:lnTo>
                  <a:lnTo>
                    <a:pt x="26416" y="15887"/>
                  </a:lnTo>
                  <a:lnTo>
                    <a:pt x="26462" y="15856"/>
                  </a:lnTo>
                  <a:lnTo>
                    <a:pt x="26492" y="15810"/>
                  </a:lnTo>
                  <a:lnTo>
                    <a:pt x="26523" y="15765"/>
                  </a:lnTo>
                  <a:lnTo>
                    <a:pt x="26569" y="15643"/>
                  </a:lnTo>
                  <a:lnTo>
                    <a:pt x="26599" y="15520"/>
                  </a:lnTo>
                  <a:lnTo>
                    <a:pt x="26599" y="15368"/>
                  </a:lnTo>
                  <a:lnTo>
                    <a:pt x="26569" y="15200"/>
                  </a:lnTo>
                  <a:lnTo>
                    <a:pt x="26538" y="15017"/>
                  </a:lnTo>
                  <a:lnTo>
                    <a:pt x="26492" y="14834"/>
                  </a:lnTo>
                  <a:lnTo>
                    <a:pt x="26416" y="14651"/>
                  </a:lnTo>
                  <a:lnTo>
                    <a:pt x="26340" y="14452"/>
                  </a:lnTo>
                  <a:lnTo>
                    <a:pt x="26248" y="14269"/>
                  </a:lnTo>
                  <a:lnTo>
                    <a:pt x="26157" y="14101"/>
                  </a:lnTo>
                  <a:lnTo>
                    <a:pt x="26050" y="13933"/>
                  </a:lnTo>
                  <a:lnTo>
                    <a:pt x="25928" y="13796"/>
                  </a:lnTo>
                  <a:lnTo>
                    <a:pt x="25806" y="13674"/>
                  </a:lnTo>
                  <a:lnTo>
                    <a:pt x="25684" y="13567"/>
                  </a:lnTo>
                  <a:lnTo>
                    <a:pt x="25500" y="13445"/>
                  </a:lnTo>
                  <a:lnTo>
                    <a:pt x="25180" y="13262"/>
                  </a:lnTo>
                  <a:lnTo>
                    <a:pt x="24249" y="12789"/>
                  </a:lnTo>
                  <a:lnTo>
                    <a:pt x="23059" y="12194"/>
                  </a:lnTo>
                  <a:lnTo>
                    <a:pt x="21731" y="11538"/>
                  </a:lnTo>
                  <a:lnTo>
                    <a:pt x="19351" y="10393"/>
                  </a:lnTo>
                  <a:lnTo>
                    <a:pt x="18282" y="9874"/>
                  </a:lnTo>
                  <a:lnTo>
                    <a:pt x="16207" y="7845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0" name="Google Shape;5310;p63"/>
            <p:cNvSpPr/>
            <p:nvPr/>
          </p:nvSpPr>
          <p:spPr>
            <a:xfrm>
              <a:off x="6877900" y="3479725"/>
              <a:ext cx="455925" cy="126300"/>
            </a:xfrm>
            <a:custGeom>
              <a:avLst/>
              <a:gdLst/>
              <a:ahLst/>
              <a:cxnLst/>
              <a:rect l="l" t="t" r="r" b="b"/>
              <a:pathLst>
                <a:path w="18237" h="5052" extrusionOk="0">
                  <a:moveTo>
                    <a:pt x="13338" y="1"/>
                  </a:moveTo>
                  <a:lnTo>
                    <a:pt x="13826" y="291"/>
                  </a:lnTo>
                  <a:lnTo>
                    <a:pt x="14177" y="504"/>
                  </a:lnTo>
                  <a:lnTo>
                    <a:pt x="14543" y="764"/>
                  </a:lnTo>
                  <a:lnTo>
                    <a:pt x="14726" y="901"/>
                  </a:lnTo>
                  <a:lnTo>
                    <a:pt x="14894" y="1054"/>
                  </a:lnTo>
                  <a:lnTo>
                    <a:pt x="15047" y="1191"/>
                  </a:lnTo>
                  <a:lnTo>
                    <a:pt x="15169" y="1328"/>
                  </a:lnTo>
                  <a:lnTo>
                    <a:pt x="15276" y="1466"/>
                  </a:lnTo>
                  <a:lnTo>
                    <a:pt x="15352" y="1588"/>
                  </a:lnTo>
                  <a:lnTo>
                    <a:pt x="15367" y="1649"/>
                  </a:lnTo>
                  <a:lnTo>
                    <a:pt x="15383" y="1710"/>
                  </a:lnTo>
                  <a:lnTo>
                    <a:pt x="15383" y="1771"/>
                  </a:lnTo>
                  <a:lnTo>
                    <a:pt x="15367" y="1832"/>
                  </a:lnTo>
                  <a:lnTo>
                    <a:pt x="15352" y="1893"/>
                  </a:lnTo>
                  <a:lnTo>
                    <a:pt x="15306" y="1969"/>
                  </a:lnTo>
                  <a:lnTo>
                    <a:pt x="15230" y="2030"/>
                  </a:lnTo>
                  <a:lnTo>
                    <a:pt x="15154" y="2091"/>
                  </a:lnTo>
                  <a:lnTo>
                    <a:pt x="15062" y="2137"/>
                  </a:lnTo>
                  <a:lnTo>
                    <a:pt x="14955" y="2198"/>
                  </a:lnTo>
                  <a:lnTo>
                    <a:pt x="14681" y="2290"/>
                  </a:lnTo>
                  <a:lnTo>
                    <a:pt x="14360" y="2381"/>
                  </a:lnTo>
                  <a:lnTo>
                    <a:pt x="13994" y="2457"/>
                  </a:lnTo>
                  <a:lnTo>
                    <a:pt x="13582" y="2519"/>
                  </a:lnTo>
                  <a:lnTo>
                    <a:pt x="13124" y="2580"/>
                  </a:lnTo>
                  <a:lnTo>
                    <a:pt x="12620" y="2625"/>
                  </a:lnTo>
                  <a:lnTo>
                    <a:pt x="12086" y="2671"/>
                  </a:lnTo>
                  <a:lnTo>
                    <a:pt x="10942" y="2732"/>
                  </a:lnTo>
                  <a:lnTo>
                    <a:pt x="9706" y="2747"/>
                  </a:lnTo>
                  <a:lnTo>
                    <a:pt x="8409" y="2763"/>
                  </a:lnTo>
                  <a:lnTo>
                    <a:pt x="7096" y="2732"/>
                  </a:lnTo>
                  <a:lnTo>
                    <a:pt x="5784" y="2702"/>
                  </a:lnTo>
                  <a:lnTo>
                    <a:pt x="4532" y="2656"/>
                  </a:lnTo>
                  <a:lnTo>
                    <a:pt x="3342" y="2595"/>
                  </a:lnTo>
                  <a:lnTo>
                    <a:pt x="2259" y="2519"/>
                  </a:lnTo>
                  <a:lnTo>
                    <a:pt x="1328" y="2442"/>
                  </a:lnTo>
                  <a:lnTo>
                    <a:pt x="565" y="2366"/>
                  </a:lnTo>
                  <a:lnTo>
                    <a:pt x="0" y="2305"/>
                  </a:lnTo>
                  <a:lnTo>
                    <a:pt x="0" y="2305"/>
                  </a:lnTo>
                  <a:lnTo>
                    <a:pt x="76" y="2961"/>
                  </a:lnTo>
                  <a:lnTo>
                    <a:pt x="137" y="3510"/>
                  </a:lnTo>
                  <a:lnTo>
                    <a:pt x="214" y="4319"/>
                  </a:lnTo>
                  <a:lnTo>
                    <a:pt x="260" y="4792"/>
                  </a:lnTo>
                  <a:lnTo>
                    <a:pt x="275" y="4899"/>
                  </a:lnTo>
                  <a:lnTo>
                    <a:pt x="290" y="4960"/>
                  </a:lnTo>
                  <a:lnTo>
                    <a:pt x="397" y="4991"/>
                  </a:lnTo>
                  <a:lnTo>
                    <a:pt x="595" y="5006"/>
                  </a:lnTo>
                  <a:lnTo>
                    <a:pt x="870" y="5036"/>
                  </a:lnTo>
                  <a:lnTo>
                    <a:pt x="1221" y="5036"/>
                  </a:lnTo>
                  <a:lnTo>
                    <a:pt x="2121" y="5052"/>
                  </a:lnTo>
                  <a:lnTo>
                    <a:pt x="3251" y="5052"/>
                  </a:lnTo>
                  <a:lnTo>
                    <a:pt x="4578" y="5021"/>
                  </a:lnTo>
                  <a:lnTo>
                    <a:pt x="6028" y="4991"/>
                  </a:lnTo>
                  <a:lnTo>
                    <a:pt x="9172" y="4884"/>
                  </a:lnTo>
                  <a:lnTo>
                    <a:pt x="12315" y="4747"/>
                  </a:lnTo>
                  <a:lnTo>
                    <a:pt x="15093" y="4609"/>
                  </a:lnTo>
                  <a:lnTo>
                    <a:pt x="16207" y="4533"/>
                  </a:lnTo>
                  <a:lnTo>
                    <a:pt x="17107" y="4472"/>
                  </a:lnTo>
                  <a:lnTo>
                    <a:pt x="17717" y="4411"/>
                  </a:lnTo>
                  <a:lnTo>
                    <a:pt x="17900" y="4396"/>
                  </a:lnTo>
                  <a:lnTo>
                    <a:pt x="18007" y="4365"/>
                  </a:lnTo>
                  <a:lnTo>
                    <a:pt x="18053" y="4350"/>
                  </a:lnTo>
                  <a:lnTo>
                    <a:pt x="18099" y="4319"/>
                  </a:lnTo>
                  <a:lnTo>
                    <a:pt x="18129" y="4273"/>
                  </a:lnTo>
                  <a:lnTo>
                    <a:pt x="18160" y="4228"/>
                  </a:lnTo>
                  <a:lnTo>
                    <a:pt x="18206" y="4121"/>
                  </a:lnTo>
                  <a:lnTo>
                    <a:pt x="18236" y="3983"/>
                  </a:lnTo>
                  <a:lnTo>
                    <a:pt x="18236" y="3831"/>
                  </a:lnTo>
                  <a:lnTo>
                    <a:pt x="18206" y="3663"/>
                  </a:lnTo>
                  <a:lnTo>
                    <a:pt x="18175" y="3480"/>
                  </a:lnTo>
                  <a:lnTo>
                    <a:pt x="18129" y="3297"/>
                  </a:lnTo>
                  <a:lnTo>
                    <a:pt x="18053" y="3114"/>
                  </a:lnTo>
                  <a:lnTo>
                    <a:pt x="17977" y="2931"/>
                  </a:lnTo>
                  <a:lnTo>
                    <a:pt x="17885" y="2747"/>
                  </a:lnTo>
                  <a:lnTo>
                    <a:pt x="17794" y="2580"/>
                  </a:lnTo>
                  <a:lnTo>
                    <a:pt x="17687" y="2412"/>
                  </a:lnTo>
                  <a:lnTo>
                    <a:pt x="17565" y="2259"/>
                  </a:lnTo>
                  <a:lnTo>
                    <a:pt x="17443" y="2137"/>
                  </a:lnTo>
                  <a:lnTo>
                    <a:pt x="17321" y="2030"/>
                  </a:lnTo>
                  <a:lnTo>
                    <a:pt x="17122" y="1908"/>
                  </a:lnTo>
                  <a:lnTo>
                    <a:pt x="16802" y="1740"/>
                  </a:lnTo>
                  <a:lnTo>
                    <a:pt x="15871" y="1252"/>
                  </a:lnTo>
                  <a:lnTo>
                    <a:pt x="14665" y="641"/>
                  </a:lnTo>
                  <a:lnTo>
                    <a:pt x="133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1" name="Google Shape;5311;p63"/>
            <p:cNvSpPr/>
            <p:nvPr/>
          </p:nvSpPr>
          <p:spPr>
            <a:xfrm>
              <a:off x="6978600" y="3293550"/>
              <a:ext cx="222075" cy="182775"/>
            </a:xfrm>
            <a:custGeom>
              <a:avLst/>
              <a:gdLst/>
              <a:ahLst/>
              <a:cxnLst/>
              <a:rect l="l" t="t" r="r" b="b"/>
              <a:pathLst>
                <a:path w="8883" h="7311" extrusionOk="0">
                  <a:moveTo>
                    <a:pt x="1" y="1"/>
                  </a:moveTo>
                  <a:lnTo>
                    <a:pt x="1" y="16"/>
                  </a:lnTo>
                  <a:lnTo>
                    <a:pt x="596" y="672"/>
                  </a:lnTo>
                  <a:lnTo>
                    <a:pt x="1527" y="1649"/>
                  </a:lnTo>
                  <a:lnTo>
                    <a:pt x="3160" y="3266"/>
                  </a:lnTo>
                  <a:lnTo>
                    <a:pt x="4808" y="4869"/>
                  </a:lnTo>
                  <a:lnTo>
                    <a:pt x="5632" y="5662"/>
                  </a:lnTo>
                  <a:lnTo>
                    <a:pt x="5830" y="5845"/>
                  </a:lnTo>
                  <a:lnTo>
                    <a:pt x="6029" y="5998"/>
                  </a:lnTo>
                  <a:lnTo>
                    <a:pt x="6242" y="6150"/>
                  </a:lnTo>
                  <a:lnTo>
                    <a:pt x="6471" y="6273"/>
                  </a:lnTo>
                  <a:lnTo>
                    <a:pt x="7662" y="6807"/>
                  </a:lnTo>
                  <a:lnTo>
                    <a:pt x="8837" y="7310"/>
                  </a:lnTo>
                  <a:lnTo>
                    <a:pt x="8882" y="7310"/>
                  </a:lnTo>
                  <a:lnTo>
                    <a:pt x="8882" y="7295"/>
                  </a:lnTo>
                  <a:lnTo>
                    <a:pt x="8882" y="7280"/>
                  </a:lnTo>
                  <a:lnTo>
                    <a:pt x="7875" y="6730"/>
                  </a:lnTo>
                  <a:lnTo>
                    <a:pt x="7372" y="6471"/>
                  </a:lnTo>
                  <a:lnTo>
                    <a:pt x="6853" y="6211"/>
                  </a:lnTo>
                  <a:lnTo>
                    <a:pt x="6624" y="6105"/>
                  </a:lnTo>
                  <a:lnTo>
                    <a:pt x="6395" y="5967"/>
                  </a:lnTo>
                  <a:lnTo>
                    <a:pt x="6166" y="5830"/>
                  </a:lnTo>
                  <a:lnTo>
                    <a:pt x="5968" y="5662"/>
                  </a:lnTo>
                  <a:lnTo>
                    <a:pt x="5556" y="5265"/>
                  </a:lnTo>
                  <a:lnTo>
                    <a:pt x="5144" y="4869"/>
                  </a:lnTo>
                  <a:lnTo>
                    <a:pt x="3495" y="3297"/>
                  </a:lnTo>
                  <a:lnTo>
                    <a:pt x="1817" y="1710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2" name="Google Shape;5312;p63"/>
            <p:cNvSpPr/>
            <p:nvPr/>
          </p:nvSpPr>
          <p:spPr>
            <a:xfrm>
              <a:off x="5790200" y="2940275"/>
              <a:ext cx="1203300" cy="583350"/>
            </a:xfrm>
            <a:custGeom>
              <a:avLst/>
              <a:gdLst/>
              <a:ahLst/>
              <a:cxnLst/>
              <a:rect l="l" t="t" r="r" b="b"/>
              <a:pathLst>
                <a:path w="48132" h="23334" extrusionOk="0">
                  <a:moveTo>
                    <a:pt x="27225" y="0"/>
                  </a:moveTo>
                  <a:lnTo>
                    <a:pt x="27012" y="16"/>
                  </a:lnTo>
                  <a:lnTo>
                    <a:pt x="26783" y="46"/>
                  </a:lnTo>
                  <a:lnTo>
                    <a:pt x="26554" y="92"/>
                  </a:lnTo>
                  <a:lnTo>
                    <a:pt x="26066" y="214"/>
                  </a:lnTo>
                  <a:lnTo>
                    <a:pt x="25547" y="382"/>
                  </a:lnTo>
                  <a:lnTo>
                    <a:pt x="25013" y="580"/>
                  </a:lnTo>
                  <a:lnTo>
                    <a:pt x="24448" y="809"/>
                  </a:lnTo>
                  <a:lnTo>
                    <a:pt x="23853" y="1084"/>
                  </a:lnTo>
                  <a:lnTo>
                    <a:pt x="23258" y="1389"/>
                  </a:lnTo>
                  <a:lnTo>
                    <a:pt x="22647" y="1710"/>
                  </a:lnTo>
                  <a:lnTo>
                    <a:pt x="22022" y="2061"/>
                  </a:lnTo>
                  <a:lnTo>
                    <a:pt x="21381" y="2427"/>
                  </a:lnTo>
                  <a:lnTo>
                    <a:pt x="20755" y="2808"/>
                  </a:lnTo>
                  <a:lnTo>
                    <a:pt x="20114" y="3205"/>
                  </a:lnTo>
                  <a:lnTo>
                    <a:pt x="19473" y="3602"/>
                  </a:lnTo>
                  <a:lnTo>
                    <a:pt x="18222" y="4426"/>
                  </a:lnTo>
                  <a:lnTo>
                    <a:pt x="17031" y="5250"/>
                  </a:lnTo>
                  <a:lnTo>
                    <a:pt x="15902" y="6044"/>
                  </a:lnTo>
                  <a:lnTo>
                    <a:pt x="14864" y="6791"/>
                  </a:lnTo>
                  <a:lnTo>
                    <a:pt x="13949" y="7448"/>
                  </a:lnTo>
                  <a:lnTo>
                    <a:pt x="12606" y="8439"/>
                  </a:lnTo>
                  <a:lnTo>
                    <a:pt x="12209" y="8699"/>
                  </a:lnTo>
                  <a:lnTo>
                    <a:pt x="12102" y="8760"/>
                  </a:lnTo>
                  <a:lnTo>
                    <a:pt x="12041" y="8775"/>
                  </a:lnTo>
                  <a:lnTo>
                    <a:pt x="11492" y="8546"/>
                  </a:lnTo>
                  <a:lnTo>
                    <a:pt x="10714" y="8180"/>
                  </a:lnTo>
                  <a:lnTo>
                    <a:pt x="9722" y="7692"/>
                  </a:lnTo>
                  <a:lnTo>
                    <a:pt x="199" y="11873"/>
                  </a:lnTo>
                  <a:lnTo>
                    <a:pt x="153" y="12163"/>
                  </a:lnTo>
                  <a:lnTo>
                    <a:pt x="123" y="12499"/>
                  </a:lnTo>
                  <a:lnTo>
                    <a:pt x="77" y="12956"/>
                  </a:lnTo>
                  <a:lnTo>
                    <a:pt x="31" y="13491"/>
                  </a:lnTo>
                  <a:lnTo>
                    <a:pt x="1" y="14116"/>
                  </a:lnTo>
                  <a:lnTo>
                    <a:pt x="1" y="14803"/>
                  </a:lnTo>
                  <a:lnTo>
                    <a:pt x="31" y="15535"/>
                  </a:lnTo>
                  <a:lnTo>
                    <a:pt x="62" y="15917"/>
                  </a:lnTo>
                  <a:lnTo>
                    <a:pt x="108" y="16298"/>
                  </a:lnTo>
                  <a:lnTo>
                    <a:pt x="153" y="16695"/>
                  </a:lnTo>
                  <a:lnTo>
                    <a:pt x="230" y="17092"/>
                  </a:lnTo>
                  <a:lnTo>
                    <a:pt x="306" y="17489"/>
                  </a:lnTo>
                  <a:lnTo>
                    <a:pt x="398" y="17870"/>
                  </a:lnTo>
                  <a:lnTo>
                    <a:pt x="520" y="18267"/>
                  </a:lnTo>
                  <a:lnTo>
                    <a:pt x="642" y="18649"/>
                  </a:lnTo>
                  <a:lnTo>
                    <a:pt x="794" y="19030"/>
                  </a:lnTo>
                  <a:lnTo>
                    <a:pt x="962" y="19396"/>
                  </a:lnTo>
                  <a:lnTo>
                    <a:pt x="1161" y="19763"/>
                  </a:lnTo>
                  <a:lnTo>
                    <a:pt x="1374" y="20098"/>
                  </a:lnTo>
                  <a:lnTo>
                    <a:pt x="1603" y="20434"/>
                  </a:lnTo>
                  <a:lnTo>
                    <a:pt x="1863" y="20755"/>
                  </a:lnTo>
                  <a:lnTo>
                    <a:pt x="2153" y="21044"/>
                  </a:lnTo>
                  <a:lnTo>
                    <a:pt x="2458" y="21319"/>
                  </a:lnTo>
                  <a:lnTo>
                    <a:pt x="2687" y="21518"/>
                  </a:lnTo>
                  <a:lnTo>
                    <a:pt x="2931" y="21685"/>
                  </a:lnTo>
                  <a:lnTo>
                    <a:pt x="3175" y="21853"/>
                  </a:lnTo>
                  <a:lnTo>
                    <a:pt x="3419" y="22006"/>
                  </a:lnTo>
                  <a:lnTo>
                    <a:pt x="3679" y="22158"/>
                  </a:lnTo>
                  <a:lnTo>
                    <a:pt x="3938" y="22281"/>
                  </a:lnTo>
                  <a:lnTo>
                    <a:pt x="4197" y="22418"/>
                  </a:lnTo>
                  <a:lnTo>
                    <a:pt x="4457" y="22525"/>
                  </a:lnTo>
                  <a:lnTo>
                    <a:pt x="4716" y="22632"/>
                  </a:lnTo>
                  <a:lnTo>
                    <a:pt x="4976" y="22738"/>
                  </a:lnTo>
                  <a:lnTo>
                    <a:pt x="5525" y="22906"/>
                  </a:lnTo>
                  <a:lnTo>
                    <a:pt x="6074" y="23059"/>
                  </a:lnTo>
                  <a:lnTo>
                    <a:pt x="6624" y="23166"/>
                  </a:lnTo>
                  <a:lnTo>
                    <a:pt x="7188" y="23242"/>
                  </a:lnTo>
                  <a:lnTo>
                    <a:pt x="7738" y="23303"/>
                  </a:lnTo>
                  <a:lnTo>
                    <a:pt x="8302" y="23333"/>
                  </a:lnTo>
                  <a:lnTo>
                    <a:pt x="8867" y="23333"/>
                  </a:lnTo>
                  <a:lnTo>
                    <a:pt x="9416" y="23318"/>
                  </a:lnTo>
                  <a:lnTo>
                    <a:pt x="9966" y="23288"/>
                  </a:lnTo>
                  <a:lnTo>
                    <a:pt x="10515" y="23242"/>
                  </a:lnTo>
                  <a:lnTo>
                    <a:pt x="11049" y="23166"/>
                  </a:lnTo>
                  <a:lnTo>
                    <a:pt x="11416" y="23105"/>
                  </a:lnTo>
                  <a:lnTo>
                    <a:pt x="11782" y="23044"/>
                  </a:lnTo>
                  <a:lnTo>
                    <a:pt x="12148" y="22952"/>
                  </a:lnTo>
                  <a:lnTo>
                    <a:pt x="12514" y="22860"/>
                  </a:lnTo>
                  <a:lnTo>
                    <a:pt x="12865" y="22769"/>
                  </a:lnTo>
                  <a:lnTo>
                    <a:pt x="13216" y="22647"/>
                  </a:lnTo>
                  <a:lnTo>
                    <a:pt x="13583" y="22525"/>
                  </a:lnTo>
                  <a:lnTo>
                    <a:pt x="13934" y="22387"/>
                  </a:lnTo>
                  <a:lnTo>
                    <a:pt x="14620" y="22097"/>
                  </a:lnTo>
                  <a:lnTo>
                    <a:pt x="15307" y="21777"/>
                  </a:lnTo>
                  <a:lnTo>
                    <a:pt x="15994" y="21426"/>
                  </a:lnTo>
                  <a:lnTo>
                    <a:pt x="16665" y="21044"/>
                  </a:lnTo>
                  <a:lnTo>
                    <a:pt x="17321" y="20632"/>
                  </a:lnTo>
                  <a:lnTo>
                    <a:pt x="17962" y="20205"/>
                  </a:lnTo>
                  <a:lnTo>
                    <a:pt x="18588" y="19763"/>
                  </a:lnTo>
                  <a:lnTo>
                    <a:pt x="19214" y="19305"/>
                  </a:lnTo>
                  <a:lnTo>
                    <a:pt x="19824" y="18847"/>
                  </a:lnTo>
                  <a:lnTo>
                    <a:pt x="20404" y="18359"/>
                  </a:lnTo>
                  <a:lnTo>
                    <a:pt x="20984" y="17886"/>
                  </a:lnTo>
                  <a:lnTo>
                    <a:pt x="21548" y="17397"/>
                  </a:lnTo>
                  <a:lnTo>
                    <a:pt x="22632" y="16451"/>
                  </a:lnTo>
                  <a:lnTo>
                    <a:pt x="23654" y="15520"/>
                  </a:lnTo>
                  <a:lnTo>
                    <a:pt x="24585" y="14666"/>
                  </a:lnTo>
                  <a:lnTo>
                    <a:pt x="25470" y="13872"/>
                  </a:lnTo>
                  <a:lnTo>
                    <a:pt x="25867" y="13521"/>
                  </a:lnTo>
                  <a:lnTo>
                    <a:pt x="26264" y="13201"/>
                  </a:lnTo>
                  <a:lnTo>
                    <a:pt x="26630" y="12911"/>
                  </a:lnTo>
                  <a:lnTo>
                    <a:pt x="26966" y="12667"/>
                  </a:lnTo>
                  <a:lnTo>
                    <a:pt x="27286" y="12453"/>
                  </a:lnTo>
                  <a:lnTo>
                    <a:pt x="27592" y="12285"/>
                  </a:lnTo>
                  <a:lnTo>
                    <a:pt x="27866" y="12163"/>
                  </a:lnTo>
                  <a:lnTo>
                    <a:pt x="28004" y="12117"/>
                  </a:lnTo>
                  <a:lnTo>
                    <a:pt x="28126" y="12087"/>
                  </a:lnTo>
                  <a:lnTo>
                    <a:pt x="28202" y="12087"/>
                  </a:lnTo>
                  <a:lnTo>
                    <a:pt x="28278" y="12102"/>
                  </a:lnTo>
                  <a:lnTo>
                    <a:pt x="28370" y="12117"/>
                  </a:lnTo>
                  <a:lnTo>
                    <a:pt x="28477" y="12163"/>
                  </a:lnTo>
                  <a:lnTo>
                    <a:pt x="28736" y="12285"/>
                  </a:lnTo>
                  <a:lnTo>
                    <a:pt x="29026" y="12453"/>
                  </a:lnTo>
                  <a:lnTo>
                    <a:pt x="29346" y="12667"/>
                  </a:lnTo>
                  <a:lnTo>
                    <a:pt x="29713" y="12926"/>
                  </a:lnTo>
                  <a:lnTo>
                    <a:pt x="30110" y="13231"/>
                  </a:lnTo>
                  <a:lnTo>
                    <a:pt x="30537" y="13567"/>
                  </a:lnTo>
                  <a:lnTo>
                    <a:pt x="31468" y="14330"/>
                  </a:lnTo>
                  <a:lnTo>
                    <a:pt x="32460" y="15184"/>
                  </a:lnTo>
                  <a:lnTo>
                    <a:pt x="33497" y="16100"/>
                  </a:lnTo>
                  <a:lnTo>
                    <a:pt x="34550" y="17062"/>
                  </a:lnTo>
                  <a:lnTo>
                    <a:pt x="35588" y="18023"/>
                  </a:lnTo>
                  <a:lnTo>
                    <a:pt x="36580" y="18954"/>
                  </a:lnTo>
                  <a:lnTo>
                    <a:pt x="38304" y="20602"/>
                  </a:lnTo>
                  <a:lnTo>
                    <a:pt x="39525" y="21777"/>
                  </a:lnTo>
                  <a:lnTo>
                    <a:pt x="39968" y="22219"/>
                  </a:lnTo>
                  <a:lnTo>
                    <a:pt x="48132" y="14315"/>
                  </a:lnTo>
                  <a:lnTo>
                    <a:pt x="47628" y="13857"/>
                  </a:lnTo>
                  <a:lnTo>
                    <a:pt x="46911" y="13185"/>
                  </a:lnTo>
                  <a:lnTo>
                    <a:pt x="44897" y="11324"/>
                  </a:lnTo>
                  <a:lnTo>
                    <a:pt x="43676" y="10194"/>
                  </a:lnTo>
                  <a:lnTo>
                    <a:pt x="42318" y="8989"/>
                  </a:lnTo>
                  <a:lnTo>
                    <a:pt x="40868" y="7753"/>
                  </a:lnTo>
                  <a:lnTo>
                    <a:pt x="40120" y="7112"/>
                  </a:lnTo>
                  <a:lnTo>
                    <a:pt x="39342" y="6486"/>
                  </a:lnTo>
                  <a:lnTo>
                    <a:pt x="38564" y="5860"/>
                  </a:lnTo>
                  <a:lnTo>
                    <a:pt x="37770" y="5235"/>
                  </a:lnTo>
                  <a:lnTo>
                    <a:pt x="36977" y="4640"/>
                  </a:lnTo>
                  <a:lnTo>
                    <a:pt x="36183" y="4060"/>
                  </a:lnTo>
                  <a:lnTo>
                    <a:pt x="35374" y="3495"/>
                  </a:lnTo>
                  <a:lnTo>
                    <a:pt x="34581" y="2961"/>
                  </a:lnTo>
                  <a:lnTo>
                    <a:pt x="33787" y="2457"/>
                  </a:lnTo>
                  <a:lnTo>
                    <a:pt x="33009" y="1984"/>
                  </a:lnTo>
                  <a:lnTo>
                    <a:pt x="32231" y="1557"/>
                  </a:lnTo>
                  <a:lnTo>
                    <a:pt x="31483" y="1160"/>
                  </a:lnTo>
                  <a:lnTo>
                    <a:pt x="31117" y="992"/>
                  </a:lnTo>
                  <a:lnTo>
                    <a:pt x="30750" y="825"/>
                  </a:lnTo>
                  <a:lnTo>
                    <a:pt x="30384" y="672"/>
                  </a:lnTo>
                  <a:lnTo>
                    <a:pt x="30033" y="535"/>
                  </a:lnTo>
                  <a:lnTo>
                    <a:pt x="29682" y="413"/>
                  </a:lnTo>
                  <a:lnTo>
                    <a:pt x="29331" y="306"/>
                  </a:lnTo>
                  <a:lnTo>
                    <a:pt x="28995" y="214"/>
                  </a:lnTo>
                  <a:lnTo>
                    <a:pt x="28660" y="138"/>
                  </a:lnTo>
                  <a:lnTo>
                    <a:pt x="28339" y="77"/>
                  </a:lnTo>
                  <a:lnTo>
                    <a:pt x="28034" y="31"/>
                  </a:lnTo>
                  <a:lnTo>
                    <a:pt x="2772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3" name="Google Shape;5313;p63"/>
            <p:cNvSpPr/>
            <p:nvPr/>
          </p:nvSpPr>
          <p:spPr>
            <a:xfrm>
              <a:off x="5790200" y="2940275"/>
              <a:ext cx="1203300" cy="583350"/>
            </a:xfrm>
            <a:custGeom>
              <a:avLst/>
              <a:gdLst/>
              <a:ahLst/>
              <a:cxnLst/>
              <a:rect l="l" t="t" r="r" b="b"/>
              <a:pathLst>
                <a:path w="48132" h="23334" fill="none" extrusionOk="0">
                  <a:moveTo>
                    <a:pt x="199" y="11873"/>
                  </a:moveTo>
                  <a:lnTo>
                    <a:pt x="199" y="11873"/>
                  </a:lnTo>
                  <a:lnTo>
                    <a:pt x="153" y="12163"/>
                  </a:lnTo>
                  <a:lnTo>
                    <a:pt x="123" y="12499"/>
                  </a:lnTo>
                  <a:lnTo>
                    <a:pt x="77" y="12956"/>
                  </a:lnTo>
                  <a:lnTo>
                    <a:pt x="31" y="13491"/>
                  </a:lnTo>
                  <a:lnTo>
                    <a:pt x="1" y="14116"/>
                  </a:lnTo>
                  <a:lnTo>
                    <a:pt x="1" y="14803"/>
                  </a:lnTo>
                  <a:lnTo>
                    <a:pt x="31" y="15535"/>
                  </a:lnTo>
                  <a:lnTo>
                    <a:pt x="62" y="15917"/>
                  </a:lnTo>
                  <a:lnTo>
                    <a:pt x="108" y="16298"/>
                  </a:lnTo>
                  <a:lnTo>
                    <a:pt x="153" y="16695"/>
                  </a:lnTo>
                  <a:lnTo>
                    <a:pt x="230" y="17092"/>
                  </a:lnTo>
                  <a:lnTo>
                    <a:pt x="306" y="17489"/>
                  </a:lnTo>
                  <a:lnTo>
                    <a:pt x="398" y="17870"/>
                  </a:lnTo>
                  <a:lnTo>
                    <a:pt x="520" y="18267"/>
                  </a:lnTo>
                  <a:lnTo>
                    <a:pt x="642" y="18649"/>
                  </a:lnTo>
                  <a:lnTo>
                    <a:pt x="794" y="19030"/>
                  </a:lnTo>
                  <a:lnTo>
                    <a:pt x="962" y="19396"/>
                  </a:lnTo>
                  <a:lnTo>
                    <a:pt x="1161" y="19763"/>
                  </a:lnTo>
                  <a:lnTo>
                    <a:pt x="1374" y="20098"/>
                  </a:lnTo>
                  <a:lnTo>
                    <a:pt x="1603" y="20434"/>
                  </a:lnTo>
                  <a:lnTo>
                    <a:pt x="1863" y="20755"/>
                  </a:lnTo>
                  <a:lnTo>
                    <a:pt x="2153" y="21044"/>
                  </a:lnTo>
                  <a:lnTo>
                    <a:pt x="2458" y="21319"/>
                  </a:lnTo>
                  <a:lnTo>
                    <a:pt x="2458" y="21319"/>
                  </a:lnTo>
                  <a:lnTo>
                    <a:pt x="2687" y="21518"/>
                  </a:lnTo>
                  <a:lnTo>
                    <a:pt x="2931" y="21685"/>
                  </a:lnTo>
                  <a:lnTo>
                    <a:pt x="3175" y="21853"/>
                  </a:lnTo>
                  <a:lnTo>
                    <a:pt x="3419" y="22006"/>
                  </a:lnTo>
                  <a:lnTo>
                    <a:pt x="3679" y="22158"/>
                  </a:lnTo>
                  <a:lnTo>
                    <a:pt x="3938" y="22281"/>
                  </a:lnTo>
                  <a:lnTo>
                    <a:pt x="4197" y="22418"/>
                  </a:lnTo>
                  <a:lnTo>
                    <a:pt x="4457" y="22525"/>
                  </a:lnTo>
                  <a:lnTo>
                    <a:pt x="4716" y="22632"/>
                  </a:lnTo>
                  <a:lnTo>
                    <a:pt x="4976" y="22738"/>
                  </a:lnTo>
                  <a:lnTo>
                    <a:pt x="5525" y="22906"/>
                  </a:lnTo>
                  <a:lnTo>
                    <a:pt x="6074" y="23059"/>
                  </a:lnTo>
                  <a:lnTo>
                    <a:pt x="6624" y="23166"/>
                  </a:lnTo>
                  <a:lnTo>
                    <a:pt x="7188" y="23242"/>
                  </a:lnTo>
                  <a:lnTo>
                    <a:pt x="7738" y="23303"/>
                  </a:lnTo>
                  <a:lnTo>
                    <a:pt x="8302" y="23333"/>
                  </a:lnTo>
                  <a:lnTo>
                    <a:pt x="8867" y="23333"/>
                  </a:lnTo>
                  <a:lnTo>
                    <a:pt x="9416" y="23318"/>
                  </a:lnTo>
                  <a:lnTo>
                    <a:pt x="9966" y="23288"/>
                  </a:lnTo>
                  <a:lnTo>
                    <a:pt x="10515" y="23242"/>
                  </a:lnTo>
                  <a:lnTo>
                    <a:pt x="11049" y="23166"/>
                  </a:lnTo>
                  <a:lnTo>
                    <a:pt x="11049" y="23166"/>
                  </a:lnTo>
                  <a:lnTo>
                    <a:pt x="11416" y="23105"/>
                  </a:lnTo>
                  <a:lnTo>
                    <a:pt x="11782" y="23044"/>
                  </a:lnTo>
                  <a:lnTo>
                    <a:pt x="12148" y="22952"/>
                  </a:lnTo>
                  <a:lnTo>
                    <a:pt x="12514" y="22860"/>
                  </a:lnTo>
                  <a:lnTo>
                    <a:pt x="12865" y="22769"/>
                  </a:lnTo>
                  <a:lnTo>
                    <a:pt x="13216" y="22647"/>
                  </a:lnTo>
                  <a:lnTo>
                    <a:pt x="13583" y="22525"/>
                  </a:lnTo>
                  <a:lnTo>
                    <a:pt x="13934" y="22387"/>
                  </a:lnTo>
                  <a:lnTo>
                    <a:pt x="14620" y="22097"/>
                  </a:lnTo>
                  <a:lnTo>
                    <a:pt x="15307" y="21777"/>
                  </a:lnTo>
                  <a:lnTo>
                    <a:pt x="15994" y="21426"/>
                  </a:lnTo>
                  <a:lnTo>
                    <a:pt x="16665" y="21044"/>
                  </a:lnTo>
                  <a:lnTo>
                    <a:pt x="17321" y="20632"/>
                  </a:lnTo>
                  <a:lnTo>
                    <a:pt x="17962" y="20205"/>
                  </a:lnTo>
                  <a:lnTo>
                    <a:pt x="18588" y="19763"/>
                  </a:lnTo>
                  <a:lnTo>
                    <a:pt x="19214" y="19305"/>
                  </a:lnTo>
                  <a:lnTo>
                    <a:pt x="19824" y="18847"/>
                  </a:lnTo>
                  <a:lnTo>
                    <a:pt x="20404" y="18359"/>
                  </a:lnTo>
                  <a:lnTo>
                    <a:pt x="20984" y="17886"/>
                  </a:lnTo>
                  <a:lnTo>
                    <a:pt x="21548" y="17397"/>
                  </a:lnTo>
                  <a:lnTo>
                    <a:pt x="22632" y="16451"/>
                  </a:lnTo>
                  <a:lnTo>
                    <a:pt x="23654" y="15520"/>
                  </a:lnTo>
                  <a:lnTo>
                    <a:pt x="24585" y="14666"/>
                  </a:lnTo>
                  <a:lnTo>
                    <a:pt x="25470" y="13872"/>
                  </a:lnTo>
                  <a:lnTo>
                    <a:pt x="25867" y="13521"/>
                  </a:lnTo>
                  <a:lnTo>
                    <a:pt x="26264" y="13201"/>
                  </a:lnTo>
                  <a:lnTo>
                    <a:pt x="26630" y="12911"/>
                  </a:lnTo>
                  <a:lnTo>
                    <a:pt x="26966" y="12667"/>
                  </a:lnTo>
                  <a:lnTo>
                    <a:pt x="27286" y="12453"/>
                  </a:lnTo>
                  <a:lnTo>
                    <a:pt x="27592" y="12285"/>
                  </a:lnTo>
                  <a:lnTo>
                    <a:pt x="27866" y="12163"/>
                  </a:lnTo>
                  <a:lnTo>
                    <a:pt x="28004" y="12117"/>
                  </a:lnTo>
                  <a:lnTo>
                    <a:pt x="28126" y="12087"/>
                  </a:lnTo>
                  <a:lnTo>
                    <a:pt x="28126" y="12087"/>
                  </a:lnTo>
                  <a:lnTo>
                    <a:pt x="28202" y="12087"/>
                  </a:lnTo>
                  <a:lnTo>
                    <a:pt x="28278" y="12102"/>
                  </a:lnTo>
                  <a:lnTo>
                    <a:pt x="28370" y="12117"/>
                  </a:lnTo>
                  <a:lnTo>
                    <a:pt x="28477" y="12163"/>
                  </a:lnTo>
                  <a:lnTo>
                    <a:pt x="28736" y="12285"/>
                  </a:lnTo>
                  <a:lnTo>
                    <a:pt x="29026" y="12453"/>
                  </a:lnTo>
                  <a:lnTo>
                    <a:pt x="29346" y="12667"/>
                  </a:lnTo>
                  <a:lnTo>
                    <a:pt x="29713" y="12926"/>
                  </a:lnTo>
                  <a:lnTo>
                    <a:pt x="30110" y="13231"/>
                  </a:lnTo>
                  <a:lnTo>
                    <a:pt x="30537" y="13567"/>
                  </a:lnTo>
                  <a:lnTo>
                    <a:pt x="31468" y="14330"/>
                  </a:lnTo>
                  <a:lnTo>
                    <a:pt x="32460" y="15184"/>
                  </a:lnTo>
                  <a:lnTo>
                    <a:pt x="33497" y="16100"/>
                  </a:lnTo>
                  <a:lnTo>
                    <a:pt x="34550" y="17062"/>
                  </a:lnTo>
                  <a:lnTo>
                    <a:pt x="35588" y="18023"/>
                  </a:lnTo>
                  <a:lnTo>
                    <a:pt x="36580" y="18954"/>
                  </a:lnTo>
                  <a:lnTo>
                    <a:pt x="38304" y="20602"/>
                  </a:lnTo>
                  <a:lnTo>
                    <a:pt x="39525" y="21777"/>
                  </a:lnTo>
                  <a:lnTo>
                    <a:pt x="39968" y="22219"/>
                  </a:lnTo>
                  <a:lnTo>
                    <a:pt x="48132" y="14315"/>
                  </a:lnTo>
                  <a:lnTo>
                    <a:pt x="48132" y="14315"/>
                  </a:lnTo>
                  <a:lnTo>
                    <a:pt x="47628" y="13857"/>
                  </a:lnTo>
                  <a:lnTo>
                    <a:pt x="46911" y="13185"/>
                  </a:lnTo>
                  <a:lnTo>
                    <a:pt x="44897" y="11324"/>
                  </a:lnTo>
                  <a:lnTo>
                    <a:pt x="43676" y="10194"/>
                  </a:lnTo>
                  <a:lnTo>
                    <a:pt x="42318" y="8989"/>
                  </a:lnTo>
                  <a:lnTo>
                    <a:pt x="40868" y="7753"/>
                  </a:lnTo>
                  <a:lnTo>
                    <a:pt x="40120" y="7112"/>
                  </a:lnTo>
                  <a:lnTo>
                    <a:pt x="39342" y="6486"/>
                  </a:lnTo>
                  <a:lnTo>
                    <a:pt x="38564" y="5860"/>
                  </a:lnTo>
                  <a:lnTo>
                    <a:pt x="37770" y="5235"/>
                  </a:lnTo>
                  <a:lnTo>
                    <a:pt x="36977" y="4640"/>
                  </a:lnTo>
                  <a:lnTo>
                    <a:pt x="36183" y="4060"/>
                  </a:lnTo>
                  <a:lnTo>
                    <a:pt x="35374" y="3495"/>
                  </a:lnTo>
                  <a:lnTo>
                    <a:pt x="34581" y="2961"/>
                  </a:lnTo>
                  <a:lnTo>
                    <a:pt x="33787" y="2457"/>
                  </a:lnTo>
                  <a:lnTo>
                    <a:pt x="33009" y="1984"/>
                  </a:lnTo>
                  <a:lnTo>
                    <a:pt x="32231" y="1557"/>
                  </a:lnTo>
                  <a:lnTo>
                    <a:pt x="31483" y="1160"/>
                  </a:lnTo>
                  <a:lnTo>
                    <a:pt x="31117" y="992"/>
                  </a:lnTo>
                  <a:lnTo>
                    <a:pt x="30750" y="825"/>
                  </a:lnTo>
                  <a:lnTo>
                    <a:pt x="30384" y="672"/>
                  </a:lnTo>
                  <a:lnTo>
                    <a:pt x="30033" y="535"/>
                  </a:lnTo>
                  <a:lnTo>
                    <a:pt x="29682" y="413"/>
                  </a:lnTo>
                  <a:lnTo>
                    <a:pt x="29331" y="306"/>
                  </a:lnTo>
                  <a:lnTo>
                    <a:pt x="28995" y="214"/>
                  </a:lnTo>
                  <a:lnTo>
                    <a:pt x="28660" y="138"/>
                  </a:lnTo>
                  <a:lnTo>
                    <a:pt x="28339" y="77"/>
                  </a:lnTo>
                  <a:lnTo>
                    <a:pt x="28034" y="31"/>
                  </a:lnTo>
                  <a:lnTo>
                    <a:pt x="27729" y="0"/>
                  </a:lnTo>
                  <a:lnTo>
                    <a:pt x="27424" y="0"/>
                  </a:lnTo>
                  <a:lnTo>
                    <a:pt x="27424" y="0"/>
                  </a:lnTo>
                  <a:lnTo>
                    <a:pt x="27225" y="0"/>
                  </a:lnTo>
                  <a:lnTo>
                    <a:pt x="27012" y="16"/>
                  </a:lnTo>
                  <a:lnTo>
                    <a:pt x="26783" y="46"/>
                  </a:lnTo>
                  <a:lnTo>
                    <a:pt x="26554" y="92"/>
                  </a:lnTo>
                  <a:lnTo>
                    <a:pt x="26066" y="214"/>
                  </a:lnTo>
                  <a:lnTo>
                    <a:pt x="25547" y="382"/>
                  </a:lnTo>
                  <a:lnTo>
                    <a:pt x="25013" y="580"/>
                  </a:lnTo>
                  <a:lnTo>
                    <a:pt x="24448" y="809"/>
                  </a:lnTo>
                  <a:lnTo>
                    <a:pt x="23853" y="1084"/>
                  </a:lnTo>
                  <a:lnTo>
                    <a:pt x="23258" y="1389"/>
                  </a:lnTo>
                  <a:lnTo>
                    <a:pt x="22647" y="1710"/>
                  </a:lnTo>
                  <a:lnTo>
                    <a:pt x="22022" y="2061"/>
                  </a:lnTo>
                  <a:lnTo>
                    <a:pt x="21381" y="2427"/>
                  </a:lnTo>
                  <a:lnTo>
                    <a:pt x="20755" y="2808"/>
                  </a:lnTo>
                  <a:lnTo>
                    <a:pt x="20114" y="3205"/>
                  </a:lnTo>
                  <a:lnTo>
                    <a:pt x="19473" y="3602"/>
                  </a:lnTo>
                  <a:lnTo>
                    <a:pt x="18222" y="4426"/>
                  </a:lnTo>
                  <a:lnTo>
                    <a:pt x="17031" y="5250"/>
                  </a:lnTo>
                  <a:lnTo>
                    <a:pt x="15902" y="6044"/>
                  </a:lnTo>
                  <a:lnTo>
                    <a:pt x="14864" y="6791"/>
                  </a:lnTo>
                  <a:lnTo>
                    <a:pt x="13949" y="7448"/>
                  </a:lnTo>
                  <a:lnTo>
                    <a:pt x="12606" y="8439"/>
                  </a:lnTo>
                  <a:lnTo>
                    <a:pt x="12209" y="8699"/>
                  </a:lnTo>
                  <a:lnTo>
                    <a:pt x="12102" y="8760"/>
                  </a:lnTo>
                  <a:lnTo>
                    <a:pt x="12041" y="8775"/>
                  </a:lnTo>
                  <a:lnTo>
                    <a:pt x="12041" y="8775"/>
                  </a:lnTo>
                  <a:lnTo>
                    <a:pt x="11492" y="8546"/>
                  </a:lnTo>
                  <a:lnTo>
                    <a:pt x="10714" y="8180"/>
                  </a:lnTo>
                  <a:lnTo>
                    <a:pt x="9722" y="7692"/>
                  </a:lnTo>
                  <a:lnTo>
                    <a:pt x="199" y="1187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4" name="Google Shape;5314;p63"/>
            <p:cNvSpPr/>
            <p:nvPr/>
          </p:nvSpPr>
          <p:spPr>
            <a:xfrm>
              <a:off x="6767625" y="3277150"/>
              <a:ext cx="185450" cy="177800"/>
            </a:xfrm>
            <a:custGeom>
              <a:avLst/>
              <a:gdLst/>
              <a:ahLst/>
              <a:cxnLst/>
              <a:rect l="l" t="t" r="r" b="b"/>
              <a:pathLst>
                <a:path w="7418" h="7112" extrusionOk="0">
                  <a:moveTo>
                    <a:pt x="7387" y="0"/>
                  </a:moveTo>
                  <a:lnTo>
                    <a:pt x="6639" y="657"/>
                  </a:lnTo>
                  <a:lnTo>
                    <a:pt x="5891" y="1343"/>
                  </a:lnTo>
                  <a:lnTo>
                    <a:pt x="4442" y="2717"/>
                  </a:lnTo>
                  <a:lnTo>
                    <a:pt x="3007" y="4090"/>
                  </a:lnTo>
                  <a:lnTo>
                    <a:pt x="1588" y="5479"/>
                  </a:lnTo>
                  <a:lnTo>
                    <a:pt x="794" y="6272"/>
                  </a:lnTo>
                  <a:lnTo>
                    <a:pt x="1" y="7081"/>
                  </a:lnTo>
                  <a:lnTo>
                    <a:pt x="1" y="7096"/>
                  </a:lnTo>
                  <a:lnTo>
                    <a:pt x="16" y="7112"/>
                  </a:lnTo>
                  <a:lnTo>
                    <a:pt x="31" y="7096"/>
                  </a:lnTo>
                  <a:lnTo>
                    <a:pt x="779" y="6440"/>
                  </a:lnTo>
                  <a:lnTo>
                    <a:pt x="1512" y="5769"/>
                  </a:lnTo>
                  <a:lnTo>
                    <a:pt x="2977" y="4395"/>
                  </a:lnTo>
                  <a:lnTo>
                    <a:pt x="4411" y="3022"/>
                  </a:lnTo>
                  <a:lnTo>
                    <a:pt x="5830" y="1633"/>
                  </a:lnTo>
                  <a:lnTo>
                    <a:pt x="6639" y="840"/>
                  </a:lnTo>
                  <a:lnTo>
                    <a:pt x="7036" y="443"/>
                  </a:lnTo>
                  <a:lnTo>
                    <a:pt x="7417" y="31"/>
                  </a:lnTo>
                  <a:lnTo>
                    <a:pt x="7417" y="16"/>
                  </a:lnTo>
                  <a:lnTo>
                    <a:pt x="74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5" name="Google Shape;5315;p63"/>
            <p:cNvSpPr/>
            <p:nvPr/>
          </p:nvSpPr>
          <p:spPr>
            <a:xfrm>
              <a:off x="5887875" y="3211150"/>
              <a:ext cx="76700" cy="140025"/>
            </a:xfrm>
            <a:custGeom>
              <a:avLst/>
              <a:gdLst/>
              <a:ahLst/>
              <a:cxnLst/>
              <a:rect l="l" t="t" r="r" b="b"/>
              <a:pathLst>
                <a:path w="3068" h="5601" extrusionOk="0">
                  <a:moveTo>
                    <a:pt x="2747" y="0"/>
                  </a:moveTo>
                  <a:lnTo>
                    <a:pt x="2732" y="16"/>
                  </a:lnTo>
                  <a:lnTo>
                    <a:pt x="2717" y="46"/>
                  </a:lnTo>
                  <a:lnTo>
                    <a:pt x="2793" y="412"/>
                  </a:lnTo>
                  <a:lnTo>
                    <a:pt x="2824" y="794"/>
                  </a:lnTo>
                  <a:lnTo>
                    <a:pt x="2839" y="1175"/>
                  </a:lnTo>
                  <a:lnTo>
                    <a:pt x="2808" y="1542"/>
                  </a:lnTo>
                  <a:lnTo>
                    <a:pt x="2747" y="1923"/>
                  </a:lnTo>
                  <a:lnTo>
                    <a:pt x="2656" y="2289"/>
                  </a:lnTo>
                  <a:lnTo>
                    <a:pt x="2534" y="2640"/>
                  </a:lnTo>
                  <a:lnTo>
                    <a:pt x="2381" y="2991"/>
                  </a:lnTo>
                  <a:lnTo>
                    <a:pt x="2274" y="3174"/>
                  </a:lnTo>
                  <a:lnTo>
                    <a:pt x="2152" y="3358"/>
                  </a:lnTo>
                  <a:lnTo>
                    <a:pt x="2030" y="3525"/>
                  </a:lnTo>
                  <a:lnTo>
                    <a:pt x="1908" y="3693"/>
                  </a:lnTo>
                  <a:lnTo>
                    <a:pt x="1618" y="4014"/>
                  </a:lnTo>
                  <a:lnTo>
                    <a:pt x="1328" y="4334"/>
                  </a:lnTo>
                  <a:lnTo>
                    <a:pt x="1008" y="4624"/>
                  </a:lnTo>
                  <a:lnTo>
                    <a:pt x="687" y="4899"/>
                  </a:lnTo>
                  <a:lnTo>
                    <a:pt x="31" y="5448"/>
                  </a:lnTo>
                  <a:lnTo>
                    <a:pt x="0" y="5479"/>
                  </a:lnTo>
                  <a:lnTo>
                    <a:pt x="0" y="5509"/>
                  </a:lnTo>
                  <a:lnTo>
                    <a:pt x="0" y="5540"/>
                  </a:lnTo>
                  <a:lnTo>
                    <a:pt x="16" y="5570"/>
                  </a:lnTo>
                  <a:lnTo>
                    <a:pt x="46" y="5586"/>
                  </a:lnTo>
                  <a:lnTo>
                    <a:pt x="77" y="5601"/>
                  </a:lnTo>
                  <a:lnTo>
                    <a:pt x="138" y="5601"/>
                  </a:lnTo>
                  <a:lnTo>
                    <a:pt x="550" y="5341"/>
                  </a:lnTo>
                  <a:lnTo>
                    <a:pt x="947" y="5067"/>
                  </a:lnTo>
                  <a:lnTo>
                    <a:pt x="1328" y="4762"/>
                  </a:lnTo>
                  <a:lnTo>
                    <a:pt x="1679" y="4456"/>
                  </a:lnTo>
                  <a:lnTo>
                    <a:pt x="1847" y="4304"/>
                  </a:lnTo>
                  <a:lnTo>
                    <a:pt x="2000" y="4151"/>
                  </a:lnTo>
                  <a:lnTo>
                    <a:pt x="2137" y="3983"/>
                  </a:lnTo>
                  <a:lnTo>
                    <a:pt x="2274" y="3815"/>
                  </a:lnTo>
                  <a:lnTo>
                    <a:pt x="2396" y="3632"/>
                  </a:lnTo>
                  <a:lnTo>
                    <a:pt x="2518" y="3449"/>
                  </a:lnTo>
                  <a:lnTo>
                    <a:pt x="2625" y="3266"/>
                  </a:lnTo>
                  <a:lnTo>
                    <a:pt x="2717" y="3068"/>
                  </a:lnTo>
                  <a:lnTo>
                    <a:pt x="2793" y="2885"/>
                  </a:lnTo>
                  <a:lnTo>
                    <a:pt x="2869" y="2701"/>
                  </a:lnTo>
                  <a:lnTo>
                    <a:pt x="2930" y="2518"/>
                  </a:lnTo>
                  <a:lnTo>
                    <a:pt x="2976" y="2320"/>
                  </a:lnTo>
                  <a:lnTo>
                    <a:pt x="3022" y="2137"/>
                  </a:lnTo>
                  <a:lnTo>
                    <a:pt x="3037" y="1938"/>
                  </a:lnTo>
                  <a:lnTo>
                    <a:pt x="3068" y="1740"/>
                  </a:lnTo>
                  <a:lnTo>
                    <a:pt x="3068" y="1557"/>
                  </a:lnTo>
                  <a:lnTo>
                    <a:pt x="3068" y="1358"/>
                  </a:lnTo>
                  <a:lnTo>
                    <a:pt x="3068" y="1160"/>
                  </a:lnTo>
                  <a:lnTo>
                    <a:pt x="3037" y="962"/>
                  </a:lnTo>
                  <a:lnTo>
                    <a:pt x="3007" y="779"/>
                  </a:lnTo>
                  <a:lnTo>
                    <a:pt x="2961" y="580"/>
                  </a:lnTo>
                  <a:lnTo>
                    <a:pt x="2915" y="382"/>
                  </a:lnTo>
                  <a:lnTo>
                    <a:pt x="2854" y="199"/>
                  </a:lnTo>
                  <a:lnTo>
                    <a:pt x="2778" y="16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6" name="Google Shape;5316;p63"/>
            <p:cNvSpPr/>
            <p:nvPr/>
          </p:nvSpPr>
          <p:spPr>
            <a:xfrm>
              <a:off x="6006525" y="3133700"/>
              <a:ext cx="96550" cy="69850"/>
            </a:xfrm>
            <a:custGeom>
              <a:avLst/>
              <a:gdLst/>
              <a:ahLst/>
              <a:cxnLst/>
              <a:rect l="l" t="t" r="r" b="b"/>
              <a:pathLst>
                <a:path w="3862" h="2794" extrusionOk="0">
                  <a:moveTo>
                    <a:pt x="992" y="0"/>
                  </a:moveTo>
                  <a:lnTo>
                    <a:pt x="947" y="31"/>
                  </a:lnTo>
                  <a:lnTo>
                    <a:pt x="947" y="62"/>
                  </a:lnTo>
                  <a:lnTo>
                    <a:pt x="947" y="92"/>
                  </a:lnTo>
                  <a:lnTo>
                    <a:pt x="962" y="107"/>
                  </a:lnTo>
                  <a:lnTo>
                    <a:pt x="1603" y="580"/>
                  </a:lnTo>
                  <a:lnTo>
                    <a:pt x="2244" y="1038"/>
                  </a:lnTo>
                  <a:lnTo>
                    <a:pt x="2915" y="1511"/>
                  </a:lnTo>
                  <a:lnTo>
                    <a:pt x="3083" y="1603"/>
                  </a:lnTo>
                  <a:lnTo>
                    <a:pt x="3236" y="1725"/>
                  </a:lnTo>
                  <a:lnTo>
                    <a:pt x="3404" y="1847"/>
                  </a:lnTo>
                  <a:lnTo>
                    <a:pt x="3541" y="1969"/>
                  </a:lnTo>
                  <a:lnTo>
                    <a:pt x="3602" y="2045"/>
                  </a:lnTo>
                  <a:lnTo>
                    <a:pt x="3632" y="2122"/>
                  </a:lnTo>
                  <a:lnTo>
                    <a:pt x="3632" y="2198"/>
                  </a:lnTo>
                  <a:lnTo>
                    <a:pt x="3617" y="2259"/>
                  </a:lnTo>
                  <a:lnTo>
                    <a:pt x="3587" y="2335"/>
                  </a:lnTo>
                  <a:lnTo>
                    <a:pt x="3541" y="2396"/>
                  </a:lnTo>
                  <a:lnTo>
                    <a:pt x="3480" y="2442"/>
                  </a:lnTo>
                  <a:lnTo>
                    <a:pt x="3388" y="2488"/>
                  </a:lnTo>
                  <a:lnTo>
                    <a:pt x="3236" y="2518"/>
                  </a:lnTo>
                  <a:lnTo>
                    <a:pt x="3083" y="2518"/>
                  </a:lnTo>
                  <a:lnTo>
                    <a:pt x="2930" y="2488"/>
                  </a:lnTo>
                  <a:lnTo>
                    <a:pt x="2778" y="2427"/>
                  </a:lnTo>
                  <a:lnTo>
                    <a:pt x="2610" y="2351"/>
                  </a:lnTo>
                  <a:lnTo>
                    <a:pt x="2457" y="2274"/>
                  </a:lnTo>
                  <a:lnTo>
                    <a:pt x="2137" y="2076"/>
                  </a:lnTo>
                  <a:lnTo>
                    <a:pt x="1542" y="1679"/>
                  </a:lnTo>
                  <a:lnTo>
                    <a:pt x="809" y="1206"/>
                  </a:lnTo>
                  <a:lnTo>
                    <a:pt x="428" y="962"/>
                  </a:lnTo>
                  <a:lnTo>
                    <a:pt x="31" y="733"/>
                  </a:lnTo>
                  <a:lnTo>
                    <a:pt x="0" y="733"/>
                  </a:lnTo>
                  <a:lnTo>
                    <a:pt x="0" y="748"/>
                  </a:lnTo>
                  <a:lnTo>
                    <a:pt x="0" y="763"/>
                  </a:lnTo>
                  <a:lnTo>
                    <a:pt x="367" y="1053"/>
                  </a:lnTo>
                  <a:lnTo>
                    <a:pt x="718" y="1343"/>
                  </a:lnTo>
                  <a:lnTo>
                    <a:pt x="1450" y="1908"/>
                  </a:lnTo>
                  <a:lnTo>
                    <a:pt x="1801" y="2167"/>
                  </a:lnTo>
                  <a:lnTo>
                    <a:pt x="2152" y="2427"/>
                  </a:lnTo>
                  <a:lnTo>
                    <a:pt x="2305" y="2518"/>
                  </a:lnTo>
                  <a:lnTo>
                    <a:pt x="2473" y="2610"/>
                  </a:lnTo>
                  <a:lnTo>
                    <a:pt x="2640" y="2686"/>
                  </a:lnTo>
                  <a:lnTo>
                    <a:pt x="2824" y="2747"/>
                  </a:lnTo>
                  <a:lnTo>
                    <a:pt x="2976" y="2778"/>
                  </a:lnTo>
                  <a:lnTo>
                    <a:pt x="3144" y="2793"/>
                  </a:lnTo>
                  <a:lnTo>
                    <a:pt x="3297" y="2763"/>
                  </a:lnTo>
                  <a:lnTo>
                    <a:pt x="3465" y="2732"/>
                  </a:lnTo>
                  <a:lnTo>
                    <a:pt x="3602" y="2656"/>
                  </a:lnTo>
                  <a:lnTo>
                    <a:pt x="3663" y="2610"/>
                  </a:lnTo>
                  <a:lnTo>
                    <a:pt x="3724" y="2549"/>
                  </a:lnTo>
                  <a:lnTo>
                    <a:pt x="3770" y="2488"/>
                  </a:lnTo>
                  <a:lnTo>
                    <a:pt x="3816" y="2427"/>
                  </a:lnTo>
                  <a:lnTo>
                    <a:pt x="3846" y="2351"/>
                  </a:lnTo>
                  <a:lnTo>
                    <a:pt x="3861" y="2259"/>
                  </a:lnTo>
                  <a:lnTo>
                    <a:pt x="3861" y="2167"/>
                  </a:lnTo>
                  <a:lnTo>
                    <a:pt x="3831" y="2091"/>
                  </a:lnTo>
                  <a:lnTo>
                    <a:pt x="3816" y="2015"/>
                  </a:lnTo>
                  <a:lnTo>
                    <a:pt x="3770" y="1939"/>
                  </a:lnTo>
                  <a:lnTo>
                    <a:pt x="3724" y="1877"/>
                  </a:lnTo>
                  <a:lnTo>
                    <a:pt x="3678" y="1801"/>
                  </a:lnTo>
                  <a:lnTo>
                    <a:pt x="3617" y="1755"/>
                  </a:lnTo>
                  <a:lnTo>
                    <a:pt x="3541" y="1710"/>
                  </a:lnTo>
                  <a:lnTo>
                    <a:pt x="3175" y="1450"/>
                  </a:lnTo>
                  <a:lnTo>
                    <a:pt x="2793" y="1191"/>
                  </a:lnTo>
                  <a:lnTo>
                    <a:pt x="1923" y="596"/>
                  </a:lnTo>
                  <a:lnTo>
                    <a:pt x="1023" y="16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7" name="Google Shape;5317;p63"/>
            <p:cNvSpPr/>
            <p:nvPr/>
          </p:nvSpPr>
          <p:spPr>
            <a:xfrm>
              <a:off x="6006525" y="3133700"/>
              <a:ext cx="96550" cy="69850"/>
            </a:xfrm>
            <a:custGeom>
              <a:avLst/>
              <a:gdLst/>
              <a:ahLst/>
              <a:cxnLst/>
              <a:rect l="l" t="t" r="r" b="b"/>
              <a:pathLst>
                <a:path w="3862" h="2794" fill="none" extrusionOk="0">
                  <a:moveTo>
                    <a:pt x="3541" y="1710"/>
                  </a:moveTo>
                  <a:lnTo>
                    <a:pt x="3541" y="1710"/>
                  </a:lnTo>
                  <a:lnTo>
                    <a:pt x="3175" y="1450"/>
                  </a:lnTo>
                  <a:lnTo>
                    <a:pt x="2793" y="1191"/>
                  </a:lnTo>
                  <a:lnTo>
                    <a:pt x="2793" y="1191"/>
                  </a:lnTo>
                  <a:lnTo>
                    <a:pt x="1923" y="596"/>
                  </a:lnTo>
                  <a:lnTo>
                    <a:pt x="1023" y="16"/>
                  </a:lnTo>
                  <a:lnTo>
                    <a:pt x="1023" y="16"/>
                  </a:lnTo>
                  <a:lnTo>
                    <a:pt x="1008" y="0"/>
                  </a:lnTo>
                  <a:lnTo>
                    <a:pt x="992" y="0"/>
                  </a:lnTo>
                  <a:lnTo>
                    <a:pt x="947" y="31"/>
                  </a:lnTo>
                  <a:lnTo>
                    <a:pt x="947" y="62"/>
                  </a:lnTo>
                  <a:lnTo>
                    <a:pt x="947" y="92"/>
                  </a:lnTo>
                  <a:lnTo>
                    <a:pt x="962" y="107"/>
                  </a:lnTo>
                  <a:lnTo>
                    <a:pt x="962" y="107"/>
                  </a:lnTo>
                  <a:lnTo>
                    <a:pt x="1603" y="580"/>
                  </a:lnTo>
                  <a:lnTo>
                    <a:pt x="2244" y="1038"/>
                  </a:lnTo>
                  <a:lnTo>
                    <a:pt x="2244" y="1038"/>
                  </a:lnTo>
                  <a:lnTo>
                    <a:pt x="2915" y="1511"/>
                  </a:lnTo>
                  <a:lnTo>
                    <a:pt x="2915" y="1511"/>
                  </a:lnTo>
                  <a:lnTo>
                    <a:pt x="3083" y="1603"/>
                  </a:lnTo>
                  <a:lnTo>
                    <a:pt x="3236" y="1725"/>
                  </a:lnTo>
                  <a:lnTo>
                    <a:pt x="3404" y="1847"/>
                  </a:lnTo>
                  <a:lnTo>
                    <a:pt x="3541" y="1969"/>
                  </a:lnTo>
                  <a:lnTo>
                    <a:pt x="3541" y="1969"/>
                  </a:lnTo>
                  <a:lnTo>
                    <a:pt x="3602" y="2045"/>
                  </a:lnTo>
                  <a:lnTo>
                    <a:pt x="3632" y="2122"/>
                  </a:lnTo>
                  <a:lnTo>
                    <a:pt x="3632" y="2198"/>
                  </a:lnTo>
                  <a:lnTo>
                    <a:pt x="3617" y="2259"/>
                  </a:lnTo>
                  <a:lnTo>
                    <a:pt x="3587" y="2335"/>
                  </a:lnTo>
                  <a:lnTo>
                    <a:pt x="3541" y="2396"/>
                  </a:lnTo>
                  <a:lnTo>
                    <a:pt x="3480" y="2442"/>
                  </a:lnTo>
                  <a:lnTo>
                    <a:pt x="3388" y="2488"/>
                  </a:lnTo>
                  <a:lnTo>
                    <a:pt x="3388" y="2488"/>
                  </a:lnTo>
                  <a:lnTo>
                    <a:pt x="3236" y="2518"/>
                  </a:lnTo>
                  <a:lnTo>
                    <a:pt x="3083" y="2518"/>
                  </a:lnTo>
                  <a:lnTo>
                    <a:pt x="2930" y="2488"/>
                  </a:lnTo>
                  <a:lnTo>
                    <a:pt x="2778" y="2427"/>
                  </a:lnTo>
                  <a:lnTo>
                    <a:pt x="2778" y="2427"/>
                  </a:lnTo>
                  <a:lnTo>
                    <a:pt x="2610" y="2351"/>
                  </a:lnTo>
                  <a:lnTo>
                    <a:pt x="2457" y="2274"/>
                  </a:lnTo>
                  <a:lnTo>
                    <a:pt x="2137" y="2076"/>
                  </a:lnTo>
                  <a:lnTo>
                    <a:pt x="1542" y="1679"/>
                  </a:lnTo>
                  <a:lnTo>
                    <a:pt x="1542" y="1679"/>
                  </a:lnTo>
                  <a:lnTo>
                    <a:pt x="809" y="1206"/>
                  </a:lnTo>
                  <a:lnTo>
                    <a:pt x="809" y="1206"/>
                  </a:lnTo>
                  <a:lnTo>
                    <a:pt x="428" y="962"/>
                  </a:lnTo>
                  <a:lnTo>
                    <a:pt x="31" y="733"/>
                  </a:lnTo>
                  <a:lnTo>
                    <a:pt x="31" y="733"/>
                  </a:lnTo>
                  <a:lnTo>
                    <a:pt x="16" y="733"/>
                  </a:lnTo>
                  <a:lnTo>
                    <a:pt x="0" y="733"/>
                  </a:lnTo>
                  <a:lnTo>
                    <a:pt x="0" y="748"/>
                  </a:lnTo>
                  <a:lnTo>
                    <a:pt x="0" y="763"/>
                  </a:lnTo>
                  <a:lnTo>
                    <a:pt x="0" y="763"/>
                  </a:lnTo>
                  <a:lnTo>
                    <a:pt x="367" y="1053"/>
                  </a:lnTo>
                  <a:lnTo>
                    <a:pt x="718" y="1343"/>
                  </a:lnTo>
                  <a:lnTo>
                    <a:pt x="718" y="1343"/>
                  </a:lnTo>
                  <a:lnTo>
                    <a:pt x="1450" y="1908"/>
                  </a:lnTo>
                  <a:lnTo>
                    <a:pt x="1450" y="1908"/>
                  </a:lnTo>
                  <a:lnTo>
                    <a:pt x="1801" y="2167"/>
                  </a:lnTo>
                  <a:lnTo>
                    <a:pt x="2152" y="2427"/>
                  </a:lnTo>
                  <a:lnTo>
                    <a:pt x="2152" y="2427"/>
                  </a:lnTo>
                  <a:lnTo>
                    <a:pt x="2305" y="2518"/>
                  </a:lnTo>
                  <a:lnTo>
                    <a:pt x="2473" y="2610"/>
                  </a:lnTo>
                  <a:lnTo>
                    <a:pt x="2640" y="2686"/>
                  </a:lnTo>
                  <a:lnTo>
                    <a:pt x="2824" y="2747"/>
                  </a:lnTo>
                  <a:lnTo>
                    <a:pt x="2824" y="2747"/>
                  </a:lnTo>
                  <a:lnTo>
                    <a:pt x="2976" y="2778"/>
                  </a:lnTo>
                  <a:lnTo>
                    <a:pt x="3144" y="2793"/>
                  </a:lnTo>
                  <a:lnTo>
                    <a:pt x="3297" y="2763"/>
                  </a:lnTo>
                  <a:lnTo>
                    <a:pt x="3465" y="2732"/>
                  </a:lnTo>
                  <a:lnTo>
                    <a:pt x="3602" y="2656"/>
                  </a:lnTo>
                  <a:lnTo>
                    <a:pt x="3663" y="2610"/>
                  </a:lnTo>
                  <a:lnTo>
                    <a:pt x="3724" y="2549"/>
                  </a:lnTo>
                  <a:lnTo>
                    <a:pt x="3770" y="2488"/>
                  </a:lnTo>
                  <a:lnTo>
                    <a:pt x="3816" y="2427"/>
                  </a:lnTo>
                  <a:lnTo>
                    <a:pt x="3846" y="2351"/>
                  </a:lnTo>
                  <a:lnTo>
                    <a:pt x="3861" y="2259"/>
                  </a:lnTo>
                  <a:lnTo>
                    <a:pt x="3861" y="2259"/>
                  </a:lnTo>
                  <a:lnTo>
                    <a:pt x="3861" y="2167"/>
                  </a:lnTo>
                  <a:lnTo>
                    <a:pt x="3831" y="2091"/>
                  </a:lnTo>
                  <a:lnTo>
                    <a:pt x="3816" y="2015"/>
                  </a:lnTo>
                  <a:lnTo>
                    <a:pt x="3770" y="1939"/>
                  </a:lnTo>
                  <a:lnTo>
                    <a:pt x="3724" y="1877"/>
                  </a:lnTo>
                  <a:lnTo>
                    <a:pt x="3678" y="1801"/>
                  </a:lnTo>
                  <a:lnTo>
                    <a:pt x="3617" y="1755"/>
                  </a:lnTo>
                  <a:lnTo>
                    <a:pt x="3541" y="171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8" name="Google Shape;5318;p63"/>
            <p:cNvSpPr/>
            <p:nvPr/>
          </p:nvSpPr>
          <p:spPr>
            <a:xfrm>
              <a:off x="6526900" y="2949425"/>
              <a:ext cx="453250" cy="334625"/>
            </a:xfrm>
            <a:custGeom>
              <a:avLst/>
              <a:gdLst/>
              <a:ahLst/>
              <a:cxnLst/>
              <a:rect l="l" t="t" r="r" b="b"/>
              <a:pathLst>
                <a:path w="18130" h="13385" extrusionOk="0">
                  <a:moveTo>
                    <a:pt x="16" y="1"/>
                  </a:moveTo>
                  <a:lnTo>
                    <a:pt x="1" y="16"/>
                  </a:lnTo>
                  <a:lnTo>
                    <a:pt x="1" y="31"/>
                  </a:lnTo>
                  <a:lnTo>
                    <a:pt x="16" y="47"/>
                  </a:lnTo>
                  <a:lnTo>
                    <a:pt x="504" y="291"/>
                  </a:lnTo>
                  <a:lnTo>
                    <a:pt x="992" y="535"/>
                  </a:lnTo>
                  <a:lnTo>
                    <a:pt x="1954" y="1038"/>
                  </a:lnTo>
                  <a:lnTo>
                    <a:pt x="2915" y="1557"/>
                  </a:lnTo>
                  <a:lnTo>
                    <a:pt x="3861" y="2107"/>
                  </a:lnTo>
                  <a:lnTo>
                    <a:pt x="4792" y="2671"/>
                  </a:lnTo>
                  <a:lnTo>
                    <a:pt x="5723" y="3266"/>
                  </a:lnTo>
                  <a:lnTo>
                    <a:pt x="6639" y="3877"/>
                  </a:lnTo>
                  <a:lnTo>
                    <a:pt x="7539" y="4503"/>
                  </a:lnTo>
                  <a:lnTo>
                    <a:pt x="8424" y="5143"/>
                  </a:lnTo>
                  <a:lnTo>
                    <a:pt x="9294" y="5815"/>
                  </a:lnTo>
                  <a:lnTo>
                    <a:pt x="10164" y="6486"/>
                  </a:lnTo>
                  <a:lnTo>
                    <a:pt x="11019" y="7188"/>
                  </a:lnTo>
                  <a:lnTo>
                    <a:pt x="11858" y="7890"/>
                  </a:lnTo>
                  <a:lnTo>
                    <a:pt x="12697" y="8608"/>
                  </a:lnTo>
                  <a:lnTo>
                    <a:pt x="13537" y="9340"/>
                  </a:lnTo>
                  <a:lnTo>
                    <a:pt x="14376" y="10073"/>
                  </a:lnTo>
                  <a:lnTo>
                    <a:pt x="16009" y="11553"/>
                  </a:lnTo>
                  <a:lnTo>
                    <a:pt x="17657" y="13018"/>
                  </a:lnTo>
                  <a:lnTo>
                    <a:pt x="18069" y="13384"/>
                  </a:lnTo>
                  <a:lnTo>
                    <a:pt x="18099" y="13384"/>
                  </a:lnTo>
                  <a:lnTo>
                    <a:pt x="18130" y="13369"/>
                  </a:lnTo>
                  <a:lnTo>
                    <a:pt x="18130" y="13323"/>
                  </a:lnTo>
                  <a:lnTo>
                    <a:pt x="17733" y="12941"/>
                  </a:lnTo>
                  <a:lnTo>
                    <a:pt x="17336" y="12545"/>
                  </a:lnTo>
                  <a:lnTo>
                    <a:pt x="16528" y="11782"/>
                  </a:lnTo>
                  <a:lnTo>
                    <a:pt x="15734" y="11034"/>
                  </a:lnTo>
                  <a:lnTo>
                    <a:pt x="14925" y="10286"/>
                  </a:lnTo>
                  <a:lnTo>
                    <a:pt x="13277" y="8806"/>
                  </a:lnTo>
                  <a:lnTo>
                    <a:pt x="12438" y="8073"/>
                  </a:lnTo>
                  <a:lnTo>
                    <a:pt x="11598" y="7356"/>
                  </a:lnTo>
                  <a:lnTo>
                    <a:pt x="10744" y="6654"/>
                  </a:lnTo>
                  <a:lnTo>
                    <a:pt x="9874" y="5968"/>
                  </a:lnTo>
                  <a:lnTo>
                    <a:pt x="9004" y="5281"/>
                  </a:lnTo>
                  <a:lnTo>
                    <a:pt x="8119" y="4625"/>
                  </a:lnTo>
                  <a:lnTo>
                    <a:pt x="7219" y="3968"/>
                  </a:lnTo>
                  <a:lnTo>
                    <a:pt x="6318" y="3358"/>
                  </a:lnTo>
                  <a:lnTo>
                    <a:pt x="5403" y="2763"/>
                  </a:lnTo>
                  <a:lnTo>
                    <a:pt x="4472" y="2183"/>
                  </a:lnTo>
                  <a:lnTo>
                    <a:pt x="3510" y="1634"/>
                  </a:lnTo>
                  <a:lnTo>
                    <a:pt x="2549" y="1130"/>
                  </a:lnTo>
                  <a:lnTo>
                    <a:pt x="2061" y="871"/>
                  </a:lnTo>
                  <a:lnTo>
                    <a:pt x="1572" y="642"/>
                  </a:lnTo>
                  <a:lnTo>
                    <a:pt x="1084" y="428"/>
                  </a:lnTo>
                  <a:lnTo>
                    <a:pt x="580" y="214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9" name="Google Shape;5319;p63"/>
            <p:cNvSpPr/>
            <p:nvPr/>
          </p:nvSpPr>
          <p:spPr>
            <a:xfrm>
              <a:off x="5821500" y="3184450"/>
              <a:ext cx="957975" cy="288825"/>
            </a:xfrm>
            <a:custGeom>
              <a:avLst/>
              <a:gdLst/>
              <a:ahLst/>
              <a:cxnLst/>
              <a:rect l="l" t="t" r="r" b="b"/>
              <a:pathLst>
                <a:path w="38319" h="11553" extrusionOk="0">
                  <a:moveTo>
                    <a:pt x="26645" y="0"/>
                  </a:moveTo>
                  <a:lnTo>
                    <a:pt x="26492" y="15"/>
                  </a:lnTo>
                  <a:lnTo>
                    <a:pt x="26355" y="46"/>
                  </a:lnTo>
                  <a:lnTo>
                    <a:pt x="26217" y="92"/>
                  </a:lnTo>
                  <a:lnTo>
                    <a:pt x="26080" y="153"/>
                  </a:lnTo>
                  <a:lnTo>
                    <a:pt x="25943" y="229"/>
                  </a:lnTo>
                  <a:lnTo>
                    <a:pt x="25821" y="305"/>
                  </a:lnTo>
                  <a:lnTo>
                    <a:pt x="25577" y="488"/>
                  </a:lnTo>
                  <a:lnTo>
                    <a:pt x="25332" y="687"/>
                  </a:lnTo>
                  <a:lnTo>
                    <a:pt x="24218" y="1572"/>
                  </a:lnTo>
                  <a:lnTo>
                    <a:pt x="21914" y="3388"/>
                  </a:lnTo>
                  <a:lnTo>
                    <a:pt x="19762" y="5112"/>
                  </a:lnTo>
                  <a:lnTo>
                    <a:pt x="18679" y="5967"/>
                  </a:lnTo>
                  <a:lnTo>
                    <a:pt x="17595" y="6806"/>
                  </a:lnTo>
                  <a:lnTo>
                    <a:pt x="17107" y="7188"/>
                  </a:lnTo>
                  <a:lnTo>
                    <a:pt x="16619" y="7554"/>
                  </a:lnTo>
                  <a:lnTo>
                    <a:pt x="16115" y="7920"/>
                  </a:lnTo>
                  <a:lnTo>
                    <a:pt x="15612" y="8271"/>
                  </a:lnTo>
                  <a:lnTo>
                    <a:pt x="15108" y="8607"/>
                  </a:lnTo>
                  <a:lnTo>
                    <a:pt x="14589" y="8943"/>
                  </a:lnTo>
                  <a:lnTo>
                    <a:pt x="14055" y="9263"/>
                  </a:lnTo>
                  <a:lnTo>
                    <a:pt x="13536" y="9568"/>
                  </a:lnTo>
                  <a:lnTo>
                    <a:pt x="13017" y="9858"/>
                  </a:lnTo>
                  <a:lnTo>
                    <a:pt x="12468" y="10118"/>
                  </a:lnTo>
                  <a:lnTo>
                    <a:pt x="11919" y="10362"/>
                  </a:lnTo>
                  <a:lnTo>
                    <a:pt x="11369" y="10591"/>
                  </a:lnTo>
                  <a:lnTo>
                    <a:pt x="10789" y="10789"/>
                  </a:lnTo>
                  <a:lnTo>
                    <a:pt x="10209" y="10957"/>
                  </a:lnTo>
                  <a:lnTo>
                    <a:pt x="9629" y="11110"/>
                  </a:lnTo>
                  <a:lnTo>
                    <a:pt x="9034" y="11232"/>
                  </a:lnTo>
                  <a:lnTo>
                    <a:pt x="8439" y="11308"/>
                  </a:lnTo>
                  <a:lnTo>
                    <a:pt x="8134" y="11338"/>
                  </a:lnTo>
                  <a:lnTo>
                    <a:pt x="7844" y="11354"/>
                  </a:lnTo>
                  <a:lnTo>
                    <a:pt x="7539" y="11369"/>
                  </a:lnTo>
                  <a:lnTo>
                    <a:pt x="7249" y="11369"/>
                  </a:lnTo>
                  <a:lnTo>
                    <a:pt x="6944" y="11354"/>
                  </a:lnTo>
                  <a:lnTo>
                    <a:pt x="6654" y="11338"/>
                  </a:lnTo>
                  <a:lnTo>
                    <a:pt x="6348" y="11308"/>
                  </a:lnTo>
                  <a:lnTo>
                    <a:pt x="6059" y="11262"/>
                  </a:lnTo>
                  <a:lnTo>
                    <a:pt x="5769" y="11201"/>
                  </a:lnTo>
                  <a:lnTo>
                    <a:pt x="5479" y="11140"/>
                  </a:lnTo>
                  <a:lnTo>
                    <a:pt x="5189" y="11064"/>
                  </a:lnTo>
                  <a:lnTo>
                    <a:pt x="4899" y="10972"/>
                  </a:lnTo>
                  <a:lnTo>
                    <a:pt x="4609" y="10865"/>
                  </a:lnTo>
                  <a:lnTo>
                    <a:pt x="4334" y="10759"/>
                  </a:lnTo>
                  <a:lnTo>
                    <a:pt x="4075" y="10637"/>
                  </a:lnTo>
                  <a:lnTo>
                    <a:pt x="3831" y="10499"/>
                  </a:lnTo>
                  <a:lnTo>
                    <a:pt x="3586" y="10362"/>
                  </a:lnTo>
                  <a:lnTo>
                    <a:pt x="3357" y="10209"/>
                  </a:lnTo>
                  <a:lnTo>
                    <a:pt x="3129" y="10041"/>
                  </a:lnTo>
                  <a:lnTo>
                    <a:pt x="2915" y="9873"/>
                  </a:lnTo>
                  <a:lnTo>
                    <a:pt x="2701" y="9690"/>
                  </a:lnTo>
                  <a:lnTo>
                    <a:pt x="2503" y="9507"/>
                  </a:lnTo>
                  <a:lnTo>
                    <a:pt x="2305" y="9309"/>
                  </a:lnTo>
                  <a:lnTo>
                    <a:pt x="2121" y="9095"/>
                  </a:lnTo>
                  <a:lnTo>
                    <a:pt x="1954" y="8882"/>
                  </a:lnTo>
                  <a:lnTo>
                    <a:pt x="1786" y="8653"/>
                  </a:lnTo>
                  <a:lnTo>
                    <a:pt x="1633" y="8424"/>
                  </a:lnTo>
                  <a:lnTo>
                    <a:pt x="1480" y="8195"/>
                  </a:lnTo>
                  <a:lnTo>
                    <a:pt x="1358" y="7935"/>
                  </a:lnTo>
                  <a:lnTo>
                    <a:pt x="1236" y="7691"/>
                  </a:lnTo>
                  <a:lnTo>
                    <a:pt x="1114" y="7432"/>
                  </a:lnTo>
                  <a:lnTo>
                    <a:pt x="1007" y="7172"/>
                  </a:lnTo>
                  <a:lnTo>
                    <a:pt x="809" y="6654"/>
                  </a:lnTo>
                  <a:lnTo>
                    <a:pt x="641" y="6104"/>
                  </a:lnTo>
                  <a:lnTo>
                    <a:pt x="504" y="5570"/>
                  </a:lnTo>
                  <a:lnTo>
                    <a:pt x="382" y="5005"/>
                  </a:lnTo>
                  <a:lnTo>
                    <a:pt x="290" y="4456"/>
                  </a:lnTo>
                  <a:lnTo>
                    <a:pt x="199" y="3891"/>
                  </a:lnTo>
                  <a:lnTo>
                    <a:pt x="138" y="3342"/>
                  </a:lnTo>
                  <a:lnTo>
                    <a:pt x="31" y="2259"/>
                  </a:lnTo>
                  <a:lnTo>
                    <a:pt x="31" y="2243"/>
                  </a:lnTo>
                  <a:lnTo>
                    <a:pt x="0" y="2243"/>
                  </a:lnTo>
                  <a:lnTo>
                    <a:pt x="0" y="2259"/>
                  </a:lnTo>
                  <a:lnTo>
                    <a:pt x="31" y="2793"/>
                  </a:lnTo>
                  <a:lnTo>
                    <a:pt x="76" y="3327"/>
                  </a:lnTo>
                  <a:lnTo>
                    <a:pt x="122" y="3876"/>
                  </a:lnTo>
                  <a:lnTo>
                    <a:pt x="199" y="4410"/>
                  </a:lnTo>
                  <a:lnTo>
                    <a:pt x="275" y="4960"/>
                  </a:lnTo>
                  <a:lnTo>
                    <a:pt x="382" y="5494"/>
                  </a:lnTo>
                  <a:lnTo>
                    <a:pt x="504" y="6043"/>
                  </a:lnTo>
                  <a:lnTo>
                    <a:pt x="641" y="6562"/>
                  </a:lnTo>
                  <a:lnTo>
                    <a:pt x="824" y="7081"/>
                  </a:lnTo>
                  <a:lnTo>
                    <a:pt x="1023" y="7584"/>
                  </a:lnTo>
                  <a:lnTo>
                    <a:pt x="1129" y="7829"/>
                  </a:lnTo>
                  <a:lnTo>
                    <a:pt x="1252" y="8073"/>
                  </a:lnTo>
                  <a:lnTo>
                    <a:pt x="1389" y="8302"/>
                  </a:lnTo>
                  <a:lnTo>
                    <a:pt x="1526" y="8531"/>
                  </a:lnTo>
                  <a:lnTo>
                    <a:pt x="1664" y="8759"/>
                  </a:lnTo>
                  <a:lnTo>
                    <a:pt x="1816" y="8973"/>
                  </a:lnTo>
                  <a:lnTo>
                    <a:pt x="1984" y="9187"/>
                  </a:lnTo>
                  <a:lnTo>
                    <a:pt x="2152" y="9400"/>
                  </a:lnTo>
                  <a:lnTo>
                    <a:pt x="2350" y="9599"/>
                  </a:lnTo>
                  <a:lnTo>
                    <a:pt x="2533" y="9782"/>
                  </a:lnTo>
                  <a:lnTo>
                    <a:pt x="2747" y="9980"/>
                  </a:lnTo>
                  <a:lnTo>
                    <a:pt x="2961" y="10148"/>
                  </a:lnTo>
                  <a:lnTo>
                    <a:pt x="3205" y="10331"/>
                  </a:lnTo>
                  <a:lnTo>
                    <a:pt x="3449" y="10484"/>
                  </a:lnTo>
                  <a:lnTo>
                    <a:pt x="3693" y="10637"/>
                  </a:lnTo>
                  <a:lnTo>
                    <a:pt x="3953" y="10774"/>
                  </a:lnTo>
                  <a:lnTo>
                    <a:pt x="4212" y="10911"/>
                  </a:lnTo>
                  <a:lnTo>
                    <a:pt x="4471" y="11018"/>
                  </a:lnTo>
                  <a:lnTo>
                    <a:pt x="4746" y="11125"/>
                  </a:lnTo>
                  <a:lnTo>
                    <a:pt x="5021" y="11216"/>
                  </a:lnTo>
                  <a:lnTo>
                    <a:pt x="5296" y="11293"/>
                  </a:lnTo>
                  <a:lnTo>
                    <a:pt x="5570" y="11354"/>
                  </a:lnTo>
                  <a:lnTo>
                    <a:pt x="5845" y="11415"/>
                  </a:lnTo>
                  <a:lnTo>
                    <a:pt x="6135" y="11461"/>
                  </a:lnTo>
                  <a:lnTo>
                    <a:pt x="6425" y="11491"/>
                  </a:lnTo>
                  <a:lnTo>
                    <a:pt x="6699" y="11522"/>
                  </a:lnTo>
                  <a:lnTo>
                    <a:pt x="6989" y="11537"/>
                  </a:lnTo>
                  <a:lnTo>
                    <a:pt x="7279" y="11552"/>
                  </a:lnTo>
                  <a:lnTo>
                    <a:pt x="7875" y="11537"/>
                  </a:lnTo>
                  <a:lnTo>
                    <a:pt x="8454" y="11491"/>
                  </a:lnTo>
                  <a:lnTo>
                    <a:pt x="9034" y="11415"/>
                  </a:lnTo>
                  <a:lnTo>
                    <a:pt x="9599" y="11308"/>
                  </a:lnTo>
                  <a:lnTo>
                    <a:pt x="10179" y="11171"/>
                  </a:lnTo>
                  <a:lnTo>
                    <a:pt x="10728" y="11018"/>
                  </a:lnTo>
                  <a:lnTo>
                    <a:pt x="11278" y="10835"/>
                  </a:lnTo>
                  <a:lnTo>
                    <a:pt x="11812" y="10621"/>
                  </a:lnTo>
                  <a:lnTo>
                    <a:pt x="12392" y="10377"/>
                  </a:lnTo>
                  <a:lnTo>
                    <a:pt x="12956" y="10102"/>
                  </a:lnTo>
                  <a:lnTo>
                    <a:pt x="13521" y="9812"/>
                  </a:lnTo>
                  <a:lnTo>
                    <a:pt x="14070" y="9507"/>
                  </a:lnTo>
                  <a:lnTo>
                    <a:pt x="14604" y="9187"/>
                  </a:lnTo>
                  <a:lnTo>
                    <a:pt x="15138" y="8836"/>
                  </a:lnTo>
                  <a:lnTo>
                    <a:pt x="15657" y="8485"/>
                  </a:lnTo>
                  <a:lnTo>
                    <a:pt x="16176" y="8119"/>
                  </a:lnTo>
                  <a:lnTo>
                    <a:pt x="16680" y="7752"/>
                  </a:lnTo>
                  <a:lnTo>
                    <a:pt x="17199" y="7371"/>
                  </a:lnTo>
                  <a:lnTo>
                    <a:pt x="18191" y="6593"/>
                  </a:lnTo>
                  <a:lnTo>
                    <a:pt x="20159" y="5021"/>
                  </a:lnTo>
                  <a:lnTo>
                    <a:pt x="24722" y="1404"/>
                  </a:lnTo>
                  <a:lnTo>
                    <a:pt x="25271" y="946"/>
                  </a:lnTo>
                  <a:lnTo>
                    <a:pt x="25836" y="519"/>
                  </a:lnTo>
                  <a:lnTo>
                    <a:pt x="25989" y="412"/>
                  </a:lnTo>
                  <a:lnTo>
                    <a:pt x="26126" y="321"/>
                  </a:lnTo>
                  <a:lnTo>
                    <a:pt x="26294" y="260"/>
                  </a:lnTo>
                  <a:lnTo>
                    <a:pt x="26446" y="198"/>
                  </a:lnTo>
                  <a:lnTo>
                    <a:pt x="26614" y="168"/>
                  </a:lnTo>
                  <a:lnTo>
                    <a:pt x="26767" y="168"/>
                  </a:lnTo>
                  <a:lnTo>
                    <a:pt x="26935" y="214"/>
                  </a:lnTo>
                  <a:lnTo>
                    <a:pt x="27011" y="244"/>
                  </a:lnTo>
                  <a:lnTo>
                    <a:pt x="27103" y="275"/>
                  </a:lnTo>
                  <a:lnTo>
                    <a:pt x="27255" y="382"/>
                  </a:lnTo>
                  <a:lnTo>
                    <a:pt x="27454" y="519"/>
                  </a:lnTo>
                  <a:lnTo>
                    <a:pt x="27972" y="916"/>
                  </a:lnTo>
                  <a:lnTo>
                    <a:pt x="28629" y="1450"/>
                  </a:lnTo>
                  <a:lnTo>
                    <a:pt x="29407" y="2075"/>
                  </a:lnTo>
                  <a:lnTo>
                    <a:pt x="31162" y="3586"/>
                  </a:lnTo>
                  <a:lnTo>
                    <a:pt x="33085" y="5234"/>
                  </a:lnTo>
                  <a:lnTo>
                    <a:pt x="34946" y="6867"/>
                  </a:lnTo>
                  <a:lnTo>
                    <a:pt x="36549" y="8302"/>
                  </a:lnTo>
                  <a:lnTo>
                    <a:pt x="38227" y="9782"/>
                  </a:lnTo>
                  <a:lnTo>
                    <a:pt x="38273" y="9797"/>
                  </a:lnTo>
                  <a:lnTo>
                    <a:pt x="38304" y="9797"/>
                  </a:lnTo>
                  <a:lnTo>
                    <a:pt x="38319" y="9767"/>
                  </a:lnTo>
                  <a:lnTo>
                    <a:pt x="38304" y="9736"/>
                  </a:lnTo>
                  <a:lnTo>
                    <a:pt x="37174" y="8683"/>
                  </a:lnTo>
                  <a:lnTo>
                    <a:pt x="35755" y="7386"/>
                  </a:lnTo>
                  <a:lnTo>
                    <a:pt x="34153" y="5936"/>
                  </a:lnTo>
                  <a:lnTo>
                    <a:pt x="32505" y="4471"/>
                  </a:lnTo>
                  <a:lnTo>
                    <a:pt x="30887" y="3052"/>
                  </a:lnTo>
                  <a:lnTo>
                    <a:pt x="29422" y="1801"/>
                  </a:lnTo>
                  <a:lnTo>
                    <a:pt x="28781" y="1282"/>
                  </a:lnTo>
                  <a:lnTo>
                    <a:pt x="28232" y="824"/>
                  </a:lnTo>
                  <a:lnTo>
                    <a:pt x="27774" y="473"/>
                  </a:lnTo>
                  <a:lnTo>
                    <a:pt x="27423" y="229"/>
                  </a:lnTo>
                  <a:lnTo>
                    <a:pt x="27301" y="153"/>
                  </a:lnTo>
                  <a:lnTo>
                    <a:pt x="27179" y="92"/>
                  </a:lnTo>
                  <a:lnTo>
                    <a:pt x="27042" y="46"/>
                  </a:lnTo>
                  <a:lnTo>
                    <a:pt x="26919" y="15"/>
                  </a:lnTo>
                  <a:lnTo>
                    <a:pt x="267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0" name="Google Shape;5320;p63"/>
            <p:cNvSpPr/>
            <p:nvPr/>
          </p:nvSpPr>
          <p:spPr>
            <a:xfrm>
              <a:off x="5982500" y="2726625"/>
              <a:ext cx="551675" cy="268600"/>
            </a:xfrm>
            <a:custGeom>
              <a:avLst/>
              <a:gdLst/>
              <a:ahLst/>
              <a:cxnLst/>
              <a:rect l="l" t="t" r="r" b="b"/>
              <a:pathLst>
                <a:path w="22067" h="10744" extrusionOk="0">
                  <a:moveTo>
                    <a:pt x="16893" y="1"/>
                  </a:moveTo>
                  <a:lnTo>
                    <a:pt x="16741" y="16"/>
                  </a:lnTo>
                  <a:lnTo>
                    <a:pt x="16603" y="47"/>
                  </a:lnTo>
                  <a:lnTo>
                    <a:pt x="16496" y="92"/>
                  </a:lnTo>
                  <a:lnTo>
                    <a:pt x="16420" y="169"/>
                  </a:lnTo>
                  <a:lnTo>
                    <a:pt x="16191" y="459"/>
                  </a:lnTo>
                  <a:lnTo>
                    <a:pt x="15917" y="764"/>
                  </a:lnTo>
                  <a:lnTo>
                    <a:pt x="15291" y="1435"/>
                  </a:lnTo>
                  <a:lnTo>
                    <a:pt x="14589" y="2137"/>
                  </a:lnTo>
                  <a:lnTo>
                    <a:pt x="13872" y="2839"/>
                  </a:lnTo>
                  <a:lnTo>
                    <a:pt x="13170" y="3480"/>
                  </a:lnTo>
                  <a:lnTo>
                    <a:pt x="12559" y="4045"/>
                  </a:lnTo>
                  <a:lnTo>
                    <a:pt x="12071" y="4472"/>
                  </a:lnTo>
                  <a:lnTo>
                    <a:pt x="11766" y="4731"/>
                  </a:lnTo>
                  <a:lnTo>
                    <a:pt x="11705" y="4762"/>
                  </a:lnTo>
                  <a:lnTo>
                    <a:pt x="11598" y="4777"/>
                  </a:lnTo>
                  <a:lnTo>
                    <a:pt x="11476" y="4792"/>
                  </a:lnTo>
                  <a:lnTo>
                    <a:pt x="11323" y="4808"/>
                  </a:lnTo>
                  <a:lnTo>
                    <a:pt x="10957" y="4792"/>
                  </a:lnTo>
                  <a:lnTo>
                    <a:pt x="10484" y="4762"/>
                  </a:lnTo>
                  <a:lnTo>
                    <a:pt x="9950" y="4701"/>
                  </a:lnTo>
                  <a:lnTo>
                    <a:pt x="9339" y="4625"/>
                  </a:lnTo>
                  <a:lnTo>
                    <a:pt x="7951" y="4426"/>
                  </a:lnTo>
                  <a:lnTo>
                    <a:pt x="6455" y="4197"/>
                  </a:lnTo>
                  <a:lnTo>
                    <a:pt x="4914" y="3984"/>
                  </a:lnTo>
                  <a:lnTo>
                    <a:pt x="4166" y="3877"/>
                  </a:lnTo>
                  <a:lnTo>
                    <a:pt x="3434" y="3785"/>
                  </a:lnTo>
                  <a:lnTo>
                    <a:pt x="2747" y="3709"/>
                  </a:lnTo>
                  <a:lnTo>
                    <a:pt x="2091" y="3663"/>
                  </a:lnTo>
                  <a:lnTo>
                    <a:pt x="1831" y="3648"/>
                  </a:lnTo>
                  <a:lnTo>
                    <a:pt x="1587" y="3648"/>
                  </a:lnTo>
                  <a:lnTo>
                    <a:pt x="1358" y="3663"/>
                  </a:lnTo>
                  <a:lnTo>
                    <a:pt x="1160" y="3678"/>
                  </a:lnTo>
                  <a:lnTo>
                    <a:pt x="961" y="3709"/>
                  </a:lnTo>
                  <a:lnTo>
                    <a:pt x="794" y="3755"/>
                  </a:lnTo>
                  <a:lnTo>
                    <a:pt x="656" y="3801"/>
                  </a:lnTo>
                  <a:lnTo>
                    <a:pt x="519" y="3862"/>
                  </a:lnTo>
                  <a:lnTo>
                    <a:pt x="397" y="3938"/>
                  </a:lnTo>
                  <a:lnTo>
                    <a:pt x="290" y="4014"/>
                  </a:lnTo>
                  <a:lnTo>
                    <a:pt x="214" y="4090"/>
                  </a:lnTo>
                  <a:lnTo>
                    <a:pt x="137" y="4182"/>
                  </a:lnTo>
                  <a:lnTo>
                    <a:pt x="92" y="4274"/>
                  </a:lnTo>
                  <a:lnTo>
                    <a:pt x="46" y="4365"/>
                  </a:lnTo>
                  <a:lnTo>
                    <a:pt x="15" y="4472"/>
                  </a:lnTo>
                  <a:lnTo>
                    <a:pt x="0" y="4579"/>
                  </a:lnTo>
                  <a:lnTo>
                    <a:pt x="0" y="4686"/>
                  </a:lnTo>
                  <a:lnTo>
                    <a:pt x="0" y="4792"/>
                  </a:lnTo>
                  <a:lnTo>
                    <a:pt x="15" y="4915"/>
                  </a:lnTo>
                  <a:lnTo>
                    <a:pt x="46" y="5021"/>
                  </a:lnTo>
                  <a:lnTo>
                    <a:pt x="137" y="5250"/>
                  </a:lnTo>
                  <a:lnTo>
                    <a:pt x="259" y="5464"/>
                  </a:lnTo>
                  <a:lnTo>
                    <a:pt x="412" y="5678"/>
                  </a:lnTo>
                  <a:lnTo>
                    <a:pt x="580" y="5861"/>
                  </a:lnTo>
                  <a:lnTo>
                    <a:pt x="778" y="6044"/>
                  </a:lnTo>
                  <a:lnTo>
                    <a:pt x="992" y="6181"/>
                  </a:lnTo>
                  <a:lnTo>
                    <a:pt x="1389" y="6425"/>
                  </a:lnTo>
                  <a:lnTo>
                    <a:pt x="1923" y="6715"/>
                  </a:lnTo>
                  <a:lnTo>
                    <a:pt x="2579" y="7082"/>
                  </a:lnTo>
                  <a:lnTo>
                    <a:pt x="3342" y="7478"/>
                  </a:lnTo>
                  <a:lnTo>
                    <a:pt x="4181" y="7921"/>
                  </a:lnTo>
                  <a:lnTo>
                    <a:pt x="5097" y="8363"/>
                  </a:lnTo>
                  <a:lnTo>
                    <a:pt x="6058" y="8806"/>
                  </a:lnTo>
                  <a:lnTo>
                    <a:pt x="7050" y="9248"/>
                  </a:lnTo>
                  <a:lnTo>
                    <a:pt x="8058" y="9645"/>
                  </a:lnTo>
                  <a:lnTo>
                    <a:pt x="8561" y="9828"/>
                  </a:lnTo>
                  <a:lnTo>
                    <a:pt x="9049" y="10011"/>
                  </a:lnTo>
                  <a:lnTo>
                    <a:pt x="9553" y="10164"/>
                  </a:lnTo>
                  <a:lnTo>
                    <a:pt x="10041" y="10317"/>
                  </a:lnTo>
                  <a:lnTo>
                    <a:pt x="10514" y="10439"/>
                  </a:lnTo>
                  <a:lnTo>
                    <a:pt x="10972" y="10546"/>
                  </a:lnTo>
                  <a:lnTo>
                    <a:pt x="11415" y="10637"/>
                  </a:lnTo>
                  <a:lnTo>
                    <a:pt x="11842" y="10698"/>
                  </a:lnTo>
                  <a:lnTo>
                    <a:pt x="12254" y="10729"/>
                  </a:lnTo>
                  <a:lnTo>
                    <a:pt x="12636" y="10744"/>
                  </a:lnTo>
                  <a:lnTo>
                    <a:pt x="13002" y="10729"/>
                  </a:lnTo>
                  <a:lnTo>
                    <a:pt x="13338" y="10668"/>
                  </a:lnTo>
                  <a:lnTo>
                    <a:pt x="13490" y="10637"/>
                  </a:lnTo>
                  <a:lnTo>
                    <a:pt x="13643" y="10591"/>
                  </a:lnTo>
                  <a:lnTo>
                    <a:pt x="13780" y="10546"/>
                  </a:lnTo>
                  <a:lnTo>
                    <a:pt x="13917" y="10485"/>
                  </a:lnTo>
                  <a:lnTo>
                    <a:pt x="14543" y="10149"/>
                  </a:lnTo>
                  <a:lnTo>
                    <a:pt x="15184" y="9783"/>
                  </a:lnTo>
                  <a:lnTo>
                    <a:pt x="15810" y="9386"/>
                  </a:lnTo>
                  <a:lnTo>
                    <a:pt x="16435" y="8959"/>
                  </a:lnTo>
                  <a:lnTo>
                    <a:pt x="17046" y="8516"/>
                  </a:lnTo>
                  <a:lnTo>
                    <a:pt x="17641" y="8058"/>
                  </a:lnTo>
                  <a:lnTo>
                    <a:pt x="18221" y="7585"/>
                  </a:lnTo>
                  <a:lnTo>
                    <a:pt x="18770" y="7112"/>
                  </a:lnTo>
                  <a:lnTo>
                    <a:pt x="19304" y="6624"/>
                  </a:lnTo>
                  <a:lnTo>
                    <a:pt x="19808" y="6151"/>
                  </a:lnTo>
                  <a:lnTo>
                    <a:pt x="20281" y="5678"/>
                  </a:lnTo>
                  <a:lnTo>
                    <a:pt x="20708" y="5204"/>
                  </a:lnTo>
                  <a:lnTo>
                    <a:pt x="21105" y="4762"/>
                  </a:lnTo>
                  <a:lnTo>
                    <a:pt x="21456" y="4335"/>
                  </a:lnTo>
                  <a:lnTo>
                    <a:pt x="21761" y="3923"/>
                  </a:lnTo>
                  <a:lnTo>
                    <a:pt x="22005" y="3526"/>
                  </a:lnTo>
                  <a:lnTo>
                    <a:pt x="22036" y="3480"/>
                  </a:lnTo>
                  <a:lnTo>
                    <a:pt x="22051" y="3419"/>
                  </a:lnTo>
                  <a:lnTo>
                    <a:pt x="22067" y="3297"/>
                  </a:lnTo>
                  <a:lnTo>
                    <a:pt x="22051" y="3175"/>
                  </a:lnTo>
                  <a:lnTo>
                    <a:pt x="21990" y="3038"/>
                  </a:lnTo>
                  <a:lnTo>
                    <a:pt x="21914" y="2885"/>
                  </a:lnTo>
                  <a:lnTo>
                    <a:pt x="21807" y="2732"/>
                  </a:lnTo>
                  <a:lnTo>
                    <a:pt x="21670" y="2580"/>
                  </a:lnTo>
                  <a:lnTo>
                    <a:pt x="21517" y="2412"/>
                  </a:lnTo>
                  <a:lnTo>
                    <a:pt x="21349" y="2244"/>
                  </a:lnTo>
                  <a:lnTo>
                    <a:pt x="21151" y="2076"/>
                  </a:lnTo>
                  <a:lnTo>
                    <a:pt x="20724" y="1740"/>
                  </a:lnTo>
                  <a:lnTo>
                    <a:pt x="20251" y="1405"/>
                  </a:lnTo>
                  <a:lnTo>
                    <a:pt x="19732" y="1099"/>
                  </a:lnTo>
                  <a:lnTo>
                    <a:pt x="19213" y="794"/>
                  </a:lnTo>
                  <a:lnTo>
                    <a:pt x="18679" y="535"/>
                  </a:lnTo>
                  <a:lnTo>
                    <a:pt x="18175" y="321"/>
                  </a:lnTo>
                  <a:lnTo>
                    <a:pt x="17931" y="230"/>
                  </a:lnTo>
                  <a:lnTo>
                    <a:pt x="17687" y="153"/>
                  </a:lnTo>
                  <a:lnTo>
                    <a:pt x="17473" y="92"/>
                  </a:lnTo>
                  <a:lnTo>
                    <a:pt x="17260" y="47"/>
                  </a:lnTo>
                  <a:lnTo>
                    <a:pt x="17076" y="16"/>
                  </a:lnTo>
                  <a:lnTo>
                    <a:pt x="16893" y="1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1" name="Google Shape;5321;p63"/>
            <p:cNvSpPr/>
            <p:nvPr/>
          </p:nvSpPr>
          <p:spPr>
            <a:xfrm>
              <a:off x="5982500" y="2726625"/>
              <a:ext cx="551675" cy="268600"/>
            </a:xfrm>
            <a:custGeom>
              <a:avLst/>
              <a:gdLst/>
              <a:ahLst/>
              <a:cxnLst/>
              <a:rect l="l" t="t" r="r" b="b"/>
              <a:pathLst>
                <a:path w="22067" h="10744" fill="none" extrusionOk="0">
                  <a:moveTo>
                    <a:pt x="992" y="6181"/>
                  </a:moveTo>
                  <a:lnTo>
                    <a:pt x="992" y="6181"/>
                  </a:lnTo>
                  <a:lnTo>
                    <a:pt x="1389" y="6425"/>
                  </a:lnTo>
                  <a:lnTo>
                    <a:pt x="1923" y="6715"/>
                  </a:lnTo>
                  <a:lnTo>
                    <a:pt x="2579" y="7082"/>
                  </a:lnTo>
                  <a:lnTo>
                    <a:pt x="3342" y="7478"/>
                  </a:lnTo>
                  <a:lnTo>
                    <a:pt x="4181" y="7921"/>
                  </a:lnTo>
                  <a:lnTo>
                    <a:pt x="5097" y="8363"/>
                  </a:lnTo>
                  <a:lnTo>
                    <a:pt x="6058" y="8806"/>
                  </a:lnTo>
                  <a:lnTo>
                    <a:pt x="7050" y="9248"/>
                  </a:lnTo>
                  <a:lnTo>
                    <a:pt x="8058" y="9645"/>
                  </a:lnTo>
                  <a:lnTo>
                    <a:pt x="8561" y="9828"/>
                  </a:lnTo>
                  <a:lnTo>
                    <a:pt x="9049" y="10011"/>
                  </a:lnTo>
                  <a:lnTo>
                    <a:pt x="9553" y="10164"/>
                  </a:lnTo>
                  <a:lnTo>
                    <a:pt x="10041" y="10317"/>
                  </a:lnTo>
                  <a:lnTo>
                    <a:pt x="10514" y="10439"/>
                  </a:lnTo>
                  <a:lnTo>
                    <a:pt x="10972" y="10546"/>
                  </a:lnTo>
                  <a:lnTo>
                    <a:pt x="11415" y="10637"/>
                  </a:lnTo>
                  <a:lnTo>
                    <a:pt x="11842" y="10698"/>
                  </a:lnTo>
                  <a:lnTo>
                    <a:pt x="12254" y="10729"/>
                  </a:lnTo>
                  <a:lnTo>
                    <a:pt x="12636" y="10744"/>
                  </a:lnTo>
                  <a:lnTo>
                    <a:pt x="13002" y="10729"/>
                  </a:lnTo>
                  <a:lnTo>
                    <a:pt x="13338" y="10668"/>
                  </a:lnTo>
                  <a:lnTo>
                    <a:pt x="13490" y="10637"/>
                  </a:lnTo>
                  <a:lnTo>
                    <a:pt x="13643" y="10591"/>
                  </a:lnTo>
                  <a:lnTo>
                    <a:pt x="13780" y="10546"/>
                  </a:lnTo>
                  <a:lnTo>
                    <a:pt x="13917" y="10485"/>
                  </a:lnTo>
                  <a:lnTo>
                    <a:pt x="13917" y="10485"/>
                  </a:lnTo>
                  <a:lnTo>
                    <a:pt x="14543" y="10149"/>
                  </a:lnTo>
                  <a:lnTo>
                    <a:pt x="15184" y="9783"/>
                  </a:lnTo>
                  <a:lnTo>
                    <a:pt x="15810" y="9386"/>
                  </a:lnTo>
                  <a:lnTo>
                    <a:pt x="16435" y="8959"/>
                  </a:lnTo>
                  <a:lnTo>
                    <a:pt x="17046" y="8516"/>
                  </a:lnTo>
                  <a:lnTo>
                    <a:pt x="17641" y="8058"/>
                  </a:lnTo>
                  <a:lnTo>
                    <a:pt x="18221" y="7585"/>
                  </a:lnTo>
                  <a:lnTo>
                    <a:pt x="18770" y="7112"/>
                  </a:lnTo>
                  <a:lnTo>
                    <a:pt x="19304" y="6624"/>
                  </a:lnTo>
                  <a:lnTo>
                    <a:pt x="19808" y="6151"/>
                  </a:lnTo>
                  <a:lnTo>
                    <a:pt x="20281" y="5678"/>
                  </a:lnTo>
                  <a:lnTo>
                    <a:pt x="20708" y="5204"/>
                  </a:lnTo>
                  <a:lnTo>
                    <a:pt x="21105" y="4762"/>
                  </a:lnTo>
                  <a:lnTo>
                    <a:pt x="21456" y="4335"/>
                  </a:lnTo>
                  <a:lnTo>
                    <a:pt x="21761" y="3923"/>
                  </a:lnTo>
                  <a:lnTo>
                    <a:pt x="22005" y="3526"/>
                  </a:lnTo>
                  <a:lnTo>
                    <a:pt x="22005" y="3526"/>
                  </a:lnTo>
                  <a:lnTo>
                    <a:pt x="22036" y="3480"/>
                  </a:lnTo>
                  <a:lnTo>
                    <a:pt x="22051" y="3419"/>
                  </a:lnTo>
                  <a:lnTo>
                    <a:pt x="22067" y="3297"/>
                  </a:lnTo>
                  <a:lnTo>
                    <a:pt x="22051" y="3175"/>
                  </a:lnTo>
                  <a:lnTo>
                    <a:pt x="21990" y="3038"/>
                  </a:lnTo>
                  <a:lnTo>
                    <a:pt x="21914" y="2885"/>
                  </a:lnTo>
                  <a:lnTo>
                    <a:pt x="21807" y="2732"/>
                  </a:lnTo>
                  <a:lnTo>
                    <a:pt x="21670" y="2580"/>
                  </a:lnTo>
                  <a:lnTo>
                    <a:pt x="21517" y="2412"/>
                  </a:lnTo>
                  <a:lnTo>
                    <a:pt x="21349" y="2244"/>
                  </a:lnTo>
                  <a:lnTo>
                    <a:pt x="21151" y="2076"/>
                  </a:lnTo>
                  <a:lnTo>
                    <a:pt x="20724" y="1740"/>
                  </a:lnTo>
                  <a:lnTo>
                    <a:pt x="20251" y="1405"/>
                  </a:lnTo>
                  <a:lnTo>
                    <a:pt x="19732" y="1099"/>
                  </a:lnTo>
                  <a:lnTo>
                    <a:pt x="19213" y="794"/>
                  </a:lnTo>
                  <a:lnTo>
                    <a:pt x="18679" y="535"/>
                  </a:lnTo>
                  <a:lnTo>
                    <a:pt x="18175" y="321"/>
                  </a:lnTo>
                  <a:lnTo>
                    <a:pt x="17931" y="230"/>
                  </a:lnTo>
                  <a:lnTo>
                    <a:pt x="17687" y="153"/>
                  </a:lnTo>
                  <a:lnTo>
                    <a:pt x="17473" y="92"/>
                  </a:lnTo>
                  <a:lnTo>
                    <a:pt x="17260" y="47"/>
                  </a:lnTo>
                  <a:lnTo>
                    <a:pt x="17076" y="16"/>
                  </a:lnTo>
                  <a:lnTo>
                    <a:pt x="16893" y="1"/>
                  </a:lnTo>
                  <a:lnTo>
                    <a:pt x="16741" y="16"/>
                  </a:lnTo>
                  <a:lnTo>
                    <a:pt x="16603" y="47"/>
                  </a:lnTo>
                  <a:lnTo>
                    <a:pt x="16496" y="92"/>
                  </a:lnTo>
                  <a:lnTo>
                    <a:pt x="16420" y="169"/>
                  </a:lnTo>
                  <a:lnTo>
                    <a:pt x="16420" y="169"/>
                  </a:lnTo>
                  <a:lnTo>
                    <a:pt x="16191" y="459"/>
                  </a:lnTo>
                  <a:lnTo>
                    <a:pt x="15917" y="764"/>
                  </a:lnTo>
                  <a:lnTo>
                    <a:pt x="15291" y="1435"/>
                  </a:lnTo>
                  <a:lnTo>
                    <a:pt x="14589" y="2137"/>
                  </a:lnTo>
                  <a:lnTo>
                    <a:pt x="13872" y="2839"/>
                  </a:lnTo>
                  <a:lnTo>
                    <a:pt x="13170" y="3480"/>
                  </a:lnTo>
                  <a:lnTo>
                    <a:pt x="12559" y="4045"/>
                  </a:lnTo>
                  <a:lnTo>
                    <a:pt x="12071" y="4472"/>
                  </a:lnTo>
                  <a:lnTo>
                    <a:pt x="11766" y="4731"/>
                  </a:lnTo>
                  <a:lnTo>
                    <a:pt x="11766" y="4731"/>
                  </a:lnTo>
                  <a:lnTo>
                    <a:pt x="11705" y="4762"/>
                  </a:lnTo>
                  <a:lnTo>
                    <a:pt x="11598" y="4777"/>
                  </a:lnTo>
                  <a:lnTo>
                    <a:pt x="11476" y="4792"/>
                  </a:lnTo>
                  <a:lnTo>
                    <a:pt x="11323" y="4808"/>
                  </a:lnTo>
                  <a:lnTo>
                    <a:pt x="10957" y="4792"/>
                  </a:lnTo>
                  <a:lnTo>
                    <a:pt x="10484" y="4762"/>
                  </a:lnTo>
                  <a:lnTo>
                    <a:pt x="9950" y="4701"/>
                  </a:lnTo>
                  <a:lnTo>
                    <a:pt x="9339" y="4625"/>
                  </a:lnTo>
                  <a:lnTo>
                    <a:pt x="7951" y="4426"/>
                  </a:lnTo>
                  <a:lnTo>
                    <a:pt x="6455" y="4197"/>
                  </a:lnTo>
                  <a:lnTo>
                    <a:pt x="4914" y="3984"/>
                  </a:lnTo>
                  <a:lnTo>
                    <a:pt x="4166" y="3877"/>
                  </a:lnTo>
                  <a:lnTo>
                    <a:pt x="3434" y="3785"/>
                  </a:lnTo>
                  <a:lnTo>
                    <a:pt x="2747" y="3709"/>
                  </a:lnTo>
                  <a:lnTo>
                    <a:pt x="2091" y="3663"/>
                  </a:lnTo>
                  <a:lnTo>
                    <a:pt x="2091" y="3663"/>
                  </a:lnTo>
                  <a:lnTo>
                    <a:pt x="1831" y="3648"/>
                  </a:lnTo>
                  <a:lnTo>
                    <a:pt x="1587" y="3648"/>
                  </a:lnTo>
                  <a:lnTo>
                    <a:pt x="1358" y="3663"/>
                  </a:lnTo>
                  <a:lnTo>
                    <a:pt x="1160" y="3678"/>
                  </a:lnTo>
                  <a:lnTo>
                    <a:pt x="961" y="3709"/>
                  </a:lnTo>
                  <a:lnTo>
                    <a:pt x="794" y="3755"/>
                  </a:lnTo>
                  <a:lnTo>
                    <a:pt x="656" y="3801"/>
                  </a:lnTo>
                  <a:lnTo>
                    <a:pt x="519" y="3862"/>
                  </a:lnTo>
                  <a:lnTo>
                    <a:pt x="397" y="3938"/>
                  </a:lnTo>
                  <a:lnTo>
                    <a:pt x="290" y="4014"/>
                  </a:lnTo>
                  <a:lnTo>
                    <a:pt x="214" y="4090"/>
                  </a:lnTo>
                  <a:lnTo>
                    <a:pt x="137" y="4182"/>
                  </a:lnTo>
                  <a:lnTo>
                    <a:pt x="92" y="4274"/>
                  </a:lnTo>
                  <a:lnTo>
                    <a:pt x="46" y="4365"/>
                  </a:lnTo>
                  <a:lnTo>
                    <a:pt x="15" y="4472"/>
                  </a:lnTo>
                  <a:lnTo>
                    <a:pt x="0" y="4579"/>
                  </a:lnTo>
                  <a:lnTo>
                    <a:pt x="0" y="4686"/>
                  </a:lnTo>
                  <a:lnTo>
                    <a:pt x="0" y="4792"/>
                  </a:lnTo>
                  <a:lnTo>
                    <a:pt x="15" y="4915"/>
                  </a:lnTo>
                  <a:lnTo>
                    <a:pt x="46" y="5021"/>
                  </a:lnTo>
                  <a:lnTo>
                    <a:pt x="137" y="5250"/>
                  </a:lnTo>
                  <a:lnTo>
                    <a:pt x="259" y="5464"/>
                  </a:lnTo>
                  <a:lnTo>
                    <a:pt x="412" y="5678"/>
                  </a:lnTo>
                  <a:lnTo>
                    <a:pt x="580" y="5861"/>
                  </a:lnTo>
                  <a:lnTo>
                    <a:pt x="778" y="6044"/>
                  </a:lnTo>
                  <a:lnTo>
                    <a:pt x="992" y="618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2" name="Google Shape;5322;p63"/>
            <p:cNvSpPr/>
            <p:nvPr/>
          </p:nvSpPr>
          <p:spPr>
            <a:xfrm>
              <a:off x="6388025" y="2607600"/>
              <a:ext cx="194225" cy="237325"/>
            </a:xfrm>
            <a:custGeom>
              <a:avLst/>
              <a:gdLst/>
              <a:ahLst/>
              <a:cxnLst/>
              <a:rect l="l" t="t" r="r" b="b"/>
              <a:pathLst>
                <a:path w="7769" h="9493" extrusionOk="0">
                  <a:moveTo>
                    <a:pt x="3541" y="1"/>
                  </a:moveTo>
                  <a:lnTo>
                    <a:pt x="3404" y="16"/>
                  </a:lnTo>
                  <a:lnTo>
                    <a:pt x="3282" y="62"/>
                  </a:lnTo>
                  <a:lnTo>
                    <a:pt x="3160" y="138"/>
                  </a:lnTo>
                  <a:lnTo>
                    <a:pt x="3053" y="229"/>
                  </a:lnTo>
                  <a:lnTo>
                    <a:pt x="2916" y="336"/>
                  </a:lnTo>
                  <a:lnTo>
                    <a:pt x="2793" y="458"/>
                  </a:lnTo>
                  <a:lnTo>
                    <a:pt x="2534" y="764"/>
                  </a:lnTo>
                  <a:lnTo>
                    <a:pt x="2259" y="1115"/>
                  </a:lnTo>
                  <a:lnTo>
                    <a:pt x="2000" y="1496"/>
                  </a:lnTo>
                  <a:lnTo>
                    <a:pt x="1725" y="1923"/>
                  </a:lnTo>
                  <a:lnTo>
                    <a:pt x="1466" y="2366"/>
                  </a:lnTo>
                  <a:lnTo>
                    <a:pt x="1206" y="2824"/>
                  </a:lnTo>
                  <a:lnTo>
                    <a:pt x="962" y="3281"/>
                  </a:lnTo>
                  <a:lnTo>
                    <a:pt x="749" y="3724"/>
                  </a:lnTo>
                  <a:lnTo>
                    <a:pt x="535" y="4151"/>
                  </a:lnTo>
                  <a:lnTo>
                    <a:pt x="367" y="4548"/>
                  </a:lnTo>
                  <a:lnTo>
                    <a:pt x="214" y="4914"/>
                  </a:lnTo>
                  <a:lnTo>
                    <a:pt x="108" y="5220"/>
                  </a:lnTo>
                  <a:lnTo>
                    <a:pt x="31" y="5479"/>
                  </a:lnTo>
                  <a:lnTo>
                    <a:pt x="1" y="5662"/>
                  </a:lnTo>
                  <a:lnTo>
                    <a:pt x="1" y="5738"/>
                  </a:lnTo>
                  <a:lnTo>
                    <a:pt x="31" y="5845"/>
                  </a:lnTo>
                  <a:lnTo>
                    <a:pt x="77" y="5952"/>
                  </a:lnTo>
                  <a:lnTo>
                    <a:pt x="153" y="6074"/>
                  </a:lnTo>
                  <a:lnTo>
                    <a:pt x="337" y="6334"/>
                  </a:lnTo>
                  <a:lnTo>
                    <a:pt x="581" y="6639"/>
                  </a:lnTo>
                  <a:lnTo>
                    <a:pt x="871" y="6959"/>
                  </a:lnTo>
                  <a:lnTo>
                    <a:pt x="1206" y="7310"/>
                  </a:lnTo>
                  <a:lnTo>
                    <a:pt x="1573" y="7646"/>
                  </a:lnTo>
                  <a:lnTo>
                    <a:pt x="1954" y="7982"/>
                  </a:lnTo>
                  <a:lnTo>
                    <a:pt x="2351" y="8317"/>
                  </a:lnTo>
                  <a:lnTo>
                    <a:pt x="2748" y="8623"/>
                  </a:lnTo>
                  <a:lnTo>
                    <a:pt x="3114" y="8897"/>
                  </a:lnTo>
                  <a:lnTo>
                    <a:pt x="3480" y="9126"/>
                  </a:lnTo>
                  <a:lnTo>
                    <a:pt x="3801" y="9309"/>
                  </a:lnTo>
                  <a:lnTo>
                    <a:pt x="3953" y="9386"/>
                  </a:lnTo>
                  <a:lnTo>
                    <a:pt x="4075" y="9431"/>
                  </a:lnTo>
                  <a:lnTo>
                    <a:pt x="4197" y="9462"/>
                  </a:lnTo>
                  <a:lnTo>
                    <a:pt x="4304" y="9492"/>
                  </a:lnTo>
                  <a:lnTo>
                    <a:pt x="4396" y="9492"/>
                  </a:lnTo>
                  <a:lnTo>
                    <a:pt x="4472" y="9462"/>
                  </a:lnTo>
                  <a:lnTo>
                    <a:pt x="4625" y="9386"/>
                  </a:lnTo>
                  <a:lnTo>
                    <a:pt x="4793" y="9264"/>
                  </a:lnTo>
                  <a:lnTo>
                    <a:pt x="4991" y="9096"/>
                  </a:lnTo>
                  <a:lnTo>
                    <a:pt x="5205" y="8913"/>
                  </a:lnTo>
                  <a:lnTo>
                    <a:pt x="5433" y="8699"/>
                  </a:lnTo>
                  <a:lnTo>
                    <a:pt x="5678" y="8455"/>
                  </a:lnTo>
                  <a:lnTo>
                    <a:pt x="6166" y="7921"/>
                  </a:lnTo>
                  <a:lnTo>
                    <a:pt x="6410" y="7631"/>
                  </a:lnTo>
                  <a:lnTo>
                    <a:pt x="6654" y="7341"/>
                  </a:lnTo>
                  <a:lnTo>
                    <a:pt x="6883" y="7051"/>
                  </a:lnTo>
                  <a:lnTo>
                    <a:pt x="7097" y="6761"/>
                  </a:lnTo>
                  <a:lnTo>
                    <a:pt x="7295" y="6471"/>
                  </a:lnTo>
                  <a:lnTo>
                    <a:pt x="7463" y="6196"/>
                  </a:lnTo>
                  <a:lnTo>
                    <a:pt x="7600" y="5937"/>
                  </a:lnTo>
                  <a:lnTo>
                    <a:pt x="7723" y="5677"/>
                  </a:lnTo>
                  <a:lnTo>
                    <a:pt x="7753" y="5555"/>
                  </a:lnTo>
                  <a:lnTo>
                    <a:pt x="7768" y="5387"/>
                  </a:lnTo>
                  <a:lnTo>
                    <a:pt x="7753" y="5220"/>
                  </a:lnTo>
                  <a:lnTo>
                    <a:pt x="7723" y="5036"/>
                  </a:lnTo>
                  <a:lnTo>
                    <a:pt x="7677" y="4838"/>
                  </a:lnTo>
                  <a:lnTo>
                    <a:pt x="7600" y="4609"/>
                  </a:lnTo>
                  <a:lnTo>
                    <a:pt x="7524" y="4395"/>
                  </a:lnTo>
                  <a:lnTo>
                    <a:pt x="7417" y="4151"/>
                  </a:lnTo>
                  <a:lnTo>
                    <a:pt x="7295" y="3907"/>
                  </a:lnTo>
                  <a:lnTo>
                    <a:pt x="7158" y="3663"/>
                  </a:lnTo>
                  <a:lnTo>
                    <a:pt x="6868" y="3144"/>
                  </a:lnTo>
                  <a:lnTo>
                    <a:pt x="6517" y="2625"/>
                  </a:lnTo>
                  <a:lnTo>
                    <a:pt x="6151" y="2122"/>
                  </a:lnTo>
                  <a:lnTo>
                    <a:pt x="5754" y="1633"/>
                  </a:lnTo>
                  <a:lnTo>
                    <a:pt x="5357" y="1191"/>
                  </a:lnTo>
                  <a:lnTo>
                    <a:pt x="5144" y="992"/>
                  </a:lnTo>
                  <a:lnTo>
                    <a:pt x="4945" y="794"/>
                  </a:lnTo>
                  <a:lnTo>
                    <a:pt x="4747" y="626"/>
                  </a:lnTo>
                  <a:lnTo>
                    <a:pt x="4564" y="458"/>
                  </a:lnTo>
                  <a:lnTo>
                    <a:pt x="4365" y="321"/>
                  </a:lnTo>
                  <a:lnTo>
                    <a:pt x="4182" y="214"/>
                  </a:lnTo>
                  <a:lnTo>
                    <a:pt x="4014" y="123"/>
                  </a:lnTo>
                  <a:lnTo>
                    <a:pt x="3846" y="46"/>
                  </a:lnTo>
                  <a:lnTo>
                    <a:pt x="3679" y="16"/>
                  </a:lnTo>
                  <a:lnTo>
                    <a:pt x="3541" y="1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3" name="Google Shape;5323;p63"/>
            <p:cNvSpPr/>
            <p:nvPr/>
          </p:nvSpPr>
          <p:spPr>
            <a:xfrm>
              <a:off x="6361700" y="2565625"/>
              <a:ext cx="90825" cy="171725"/>
            </a:xfrm>
            <a:custGeom>
              <a:avLst/>
              <a:gdLst/>
              <a:ahLst/>
              <a:cxnLst/>
              <a:rect l="l" t="t" r="r" b="b"/>
              <a:pathLst>
                <a:path w="3633" h="6869" extrusionOk="0">
                  <a:moveTo>
                    <a:pt x="382" y="1"/>
                  </a:moveTo>
                  <a:lnTo>
                    <a:pt x="260" y="31"/>
                  </a:lnTo>
                  <a:lnTo>
                    <a:pt x="199" y="62"/>
                  </a:lnTo>
                  <a:lnTo>
                    <a:pt x="153" y="92"/>
                  </a:lnTo>
                  <a:lnTo>
                    <a:pt x="108" y="138"/>
                  </a:lnTo>
                  <a:lnTo>
                    <a:pt x="77" y="199"/>
                  </a:lnTo>
                  <a:lnTo>
                    <a:pt x="31" y="321"/>
                  </a:lnTo>
                  <a:lnTo>
                    <a:pt x="1" y="474"/>
                  </a:lnTo>
                  <a:lnTo>
                    <a:pt x="1" y="657"/>
                  </a:lnTo>
                  <a:lnTo>
                    <a:pt x="31" y="855"/>
                  </a:lnTo>
                  <a:lnTo>
                    <a:pt x="62" y="1084"/>
                  </a:lnTo>
                  <a:lnTo>
                    <a:pt x="123" y="1313"/>
                  </a:lnTo>
                  <a:lnTo>
                    <a:pt x="260" y="1802"/>
                  </a:lnTo>
                  <a:lnTo>
                    <a:pt x="443" y="2320"/>
                  </a:lnTo>
                  <a:lnTo>
                    <a:pt x="794" y="3328"/>
                  </a:lnTo>
                  <a:lnTo>
                    <a:pt x="886" y="3602"/>
                  </a:lnTo>
                  <a:lnTo>
                    <a:pt x="962" y="3892"/>
                  </a:lnTo>
                  <a:lnTo>
                    <a:pt x="1023" y="4167"/>
                  </a:lnTo>
                  <a:lnTo>
                    <a:pt x="1084" y="4457"/>
                  </a:lnTo>
                  <a:lnTo>
                    <a:pt x="1161" y="5006"/>
                  </a:lnTo>
                  <a:lnTo>
                    <a:pt x="1222" y="5495"/>
                  </a:lnTo>
                  <a:lnTo>
                    <a:pt x="1252" y="5937"/>
                  </a:lnTo>
                  <a:lnTo>
                    <a:pt x="1267" y="6273"/>
                  </a:lnTo>
                  <a:lnTo>
                    <a:pt x="1283" y="6578"/>
                  </a:lnTo>
                  <a:lnTo>
                    <a:pt x="1435" y="6685"/>
                  </a:lnTo>
                  <a:lnTo>
                    <a:pt x="1618" y="6776"/>
                  </a:lnTo>
                  <a:lnTo>
                    <a:pt x="1802" y="6837"/>
                  </a:lnTo>
                  <a:lnTo>
                    <a:pt x="2000" y="6868"/>
                  </a:lnTo>
                  <a:lnTo>
                    <a:pt x="2183" y="6868"/>
                  </a:lnTo>
                  <a:lnTo>
                    <a:pt x="2381" y="6853"/>
                  </a:lnTo>
                  <a:lnTo>
                    <a:pt x="2580" y="6807"/>
                  </a:lnTo>
                  <a:lnTo>
                    <a:pt x="2763" y="6731"/>
                  </a:lnTo>
                  <a:lnTo>
                    <a:pt x="2885" y="6670"/>
                  </a:lnTo>
                  <a:lnTo>
                    <a:pt x="2977" y="6609"/>
                  </a:lnTo>
                  <a:lnTo>
                    <a:pt x="3083" y="6517"/>
                  </a:lnTo>
                  <a:lnTo>
                    <a:pt x="3160" y="6441"/>
                  </a:lnTo>
                  <a:lnTo>
                    <a:pt x="3251" y="6349"/>
                  </a:lnTo>
                  <a:lnTo>
                    <a:pt x="3312" y="6242"/>
                  </a:lnTo>
                  <a:lnTo>
                    <a:pt x="3434" y="6044"/>
                  </a:lnTo>
                  <a:lnTo>
                    <a:pt x="3511" y="5815"/>
                  </a:lnTo>
                  <a:lnTo>
                    <a:pt x="3572" y="5586"/>
                  </a:lnTo>
                  <a:lnTo>
                    <a:pt x="3618" y="5357"/>
                  </a:lnTo>
                  <a:lnTo>
                    <a:pt x="3633" y="5128"/>
                  </a:lnTo>
                  <a:lnTo>
                    <a:pt x="3633" y="4899"/>
                  </a:lnTo>
                  <a:lnTo>
                    <a:pt x="3633" y="4701"/>
                  </a:lnTo>
                  <a:lnTo>
                    <a:pt x="3587" y="4335"/>
                  </a:lnTo>
                  <a:lnTo>
                    <a:pt x="3541" y="4091"/>
                  </a:lnTo>
                  <a:lnTo>
                    <a:pt x="3526" y="3999"/>
                  </a:lnTo>
                  <a:lnTo>
                    <a:pt x="3450" y="3801"/>
                  </a:lnTo>
                  <a:lnTo>
                    <a:pt x="3206" y="3297"/>
                  </a:lnTo>
                  <a:lnTo>
                    <a:pt x="2855" y="2610"/>
                  </a:lnTo>
                  <a:lnTo>
                    <a:pt x="2641" y="2214"/>
                  </a:lnTo>
                  <a:lnTo>
                    <a:pt x="2397" y="1817"/>
                  </a:lnTo>
                  <a:lnTo>
                    <a:pt x="2153" y="1435"/>
                  </a:lnTo>
                  <a:lnTo>
                    <a:pt x="1893" y="1054"/>
                  </a:lnTo>
                  <a:lnTo>
                    <a:pt x="1618" y="718"/>
                  </a:lnTo>
                  <a:lnTo>
                    <a:pt x="1481" y="566"/>
                  </a:lnTo>
                  <a:lnTo>
                    <a:pt x="1344" y="428"/>
                  </a:lnTo>
                  <a:lnTo>
                    <a:pt x="1206" y="306"/>
                  </a:lnTo>
                  <a:lnTo>
                    <a:pt x="1054" y="215"/>
                  </a:lnTo>
                  <a:lnTo>
                    <a:pt x="916" y="123"/>
                  </a:lnTo>
                  <a:lnTo>
                    <a:pt x="779" y="62"/>
                  </a:lnTo>
                  <a:lnTo>
                    <a:pt x="657" y="16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4" name="Google Shape;5324;p63"/>
            <p:cNvSpPr/>
            <p:nvPr/>
          </p:nvSpPr>
          <p:spPr>
            <a:xfrm>
              <a:off x="6428475" y="2566775"/>
              <a:ext cx="169025" cy="197650"/>
            </a:xfrm>
            <a:custGeom>
              <a:avLst/>
              <a:gdLst/>
              <a:ahLst/>
              <a:cxnLst/>
              <a:rect l="l" t="t" r="r" b="b"/>
              <a:pathLst>
                <a:path w="6761" h="7906" extrusionOk="0">
                  <a:moveTo>
                    <a:pt x="3312" y="1"/>
                  </a:moveTo>
                  <a:lnTo>
                    <a:pt x="3175" y="31"/>
                  </a:lnTo>
                  <a:lnTo>
                    <a:pt x="3022" y="62"/>
                  </a:lnTo>
                  <a:lnTo>
                    <a:pt x="2869" y="107"/>
                  </a:lnTo>
                  <a:lnTo>
                    <a:pt x="2549" y="230"/>
                  </a:lnTo>
                  <a:lnTo>
                    <a:pt x="2213" y="397"/>
                  </a:lnTo>
                  <a:lnTo>
                    <a:pt x="1877" y="596"/>
                  </a:lnTo>
                  <a:lnTo>
                    <a:pt x="1542" y="825"/>
                  </a:lnTo>
                  <a:lnTo>
                    <a:pt x="1206" y="1069"/>
                  </a:lnTo>
                  <a:lnTo>
                    <a:pt x="901" y="1344"/>
                  </a:lnTo>
                  <a:lnTo>
                    <a:pt x="626" y="1618"/>
                  </a:lnTo>
                  <a:lnTo>
                    <a:pt x="504" y="1771"/>
                  </a:lnTo>
                  <a:lnTo>
                    <a:pt x="397" y="1923"/>
                  </a:lnTo>
                  <a:lnTo>
                    <a:pt x="290" y="2076"/>
                  </a:lnTo>
                  <a:lnTo>
                    <a:pt x="214" y="2213"/>
                  </a:lnTo>
                  <a:lnTo>
                    <a:pt x="138" y="2366"/>
                  </a:lnTo>
                  <a:lnTo>
                    <a:pt x="77" y="2519"/>
                  </a:lnTo>
                  <a:lnTo>
                    <a:pt x="31" y="2671"/>
                  </a:lnTo>
                  <a:lnTo>
                    <a:pt x="16" y="2824"/>
                  </a:lnTo>
                  <a:lnTo>
                    <a:pt x="0" y="2976"/>
                  </a:lnTo>
                  <a:lnTo>
                    <a:pt x="16" y="3114"/>
                  </a:lnTo>
                  <a:lnTo>
                    <a:pt x="46" y="3236"/>
                  </a:lnTo>
                  <a:lnTo>
                    <a:pt x="92" y="3327"/>
                  </a:lnTo>
                  <a:lnTo>
                    <a:pt x="153" y="3388"/>
                  </a:lnTo>
                  <a:lnTo>
                    <a:pt x="214" y="3434"/>
                  </a:lnTo>
                  <a:lnTo>
                    <a:pt x="275" y="3465"/>
                  </a:lnTo>
                  <a:lnTo>
                    <a:pt x="351" y="3480"/>
                  </a:lnTo>
                  <a:lnTo>
                    <a:pt x="428" y="3480"/>
                  </a:lnTo>
                  <a:lnTo>
                    <a:pt x="504" y="3465"/>
                  </a:lnTo>
                  <a:lnTo>
                    <a:pt x="657" y="3419"/>
                  </a:lnTo>
                  <a:lnTo>
                    <a:pt x="794" y="3358"/>
                  </a:lnTo>
                  <a:lnTo>
                    <a:pt x="916" y="3282"/>
                  </a:lnTo>
                  <a:lnTo>
                    <a:pt x="916" y="3282"/>
                  </a:lnTo>
                  <a:lnTo>
                    <a:pt x="779" y="3449"/>
                  </a:lnTo>
                  <a:lnTo>
                    <a:pt x="641" y="3648"/>
                  </a:lnTo>
                  <a:lnTo>
                    <a:pt x="504" y="3892"/>
                  </a:lnTo>
                  <a:lnTo>
                    <a:pt x="428" y="4029"/>
                  </a:lnTo>
                  <a:lnTo>
                    <a:pt x="382" y="4167"/>
                  </a:lnTo>
                  <a:lnTo>
                    <a:pt x="336" y="4304"/>
                  </a:lnTo>
                  <a:lnTo>
                    <a:pt x="306" y="4457"/>
                  </a:lnTo>
                  <a:lnTo>
                    <a:pt x="290" y="4609"/>
                  </a:lnTo>
                  <a:lnTo>
                    <a:pt x="306" y="4747"/>
                  </a:lnTo>
                  <a:lnTo>
                    <a:pt x="336" y="4884"/>
                  </a:lnTo>
                  <a:lnTo>
                    <a:pt x="397" y="5021"/>
                  </a:lnTo>
                  <a:lnTo>
                    <a:pt x="473" y="5128"/>
                  </a:lnTo>
                  <a:lnTo>
                    <a:pt x="565" y="5204"/>
                  </a:lnTo>
                  <a:lnTo>
                    <a:pt x="657" y="5265"/>
                  </a:lnTo>
                  <a:lnTo>
                    <a:pt x="763" y="5296"/>
                  </a:lnTo>
                  <a:lnTo>
                    <a:pt x="977" y="5296"/>
                  </a:lnTo>
                  <a:lnTo>
                    <a:pt x="1084" y="5281"/>
                  </a:lnTo>
                  <a:lnTo>
                    <a:pt x="1206" y="5250"/>
                  </a:lnTo>
                  <a:lnTo>
                    <a:pt x="1404" y="5159"/>
                  </a:lnTo>
                  <a:lnTo>
                    <a:pt x="1572" y="5067"/>
                  </a:lnTo>
                  <a:lnTo>
                    <a:pt x="1755" y="4930"/>
                  </a:lnTo>
                  <a:lnTo>
                    <a:pt x="1755" y="4930"/>
                  </a:lnTo>
                  <a:lnTo>
                    <a:pt x="1618" y="5128"/>
                  </a:lnTo>
                  <a:lnTo>
                    <a:pt x="1496" y="5326"/>
                  </a:lnTo>
                  <a:lnTo>
                    <a:pt x="1374" y="5571"/>
                  </a:lnTo>
                  <a:lnTo>
                    <a:pt x="1313" y="5693"/>
                  </a:lnTo>
                  <a:lnTo>
                    <a:pt x="1267" y="5830"/>
                  </a:lnTo>
                  <a:lnTo>
                    <a:pt x="1236" y="5967"/>
                  </a:lnTo>
                  <a:lnTo>
                    <a:pt x="1221" y="6105"/>
                  </a:lnTo>
                  <a:lnTo>
                    <a:pt x="1221" y="6242"/>
                  </a:lnTo>
                  <a:lnTo>
                    <a:pt x="1252" y="6379"/>
                  </a:lnTo>
                  <a:lnTo>
                    <a:pt x="1298" y="6502"/>
                  </a:lnTo>
                  <a:lnTo>
                    <a:pt x="1374" y="6639"/>
                  </a:lnTo>
                  <a:lnTo>
                    <a:pt x="1465" y="6730"/>
                  </a:lnTo>
                  <a:lnTo>
                    <a:pt x="1557" y="6807"/>
                  </a:lnTo>
                  <a:lnTo>
                    <a:pt x="1664" y="6853"/>
                  </a:lnTo>
                  <a:lnTo>
                    <a:pt x="1771" y="6868"/>
                  </a:lnTo>
                  <a:lnTo>
                    <a:pt x="1877" y="6868"/>
                  </a:lnTo>
                  <a:lnTo>
                    <a:pt x="1984" y="6853"/>
                  </a:lnTo>
                  <a:lnTo>
                    <a:pt x="2091" y="6822"/>
                  </a:lnTo>
                  <a:lnTo>
                    <a:pt x="2198" y="6776"/>
                  </a:lnTo>
                  <a:lnTo>
                    <a:pt x="2396" y="6669"/>
                  </a:lnTo>
                  <a:lnTo>
                    <a:pt x="2549" y="6547"/>
                  </a:lnTo>
                  <a:lnTo>
                    <a:pt x="2717" y="6395"/>
                  </a:lnTo>
                  <a:lnTo>
                    <a:pt x="2717" y="6395"/>
                  </a:lnTo>
                  <a:lnTo>
                    <a:pt x="2640" y="6578"/>
                  </a:lnTo>
                  <a:lnTo>
                    <a:pt x="2595" y="6761"/>
                  </a:lnTo>
                  <a:lnTo>
                    <a:pt x="2564" y="6959"/>
                  </a:lnTo>
                  <a:lnTo>
                    <a:pt x="2549" y="7173"/>
                  </a:lnTo>
                  <a:lnTo>
                    <a:pt x="2549" y="7280"/>
                  </a:lnTo>
                  <a:lnTo>
                    <a:pt x="2579" y="7387"/>
                  </a:lnTo>
                  <a:lnTo>
                    <a:pt x="2610" y="7493"/>
                  </a:lnTo>
                  <a:lnTo>
                    <a:pt x="2656" y="7600"/>
                  </a:lnTo>
                  <a:lnTo>
                    <a:pt x="2717" y="7692"/>
                  </a:lnTo>
                  <a:lnTo>
                    <a:pt x="2793" y="7768"/>
                  </a:lnTo>
                  <a:lnTo>
                    <a:pt x="2869" y="7829"/>
                  </a:lnTo>
                  <a:lnTo>
                    <a:pt x="2946" y="7875"/>
                  </a:lnTo>
                  <a:lnTo>
                    <a:pt x="3022" y="7890"/>
                  </a:lnTo>
                  <a:lnTo>
                    <a:pt x="3114" y="7905"/>
                  </a:lnTo>
                  <a:lnTo>
                    <a:pt x="3190" y="7905"/>
                  </a:lnTo>
                  <a:lnTo>
                    <a:pt x="3266" y="7890"/>
                  </a:lnTo>
                  <a:lnTo>
                    <a:pt x="3358" y="7860"/>
                  </a:lnTo>
                  <a:lnTo>
                    <a:pt x="3434" y="7814"/>
                  </a:lnTo>
                  <a:lnTo>
                    <a:pt x="3602" y="7707"/>
                  </a:lnTo>
                  <a:lnTo>
                    <a:pt x="3770" y="7570"/>
                  </a:lnTo>
                  <a:lnTo>
                    <a:pt x="3938" y="7402"/>
                  </a:lnTo>
                  <a:lnTo>
                    <a:pt x="4105" y="7219"/>
                  </a:lnTo>
                  <a:lnTo>
                    <a:pt x="4456" y="6822"/>
                  </a:lnTo>
                  <a:lnTo>
                    <a:pt x="4792" y="6425"/>
                  </a:lnTo>
                  <a:lnTo>
                    <a:pt x="4960" y="6257"/>
                  </a:lnTo>
                  <a:lnTo>
                    <a:pt x="5113" y="6120"/>
                  </a:lnTo>
                  <a:lnTo>
                    <a:pt x="5280" y="5998"/>
                  </a:lnTo>
                  <a:lnTo>
                    <a:pt x="5357" y="5952"/>
                  </a:lnTo>
                  <a:lnTo>
                    <a:pt x="5433" y="5922"/>
                  </a:lnTo>
                  <a:lnTo>
                    <a:pt x="5754" y="6608"/>
                  </a:lnTo>
                  <a:lnTo>
                    <a:pt x="6105" y="7310"/>
                  </a:lnTo>
                  <a:lnTo>
                    <a:pt x="6242" y="6959"/>
                  </a:lnTo>
                  <a:lnTo>
                    <a:pt x="6394" y="6578"/>
                  </a:lnTo>
                  <a:lnTo>
                    <a:pt x="6547" y="6105"/>
                  </a:lnTo>
                  <a:lnTo>
                    <a:pt x="6608" y="5845"/>
                  </a:lnTo>
                  <a:lnTo>
                    <a:pt x="6669" y="5586"/>
                  </a:lnTo>
                  <a:lnTo>
                    <a:pt x="6715" y="5311"/>
                  </a:lnTo>
                  <a:lnTo>
                    <a:pt x="6745" y="5037"/>
                  </a:lnTo>
                  <a:lnTo>
                    <a:pt x="6761" y="4777"/>
                  </a:lnTo>
                  <a:lnTo>
                    <a:pt x="6745" y="4533"/>
                  </a:lnTo>
                  <a:lnTo>
                    <a:pt x="6715" y="4289"/>
                  </a:lnTo>
                  <a:lnTo>
                    <a:pt x="6684" y="4182"/>
                  </a:lnTo>
                  <a:lnTo>
                    <a:pt x="6639" y="4075"/>
                  </a:lnTo>
                  <a:lnTo>
                    <a:pt x="6593" y="3953"/>
                  </a:lnTo>
                  <a:lnTo>
                    <a:pt x="6517" y="3862"/>
                  </a:lnTo>
                  <a:lnTo>
                    <a:pt x="6425" y="3770"/>
                  </a:lnTo>
                  <a:lnTo>
                    <a:pt x="6318" y="3694"/>
                  </a:lnTo>
                  <a:lnTo>
                    <a:pt x="6211" y="3648"/>
                  </a:lnTo>
                  <a:lnTo>
                    <a:pt x="6089" y="3602"/>
                  </a:lnTo>
                  <a:lnTo>
                    <a:pt x="5830" y="3602"/>
                  </a:lnTo>
                  <a:lnTo>
                    <a:pt x="5891" y="3495"/>
                  </a:lnTo>
                  <a:lnTo>
                    <a:pt x="5937" y="3373"/>
                  </a:lnTo>
                  <a:lnTo>
                    <a:pt x="5982" y="3205"/>
                  </a:lnTo>
                  <a:lnTo>
                    <a:pt x="6013" y="3022"/>
                  </a:lnTo>
                  <a:lnTo>
                    <a:pt x="6013" y="2931"/>
                  </a:lnTo>
                  <a:lnTo>
                    <a:pt x="6013" y="2824"/>
                  </a:lnTo>
                  <a:lnTo>
                    <a:pt x="5998" y="2732"/>
                  </a:lnTo>
                  <a:lnTo>
                    <a:pt x="5967" y="2625"/>
                  </a:lnTo>
                  <a:lnTo>
                    <a:pt x="5921" y="2519"/>
                  </a:lnTo>
                  <a:lnTo>
                    <a:pt x="5860" y="2427"/>
                  </a:lnTo>
                  <a:lnTo>
                    <a:pt x="5830" y="2381"/>
                  </a:lnTo>
                  <a:lnTo>
                    <a:pt x="5784" y="2335"/>
                  </a:lnTo>
                  <a:lnTo>
                    <a:pt x="5662" y="2274"/>
                  </a:lnTo>
                  <a:lnTo>
                    <a:pt x="5540" y="2244"/>
                  </a:lnTo>
                  <a:lnTo>
                    <a:pt x="5403" y="2229"/>
                  </a:lnTo>
                  <a:lnTo>
                    <a:pt x="5189" y="2213"/>
                  </a:lnTo>
                  <a:lnTo>
                    <a:pt x="5082" y="2213"/>
                  </a:lnTo>
                  <a:lnTo>
                    <a:pt x="5128" y="2122"/>
                  </a:lnTo>
                  <a:lnTo>
                    <a:pt x="5158" y="2030"/>
                  </a:lnTo>
                  <a:lnTo>
                    <a:pt x="5189" y="1893"/>
                  </a:lnTo>
                  <a:lnTo>
                    <a:pt x="5204" y="1740"/>
                  </a:lnTo>
                  <a:lnTo>
                    <a:pt x="5189" y="1572"/>
                  </a:lnTo>
                  <a:lnTo>
                    <a:pt x="5174" y="1496"/>
                  </a:lnTo>
                  <a:lnTo>
                    <a:pt x="5128" y="1405"/>
                  </a:lnTo>
                  <a:lnTo>
                    <a:pt x="5097" y="1328"/>
                  </a:lnTo>
                  <a:lnTo>
                    <a:pt x="5036" y="1237"/>
                  </a:lnTo>
                  <a:lnTo>
                    <a:pt x="4975" y="1176"/>
                  </a:lnTo>
                  <a:lnTo>
                    <a:pt x="4914" y="1130"/>
                  </a:lnTo>
                  <a:lnTo>
                    <a:pt x="4853" y="1084"/>
                  </a:lnTo>
                  <a:lnTo>
                    <a:pt x="4792" y="1054"/>
                  </a:lnTo>
                  <a:lnTo>
                    <a:pt x="4655" y="1008"/>
                  </a:lnTo>
                  <a:lnTo>
                    <a:pt x="4517" y="977"/>
                  </a:lnTo>
                  <a:lnTo>
                    <a:pt x="4289" y="977"/>
                  </a:lnTo>
                  <a:lnTo>
                    <a:pt x="4197" y="993"/>
                  </a:lnTo>
                  <a:lnTo>
                    <a:pt x="4197" y="886"/>
                  </a:lnTo>
                  <a:lnTo>
                    <a:pt x="4197" y="779"/>
                  </a:lnTo>
                  <a:lnTo>
                    <a:pt x="4182" y="642"/>
                  </a:lnTo>
                  <a:lnTo>
                    <a:pt x="4136" y="489"/>
                  </a:lnTo>
                  <a:lnTo>
                    <a:pt x="4075" y="336"/>
                  </a:lnTo>
                  <a:lnTo>
                    <a:pt x="4029" y="275"/>
                  </a:lnTo>
                  <a:lnTo>
                    <a:pt x="3968" y="199"/>
                  </a:lnTo>
                  <a:lnTo>
                    <a:pt x="3907" y="138"/>
                  </a:lnTo>
                  <a:lnTo>
                    <a:pt x="3846" y="92"/>
                  </a:lnTo>
                  <a:lnTo>
                    <a:pt x="3754" y="46"/>
                  </a:lnTo>
                  <a:lnTo>
                    <a:pt x="3663" y="16"/>
                  </a:lnTo>
                  <a:lnTo>
                    <a:pt x="3556" y="1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5" name="Google Shape;5325;p63"/>
            <p:cNvSpPr/>
            <p:nvPr/>
          </p:nvSpPr>
          <p:spPr>
            <a:xfrm>
              <a:off x="6449825" y="2591200"/>
              <a:ext cx="82050" cy="59925"/>
            </a:xfrm>
            <a:custGeom>
              <a:avLst/>
              <a:gdLst/>
              <a:ahLst/>
              <a:cxnLst/>
              <a:rect l="l" t="t" r="r" b="b"/>
              <a:pathLst>
                <a:path w="3282" h="2397" extrusionOk="0">
                  <a:moveTo>
                    <a:pt x="3267" y="0"/>
                  </a:moveTo>
                  <a:lnTo>
                    <a:pt x="3023" y="92"/>
                  </a:lnTo>
                  <a:lnTo>
                    <a:pt x="2794" y="183"/>
                  </a:lnTo>
                  <a:lnTo>
                    <a:pt x="2549" y="290"/>
                  </a:lnTo>
                  <a:lnTo>
                    <a:pt x="2321" y="397"/>
                  </a:lnTo>
                  <a:lnTo>
                    <a:pt x="2107" y="519"/>
                  </a:lnTo>
                  <a:lnTo>
                    <a:pt x="1878" y="641"/>
                  </a:lnTo>
                  <a:lnTo>
                    <a:pt x="1664" y="779"/>
                  </a:lnTo>
                  <a:lnTo>
                    <a:pt x="1466" y="916"/>
                  </a:lnTo>
                  <a:lnTo>
                    <a:pt x="1252" y="1069"/>
                  </a:lnTo>
                  <a:lnTo>
                    <a:pt x="1054" y="1236"/>
                  </a:lnTo>
                  <a:lnTo>
                    <a:pt x="871" y="1389"/>
                  </a:lnTo>
                  <a:lnTo>
                    <a:pt x="688" y="1572"/>
                  </a:lnTo>
                  <a:lnTo>
                    <a:pt x="505" y="1755"/>
                  </a:lnTo>
                  <a:lnTo>
                    <a:pt x="337" y="1938"/>
                  </a:lnTo>
                  <a:lnTo>
                    <a:pt x="169" y="2121"/>
                  </a:lnTo>
                  <a:lnTo>
                    <a:pt x="16" y="2335"/>
                  </a:lnTo>
                  <a:lnTo>
                    <a:pt x="1" y="2366"/>
                  </a:lnTo>
                  <a:lnTo>
                    <a:pt x="16" y="2381"/>
                  </a:lnTo>
                  <a:lnTo>
                    <a:pt x="32" y="2396"/>
                  </a:lnTo>
                  <a:lnTo>
                    <a:pt x="62" y="2381"/>
                  </a:lnTo>
                  <a:lnTo>
                    <a:pt x="428" y="2045"/>
                  </a:lnTo>
                  <a:lnTo>
                    <a:pt x="795" y="1709"/>
                  </a:lnTo>
                  <a:lnTo>
                    <a:pt x="1191" y="1389"/>
                  </a:lnTo>
                  <a:lnTo>
                    <a:pt x="1573" y="1084"/>
                  </a:lnTo>
                  <a:lnTo>
                    <a:pt x="1985" y="794"/>
                  </a:lnTo>
                  <a:lnTo>
                    <a:pt x="2397" y="534"/>
                  </a:lnTo>
                  <a:lnTo>
                    <a:pt x="2824" y="275"/>
                  </a:lnTo>
                  <a:lnTo>
                    <a:pt x="3267" y="31"/>
                  </a:lnTo>
                  <a:lnTo>
                    <a:pt x="3282" y="16"/>
                  </a:lnTo>
                  <a:lnTo>
                    <a:pt x="32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6" name="Google Shape;5326;p63"/>
            <p:cNvSpPr/>
            <p:nvPr/>
          </p:nvSpPr>
          <p:spPr>
            <a:xfrm>
              <a:off x="6470825" y="2621325"/>
              <a:ext cx="85475" cy="70625"/>
            </a:xfrm>
            <a:custGeom>
              <a:avLst/>
              <a:gdLst/>
              <a:ahLst/>
              <a:cxnLst/>
              <a:rect l="l" t="t" r="r" b="b"/>
              <a:pathLst>
                <a:path w="3419" h="2825" extrusionOk="0">
                  <a:moveTo>
                    <a:pt x="3403" y="1"/>
                  </a:moveTo>
                  <a:lnTo>
                    <a:pt x="3159" y="77"/>
                  </a:lnTo>
                  <a:lnTo>
                    <a:pt x="2915" y="184"/>
                  </a:lnTo>
                  <a:lnTo>
                    <a:pt x="2671" y="291"/>
                  </a:lnTo>
                  <a:lnTo>
                    <a:pt x="2427" y="428"/>
                  </a:lnTo>
                  <a:lnTo>
                    <a:pt x="2198" y="550"/>
                  </a:lnTo>
                  <a:lnTo>
                    <a:pt x="1954" y="703"/>
                  </a:lnTo>
                  <a:lnTo>
                    <a:pt x="1725" y="871"/>
                  </a:lnTo>
                  <a:lnTo>
                    <a:pt x="1496" y="1039"/>
                  </a:lnTo>
                  <a:lnTo>
                    <a:pt x="1282" y="1206"/>
                  </a:lnTo>
                  <a:lnTo>
                    <a:pt x="1069" y="1405"/>
                  </a:lnTo>
                  <a:lnTo>
                    <a:pt x="870" y="1603"/>
                  </a:lnTo>
                  <a:lnTo>
                    <a:pt x="672" y="1817"/>
                  </a:lnTo>
                  <a:lnTo>
                    <a:pt x="489" y="2030"/>
                  </a:lnTo>
                  <a:lnTo>
                    <a:pt x="321" y="2259"/>
                  </a:lnTo>
                  <a:lnTo>
                    <a:pt x="153" y="2504"/>
                  </a:lnTo>
                  <a:lnTo>
                    <a:pt x="16" y="2748"/>
                  </a:lnTo>
                  <a:lnTo>
                    <a:pt x="0" y="2778"/>
                  </a:lnTo>
                  <a:lnTo>
                    <a:pt x="0" y="2809"/>
                  </a:lnTo>
                  <a:lnTo>
                    <a:pt x="16" y="2824"/>
                  </a:lnTo>
                  <a:lnTo>
                    <a:pt x="46" y="2809"/>
                  </a:lnTo>
                  <a:lnTo>
                    <a:pt x="153" y="2641"/>
                  </a:lnTo>
                  <a:lnTo>
                    <a:pt x="306" y="2473"/>
                  </a:lnTo>
                  <a:lnTo>
                    <a:pt x="458" y="2290"/>
                  </a:lnTo>
                  <a:lnTo>
                    <a:pt x="641" y="2092"/>
                  </a:lnTo>
                  <a:lnTo>
                    <a:pt x="1053" y="1710"/>
                  </a:lnTo>
                  <a:lnTo>
                    <a:pt x="1526" y="1313"/>
                  </a:lnTo>
                  <a:lnTo>
                    <a:pt x="1999" y="932"/>
                  </a:lnTo>
                  <a:lnTo>
                    <a:pt x="2488" y="581"/>
                  </a:lnTo>
                  <a:lnTo>
                    <a:pt x="2976" y="276"/>
                  </a:lnTo>
                  <a:lnTo>
                    <a:pt x="3403" y="16"/>
                  </a:lnTo>
                  <a:lnTo>
                    <a:pt x="3419" y="16"/>
                  </a:lnTo>
                  <a:lnTo>
                    <a:pt x="34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7" name="Google Shape;5327;p63"/>
            <p:cNvSpPr/>
            <p:nvPr/>
          </p:nvSpPr>
          <p:spPr>
            <a:xfrm>
              <a:off x="6494850" y="2656425"/>
              <a:ext cx="78625" cy="73275"/>
            </a:xfrm>
            <a:custGeom>
              <a:avLst/>
              <a:gdLst/>
              <a:ahLst/>
              <a:cxnLst/>
              <a:rect l="l" t="t" r="r" b="b"/>
              <a:pathLst>
                <a:path w="3145" h="2931" extrusionOk="0">
                  <a:moveTo>
                    <a:pt x="3114" y="1"/>
                  </a:moveTo>
                  <a:lnTo>
                    <a:pt x="2854" y="92"/>
                  </a:lnTo>
                  <a:lnTo>
                    <a:pt x="2580" y="214"/>
                  </a:lnTo>
                  <a:lnTo>
                    <a:pt x="2320" y="352"/>
                  </a:lnTo>
                  <a:lnTo>
                    <a:pt x="2061" y="520"/>
                  </a:lnTo>
                  <a:lnTo>
                    <a:pt x="1801" y="703"/>
                  </a:lnTo>
                  <a:lnTo>
                    <a:pt x="1557" y="886"/>
                  </a:lnTo>
                  <a:lnTo>
                    <a:pt x="1328" y="1069"/>
                  </a:lnTo>
                  <a:lnTo>
                    <a:pt x="1130" y="1252"/>
                  </a:lnTo>
                  <a:lnTo>
                    <a:pt x="932" y="1420"/>
                  </a:lnTo>
                  <a:lnTo>
                    <a:pt x="764" y="1603"/>
                  </a:lnTo>
                  <a:lnTo>
                    <a:pt x="596" y="1802"/>
                  </a:lnTo>
                  <a:lnTo>
                    <a:pt x="459" y="2000"/>
                  </a:lnTo>
                  <a:lnTo>
                    <a:pt x="321" y="2214"/>
                  </a:lnTo>
                  <a:lnTo>
                    <a:pt x="199" y="2427"/>
                  </a:lnTo>
                  <a:lnTo>
                    <a:pt x="92" y="2656"/>
                  </a:lnTo>
                  <a:lnTo>
                    <a:pt x="1" y="2885"/>
                  </a:lnTo>
                  <a:lnTo>
                    <a:pt x="1" y="2916"/>
                  </a:lnTo>
                  <a:lnTo>
                    <a:pt x="1" y="2931"/>
                  </a:lnTo>
                  <a:lnTo>
                    <a:pt x="31" y="2931"/>
                  </a:lnTo>
                  <a:lnTo>
                    <a:pt x="184" y="2687"/>
                  </a:lnTo>
                  <a:lnTo>
                    <a:pt x="336" y="2473"/>
                  </a:lnTo>
                  <a:lnTo>
                    <a:pt x="504" y="2259"/>
                  </a:lnTo>
                  <a:lnTo>
                    <a:pt x="657" y="2046"/>
                  </a:lnTo>
                  <a:lnTo>
                    <a:pt x="840" y="1847"/>
                  </a:lnTo>
                  <a:lnTo>
                    <a:pt x="1023" y="1649"/>
                  </a:lnTo>
                  <a:lnTo>
                    <a:pt x="1405" y="1283"/>
                  </a:lnTo>
                  <a:lnTo>
                    <a:pt x="1801" y="947"/>
                  </a:lnTo>
                  <a:lnTo>
                    <a:pt x="2229" y="626"/>
                  </a:lnTo>
                  <a:lnTo>
                    <a:pt x="2671" y="321"/>
                  </a:lnTo>
                  <a:lnTo>
                    <a:pt x="3129" y="31"/>
                  </a:lnTo>
                  <a:lnTo>
                    <a:pt x="3144" y="16"/>
                  </a:lnTo>
                  <a:lnTo>
                    <a:pt x="31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8" name="Google Shape;5328;p63"/>
            <p:cNvSpPr/>
            <p:nvPr/>
          </p:nvSpPr>
          <p:spPr>
            <a:xfrm>
              <a:off x="6432675" y="2648800"/>
              <a:ext cx="131650" cy="117925"/>
            </a:xfrm>
            <a:custGeom>
              <a:avLst/>
              <a:gdLst/>
              <a:ahLst/>
              <a:cxnLst/>
              <a:rect l="l" t="t" r="r" b="b"/>
              <a:pathLst>
                <a:path w="5266" h="4717" extrusionOk="0">
                  <a:moveTo>
                    <a:pt x="718" y="1"/>
                  </a:moveTo>
                  <a:lnTo>
                    <a:pt x="611" y="123"/>
                  </a:lnTo>
                  <a:lnTo>
                    <a:pt x="473" y="306"/>
                  </a:lnTo>
                  <a:lnTo>
                    <a:pt x="321" y="550"/>
                  </a:lnTo>
                  <a:lnTo>
                    <a:pt x="168" y="840"/>
                  </a:lnTo>
                  <a:lnTo>
                    <a:pt x="107" y="977"/>
                  </a:lnTo>
                  <a:lnTo>
                    <a:pt x="46" y="1130"/>
                  </a:lnTo>
                  <a:lnTo>
                    <a:pt x="16" y="1282"/>
                  </a:lnTo>
                  <a:lnTo>
                    <a:pt x="0" y="1435"/>
                  </a:lnTo>
                  <a:lnTo>
                    <a:pt x="0" y="1572"/>
                  </a:lnTo>
                  <a:lnTo>
                    <a:pt x="16" y="1710"/>
                  </a:lnTo>
                  <a:lnTo>
                    <a:pt x="61" y="1832"/>
                  </a:lnTo>
                  <a:lnTo>
                    <a:pt x="153" y="1954"/>
                  </a:lnTo>
                  <a:lnTo>
                    <a:pt x="229" y="2015"/>
                  </a:lnTo>
                  <a:lnTo>
                    <a:pt x="321" y="2061"/>
                  </a:lnTo>
                  <a:lnTo>
                    <a:pt x="412" y="2107"/>
                  </a:lnTo>
                  <a:lnTo>
                    <a:pt x="504" y="2122"/>
                  </a:lnTo>
                  <a:lnTo>
                    <a:pt x="611" y="2137"/>
                  </a:lnTo>
                  <a:lnTo>
                    <a:pt x="870" y="2137"/>
                  </a:lnTo>
                  <a:lnTo>
                    <a:pt x="1053" y="2091"/>
                  </a:lnTo>
                  <a:lnTo>
                    <a:pt x="1117" y="2066"/>
                  </a:lnTo>
                  <a:lnTo>
                    <a:pt x="1117" y="2066"/>
                  </a:lnTo>
                  <a:lnTo>
                    <a:pt x="1084" y="2137"/>
                  </a:lnTo>
                  <a:lnTo>
                    <a:pt x="1007" y="2335"/>
                  </a:lnTo>
                  <a:lnTo>
                    <a:pt x="931" y="2549"/>
                  </a:lnTo>
                  <a:lnTo>
                    <a:pt x="916" y="2656"/>
                  </a:lnTo>
                  <a:lnTo>
                    <a:pt x="901" y="2778"/>
                  </a:lnTo>
                  <a:lnTo>
                    <a:pt x="885" y="2885"/>
                  </a:lnTo>
                  <a:lnTo>
                    <a:pt x="901" y="3007"/>
                  </a:lnTo>
                  <a:lnTo>
                    <a:pt x="916" y="3114"/>
                  </a:lnTo>
                  <a:lnTo>
                    <a:pt x="962" y="3221"/>
                  </a:lnTo>
                  <a:lnTo>
                    <a:pt x="992" y="3327"/>
                  </a:lnTo>
                  <a:lnTo>
                    <a:pt x="1053" y="3434"/>
                  </a:lnTo>
                  <a:lnTo>
                    <a:pt x="1130" y="3526"/>
                  </a:lnTo>
                  <a:lnTo>
                    <a:pt x="1221" y="3617"/>
                  </a:lnTo>
                  <a:lnTo>
                    <a:pt x="1313" y="3678"/>
                  </a:lnTo>
                  <a:lnTo>
                    <a:pt x="1435" y="3724"/>
                  </a:lnTo>
                  <a:lnTo>
                    <a:pt x="1557" y="3770"/>
                  </a:lnTo>
                  <a:lnTo>
                    <a:pt x="1801" y="3770"/>
                  </a:lnTo>
                  <a:lnTo>
                    <a:pt x="1908" y="3724"/>
                  </a:lnTo>
                  <a:lnTo>
                    <a:pt x="2121" y="3633"/>
                  </a:lnTo>
                  <a:lnTo>
                    <a:pt x="2301" y="3513"/>
                  </a:lnTo>
                  <a:lnTo>
                    <a:pt x="2289" y="3556"/>
                  </a:lnTo>
                  <a:lnTo>
                    <a:pt x="2274" y="3709"/>
                  </a:lnTo>
                  <a:lnTo>
                    <a:pt x="2259" y="3877"/>
                  </a:lnTo>
                  <a:lnTo>
                    <a:pt x="2259" y="4045"/>
                  </a:lnTo>
                  <a:lnTo>
                    <a:pt x="2305" y="4212"/>
                  </a:lnTo>
                  <a:lnTo>
                    <a:pt x="2366" y="4380"/>
                  </a:lnTo>
                  <a:lnTo>
                    <a:pt x="2411" y="4457"/>
                  </a:lnTo>
                  <a:lnTo>
                    <a:pt x="2472" y="4533"/>
                  </a:lnTo>
                  <a:lnTo>
                    <a:pt x="2533" y="4594"/>
                  </a:lnTo>
                  <a:lnTo>
                    <a:pt x="2610" y="4640"/>
                  </a:lnTo>
                  <a:lnTo>
                    <a:pt x="2686" y="4670"/>
                  </a:lnTo>
                  <a:lnTo>
                    <a:pt x="2778" y="4701"/>
                  </a:lnTo>
                  <a:lnTo>
                    <a:pt x="2869" y="4716"/>
                  </a:lnTo>
                  <a:lnTo>
                    <a:pt x="2961" y="4716"/>
                  </a:lnTo>
                  <a:lnTo>
                    <a:pt x="3129" y="4686"/>
                  </a:lnTo>
                  <a:lnTo>
                    <a:pt x="3281" y="4624"/>
                  </a:lnTo>
                  <a:lnTo>
                    <a:pt x="3434" y="4533"/>
                  </a:lnTo>
                  <a:lnTo>
                    <a:pt x="3556" y="4426"/>
                  </a:lnTo>
                  <a:lnTo>
                    <a:pt x="3785" y="4228"/>
                  </a:lnTo>
                  <a:lnTo>
                    <a:pt x="3998" y="3999"/>
                  </a:lnTo>
                  <a:lnTo>
                    <a:pt x="4212" y="3770"/>
                  </a:lnTo>
                  <a:lnTo>
                    <a:pt x="4411" y="3526"/>
                  </a:lnTo>
                  <a:lnTo>
                    <a:pt x="4792" y="3053"/>
                  </a:lnTo>
                  <a:lnTo>
                    <a:pt x="4899" y="2931"/>
                  </a:lnTo>
                  <a:lnTo>
                    <a:pt x="5006" y="2839"/>
                  </a:lnTo>
                  <a:lnTo>
                    <a:pt x="5128" y="2747"/>
                  </a:lnTo>
                  <a:lnTo>
                    <a:pt x="5265" y="2656"/>
                  </a:lnTo>
                  <a:lnTo>
                    <a:pt x="5128" y="2732"/>
                  </a:lnTo>
                  <a:lnTo>
                    <a:pt x="4990" y="2809"/>
                  </a:lnTo>
                  <a:lnTo>
                    <a:pt x="4868" y="2900"/>
                  </a:lnTo>
                  <a:lnTo>
                    <a:pt x="4761" y="3007"/>
                  </a:lnTo>
                  <a:lnTo>
                    <a:pt x="4533" y="3236"/>
                  </a:lnTo>
                  <a:lnTo>
                    <a:pt x="4319" y="3449"/>
                  </a:lnTo>
                  <a:lnTo>
                    <a:pt x="4121" y="3678"/>
                  </a:lnTo>
                  <a:lnTo>
                    <a:pt x="3907" y="3892"/>
                  </a:lnTo>
                  <a:lnTo>
                    <a:pt x="3678" y="4106"/>
                  </a:lnTo>
                  <a:lnTo>
                    <a:pt x="3449" y="4304"/>
                  </a:lnTo>
                  <a:lnTo>
                    <a:pt x="3342" y="4380"/>
                  </a:lnTo>
                  <a:lnTo>
                    <a:pt x="3220" y="4441"/>
                  </a:lnTo>
                  <a:lnTo>
                    <a:pt x="3083" y="4502"/>
                  </a:lnTo>
                  <a:lnTo>
                    <a:pt x="2946" y="4533"/>
                  </a:lnTo>
                  <a:lnTo>
                    <a:pt x="2823" y="4502"/>
                  </a:lnTo>
                  <a:lnTo>
                    <a:pt x="2717" y="4457"/>
                  </a:lnTo>
                  <a:lnTo>
                    <a:pt x="2625" y="4380"/>
                  </a:lnTo>
                  <a:lnTo>
                    <a:pt x="2549" y="4274"/>
                  </a:lnTo>
                  <a:lnTo>
                    <a:pt x="2503" y="4136"/>
                  </a:lnTo>
                  <a:lnTo>
                    <a:pt x="2488" y="3999"/>
                  </a:lnTo>
                  <a:lnTo>
                    <a:pt x="2472" y="3861"/>
                  </a:lnTo>
                  <a:lnTo>
                    <a:pt x="2488" y="3724"/>
                  </a:lnTo>
                  <a:lnTo>
                    <a:pt x="2518" y="3587"/>
                  </a:lnTo>
                  <a:lnTo>
                    <a:pt x="2549" y="3449"/>
                  </a:lnTo>
                  <a:lnTo>
                    <a:pt x="2595" y="3312"/>
                  </a:lnTo>
                  <a:lnTo>
                    <a:pt x="2640" y="3175"/>
                  </a:lnTo>
                  <a:lnTo>
                    <a:pt x="2915" y="2519"/>
                  </a:lnTo>
                  <a:lnTo>
                    <a:pt x="2442" y="3053"/>
                  </a:lnTo>
                  <a:lnTo>
                    <a:pt x="2320" y="3190"/>
                  </a:lnTo>
                  <a:lnTo>
                    <a:pt x="2167" y="3312"/>
                  </a:lnTo>
                  <a:lnTo>
                    <a:pt x="2015" y="3404"/>
                  </a:lnTo>
                  <a:lnTo>
                    <a:pt x="1832" y="3480"/>
                  </a:lnTo>
                  <a:lnTo>
                    <a:pt x="1755" y="3510"/>
                  </a:lnTo>
                  <a:lnTo>
                    <a:pt x="1587" y="3510"/>
                  </a:lnTo>
                  <a:lnTo>
                    <a:pt x="1511" y="3495"/>
                  </a:lnTo>
                  <a:lnTo>
                    <a:pt x="1435" y="3465"/>
                  </a:lnTo>
                  <a:lnTo>
                    <a:pt x="1374" y="3419"/>
                  </a:lnTo>
                  <a:lnTo>
                    <a:pt x="1313" y="3358"/>
                  </a:lnTo>
                  <a:lnTo>
                    <a:pt x="1252" y="3282"/>
                  </a:lnTo>
                  <a:lnTo>
                    <a:pt x="1206" y="3205"/>
                  </a:lnTo>
                  <a:lnTo>
                    <a:pt x="1175" y="3129"/>
                  </a:lnTo>
                  <a:lnTo>
                    <a:pt x="1145" y="3037"/>
                  </a:lnTo>
                  <a:lnTo>
                    <a:pt x="1130" y="2946"/>
                  </a:lnTo>
                  <a:lnTo>
                    <a:pt x="1130" y="2854"/>
                  </a:lnTo>
                  <a:lnTo>
                    <a:pt x="1130" y="2763"/>
                  </a:lnTo>
                  <a:lnTo>
                    <a:pt x="1145" y="2671"/>
                  </a:lnTo>
                  <a:lnTo>
                    <a:pt x="1160" y="2595"/>
                  </a:lnTo>
                  <a:lnTo>
                    <a:pt x="1221" y="2396"/>
                  </a:lnTo>
                  <a:lnTo>
                    <a:pt x="1282" y="2213"/>
                  </a:lnTo>
                  <a:lnTo>
                    <a:pt x="1374" y="2030"/>
                  </a:lnTo>
                  <a:lnTo>
                    <a:pt x="1465" y="1862"/>
                  </a:lnTo>
                  <a:lnTo>
                    <a:pt x="1770" y="1359"/>
                  </a:lnTo>
                  <a:lnTo>
                    <a:pt x="1313" y="1725"/>
                  </a:lnTo>
                  <a:lnTo>
                    <a:pt x="1221" y="1771"/>
                  </a:lnTo>
                  <a:lnTo>
                    <a:pt x="1114" y="1817"/>
                  </a:lnTo>
                  <a:lnTo>
                    <a:pt x="992" y="1862"/>
                  </a:lnTo>
                  <a:lnTo>
                    <a:pt x="840" y="1893"/>
                  </a:lnTo>
                  <a:lnTo>
                    <a:pt x="702" y="1893"/>
                  </a:lnTo>
                  <a:lnTo>
                    <a:pt x="565" y="1878"/>
                  </a:lnTo>
                  <a:lnTo>
                    <a:pt x="489" y="1862"/>
                  </a:lnTo>
                  <a:lnTo>
                    <a:pt x="428" y="1832"/>
                  </a:lnTo>
                  <a:lnTo>
                    <a:pt x="367" y="1801"/>
                  </a:lnTo>
                  <a:lnTo>
                    <a:pt x="321" y="1756"/>
                  </a:lnTo>
                  <a:lnTo>
                    <a:pt x="275" y="1679"/>
                  </a:lnTo>
                  <a:lnTo>
                    <a:pt x="244" y="1588"/>
                  </a:lnTo>
                  <a:lnTo>
                    <a:pt x="229" y="1496"/>
                  </a:lnTo>
                  <a:lnTo>
                    <a:pt x="229" y="1374"/>
                  </a:lnTo>
                  <a:lnTo>
                    <a:pt x="244" y="1252"/>
                  </a:lnTo>
                  <a:lnTo>
                    <a:pt x="275" y="1130"/>
                  </a:lnTo>
                  <a:lnTo>
                    <a:pt x="367" y="855"/>
                  </a:lnTo>
                  <a:lnTo>
                    <a:pt x="473" y="596"/>
                  </a:lnTo>
                  <a:lnTo>
                    <a:pt x="580" y="367"/>
                  </a:lnTo>
                  <a:lnTo>
                    <a:pt x="687" y="184"/>
                  </a:lnTo>
                  <a:lnTo>
                    <a:pt x="748" y="77"/>
                  </a:lnTo>
                  <a:lnTo>
                    <a:pt x="763" y="62"/>
                  </a:lnTo>
                  <a:lnTo>
                    <a:pt x="748" y="62"/>
                  </a:lnTo>
                  <a:lnTo>
                    <a:pt x="733" y="46"/>
                  </a:lnTo>
                  <a:lnTo>
                    <a:pt x="718" y="16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9" name="Google Shape;5329;p63"/>
            <p:cNvSpPr/>
            <p:nvPr/>
          </p:nvSpPr>
          <p:spPr>
            <a:xfrm>
              <a:off x="6426175" y="2627450"/>
              <a:ext cx="25225" cy="28625"/>
            </a:xfrm>
            <a:custGeom>
              <a:avLst/>
              <a:gdLst/>
              <a:ahLst/>
              <a:cxnLst/>
              <a:rect l="l" t="t" r="r" b="b"/>
              <a:pathLst>
                <a:path w="1009" h="1145" extrusionOk="0">
                  <a:moveTo>
                    <a:pt x="199" y="0"/>
                  </a:moveTo>
                  <a:lnTo>
                    <a:pt x="138" y="107"/>
                  </a:lnTo>
                  <a:lnTo>
                    <a:pt x="92" y="214"/>
                  </a:lnTo>
                  <a:lnTo>
                    <a:pt x="47" y="336"/>
                  </a:lnTo>
                  <a:lnTo>
                    <a:pt x="31" y="443"/>
                  </a:lnTo>
                  <a:lnTo>
                    <a:pt x="1" y="580"/>
                  </a:lnTo>
                  <a:lnTo>
                    <a:pt x="16" y="717"/>
                  </a:lnTo>
                  <a:lnTo>
                    <a:pt x="47" y="839"/>
                  </a:lnTo>
                  <a:lnTo>
                    <a:pt x="108" y="961"/>
                  </a:lnTo>
                  <a:lnTo>
                    <a:pt x="153" y="1007"/>
                  </a:lnTo>
                  <a:lnTo>
                    <a:pt x="199" y="1053"/>
                  </a:lnTo>
                  <a:lnTo>
                    <a:pt x="276" y="1099"/>
                  </a:lnTo>
                  <a:lnTo>
                    <a:pt x="337" y="1129"/>
                  </a:lnTo>
                  <a:lnTo>
                    <a:pt x="398" y="1145"/>
                  </a:lnTo>
                  <a:lnTo>
                    <a:pt x="535" y="1145"/>
                  </a:lnTo>
                  <a:lnTo>
                    <a:pt x="611" y="1129"/>
                  </a:lnTo>
                  <a:lnTo>
                    <a:pt x="718" y="1084"/>
                  </a:lnTo>
                  <a:lnTo>
                    <a:pt x="825" y="1022"/>
                  </a:lnTo>
                  <a:lnTo>
                    <a:pt x="916" y="946"/>
                  </a:lnTo>
                  <a:lnTo>
                    <a:pt x="1008" y="855"/>
                  </a:lnTo>
                  <a:lnTo>
                    <a:pt x="794" y="931"/>
                  </a:lnTo>
                  <a:lnTo>
                    <a:pt x="581" y="961"/>
                  </a:lnTo>
                  <a:lnTo>
                    <a:pt x="489" y="977"/>
                  </a:lnTo>
                  <a:lnTo>
                    <a:pt x="398" y="946"/>
                  </a:lnTo>
                  <a:lnTo>
                    <a:pt x="321" y="900"/>
                  </a:lnTo>
                  <a:lnTo>
                    <a:pt x="260" y="839"/>
                  </a:lnTo>
                  <a:lnTo>
                    <a:pt x="214" y="748"/>
                  </a:lnTo>
                  <a:lnTo>
                    <a:pt x="199" y="656"/>
                  </a:lnTo>
                  <a:lnTo>
                    <a:pt x="184" y="565"/>
                  </a:lnTo>
                  <a:lnTo>
                    <a:pt x="184" y="458"/>
                  </a:lnTo>
                  <a:lnTo>
                    <a:pt x="184" y="244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0" name="Google Shape;5330;p63"/>
            <p:cNvSpPr/>
            <p:nvPr/>
          </p:nvSpPr>
          <p:spPr>
            <a:xfrm>
              <a:off x="5971050" y="2815900"/>
              <a:ext cx="289575" cy="166375"/>
            </a:xfrm>
            <a:custGeom>
              <a:avLst/>
              <a:gdLst/>
              <a:ahLst/>
              <a:cxnLst/>
              <a:rect l="l" t="t" r="r" b="b"/>
              <a:pathLst>
                <a:path w="11583" h="6655" extrusionOk="0">
                  <a:moveTo>
                    <a:pt x="2472" y="1"/>
                  </a:moveTo>
                  <a:lnTo>
                    <a:pt x="2167" y="16"/>
                  </a:lnTo>
                  <a:lnTo>
                    <a:pt x="1877" y="46"/>
                  </a:lnTo>
                  <a:lnTo>
                    <a:pt x="1618" y="77"/>
                  </a:lnTo>
                  <a:lnTo>
                    <a:pt x="1374" y="107"/>
                  </a:lnTo>
                  <a:lnTo>
                    <a:pt x="1145" y="153"/>
                  </a:lnTo>
                  <a:lnTo>
                    <a:pt x="946" y="214"/>
                  </a:lnTo>
                  <a:lnTo>
                    <a:pt x="763" y="275"/>
                  </a:lnTo>
                  <a:lnTo>
                    <a:pt x="595" y="336"/>
                  </a:lnTo>
                  <a:lnTo>
                    <a:pt x="458" y="413"/>
                  </a:lnTo>
                  <a:lnTo>
                    <a:pt x="336" y="504"/>
                  </a:lnTo>
                  <a:lnTo>
                    <a:pt x="229" y="596"/>
                  </a:lnTo>
                  <a:lnTo>
                    <a:pt x="153" y="687"/>
                  </a:lnTo>
                  <a:lnTo>
                    <a:pt x="77" y="779"/>
                  </a:lnTo>
                  <a:lnTo>
                    <a:pt x="31" y="886"/>
                  </a:lnTo>
                  <a:lnTo>
                    <a:pt x="16" y="993"/>
                  </a:lnTo>
                  <a:lnTo>
                    <a:pt x="0" y="1115"/>
                  </a:lnTo>
                  <a:lnTo>
                    <a:pt x="0" y="1237"/>
                  </a:lnTo>
                  <a:lnTo>
                    <a:pt x="31" y="1359"/>
                  </a:lnTo>
                  <a:lnTo>
                    <a:pt x="77" y="1481"/>
                  </a:lnTo>
                  <a:lnTo>
                    <a:pt x="138" y="1618"/>
                  </a:lnTo>
                  <a:lnTo>
                    <a:pt x="199" y="1740"/>
                  </a:lnTo>
                  <a:lnTo>
                    <a:pt x="290" y="1878"/>
                  </a:lnTo>
                  <a:lnTo>
                    <a:pt x="397" y="2015"/>
                  </a:lnTo>
                  <a:lnTo>
                    <a:pt x="534" y="2152"/>
                  </a:lnTo>
                  <a:lnTo>
                    <a:pt x="672" y="2305"/>
                  </a:lnTo>
                  <a:lnTo>
                    <a:pt x="992" y="2580"/>
                  </a:lnTo>
                  <a:lnTo>
                    <a:pt x="1374" y="2885"/>
                  </a:lnTo>
                  <a:lnTo>
                    <a:pt x="1801" y="3175"/>
                  </a:lnTo>
                  <a:lnTo>
                    <a:pt x="2289" y="3465"/>
                  </a:lnTo>
                  <a:lnTo>
                    <a:pt x="2839" y="3770"/>
                  </a:lnTo>
                  <a:lnTo>
                    <a:pt x="3419" y="4075"/>
                  </a:lnTo>
                  <a:lnTo>
                    <a:pt x="4029" y="4365"/>
                  </a:lnTo>
                  <a:lnTo>
                    <a:pt x="4655" y="4670"/>
                  </a:lnTo>
                  <a:lnTo>
                    <a:pt x="5296" y="4960"/>
                  </a:lnTo>
                  <a:lnTo>
                    <a:pt x="6532" y="5494"/>
                  </a:lnTo>
                  <a:lnTo>
                    <a:pt x="7646" y="5967"/>
                  </a:lnTo>
                  <a:lnTo>
                    <a:pt x="8561" y="6334"/>
                  </a:lnTo>
                  <a:lnTo>
                    <a:pt x="9401" y="6654"/>
                  </a:lnTo>
                  <a:lnTo>
                    <a:pt x="11583" y="1054"/>
                  </a:lnTo>
                  <a:lnTo>
                    <a:pt x="10530" y="886"/>
                  </a:lnTo>
                  <a:lnTo>
                    <a:pt x="9416" y="718"/>
                  </a:lnTo>
                  <a:lnTo>
                    <a:pt x="8058" y="519"/>
                  </a:lnTo>
                  <a:lnTo>
                    <a:pt x="6593" y="336"/>
                  </a:lnTo>
                  <a:lnTo>
                    <a:pt x="5143" y="168"/>
                  </a:lnTo>
                  <a:lnTo>
                    <a:pt x="4472" y="92"/>
                  </a:lnTo>
                  <a:lnTo>
                    <a:pt x="3846" y="46"/>
                  </a:lnTo>
                  <a:lnTo>
                    <a:pt x="3281" y="16"/>
                  </a:lnTo>
                  <a:lnTo>
                    <a:pt x="28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1" name="Google Shape;5331;p63"/>
            <p:cNvSpPr/>
            <p:nvPr/>
          </p:nvSpPr>
          <p:spPr>
            <a:xfrm>
              <a:off x="5971050" y="2815900"/>
              <a:ext cx="289575" cy="166375"/>
            </a:xfrm>
            <a:custGeom>
              <a:avLst/>
              <a:gdLst/>
              <a:ahLst/>
              <a:cxnLst/>
              <a:rect l="l" t="t" r="r" b="b"/>
              <a:pathLst>
                <a:path w="11583" h="6655" fill="none" extrusionOk="0">
                  <a:moveTo>
                    <a:pt x="11583" y="1054"/>
                  </a:moveTo>
                  <a:lnTo>
                    <a:pt x="9401" y="6654"/>
                  </a:lnTo>
                  <a:lnTo>
                    <a:pt x="9401" y="6654"/>
                  </a:lnTo>
                  <a:lnTo>
                    <a:pt x="8561" y="6334"/>
                  </a:lnTo>
                  <a:lnTo>
                    <a:pt x="7646" y="5967"/>
                  </a:lnTo>
                  <a:lnTo>
                    <a:pt x="6532" y="5494"/>
                  </a:lnTo>
                  <a:lnTo>
                    <a:pt x="5296" y="4960"/>
                  </a:lnTo>
                  <a:lnTo>
                    <a:pt x="4655" y="4670"/>
                  </a:lnTo>
                  <a:lnTo>
                    <a:pt x="4029" y="4365"/>
                  </a:lnTo>
                  <a:lnTo>
                    <a:pt x="3419" y="4075"/>
                  </a:lnTo>
                  <a:lnTo>
                    <a:pt x="2839" y="3770"/>
                  </a:lnTo>
                  <a:lnTo>
                    <a:pt x="2289" y="3465"/>
                  </a:lnTo>
                  <a:lnTo>
                    <a:pt x="1801" y="3175"/>
                  </a:lnTo>
                  <a:lnTo>
                    <a:pt x="1801" y="3175"/>
                  </a:lnTo>
                  <a:lnTo>
                    <a:pt x="1374" y="2885"/>
                  </a:lnTo>
                  <a:lnTo>
                    <a:pt x="992" y="2580"/>
                  </a:lnTo>
                  <a:lnTo>
                    <a:pt x="672" y="2305"/>
                  </a:lnTo>
                  <a:lnTo>
                    <a:pt x="534" y="2152"/>
                  </a:lnTo>
                  <a:lnTo>
                    <a:pt x="397" y="2015"/>
                  </a:lnTo>
                  <a:lnTo>
                    <a:pt x="290" y="1878"/>
                  </a:lnTo>
                  <a:lnTo>
                    <a:pt x="199" y="1740"/>
                  </a:lnTo>
                  <a:lnTo>
                    <a:pt x="138" y="1618"/>
                  </a:lnTo>
                  <a:lnTo>
                    <a:pt x="77" y="1481"/>
                  </a:lnTo>
                  <a:lnTo>
                    <a:pt x="31" y="1359"/>
                  </a:lnTo>
                  <a:lnTo>
                    <a:pt x="0" y="1237"/>
                  </a:lnTo>
                  <a:lnTo>
                    <a:pt x="0" y="1115"/>
                  </a:lnTo>
                  <a:lnTo>
                    <a:pt x="16" y="993"/>
                  </a:lnTo>
                  <a:lnTo>
                    <a:pt x="31" y="886"/>
                  </a:lnTo>
                  <a:lnTo>
                    <a:pt x="77" y="779"/>
                  </a:lnTo>
                  <a:lnTo>
                    <a:pt x="153" y="687"/>
                  </a:lnTo>
                  <a:lnTo>
                    <a:pt x="229" y="596"/>
                  </a:lnTo>
                  <a:lnTo>
                    <a:pt x="336" y="504"/>
                  </a:lnTo>
                  <a:lnTo>
                    <a:pt x="458" y="413"/>
                  </a:lnTo>
                  <a:lnTo>
                    <a:pt x="595" y="336"/>
                  </a:lnTo>
                  <a:lnTo>
                    <a:pt x="763" y="275"/>
                  </a:lnTo>
                  <a:lnTo>
                    <a:pt x="946" y="214"/>
                  </a:lnTo>
                  <a:lnTo>
                    <a:pt x="1145" y="153"/>
                  </a:lnTo>
                  <a:lnTo>
                    <a:pt x="1374" y="107"/>
                  </a:lnTo>
                  <a:lnTo>
                    <a:pt x="1618" y="77"/>
                  </a:lnTo>
                  <a:lnTo>
                    <a:pt x="1877" y="46"/>
                  </a:lnTo>
                  <a:lnTo>
                    <a:pt x="2167" y="16"/>
                  </a:lnTo>
                  <a:lnTo>
                    <a:pt x="2472" y="1"/>
                  </a:lnTo>
                  <a:lnTo>
                    <a:pt x="2808" y="1"/>
                  </a:lnTo>
                  <a:lnTo>
                    <a:pt x="2808" y="1"/>
                  </a:lnTo>
                  <a:lnTo>
                    <a:pt x="3281" y="16"/>
                  </a:lnTo>
                  <a:lnTo>
                    <a:pt x="3846" y="46"/>
                  </a:lnTo>
                  <a:lnTo>
                    <a:pt x="4472" y="92"/>
                  </a:lnTo>
                  <a:lnTo>
                    <a:pt x="5143" y="168"/>
                  </a:lnTo>
                  <a:lnTo>
                    <a:pt x="6593" y="336"/>
                  </a:lnTo>
                  <a:lnTo>
                    <a:pt x="8058" y="519"/>
                  </a:lnTo>
                  <a:lnTo>
                    <a:pt x="9416" y="718"/>
                  </a:lnTo>
                  <a:lnTo>
                    <a:pt x="10530" y="886"/>
                  </a:lnTo>
                  <a:lnTo>
                    <a:pt x="11583" y="10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2" name="Google Shape;5332;p63"/>
            <p:cNvSpPr/>
            <p:nvPr/>
          </p:nvSpPr>
          <p:spPr>
            <a:xfrm>
              <a:off x="5971050" y="2838400"/>
              <a:ext cx="8400" cy="14525"/>
            </a:xfrm>
            <a:custGeom>
              <a:avLst/>
              <a:gdLst/>
              <a:ahLst/>
              <a:cxnLst/>
              <a:rect l="l" t="t" r="r" b="b"/>
              <a:pathLst>
                <a:path w="336" h="581" extrusionOk="0">
                  <a:moveTo>
                    <a:pt x="31" y="1"/>
                  </a:moveTo>
                  <a:lnTo>
                    <a:pt x="16" y="123"/>
                  </a:lnTo>
                  <a:lnTo>
                    <a:pt x="0" y="260"/>
                  </a:lnTo>
                  <a:lnTo>
                    <a:pt x="16" y="382"/>
                  </a:lnTo>
                  <a:lnTo>
                    <a:pt x="46" y="520"/>
                  </a:lnTo>
                  <a:lnTo>
                    <a:pt x="214" y="581"/>
                  </a:lnTo>
                  <a:lnTo>
                    <a:pt x="199" y="367"/>
                  </a:lnTo>
                  <a:lnTo>
                    <a:pt x="336" y="199"/>
                  </a:lnTo>
                  <a:lnTo>
                    <a:pt x="138" y="154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3" name="Google Shape;5333;p63"/>
            <p:cNvSpPr/>
            <p:nvPr/>
          </p:nvSpPr>
          <p:spPr>
            <a:xfrm>
              <a:off x="5971050" y="2838400"/>
              <a:ext cx="8400" cy="14525"/>
            </a:xfrm>
            <a:custGeom>
              <a:avLst/>
              <a:gdLst/>
              <a:ahLst/>
              <a:cxnLst/>
              <a:rect l="l" t="t" r="r" b="b"/>
              <a:pathLst>
                <a:path w="336" h="581" fill="none" extrusionOk="0">
                  <a:moveTo>
                    <a:pt x="336" y="199"/>
                  </a:moveTo>
                  <a:lnTo>
                    <a:pt x="199" y="367"/>
                  </a:lnTo>
                  <a:lnTo>
                    <a:pt x="214" y="581"/>
                  </a:lnTo>
                  <a:lnTo>
                    <a:pt x="46" y="520"/>
                  </a:lnTo>
                  <a:lnTo>
                    <a:pt x="46" y="520"/>
                  </a:lnTo>
                  <a:lnTo>
                    <a:pt x="16" y="382"/>
                  </a:lnTo>
                  <a:lnTo>
                    <a:pt x="0" y="260"/>
                  </a:lnTo>
                  <a:lnTo>
                    <a:pt x="16" y="123"/>
                  </a:lnTo>
                  <a:lnTo>
                    <a:pt x="31" y="1"/>
                  </a:lnTo>
                  <a:lnTo>
                    <a:pt x="138" y="154"/>
                  </a:lnTo>
                  <a:lnTo>
                    <a:pt x="336" y="19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4" name="Google Shape;5334;p63"/>
            <p:cNvSpPr/>
            <p:nvPr/>
          </p:nvSpPr>
          <p:spPr>
            <a:xfrm>
              <a:off x="6051925" y="2837650"/>
              <a:ext cx="15675" cy="15275"/>
            </a:xfrm>
            <a:custGeom>
              <a:avLst/>
              <a:gdLst/>
              <a:ahLst/>
              <a:cxnLst/>
              <a:rect l="l" t="t" r="r" b="b"/>
              <a:pathLst>
                <a:path w="627" h="611" extrusionOk="0">
                  <a:moveTo>
                    <a:pt x="306" y="0"/>
                  </a:moveTo>
                  <a:lnTo>
                    <a:pt x="199" y="184"/>
                  </a:lnTo>
                  <a:lnTo>
                    <a:pt x="0" y="229"/>
                  </a:lnTo>
                  <a:lnTo>
                    <a:pt x="123" y="397"/>
                  </a:lnTo>
                  <a:lnTo>
                    <a:pt x="123" y="611"/>
                  </a:lnTo>
                  <a:lnTo>
                    <a:pt x="306" y="535"/>
                  </a:lnTo>
                  <a:lnTo>
                    <a:pt x="504" y="611"/>
                  </a:lnTo>
                  <a:lnTo>
                    <a:pt x="504" y="397"/>
                  </a:lnTo>
                  <a:lnTo>
                    <a:pt x="626" y="229"/>
                  </a:lnTo>
                  <a:lnTo>
                    <a:pt x="428" y="184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5" name="Google Shape;5335;p63"/>
            <p:cNvSpPr/>
            <p:nvPr/>
          </p:nvSpPr>
          <p:spPr>
            <a:xfrm>
              <a:off x="6051925" y="2837650"/>
              <a:ext cx="15675" cy="15275"/>
            </a:xfrm>
            <a:custGeom>
              <a:avLst/>
              <a:gdLst/>
              <a:ahLst/>
              <a:cxnLst/>
              <a:rect l="l" t="t" r="r" b="b"/>
              <a:pathLst>
                <a:path w="627" h="611" fill="none" extrusionOk="0">
                  <a:moveTo>
                    <a:pt x="626" y="229"/>
                  </a:moveTo>
                  <a:lnTo>
                    <a:pt x="504" y="397"/>
                  </a:lnTo>
                  <a:lnTo>
                    <a:pt x="504" y="611"/>
                  </a:lnTo>
                  <a:lnTo>
                    <a:pt x="306" y="535"/>
                  </a:lnTo>
                  <a:lnTo>
                    <a:pt x="123" y="611"/>
                  </a:lnTo>
                  <a:lnTo>
                    <a:pt x="123" y="397"/>
                  </a:lnTo>
                  <a:lnTo>
                    <a:pt x="0" y="229"/>
                  </a:lnTo>
                  <a:lnTo>
                    <a:pt x="199" y="184"/>
                  </a:lnTo>
                  <a:lnTo>
                    <a:pt x="306" y="0"/>
                  </a:lnTo>
                  <a:lnTo>
                    <a:pt x="428" y="184"/>
                  </a:lnTo>
                  <a:lnTo>
                    <a:pt x="626" y="22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6" name="Google Shape;5336;p63"/>
            <p:cNvSpPr/>
            <p:nvPr/>
          </p:nvSpPr>
          <p:spPr>
            <a:xfrm>
              <a:off x="6095800" y="29013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extrusionOk="0">
                  <a:moveTo>
                    <a:pt x="321" y="1"/>
                  </a:moveTo>
                  <a:lnTo>
                    <a:pt x="214" y="184"/>
                  </a:lnTo>
                  <a:lnTo>
                    <a:pt x="0" y="230"/>
                  </a:lnTo>
                  <a:lnTo>
                    <a:pt x="138" y="398"/>
                  </a:lnTo>
                  <a:lnTo>
                    <a:pt x="122" y="611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43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7" name="Google Shape;5337;p63"/>
            <p:cNvSpPr/>
            <p:nvPr/>
          </p:nvSpPr>
          <p:spPr>
            <a:xfrm>
              <a:off x="6095800" y="29013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fill="none" extrusionOk="0">
                  <a:moveTo>
                    <a:pt x="641" y="230"/>
                  </a:moveTo>
                  <a:lnTo>
                    <a:pt x="504" y="398"/>
                  </a:lnTo>
                  <a:lnTo>
                    <a:pt x="519" y="611"/>
                  </a:lnTo>
                  <a:lnTo>
                    <a:pt x="321" y="535"/>
                  </a:lnTo>
                  <a:lnTo>
                    <a:pt x="122" y="611"/>
                  </a:lnTo>
                  <a:lnTo>
                    <a:pt x="138" y="398"/>
                  </a:lnTo>
                  <a:lnTo>
                    <a:pt x="0" y="230"/>
                  </a:lnTo>
                  <a:lnTo>
                    <a:pt x="214" y="184"/>
                  </a:lnTo>
                  <a:lnTo>
                    <a:pt x="321" y="1"/>
                  </a:lnTo>
                  <a:lnTo>
                    <a:pt x="443" y="184"/>
                  </a:lnTo>
                  <a:lnTo>
                    <a:pt x="641" y="2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8" name="Google Shape;5338;p63"/>
            <p:cNvSpPr/>
            <p:nvPr/>
          </p:nvSpPr>
          <p:spPr>
            <a:xfrm>
              <a:off x="6140050" y="2837650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extrusionOk="0">
                  <a:moveTo>
                    <a:pt x="321" y="0"/>
                  </a:moveTo>
                  <a:lnTo>
                    <a:pt x="199" y="184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7"/>
                  </a:lnTo>
                  <a:lnTo>
                    <a:pt x="642" y="229"/>
                  </a:lnTo>
                  <a:lnTo>
                    <a:pt x="428" y="184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9" name="Google Shape;5339;p63"/>
            <p:cNvSpPr/>
            <p:nvPr/>
          </p:nvSpPr>
          <p:spPr>
            <a:xfrm>
              <a:off x="6140050" y="2837650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fill="none" extrusionOk="0">
                  <a:moveTo>
                    <a:pt x="642" y="229"/>
                  </a:moveTo>
                  <a:lnTo>
                    <a:pt x="504" y="397"/>
                  </a:lnTo>
                  <a:lnTo>
                    <a:pt x="519" y="611"/>
                  </a:lnTo>
                  <a:lnTo>
                    <a:pt x="321" y="535"/>
                  </a:lnTo>
                  <a:lnTo>
                    <a:pt x="123" y="611"/>
                  </a:lnTo>
                  <a:lnTo>
                    <a:pt x="138" y="397"/>
                  </a:lnTo>
                  <a:lnTo>
                    <a:pt x="1" y="229"/>
                  </a:lnTo>
                  <a:lnTo>
                    <a:pt x="199" y="184"/>
                  </a:lnTo>
                  <a:lnTo>
                    <a:pt x="321" y="0"/>
                  </a:lnTo>
                  <a:lnTo>
                    <a:pt x="428" y="184"/>
                  </a:lnTo>
                  <a:lnTo>
                    <a:pt x="642" y="22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0" name="Google Shape;5340;p63"/>
            <p:cNvSpPr/>
            <p:nvPr/>
          </p:nvSpPr>
          <p:spPr>
            <a:xfrm>
              <a:off x="6184300" y="2901350"/>
              <a:ext cx="15675" cy="15300"/>
            </a:xfrm>
            <a:custGeom>
              <a:avLst/>
              <a:gdLst/>
              <a:ahLst/>
              <a:cxnLst/>
              <a:rect l="l" t="t" r="r" b="b"/>
              <a:pathLst>
                <a:path w="627" h="612" extrusionOk="0">
                  <a:moveTo>
                    <a:pt x="321" y="1"/>
                  </a:moveTo>
                  <a:lnTo>
                    <a:pt x="199" y="184"/>
                  </a:lnTo>
                  <a:lnTo>
                    <a:pt x="1" y="230"/>
                  </a:lnTo>
                  <a:lnTo>
                    <a:pt x="123" y="398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04" y="611"/>
                  </a:lnTo>
                  <a:lnTo>
                    <a:pt x="504" y="398"/>
                  </a:lnTo>
                  <a:lnTo>
                    <a:pt x="626" y="230"/>
                  </a:lnTo>
                  <a:lnTo>
                    <a:pt x="428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1" name="Google Shape;5341;p63"/>
            <p:cNvSpPr/>
            <p:nvPr/>
          </p:nvSpPr>
          <p:spPr>
            <a:xfrm>
              <a:off x="6184300" y="2901350"/>
              <a:ext cx="15675" cy="15300"/>
            </a:xfrm>
            <a:custGeom>
              <a:avLst/>
              <a:gdLst/>
              <a:ahLst/>
              <a:cxnLst/>
              <a:rect l="l" t="t" r="r" b="b"/>
              <a:pathLst>
                <a:path w="627" h="612" fill="none" extrusionOk="0">
                  <a:moveTo>
                    <a:pt x="626" y="230"/>
                  </a:moveTo>
                  <a:lnTo>
                    <a:pt x="504" y="398"/>
                  </a:lnTo>
                  <a:lnTo>
                    <a:pt x="504" y="611"/>
                  </a:lnTo>
                  <a:lnTo>
                    <a:pt x="321" y="535"/>
                  </a:lnTo>
                  <a:lnTo>
                    <a:pt x="123" y="611"/>
                  </a:lnTo>
                  <a:lnTo>
                    <a:pt x="123" y="398"/>
                  </a:lnTo>
                  <a:lnTo>
                    <a:pt x="1" y="230"/>
                  </a:lnTo>
                  <a:lnTo>
                    <a:pt x="199" y="184"/>
                  </a:lnTo>
                  <a:lnTo>
                    <a:pt x="321" y="1"/>
                  </a:lnTo>
                  <a:lnTo>
                    <a:pt x="428" y="184"/>
                  </a:lnTo>
                  <a:lnTo>
                    <a:pt x="626" y="2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2" name="Google Shape;5342;p63"/>
            <p:cNvSpPr/>
            <p:nvPr/>
          </p:nvSpPr>
          <p:spPr>
            <a:xfrm>
              <a:off x="6228175" y="2838400"/>
              <a:ext cx="16050" cy="14525"/>
            </a:xfrm>
            <a:custGeom>
              <a:avLst/>
              <a:gdLst/>
              <a:ahLst/>
              <a:cxnLst/>
              <a:rect l="l" t="t" r="r" b="b"/>
              <a:pathLst>
                <a:path w="642" h="581" extrusionOk="0">
                  <a:moveTo>
                    <a:pt x="306" y="1"/>
                  </a:moveTo>
                  <a:lnTo>
                    <a:pt x="214" y="154"/>
                  </a:lnTo>
                  <a:lnTo>
                    <a:pt x="1" y="199"/>
                  </a:lnTo>
                  <a:lnTo>
                    <a:pt x="138" y="367"/>
                  </a:lnTo>
                  <a:lnTo>
                    <a:pt x="123" y="581"/>
                  </a:lnTo>
                  <a:lnTo>
                    <a:pt x="321" y="505"/>
                  </a:lnTo>
                  <a:lnTo>
                    <a:pt x="520" y="581"/>
                  </a:lnTo>
                  <a:lnTo>
                    <a:pt x="504" y="367"/>
                  </a:lnTo>
                  <a:lnTo>
                    <a:pt x="642" y="199"/>
                  </a:lnTo>
                  <a:lnTo>
                    <a:pt x="443" y="138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3" name="Google Shape;5343;p63"/>
            <p:cNvSpPr/>
            <p:nvPr/>
          </p:nvSpPr>
          <p:spPr>
            <a:xfrm>
              <a:off x="6228175" y="2838400"/>
              <a:ext cx="16050" cy="14525"/>
            </a:xfrm>
            <a:custGeom>
              <a:avLst/>
              <a:gdLst/>
              <a:ahLst/>
              <a:cxnLst/>
              <a:rect l="l" t="t" r="r" b="b"/>
              <a:pathLst>
                <a:path w="642" h="581" fill="none" extrusionOk="0">
                  <a:moveTo>
                    <a:pt x="504" y="367"/>
                  </a:moveTo>
                  <a:lnTo>
                    <a:pt x="520" y="581"/>
                  </a:lnTo>
                  <a:lnTo>
                    <a:pt x="321" y="505"/>
                  </a:lnTo>
                  <a:lnTo>
                    <a:pt x="123" y="581"/>
                  </a:lnTo>
                  <a:lnTo>
                    <a:pt x="138" y="367"/>
                  </a:lnTo>
                  <a:lnTo>
                    <a:pt x="1" y="199"/>
                  </a:lnTo>
                  <a:lnTo>
                    <a:pt x="214" y="154"/>
                  </a:lnTo>
                  <a:lnTo>
                    <a:pt x="306" y="1"/>
                  </a:lnTo>
                  <a:lnTo>
                    <a:pt x="352" y="1"/>
                  </a:lnTo>
                  <a:lnTo>
                    <a:pt x="443" y="138"/>
                  </a:lnTo>
                  <a:lnTo>
                    <a:pt x="642" y="199"/>
                  </a:lnTo>
                  <a:lnTo>
                    <a:pt x="504" y="3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4" name="Google Shape;5344;p63"/>
            <p:cNvSpPr/>
            <p:nvPr/>
          </p:nvSpPr>
          <p:spPr>
            <a:xfrm>
              <a:off x="6140050" y="2837650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extrusionOk="0">
                  <a:moveTo>
                    <a:pt x="321" y="0"/>
                  </a:moveTo>
                  <a:lnTo>
                    <a:pt x="199" y="184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7"/>
                  </a:lnTo>
                  <a:lnTo>
                    <a:pt x="642" y="229"/>
                  </a:lnTo>
                  <a:lnTo>
                    <a:pt x="428" y="184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5" name="Google Shape;5345;p63"/>
            <p:cNvSpPr/>
            <p:nvPr/>
          </p:nvSpPr>
          <p:spPr>
            <a:xfrm>
              <a:off x="6140050" y="2837650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fill="none" extrusionOk="0">
                  <a:moveTo>
                    <a:pt x="321" y="0"/>
                  </a:moveTo>
                  <a:lnTo>
                    <a:pt x="199" y="184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7"/>
                  </a:lnTo>
                  <a:lnTo>
                    <a:pt x="642" y="229"/>
                  </a:lnTo>
                  <a:lnTo>
                    <a:pt x="428" y="184"/>
                  </a:lnTo>
                  <a:lnTo>
                    <a:pt x="3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6" name="Google Shape;5346;p63"/>
            <p:cNvSpPr/>
            <p:nvPr/>
          </p:nvSpPr>
          <p:spPr>
            <a:xfrm>
              <a:off x="6228175" y="2838400"/>
              <a:ext cx="16050" cy="14525"/>
            </a:xfrm>
            <a:custGeom>
              <a:avLst/>
              <a:gdLst/>
              <a:ahLst/>
              <a:cxnLst/>
              <a:rect l="l" t="t" r="r" b="b"/>
              <a:pathLst>
                <a:path w="642" h="581" extrusionOk="0">
                  <a:moveTo>
                    <a:pt x="306" y="1"/>
                  </a:moveTo>
                  <a:lnTo>
                    <a:pt x="214" y="154"/>
                  </a:lnTo>
                  <a:lnTo>
                    <a:pt x="1" y="199"/>
                  </a:lnTo>
                  <a:lnTo>
                    <a:pt x="138" y="367"/>
                  </a:lnTo>
                  <a:lnTo>
                    <a:pt x="123" y="581"/>
                  </a:lnTo>
                  <a:lnTo>
                    <a:pt x="321" y="505"/>
                  </a:lnTo>
                  <a:lnTo>
                    <a:pt x="520" y="581"/>
                  </a:lnTo>
                  <a:lnTo>
                    <a:pt x="504" y="367"/>
                  </a:lnTo>
                  <a:lnTo>
                    <a:pt x="642" y="199"/>
                  </a:lnTo>
                  <a:lnTo>
                    <a:pt x="428" y="138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7" name="Google Shape;5347;p63"/>
            <p:cNvSpPr/>
            <p:nvPr/>
          </p:nvSpPr>
          <p:spPr>
            <a:xfrm>
              <a:off x="6228175" y="2838400"/>
              <a:ext cx="16050" cy="14525"/>
            </a:xfrm>
            <a:custGeom>
              <a:avLst/>
              <a:gdLst/>
              <a:ahLst/>
              <a:cxnLst/>
              <a:rect l="l" t="t" r="r" b="b"/>
              <a:pathLst>
                <a:path w="642" h="581" fill="none" extrusionOk="0">
                  <a:moveTo>
                    <a:pt x="336" y="1"/>
                  </a:moveTo>
                  <a:lnTo>
                    <a:pt x="336" y="1"/>
                  </a:lnTo>
                  <a:lnTo>
                    <a:pt x="306" y="1"/>
                  </a:lnTo>
                  <a:lnTo>
                    <a:pt x="214" y="154"/>
                  </a:lnTo>
                  <a:lnTo>
                    <a:pt x="1" y="199"/>
                  </a:lnTo>
                  <a:lnTo>
                    <a:pt x="138" y="367"/>
                  </a:lnTo>
                  <a:lnTo>
                    <a:pt x="123" y="581"/>
                  </a:lnTo>
                  <a:lnTo>
                    <a:pt x="321" y="505"/>
                  </a:lnTo>
                  <a:lnTo>
                    <a:pt x="520" y="581"/>
                  </a:lnTo>
                  <a:lnTo>
                    <a:pt x="504" y="367"/>
                  </a:lnTo>
                  <a:lnTo>
                    <a:pt x="642" y="199"/>
                  </a:lnTo>
                  <a:lnTo>
                    <a:pt x="428" y="138"/>
                  </a:lnTo>
                  <a:lnTo>
                    <a:pt x="33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8" name="Google Shape;5348;p63"/>
            <p:cNvSpPr/>
            <p:nvPr/>
          </p:nvSpPr>
          <p:spPr>
            <a:xfrm>
              <a:off x="6184300" y="2901350"/>
              <a:ext cx="15675" cy="15300"/>
            </a:xfrm>
            <a:custGeom>
              <a:avLst/>
              <a:gdLst/>
              <a:ahLst/>
              <a:cxnLst/>
              <a:rect l="l" t="t" r="r" b="b"/>
              <a:pathLst>
                <a:path w="627" h="612" extrusionOk="0">
                  <a:moveTo>
                    <a:pt x="321" y="1"/>
                  </a:moveTo>
                  <a:lnTo>
                    <a:pt x="199" y="184"/>
                  </a:lnTo>
                  <a:lnTo>
                    <a:pt x="1" y="230"/>
                  </a:lnTo>
                  <a:lnTo>
                    <a:pt x="123" y="398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04" y="611"/>
                  </a:lnTo>
                  <a:lnTo>
                    <a:pt x="504" y="398"/>
                  </a:lnTo>
                  <a:lnTo>
                    <a:pt x="626" y="230"/>
                  </a:lnTo>
                  <a:lnTo>
                    <a:pt x="428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9" name="Google Shape;5349;p63"/>
            <p:cNvSpPr/>
            <p:nvPr/>
          </p:nvSpPr>
          <p:spPr>
            <a:xfrm>
              <a:off x="6184300" y="2901350"/>
              <a:ext cx="15675" cy="15300"/>
            </a:xfrm>
            <a:custGeom>
              <a:avLst/>
              <a:gdLst/>
              <a:ahLst/>
              <a:cxnLst/>
              <a:rect l="l" t="t" r="r" b="b"/>
              <a:pathLst>
                <a:path w="627" h="612" fill="none" extrusionOk="0">
                  <a:moveTo>
                    <a:pt x="321" y="1"/>
                  </a:moveTo>
                  <a:lnTo>
                    <a:pt x="199" y="184"/>
                  </a:lnTo>
                  <a:lnTo>
                    <a:pt x="1" y="230"/>
                  </a:lnTo>
                  <a:lnTo>
                    <a:pt x="123" y="398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04" y="611"/>
                  </a:lnTo>
                  <a:lnTo>
                    <a:pt x="504" y="398"/>
                  </a:lnTo>
                  <a:lnTo>
                    <a:pt x="626" y="230"/>
                  </a:lnTo>
                  <a:lnTo>
                    <a:pt x="428" y="184"/>
                  </a:lnTo>
                  <a:lnTo>
                    <a:pt x="3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0" name="Google Shape;5350;p63"/>
            <p:cNvSpPr/>
            <p:nvPr/>
          </p:nvSpPr>
          <p:spPr>
            <a:xfrm>
              <a:off x="6182400" y="2844900"/>
              <a:ext cx="45425" cy="118300"/>
            </a:xfrm>
            <a:custGeom>
              <a:avLst/>
              <a:gdLst/>
              <a:ahLst/>
              <a:cxnLst/>
              <a:rect l="l" t="t" r="r" b="b"/>
              <a:pathLst>
                <a:path w="1817" h="4732" extrusionOk="0">
                  <a:moveTo>
                    <a:pt x="1786" y="0"/>
                  </a:moveTo>
                  <a:lnTo>
                    <a:pt x="1542" y="596"/>
                  </a:lnTo>
                  <a:lnTo>
                    <a:pt x="1313" y="1175"/>
                  </a:lnTo>
                  <a:lnTo>
                    <a:pt x="855" y="2351"/>
                  </a:lnTo>
                  <a:lnTo>
                    <a:pt x="413" y="3526"/>
                  </a:lnTo>
                  <a:lnTo>
                    <a:pt x="199" y="4121"/>
                  </a:lnTo>
                  <a:lnTo>
                    <a:pt x="0" y="4716"/>
                  </a:lnTo>
                  <a:lnTo>
                    <a:pt x="16" y="4731"/>
                  </a:lnTo>
                  <a:lnTo>
                    <a:pt x="31" y="4716"/>
                  </a:lnTo>
                  <a:lnTo>
                    <a:pt x="290" y="4151"/>
                  </a:lnTo>
                  <a:lnTo>
                    <a:pt x="550" y="3571"/>
                  </a:lnTo>
                  <a:lnTo>
                    <a:pt x="779" y="2976"/>
                  </a:lnTo>
                  <a:lnTo>
                    <a:pt x="1008" y="2381"/>
                  </a:lnTo>
                  <a:lnTo>
                    <a:pt x="1221" y="1801"/>
                  </a:lnTo>
                  <a:lnTo>
                    <a:pt x="1435" y="1206"/>
                  </a:lnTo>
                  <a:lnTo>
                    <a:pt x="1633" y="611"/>
                  </a:lnTo>
                  <a:lnTo>
                    <a:pt x="1816" y="16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1" name="Google Shape;5351;p63"/>
            <p:cNvSpPr/>
            <p:nvPr/>
          </p:nvSpPr>
          <p:spPr>
            <a:xfrm>
              <a:off x="6182400" y="2844900"/>
              <a:ext cx="45425" cy="118300"/>
            </a:xfrm>
            <a:custGeom>
              <a:avLst/>
              <a:gdLst/>
              <a:ahLst/>
              <a:cxnLst/>
              <a:rect l="l" t="t" r="r" b="b"/>
              <a:pathLst>
                <a:path w="1817" h="4732" fill="none" extrusionOk="0">
                  <a:moveTo>
                    <a:pt x="31" y="4716"/>
                  </a:moveTo>
                  <a:lnTo>
                    <a:pt x="31" y="4716"/>
                  </a:lnTo>
                  <a:lnTo>
                    <a:pt x="290" y="4151"/>
                  </a:lnTo>
                  <a:lnTo>
                    <a:pt x="550" y="3571"/>
                  </a:lnTo>
                  <a:lnTo>
                    <a:pt x="779" y="2976"/>
                  </a:lnTo>
                  <a:lnTo>
                    <a:pt x="1008" y="2381"/>
                  </a:lnTo>
                  <a:lnTo>
                    <a:pt x="1008" y="2381"/>
                  </a:lnTo>
                  <a:lnTo>
                    <a:pt x="1221" y="1801"/>
                  </a:lnTo>
                  <a:lnTo>
                    <a:pt x="1435" y="1206"/>
                  </a:lnTo>
                  <a:lnTo>
                    <a:pt x="1633" y="611"/>
                  </a:lnTo>
                  <a:lnTo>
                    <a:pt x="1816" y="16"/>
                  </a:lnTo>
                  <a:lnTo>
                    <a:pt x="1816" y="16"/>
                  </a:lnTo>
                  <a:lnTo>
                    <a:pt x="1801" y="0"/>
                  </a:lnTo>
                  <a:lnTo>
                    <a:pt x="1786" y="0"/>
                  </a:lnTo>
                  <a:lnTo>
                    <a:pt x="1786" y="0"/>
                  </a:lnTo>
                  <a:lnTo>
                    <a:pt x="1786" y="0"/>
                  </a:lnTo>
                  <a:lnTo>
                    <a:pt x="1542" y="596"/>
                  </a:lnTo>
                  <a:lnTo>
                    <a:pt x="1313" y="1175"/>
                  </a:lnTo>
                  <a:lnTo>
                    <a:pt x="855" y="2351"/>
                  </a:lnTo>
                  <a:lnTo>
                    <a:pt x="855" y="2351"/>
                  </a:lnTo>
                  <a:lnTo>
                    <a:pt x="413" y="3526"/>
                  </a:lnTo>
                  <a:lnTo>
                    <a:pt x="199" y="4121"/>
                  </a:lnTo>
                  <a:lnTo>
                    <a:pt x="0" y="4716"/>
                  </a:lnTo>
                  <a:lnTo>
                    <a:pt x="0" y="4716"/>
                  </a:lnTo>
                  <a:lnTo>
                    <a:pt x="16" y="4731"/>
                  </a:lnTo>
                  <a:lnTo>
                    <a:pt x="31" y="471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2" name="Google Shape;5352;p63"/>
            <p:cNvSpPr/>
            <p:nvPr/>
          </p:nvSpPr>
          <p:spPr>
            <a:xfrm>
              <a:off x="6153775" y="2961650"/>
              <a:ext cx="51925" cy="20625"/>
            </a:xfrm>
            <a:custGeom>
              <a:avLst/>
              <a:gdLst/>
              <a:ahLst/>
              <a:cxnLst/>
              <a:rect l="l" t="t" r="r" b="b"/>
              <a:pathLst>
                <a:path w="2077" h="825" extrusionOk="0">
                  <a:moveTo>
                    <a:pt x="1" y="0"/>
                  </a:moveTo>
                  <a:lnTo>
                    <a:pt x="1435" y="580"/>
                  </a:lnTo>
                  <a:lnTo>
                    <a:pt x="2076" y="824"/>
                  </a:lnTo>
                  <a:lnTo>
                    <a:pt x="1496" y="5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3" name="Google Shape;5353;p63"/>
            <p:cNvSpPr/>
            <p:nvPr/>
          </p:nvSpPr>
          <p:spPr>
            <a:xfrm>
              <a:off x="6153775" y="2961650"/>
              <a:ext cx="51925" cy="20625"/>
            </a:xfrm>
            <a:custGeom>
              <a:avLst/>
              <a:gdLst/>
              <a:ahLst/>
              <a:cxnLst/>
              <a:rect l="l" t="t" r="r" b="b"/>
              <a:pathLst>
                <a:path w="2077" h="82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496" y="595"/>
                  </a:lnTo>
                  <a:lnTo>
                    <a:pt x="2076" y="824"/>
                  </a:lnTo>
                  <a:lnTo>
                    <a:pt x="2076" y="824"/>
                  </a:lnTo>
                  <a:lnTo>
                    <a:pt x="2076" y="824"/>
                  </a:lnTo>
                  <a:lnTo>
                    <a:pt x="1435" y="58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4" name="Google Shape;5354;p63"/>
            <p:cNvSpPr/>
            <p:nvPr/>
          </p:nvSpPr>
          <p:spPr>
            <a:xfrm>
              <a:off x="6134700" y="2953625"/>
              <a:ext cx="14150" cy="6125"/>
            </a:xfrm>
            <a:custGeom>
              <a:avLst/>
              <a:gdLst/>
              <a:ahLst/>
              <a:cxnLst/>
              <a:rect l="l" t="t" r="r" b="b"/>
              <a:pathLst>
                <a:path w="566" h="24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566" y="245"/>
                  </a:lnTo>
                  <a:lnTo>
                    <a:pt x="566" y="245"/>
                  </a:lnTo>
                  <a:lnTo>
                    <a:pt x="566" y="245"/>
                  </a:lnTo>
                  <a:lnTo>
                    <a:pt x="566" y="245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5" name="Google Shape;5355;p63"/>
            <p:cNvSpPr/>
            <p:nvPr/>
          </p:nvSpPr>
          <p:spPr>
            <a:xfrm>
              <a:off x="6108775" y="2942175"/>
              <a:ext cx="25950" cy="11475"/>
            </a:xfrm>
            <a:custGeom>
              <a:avLst/>
              <a:gdLst/>
              <a:ahLst/>
              <a:cxnLst/>
              <a:rect l="l" t="t" r="r" b="b"/>
              <a:pathLst>
                <a:path w="1038" h="459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038" y="459"/>
                  </a:lnTo>
                  <a:lnTo>
                    <a:pt x="1038" y="459"/>
                  </a:lnTo>
                  <a:lnTo>
                    <a:pt x="1038" y="459"/>
                  </a:lnTo>
                  <a:lnTo>
                    <a:pt x="1038" y="4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6" name="Google Shape;5356;p63"/>
            <p:cNvSpPr/>
            <p:nvPr/>
          </p:nvSpPr>
          <p:spPr>
            <a:xfrm>
              <a:off x="6108775" y="2942175"/>
              <a:ext cx="25950" cy="11475"/>
            </a:xfrm>
            <a:custGeom>
              <a:avLst/>
              <a:gdLst/>
              <a:ahLst/>
              <a:cxnLst/>
              <a:rect l="l" t="t" r="r" b="b"/>
              <a:pathLst>
                <a:path w="1038" h="459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038" y="459"/>
                  </a:lnTo>
                  <a:lnTo>
                    <a:pt x="1038" y="459"/>
                  </a:lnTo>
                  <a:lnTo>
                    <a:pt x="1038" y="459"/>
                  </a:lnTo>
                  <a:lnTo>
                    <a:pt x="1038" y="45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7" name="Google Shape;5357;p63"/>
            <p:cNvSpPr/>
            <p:nvPr/>
          </p:nvSpPr>
          <p:spPr>
            <a:xfrm>
              <a:off x="6148825" y="2959725"/>
              <a:ext cx="4975" cy="1950"/>
            </a:xfrm>
            <a:custGeom>
              <a:avLst/>
              <a:gdLst/>
              <a:ahLst/>
              <a:cxnLst/>
              <a:rect l="l" t="t" r="r" b="b"/>
              <a:pathLst>
                <a:path w="199" h="78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8" name="Google Shape;5358;p63"/>
            <p:cNvSpPr/>
            <p:nvPr/>
          </p:nvSpPr>
          <p:spPr>
            <a:xfrm>
              <a:off x="6148825" y="2959725"/>
              <a:ext cx="4975" cy="1950"/>
            </a:xfrm>
            <a:custGeom>
              <a:avLst/>
              <a:gdLst/>
              <a:ahLst/>
              <a:cxnLst/>
              <a:rect l="l" t="t" r="r" b="b"/>
              <a:pathLst>
                <a:path w="199" h="7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9" name="Google Shape;5359;p63"/>
            <p:cNvSpPr/>
            <p:nvPr/>
          </p:nvSpPr>
          <p:spPr>
            <a:xfrm>
              <a:off x="6055350" y="2865125"/>
              <a:ext cx="166000" cy="117150"/>
            </a:xfrm>
            <a:custGeom>
              <a:avLst/>
              <a:gdLst/>
              <a:ahLst/>
              <a:cxnLst/>
              <a:rect l="l" t="t" r="r" b="b"/>
              <a:pathLst>
                <a:path w="6640" h="4686" extrusionOk="0">
                  <a:moveTo>
                    <a:pt x="1939" y="1450"/>
                  </a:moveTo>
                  <a:lnTo>
                    <a:pt x="2061" y="1633"/>
                  </a:lnTo>
                  <a:lnTo>
                    <a:pt x="2259" y="1679"/>
                  </a:lnTo>
                  <a:lnTo>
                    <a:pt x="2122" y="1847"/>
                  </a:lnTo>
                  <a:lnTo>
                    <a:pt x="2137" y="2060"/>
                  </a:lnTo>
                  <a:lnTo>
                    <a:pt x="2137" y="2060"/>
                  </a:lnTo>
                  <a:lnTo>
                    <a:pt x="1939" y="1984"/>
                  </a:lnTo>
                  <a:lnTo>
                    <a:pt x="1740" y="2060"/>
                  </a:lnTo>
                  <a:lnTo>
                    <a:pt x="1740" y="2060"/>
                  </a:lnTo>
                  <a:lnTo>
                    <a:pt x="1756" y="1847"/>
                  </a:lnTo>
                  <a:lnTo>
                    <a:pt x="1618" y="1679"/>
                  </a:lnTo>
                  <a:lnTo>
                    <a:pt x="1832" y="1633"/>
                  </a:lnTo>
                  <a:lnTo>
                    <a:pt x="1939" y="1450"/>
                  </a:lnTo>
                  <a:close/>
                  <a:moveTo>
                    <a:pt x="1" y="0"/>
                  </a:moveTo>
                  <a:lnTo>
                    <a:pt x="504" y="672"/>
                  </a:lnTo>
                  <a:lnTo>
                    <a:pt x="1038" y="1435"/>
                  </a:lnTo>
                  <a:lnTo>
                    <a:pt x="1603" y="2243"/>
                  </a:lnTo>
                  <a:lnTo>
                    <a:pt x="1878" y="2671"/>
                  </a:lnTo>
                  <a:lnTo>
                    <a:pt x="2137" y="3083"/>
                  </a:lnTo>
                  <a:lnTo>
                    <a:pt x="3175" y="3541"/>
                  </a:lnTo>
                  <a:lnTo>
                    <a:pt x="3740" y="3785"/>
                  </a:lnTo>
                  <a:lnTo>
                    <a:pt x="3938" y="3861"/>
                  </a:lnTo>
                  <a:lnTo>
                    <a:pt x="5372" y="4441"/>
                  </a:lnTo>
                  <a:lnTo>
                    <a:pt x="6013" y="4685"/>
                  </a:lnTo>
                  <a:lnTo>
                    <a:pt x="6639" y="3098"/>
                  </a:lnTo>
                  <a:lnTo>
                    <a:pt x="5662" y="2640"/>
                  </a:lnTo>
                  <a:lnTo>
                    <a:pt x="5403" y="3281"/>
                  </a:lnTo>
                  <a:lnTo>
                    <a:pt x="5113" y="3907"/>
                  </a:lnTo>
                  <a:lnTo>
                    <a:pt x="5098" y="3922"/>
                  </a:lnTo>
                  <a:lnTo>
                    <a:pt x="5082" y="3907"/>
                  </a:lnTo>
                  <a:lnTo>
                    <a:pt x="5311" y="3235"/>
                  </a:lnTo>
                  <a:lnTo>
                    <a:pt x="5540" y="25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0" name="Google Shape;5360;p63"/>
            <p:cNvSpPr/>
            <p:nvPr/>
          </p:nvSpPr>
          <p:spPr>
            <a:xfrm>
              <a:off x="6095800" y="29013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fill="none" extrusionOk="0">
                  <a:moveTo>
                    <a:pt x="0" y="230"/>
                  </a:moveTo>
                  <a:lnTo>
                    <a:pt x="0" y="230"/>
                  </a:lnTo>
                  <a:lnTo>
                    <a:pt x="214" y="184"/>
                  </a:lnTo>
                  <a:lnTo>
                    <a:pt x="321" y="1"/>
                  </a:lnTo>
                  <a:lnTo>
                    <a:pt x="443" y="184"/>
                  </a:lnTo>
                  <a:lnTo>
                    <a:pt x="641" y="230"/>
                  </a:lnTo>
                  <a:lnTo>
                    <a:pt x="504" y="398"/>
                  </a:lnTo>
                  <a:lnTo>
                    <a:pt x="519" y="611"/>
                  </a:lnTo>
                  <a:lnTo>
                    <a:pt x="321" y="535"/>
                  </a:lnTo>
                  <a:lnTo>
                    <a:pt x="122" y="611"/>
                  </a:lnTo>
                  <a:lnTo>
                    <a:pt x="138" y="398"/>
                  </a:lnTo>
                  <a:lnTo>
                    <a:pt x="0" y="2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1" name="Google Shape;5361;p63"/>
            <p:cNvSpPr/>
            <p:nvPr/>
          </p:nvSpPr>
          <p:spPr>
            <a:xfrm>
              <a:off x="6055350" y="2865125"/>
              <a:ext cx="166000" cy="117150"/>
            </a:xfrm>
            <a:custGeom>
              <a:avLst/>
              <a:gdLst/>
              <a:ahLst/>
              <a:cxnLst/>
              <a:rect l="l" t="t" r="r" b="b"/>
              <a:pathLst>
                <a:path w="6640" h="468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504" y="672"/>
                  </a:lnTo>
                  <a:lnTo>
                    <a:pt x="1038" y="1435"/>
                  </a:lnTo>
                  <a:lnTo>
                    <a:pt x="1603" y="2243"/>
                  </a:lnTo>
                  <a:lnTo>
                    <a:pt x="1878" y="2671"/>
                  </a:lnTo>
                  <a:lnTo>
                    <a:pt x="2137" y="3083"/>
                  </a:lnTo>
                  <a:lnTo>
                    <a:pt x="2137" y="3083"/>
                  </a:lnTo>
                  <a:lnTo>
                    <a:pt x="3175" y="3541"/>
                  </a:lnTo>
                  <a:lnTo>
                    <a:pt x="3175" y="3541"/>
                  </a:lnTo>
                  <a:lnTo>
                    <a:pt x="3740" y="3785"/>
                  </a:lnTo>
                  <a:lnTo>
                    <a:pt x="3740" y="3785"/>
                  </a:lnTo>
                  <a:lnTo>
                    <a:pt x="3938" y="3861"/>
                  </a:lnTo>
                  <a:lnTo>
                    <a:pt x="3938" y="3861"/>
                  </a:lnTo>
                  <a:lnTo>
                    <a:pt x="5372" y="4441"/>
                  </a:lnTo>
                  <a:lnTo>
                    <a:pt x="6013" y="4685"/>
                  </a:lnTo>
                  <a:lnTo>
                    <a:pt x="6639" y="3098"/>
                  </a:lnTo>
                  <a:lnTo>
                    <a:pt x="5662" y="2640"/>
                  </a:lnTo>
                  <a:lnTo>
                    <a:pt x="5662" y="2640"/>
                  </a:lnTo>
                  <a:lnTo>
                    <a:pt x="5403" y="3281"/>
                  </a:lnTo>
                  <a:lnTo>
                    <a:pt x="5113" y="3907"/>
                  </a:lnTo>
                  <a:lnTo>
                    <a:pt x="5113" y="3907"/>
                  </a:lnTo>
                  <a:lnTo>
                    <a:pt x="5098" y="3922"/>
                  </a:lnTo>
                  <a:lnTo>
                    <a:pt x="5098" y="3922"/>
                  </a:lnTo>
                  <a:lnTo>
                    <a:pt x="5098" y="3922"/>
                  </a:lnTo>
                  <a:lnTo>
                    <a:pt x="5082" y="3907"/>
                  </a:lnTo>
                  <a:lnTo>
                    <a:pt x="5082" y="3907"/>
                  </a:lnTo>
                  <a:lnTo>
                    <a:pt x="5311" y="3235"/>
                  </a:lnTo>
                  <a:lnTo>
                    <a:pt x="5540" y="259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2" name="Google Shape;5362;p63"/>
            <p:cNvSpPr/>
            <p:nvPr/>
          </p:nvSpPr>
          <p:spPr>
            <a:xfrm>
              <a:off x="6095800" y="29013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extrusionOk="0">
                  <a:moveTo>
                    <a:pt x="321" y="1"/>
                  </a:moveTo>
                  <a:lnTo>
                    <a:pt x="214" y="184"/>
                  </a:lnTo>
                  <a:lnTo>
                    <a:pt x="0" y="230"/>
                  </a:lnTo>
                  <a:lnTo>
                    <a:pt x="138" y="398"/>
                  </a:lnTo>
                  <a:lnTo>
                    <a:pt x="122" y="611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43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3" name="Google Shape;5363;p63"/>
            <p:cNvSpPr/>
            <p:nvPr/>
          </p:nvSpPr>
          <p:spPr>
            <a:xfrm>
              <a:off x="6095800" y="29013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fill="none" extrusionOk="0">
                  <a:moveTo>
                    <a:pt x="321" y="1"/>
                  </a:moveTo>
                  <a:lnTo>
                    <a:pt x="214" y="184"/>
                  </a:lnTo>
                  <a:lnTo>
                    <a:pt x="0" y="230"/>
                  </a:lnTo>
                  <a:lnTo>
                    <a:pt x="138" y="398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43" y="184"/>
                  </a:lnTo>
                  <a:lnTo>
                    <a:pt x="3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4" name="Google Shape;5364;p63"/>
            <p:cNvSpPr/>
            <p:nvPr/>
          </p:nvSpPr>
          <p:spPr>
            <a:xfrm>
              <a:off x="6182400" y="2929975"/>
              <a:ext cx="14525" cy="33225"/>
            </a:xfrm>
            <a:custGeom>
              <a:avLst/>
              <a:gdLst/>
              <a:ahLst/>
              <a:cxnLst/>
              <a:rect l="l" t="t" r="r" b="b"/>
              <a:pathLst>
                <a:path w="581" h="1329" extrusionOk="0">
                  <a:moveTo>
                    <a:pt x="458" y="0"/>
                  </a:moveTo>
                  <a:lnTo>
                    <a:pt x="229" y="641"/>
                  </a:lnTo>
                  <a:lnTo>
                    <a:pt x="0" y="1313"/>
                  </a:lnTo>
                  <a:lnTo>
                    <a:pt x="16" y="1328"/>
                  </a:lnTo>
                  <a:lnTo>
                    <a:pt x="31" y="1313"/>
                  </a:lnTo>
                  <a:lnTo>
                    <a:pt x="321" y="687"/>
                  </a:lnTo>
                  <a:lnTo>
                    <a:pt x="580" y="46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5" name="Google Shape;5365;p63"/>
            <p:cNvSpPr/>
            <p:nvPr/>
          </p:nvSpPr>
          <p:spPr>
            <a:xfrm>
              <a:off x="6182400" y="2929975"/>
              <a:ext cx="14525" cy="33225"/>
            </a:xfrm>
            <a:custGeom>
              <a:avLst/>
              <a:gdLst/>
              <a:ahLst/>
              <a:cxnLst/>
              <a:rect l="l" t="t" r="r" b="b"/>
              <a:pathLst>
                <a:path w="581" h="1329" fill="none" extrusionOk="0">
                  <a:moveTo>
                    <a:pt x="458" y="0"/>
                  </a:moveTo>
                  <a:lnTo>
                    <a:pt x="458" y="0"/>
                  </a:lnTo>
                  <a:lnTo>
                    <a:pt x="229" y="641"/>
                  </a:lnTo>
                  <a:lnTo>
                    <a:pt x="0" y="1313"/>
                  </a:lnTo>
                  <a:lnTo>
                    <a:pt x="0" y="1313"/>
                  </a:lnTo>
                  <a:lnTo>
                    <a:pt x="16" y="1328"/>
                  </a:lnTo>
                  <a:lnTo>
                    <a:pt x="16" y="1328"/>
                  </a:lnTo>
                  <a:lnTo>
                    <a:pt x="16" y="1328"/>
                  </a:lnTo>
                  <a:lnTo>
                    <a:pt x="31" y="1313"/>
                  </a:lnTo>
                  <a:lnTo>
                    <a:pt x="31" y="1313"/>
                  </a:lnTo>
                  <a:lnTo>
                    <a:pt x="321" y="687"/>
                  </a:lnTo>
                  <a:lnTo>
                    <a:pt x="580" y="46"/>
                  </a:lnTo>
                  <a:lnTo>
                    <a:pt x="45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6" name="Google Shape;5366;p63"/>
            <p:cNvSpPr/>
            <p:nvPr/>
          </p:nvSpPr>
          <p:spPr>
            <a:xfrm>
              <a:off x="5766550" y="2811700"/>
              <a:ext cx="371625" cy="587175"/>
            </a:xfrm>
            <a:custGeom>
              <a:avLst/>
              <a:gdLst/>
              <a:ahLst/>
              <a:cxnLst/>
              <a:rect l="l" t="t" r="r" b="b"/>
              <a:pathLst>
                <a:path w="14865" h="23487" extrusionOk="0">
                  <a:moveTo>
                    <a:pt x="8165" y="1"/>
                  </a:moveTo>
                  <a:lnTo>
                    <a:pt x="7997" y="16"/>
                  </a:lnTo>
                  <a:lnTo>
                    <a:pt x="7814" y="47"/>
                  </a:lnTo>
                  <a:lnTo>
                    <a:pt x="7646" y="77"/>
                  </a:lnTo>
                  <a:lnTo>
                    <a:pt x="7478" y="123"/>
                  </a:lnTo>
                  <a:lnTo>
                    <a:pt x="7310" y="184"/>
                  </a:lnTo>
                  <a:lnTo>
                    <a:pt x="7143" y="260"/>
                  </a:lnTo>
                  <a:lnTo>
                    <a:pt x="6959" y="336"/>
                  </a:lnTo>
                  <a:lnTo>
                    <a:pt x="6792" y="413"/>
                  </a:lnTo>
                  <a:lnTo>
                    <a:pt x="6624" y="520"/>
                  </a:lnTo>
                  <a:lnTo>
                    <a:pt x="6441" y="626"/>
                  </a:lnTo>
                  <a:lnTo>
                    <a:pt x="6273" y="749"/>
                  </a:lnTo>
                  <a:lnTo>
                    <a:pt x="6105" y="871"/>
                  </a:lnTo>
                  <a:lnTo>
                    <a:pt x="5937" y="1023"/>
                  </a:lnTo>
                  <a:lnTo>
                    <a:pt x="5769" y="1176"/>
                  </a:lnTo>
                  <a:lnTo>
                    <a:pt x="5601" y="1344"/>
                  </a:lnTo>
                  <a:lnTo>
                    <a:pt x="5433" y="1527"/>
                  </a:lnTo>
                  <a:lnTo>
                    <a:pt x="5266" y="1725"/>
                  </a:lnTo>
                  <a:lnTo>
                    <a:pt x="5113" y="1954"/>
                  </a:lnTo>
                  <a:lnTo>
                    <a:pt x="4960" y="2198"/>
                  </a:lnTo>
                  <a:lnTo>
                    <a:pt x="4792" y="2458"/>
                  </a:lnTo>
                  <a:lnTo>
                    <a:pt x="4640" y="2732"/>
                  </a:lnTo>
                  <a:lnTo>
                    <a:pt x="4487" y="3038"/>
                  </a:lnTo>
                  <a:lnTo>
                    <a:pt x="4335" y="3343"/>
                  </a:lnTo>
                  <a:lnTo>
                    <a:pt x="4045" y="4014"/>
                  </a:lnTo>
                  <a:lnTo>
                    <a:pt x="3770" y="4747"/>
                  </a:lnTo>
                  <a:lnTo>
                    <a:pt x="3495" y="5525"/>
                  </a:lnTo>
                  <a:lnTo>
                    <a:pt x="3236" y="6349"/>
                  </a:lnTo>
                  <a:lnTo>
                    <a:pt x="2976" y="7204"/>
                  </a:lnTo>
                  <a:lnTo>
                    <a:pt x="2732" y="8104"/>
                  </a:lnTo>
                  <a:lnTo>
                    <a:pt x="2488" y="9020"/>
                  </a:lnTo>
                  <a:lnTo>
                    <a:pt x="2274" y="9950"/>
                  </a:lnTo>
                  <a:lnTo>
                    <a:pt x="2061" y="10912"/>
                  </a:lnTo>
                  <a:lnTo>
                    <a:pt x="1847" y="11873"/>
                  </a:lnTo>
                  <a:lnTo>
                    <a:pt x="1649" y="12835"/>
                  </a:lnTo>
                  <a:lnTo>
                    <a:pt x="1466" y="13781"/>
                  </a:lnTo>
                  <a:lnTo>
                    <a:pt x="1130" y="15658"/>
                  </a:lnTo>
                  <a:lnTo>
                    <a:pt x="840" y="17443"/>
                  </a:lnTo>
                  <a:lnTo>
                    <a:pt x="581" y="19091"/>
                  </a:lnTo>
                  <a:lnTo>
                    <a:pt x="382" y="20541"/>
                  </a:lnTo>
                  <a:lnTo>
                    <a:pt x="214" y="21762"/>
                  </a:lnTo>
                  <a:lnTo>
                    <a:pt x="92" y="22678"/>
                  </a:lnTo>
                  <a:lnTo>
                    <a:pt x="1" y="23486"/>
                  </a:lnTo>
                  <a:lnTo>
                    <a:pt x="92" y="23486"/>
                  </a:lnTo>
                  <a:lnTo>
                    <a:pt x="275" y="23425"/>
                  </a:lnTo>
                  <a:lnTo>
                    <a:pt x="504" y="23303"/>
                  </a:lnTo>
                  <a:lnTo>
                    <a:pt x="809" y="23135"/>
                  </a:lnTo>
                  <a:lnTo>
                    <a:pt x="1160" y="22922"/>
                  </a:lnTo>
                  <a:lnTo>
                    <a:pt x="1573" y="22662"/>
                  </a:lnTo>
                  <a:lnTo>
                    <a:pt x="2534" y="22021"/>
                  </a:lnTo>
                  <a:lnTo>
                    <a:pt x="3633" y="21258"/>
                  </a:lnTo>
                  <a:lnTo>
                    <a:pt x="4853" y="20389"/>
                  </a:lnTo>
                  <a:lnTo>
                    <a:pt x="6151" y="19458"/>
                  </a:lnTo>
                  <a:lnTo>
                    <a:pt x="7478" y="18496"/>
                  </a:lnTo>
                  <a:lnTo>
                    <a:pt x="10057" y="16573"/>
                  </a:lnTo>
                  <a:lnTo>
                    <a:pt x="12301" y="14895"/>
                  </a:lnTo>
                  <a:lnTo>
                    <a:pt x="14483" y="13247"/>
                  </a:lnTo>
                  <a:lnTo>
                    <a:pt x="13964" y="11339"/>
                  </a:lnTo>
                  <a:lnTo>
                    <a:pt x="14010" y="11248"/>
                  </a:lnTo>
                  <a:lnTo>
                    <a:pt x="14132" y="11019"/>
                  </a:lnTo>
                  <a:lnTo>
                    <a:pt x="14315" y="10652"/>
                  </a:lnTo>
                  <a:lnTo>
                    <a:pt x="14406" y="10424"/>
                  </a:lnTo>
                  <a:lnTo>
                    <a:pt x="14498" y="10179"/>
                  </a:lnTo>
                  <a:lnTo>
                    <a:pt x="14605" y="9905"/>
                  </a:lnTo>
                  <a:lnTo>
                    <a:pt x="14681" y="9615"/>
                  </a:lnTo>
                  <a:lnTo>
                    <a:pt x="14757" y="9325"/>
                  </a:lnTo>
                  <a:lnTo>
                    <a:pt x="14818" y="9004"/>
                  </a:lnTo>
                  <a:lnTo>
                    <a:pt x="14849" y="8684"/>
                  </a:lnTo>
                  <a:lnTo>
                    <a:pt x="14864" y="8363"/>
                  </a:lnTo>
                  <a:lnTo>
                    <a:pt x="14864" y="8028"/>
                  </a:lnTo>
                  <a:lnTo>
                    <a:pt x="14818" y="7707"/>
                  </a:lnTo>
                  <a:lnTo>
                    <a:pt x="14773" y="7509"/>
                  </a:lnTo>
                  <a:lnTo>
                    <a:pt x="14712" y="7310"/>
                  </a:lnTo>
                  <a:lnTo>
                    <a:pt x="14635" y="7082"/>
                  </a:lnTo>
                  <a:lnTo>
                    <a:pt x="14544" y="6853"/>
                  </a:lnTo>
                  <a:lnTo>
                    <a:pt x="14330" y="6380"/>
                  </a:lnTo>
                  <a:lnTo>
                    <a:pt x="14055" y="5876"/>
                  </a:lnTo>
                  <a:lnTo>
                    <a:pt x="13766" y="5342"/>
                  </a:lnTo>
                  <a:lnTo>
                    <a:pt x="13430" y="4808"/>
                  </a:lnTo>
                  <a:lnTo>
                    <a:pt x="13079" y="4274"/>
                  </a:lnTo>
                  <a:lnTo>
                    <a:pt x="12728" y="3755"/>
                  </a:lnTo>
                  <a:lnTo>
                    <a:pt x="12377" y="3251"/>
                  </a:lnTo>
                  <a:lnTo>
                    <a:pt x="12026" y="2778"/>
                  </a:lnTo>
                  <a:lnTo>
                    <a:pt x="11400" y="1939"/>
                  </a:lnTo>
                  <a:lnTo>
                    <a:pt x="10927" y="1344"/>
                  </a:lnTo>
                  <a:lnTo>
                    <a:pt x="10668" y="1038"/>
                  </a:lnTo>
                  <a:lnTo>
                    <a:pt x="10424" y="794"/>
                  </a:lnTo>
                  <a:lnTo>
                    <a:pt x="10149" y="596"/>
                  </a:lnTo>
                  <a:lnTo>
                    <a:pt x="9874" y="413"/>
                  </a:lnTo>
                  <a:lnTo>
                    <a:pt x="9584" y="260"/>
                  </a:lnTo>
                  <a:lnTo>
                    <a:pt x="9294" y="138"/>
                  </a:lnTo>
                  <a:lnTo>
                    <a:pt x="8974" y="62"/>
                  </a:lnTo>
                  <a:lnTo>
                    <a:pt x="8653" y="16"/>
                  </a:lnTo>
                  <a:lnTo>
                    <a:pt x="84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7" name="Google Shape;5367;p63"/>
            <p:cNvSpPr/>
            <p:nvPr/>
          </p:nvSpPr>
          <p:spPr>
            <a:xfrm>
              <a:off x="5766550" y="2811700"/>
              <a:ext cx="371625" cy="587175"/>
            </a:xfrm>
            <a:custGeom>
              <a:avLst/>
              <a:gdLst/>
              <a:ahLst/>
              <a:cxnLst/>
              <a:rect l="l" t="t" r="r" b="b"/>
              <a:pathLst>
                <a:path w="14865" h="23487" fill="none" extrusionOk="0">
                  <a:moveTo>
                    <a:pt x="13964" y="11339"/>
                  </a:moveTo>
                  <a:lnTo>
                    <a:pt x="14483" y="13247"/>
                  </a:lnTo>
                  <a:lnTo>
                    <a:pt x="14483" y="13247"/>
                  </a:lnTo>
                  <a:lnTo>
                    <a:pt x="12301" y="14895"/>
                  </a:lnTo>
                  <a:lnTo>
                    <a:pt x="10057" y="16573"/>
                  </a:lnTo>
                  <a:lnTo>
                    <a:pt x="7478" y="18496"/>
                  </a:lnTo>
                  <a:lnTo>
                    <a:pt x="6151" y="19458"/>
                  </a:lnTo>
                  <a:lnTo>
                    <a:pt x="4853" y="20389"/>
                  </a:lnTo>
                  <a:lnTo>
                    <a:pt x="3633" y="21258"/>
                  </a:lnTo>
                  <a:lnTo>
                    <a:pt x="2534" y="22021"/>
                  </a:lnTo>
                  <a:lnTo>
                    <a:pt x="1573" y="22662"/>
                  </a:lnTo>
                  <a:lnTo>
                    <a:pt x="1160" y="22922"/>
                  </a:lnTo>
                  <a:lnTo>
                    <a:pt x="809" y="23135"/>
                  </a:lnTo>
                  <a:lnTo>
                    <a:pt x="504" y="23303"/>
                  </a:lnTo>
                  <a:lnTo>
                    <a:pt x="275" y="23425"/>
                  </a:lnTo>
                  <a:lnTo>
                    <a:pt x="92" y="23486"/>
                  </a:lnTo>
                  <a:lnTo>
                    <a:pt x="46" y="23486"/>
                  </a:lnTo>
                  <a:lnTo>
                    <a:pt x="1" y="23486"/>
                  </a:lnTo>
                  <a:lnTo>
                    <a:pt x="1" y="23486"/>
                  </a:lnTo>
                  <a:lnTo>
                    <a:pt x="92" y="22678"/>
                  </a:lnTo>
                  <a:lnTo>
                    <a:pt x="214" y="21762"/>
                  </a:lnTo>
                  <a:lnTo>
                    <a:pt x="382" y="20541"/>
                  </a:lnTo>
                  <a:lnTo>
                    <a:pt x="581" y="19091"/>
                  </a:lnTo>
                  <a:lnTo>
                    <a:pt x="840" y="17443"/>
                  </a:lnTo>
                  <a:lnTo>
                    <a:pt x="1130" y="15658"/>
                  </a:lnTo>
                  <a:lnTo>
                    <a:pt x="1466" y="13781"/>
                  </a:lnTo>
                  <a:lnTo>
                    <a:pt x="1649" y="12835"/>
                  </a:lnTo>
                  <a:lnTo>
                    <a:pt x="1847" y="11873"/>
                  </a:lnTo>
                  <a:lnTo>
                    <a:pt x="2061" y="10912"/>
                  </a:lnTo>
                  <a:lnTo>
                    <a:pt x="2274" y="9950"/>
                  </a:lnTo>
                  <a:lnTo>
                    <a:pt x="2488" y="9020"/>
                  </a:lnTo>
                  <a:lnTo>
                    <a:pt x="2732" y="8104"/>
                  </a:lnTo>
                  <a:lnTo>
                    <a:pt x="2976" y="7204"/>
                  </a:lnTo>
                  <a:lnTo>
                    <a:pt x="3236" y="6349"/>
                  </a:lnTo>
                  <a:lnTo>
                    <a:pt x="3495" y="5525"/>
                  </a:lnTo>
                  <a:lnTo>
                    <a:pt x="3770" y="4747"/>
                  </a:lnTo>
                  <a:lnTo>
                    <a:pt x="4045" y="4014"/>
                  </a:lnTo>
                  <a:lnTo>
                    <a:pt x="4335" y="3343"/>
                  </a:lnTo>
                  <a:lnTo>
                    <a:pt x="4487" y="3038"/>
                  </a:lnTo>
                  <a:lnTo>
                    <a:pt x="4640" y="2732"/>
                  </a:lnTo>
                  <a:lnTo>
                    <a:pt x="4792" y="2458"/>
                  </a:lnTo>
                  <a:lnTo>
                    <a:pt x="4960" y="2198"/>
                  </a:lnTo>
                  <a:lnTo>
                    <a:pt x="5113" y="1954"/>
                  </a:lnTo>
                  <a:lnTo>
                    <a:pt x="5266" y="1725"/>
                  </a:lnTo>
                  <a:lnTo>
                    <a:pt x="5433" y="1527"/>
                  </a:lnTo>
                  <a:lnTo>
                    <a:pt x="5601" y="1344"/>
                  </a:lnTo>
                  <a:lnTo>
                    <a:pt x="5601" y="1344"/>
                  </a:lnTo>
                  <a:lnTo>
                    <a:pt x="5769" y="1176"/>
                  </a:lnTo>
                  <a:lnTo>
                    <a:pt x="5937" y="1023"/>
                  </a:lnTo>
                  <a:lnTo>
                    <a:pt x="6105" y="871"/>
                  </a:lnTo>
                  <a:lnTo>
                    <a:pt x="6273" y="749"/>
                  </a:lnTo>
                  <a:lnTo>
                    <a:pt x="6441" y="626"/>
                  </a:lnTo>
                  <a:lnTo>
                    <a:pt x="6624" y="520"/>
                  </a:lnTo>
                  <a:lnTo>
                    <a:pt x="6792" y="413"/>
                  </a:lnTo>
                  <a:lnTo>
                    <a:pt x="6959" y="336"/>
                  </a:lnTo>
                  <a:lnTo>
                    <a:pt x="7143" y="260"/>
                  </a:lnTo>
                  <a:lnTo>
                    <a:pt x="7310" y="184"/>
                  </a:lnTo>
                  <a:lnTo>
                    <a:pt x="7478" y="123"/>
                  </a:lnTo>
                  <a:lnTo>
                    <a:pt x="7646" y="77"/>
                  </a:lnTo>
                  <a:lnTo>
                    <a:pt x="7814" y="47"/>
                  </a:lnTo>
                  <a:lnTo>
                    <a:pt x="7997" y="16"/>
                  </a:lnTo>
                  <a:lnTo>
                    <a:pt x="8165" y="1"/>
                  </a:lnTo>
                  <a:lnTo>
                    <a:pt x="8318" y="1"/>
                  </a:lnTo>
                  <a:lnTo>
                    <a:pt x="8485" y="1"/>
                  </a:lnTo>
                  <a:lnTo>
                    <a:pt x="8653" y="16"/>
                  </a:lnTo>
                  <a:lnTo>
                    <a:pt x="8974" y="62"/>
                  </a:lnTo>
                  <a:lnTo>
                    <a:pt x="9294" y="138"/>
                  </a:lnTo>
                  <a:lnTo>
                    <a:pt x="9584" y="260"/>
                  </a:lnTo>
                  <a:lnTo>
                    <a:pt x="9874" y="413"/>
                  </a:lnTo>
                  <a:lnTo>
                    <a:pt x="10149" y="596"/>
                  </a:lnTo>
                  <a:lnTo>
                    <a:pt x="10424" y="794"/>
                  </a:lnTo>
                  <a:lnTo>
                    <a:pt x="10668" y="1038"/>
                  </a:lnTo>
                  <a:lnTo>
                    <a:pt x="10668" y="1038"/>
                  </a:lnTo>
                  <a:lnTo>
                    <a:pt x="10927" y="1344"/>
                  </a:lnTo>
                  <a:lnTo>
                    <a:pt x="11400" y="1939"/>
                  </a:lnTo>
                  <a:lnTo>
                    <a:pt x="12026" y="2778"/>
                  </a:lnTo>
                  <a:lnTo>
                    <a:pt x="12377" y="3251"/>
                  </a:lnTo>
                  <a:lnTo>
                    <a:pt x="12728" y="3755"/>
                  </a:lnTo>
                  <a:lnTo>
                    <a:pt x="13079" y="4274"/>
                  </a:lnTo>
                  <a:lnTo>
                    <a:pt x="13430" y="4808"/>
                  </a:lnTo>
                  <a:lnTo>
                    <a:pt x="13766" y="5342"/>
                  </a:lnTo>
                  <a:lnTo>
                    <a:pt x="14055" y="5876"/>
                  </a:lnTo>
                  <a:lnTo>
                    <a:pt x="14330" y="6380"/>
                  </a:lnTo>
                  <a:lnTo>
                    <a:pt x="14544" y="6853"/>
                  </a:lnTo>
                  <a:lnTo>
                    <a:pt x="14635" y="7082"/>
                  </a:lnTo>
                  <a:lnTo>
                    <a:pt x="14712" y="7310"/>
                  </a:lnTo>
                  <a:lnTo>
                    <a:pt x="14773" y="7509"/>
                  </a:lnTo>
                  <a:lnTo>
                    <a:pt x="14818" y="7707"/>
                  </a:lnTo>
                  <a:lnTo>
                    <a:pt x="14818" y="7707"/>
                  </a:lnTo>
                  <a:lnTo>
                    <a:pt x="14864" y="8028"/>
                  </a:lnTo>
                  <a:lnTo>
                    <a:pt x="14864" y="8363"/>
                  </a:lnTo>
                  <a:lnTo>
                    <a:pt x="14849" y="8684"/>
                  </a:lnTo>
                  <a:lnTo>
                    <a:pt x="14818" y="9004"/>
                  </a:lnTo>
                  <a:lnTo>
                    <a:pt x="14757" y="9325"/>
                  </a:lnTo>
                  <a:lnTo>
                    <a:pt x="14681" y="9615"/>
                  </a:lnTo>
                  <a:lnTo>
                    <a:pt x="14605" y="9905"/>
                  </a:lnTo>
                  <a:lnTo>
                    <a:pt x="14498" y="10179"/>
                  </a:lnTo>
                  <a:lnTo>
                    <a:pt x="14406" y="10424"/>
                  </a:lnTo>
                  <a:lnTo>
                    <a:pt x="14315" y="10652"/>
                  </a:lnTo>
                  <a:lnTo>
                    <a:pt x="14132" y="11019"/>
                  </a:lnTo>
                  <a:lnTo>
                    <a:pt x="14010" y="11248"/>
                  </a:lnTo>
                  <a:lnTo>
                    <a:pt x="13964" y="1133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8" name="Google Shape;5368;p63"/>
            <p:cNvSpPr/>
            <p:nvPr/>
          </p:nvSpPr>
          <p:spPr>
            <a:xfrm>
              <a:off x="6067950" y="2880750"/>
              <a:ext cx="41225" cy="61850"/>
            </a:xfrm>
            <a:custGeom>
              <a:avLst/>
              <a:gdLst/>
              <a:ahLst/>
              <a:cxnLst/>
              <a:rect l="l" t="t" r="r" b="b"/>
              <a:pathLst>
                <a:path w="1649" h="2474" extrusionOk="0">
                  <a:moveTo>
                    <a:pt x="0" y="1"/>
                  </a:moveTo>
                  <a:lnTo>
                    <a:pt x="0" y="16"/>
                  </a:lnTo>
                  <a:lnTo>
                    <a:pt x="199" y="321"/>
                  </a:lnTo>
                  <a:lnTo>
                    <a:pt x="397" y="627"/>
                  </a:lnTo>
                  <a:lnTo>
                    <a:pt x="794" y="1252"/>
                  </a:lnTo>
                  <a:lnTo>
                    <a:pt x="1618" y="2458"/>
                  </a:lnTo>
                  <a:lnTo>
                    <a:pt x="1633" y="2473"/>
                  </a:lnTo>
                  <a:lnTo>
                    <a:pt x="1648" y="2458"/>
                  </a:lnTo>
                  <a:lnTo>
                    <a:pt x="1648" y="2443"/>
                  </a:lnTo>
                  <a:lnTo>
                    <a:pt x="1313" y="1878"/>
                  </a:lnTo>
                  <a:lnTo>
                    <a:pt x="962" y="1313"/>
                  </a:lnTo>
                  <a:lnTo>
                    <a:pt x="885" y="1100"/>
                  </a:lnTo>
                  <a:lnTo>
                    <a:pt x="779" y="901"/>
                  </a:lnTo>
                  <a:lnTo>
                    <a:pt x="626" y="611"/>
                  </a:lnTo>
                  <a:lnTo>
                    <a:pt x="489" y="306"/>
                  </a:lnTo>
                  <a:lnTo>
                    <a:pt x="473" y="291"/>
                  </a:lnTo>
                  <a:lnTo>
                    <a:pt x="458" y="306"/>
                  </a:lnTo>
                  <a:lnTo>
                    <a:pt x="473" y="321"/>
                  </a:lnTo>
                  <a:lnTo>
                    <a:pt x="596" y="627"/>
                  </a:lnTo>
                  <a:lnTo>
                    <a:pt x="718" y="917"/>
                  </a:lnTo>
                  <a:lnTo>
                    <a:pt x="733" y="962"/>
                  </a:lnTo>
                  <a:lnTo>
                    <a:pt x="458" y="581"/>
                  </a:lnTo>
                  <a:lnTo>
                    <a:pt x="245" y="291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9" name="Google Shape;5369;p63"/>
            <p:cNvSpPr/>
            <p:nvPr/>
          </p:nvSpPr>
          <p:spPr>
            <a:xfrm>
              <a:off x="5963425" y="2837650"/>
              <a:ext cx="16025" cy="15275"/>
            </a:xfrm>
            <a:custGeom>
              <a:avLst/>
              <a:gdLst/>
              <a:ahLst/>
              <a:cxnLst/>
              <a:rect l="l" t="t" r="r" b="b"/>
              <a:pathLst>
                <a:path w="641" h="611" extrusionOk="0">
                  <a:moveTo>
                    <a:pt x="321" y="0"/>
                  </a:moveTo>
                  <a:lnTo>
                    <a:pt x="214" y="168"/>
                  </a:lnTo>
                  <a:lnTo>
                    <a:pt x="0" y="229"/>
                  </a:lnTo>
                  <a:lnTo>
                    <a:pt x="137" y="397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7"/>
                  </a:lnTo>
                  <a:lnTo>
                    <a:pt x="641" y="229"/>
                  </a:lnTo>
                  <a:lnTo>
                    <a:pt x="443" y="168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0" name="Google Shape;5370;p63"/>
            <p:cNvSpPr/>
            <p:nvPr/>
          </p:nvSpPr>
          <p:spPr>
            <a:xfrm>
              <a:off x="5963425" y="2837650"/>
              <a:ext cx="16025" cy="15275"/>
            </a:xfrm>
            <a:custGeom>
              <a:avLst/>
              <a:gdLst/>
              <a:ahLst/>
              <a:cxnLst/>
              <a:rect l="l" t="t" r="r" b="b"/>
              <a:pathLst>
                <a:path w="641" h="611" fill="none" extrusionOk="0">
                  <a:moveTo>
                    <a:pt x="321" y="0"/>
                  </a:moveTo>
                  <a:lnTo>
                    <a:pt x="214" y="168"/>
                  </a:lnTo>
                  <a:lnTo>
                    <a:pt x="0" y="229"/>
                  </a:lnTo>
                  <a:lnTo>
                    <a:pt x="137" y="397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7"/>
                  </a:lnTo>
                  <a:lnTo>
                    <a:pt x="641" y="229"/>
                  </a:lnTo>
                  <a:lnTo>
                    <a:pt x="443" y="168"/>
                  </a:lnTo>
                  <a:lnTo>
                    <a:pt x="3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1" name="Google Shape;5371;p63"/>
            <p:cNvSpPr/>
            <p:nvPr/>
          </p:nvSpPr>
          <p:spPr>
            <a:xfrm>
              <a:off x="5963425" y="2963550"/>
              <a:ext cx="16025" cy="14900"/>
            </a:xfrm>
            <a:custGeom>
              <a:avLst/>
              <a:gdLst/>
              <a:ahLst/>
              <a:cxnLst/>
              <a:rect l="l" t="t" r="r" b="b"/>
              <a:pathLst>
                <a:path w="641" h="596" extrusionOk="0">
                  <a:moveTo>
                    <a:pt x="321" y="0"/>
                  </a:moveTo>
                  <a:lnTo>
                    <a:pt x="214" y="168"/>
                  </a:lnTo>
                  <a:lnTo>
                    <a:pt x="0" y="229"/>
                  </a:lnTo>
                  <a:lnTo>
                    <a:pt x="137" y="397"/>
                  </a:lnTo>
                  <a:lnTo>
                    <a:pt x="122" y="596"/>
                  </a:lnTo>
                  <a:lnTo>
                    <a:pt x="321" y="519"/>
                  </a:lnTo>
                  <a:lnTo>
                    <a:pt x="519" y="596"/>
                  </a:lnTo>
                  <a:lnTo>
                    <a:pt x="504" y="397"/>
                  </a:lnTo>
                  <a:lnTo>
                    <a:pt x="641" y="229"/>
                  </a:lnTo>
                  <a:lnTo>
                    <a:pt x="443" y="168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2" name="Google Shape;5372;p63"/>
            <p:cNvSpPr/>
            <p:nvPr/>
          </p:nvSpPr>
          <p:spPr>
            <a:xfrm>
              <a:off x="5963425" y="2963550"/>
              <a:ext cx="16025" cy="14900"/>
            </a:xfrm>
            <a:custGeom>
              <a:avLst/>
              <a:gdLst/>
              <a:ahLst/>
              <a:cxnLst/>
              <a:rect l="l" t="t" r="r" b="b"/>
              <a:pathLst>
                <a:path w="641" h="596" fill="none" extrusionOk="0">
                  <a:moveTo>
                    <a:pt x="321" y="0"/>
                  </a:moveTo>
                  <a:lnTo>
                    <a:pt x="214" y="168"/>
                  </a:lnTo>
                  <a:lnTo>
                    <a:pt x="0" y="229"/>
                  </a:lnTo>
                  <a:lnTo>
                    <a:pt x="137" y="397"/>
                  </a:lnTo>
                  <a:lnTo>
                    <a:pt x="122" y="596"/>
                  </a:lnTo>
                  <a:lnTo>
                    <a:pt x="321" y="519"/>
                  </a:lnTo>
                  <a:lnTo>
                    <a:pt x="519" y="596"/>
                  </a:lnTo>
                  <a:lnTo>
                    <a:pt x="504" y="397"/>
                  </a:lnTo>
                  <a:lnTo>
                    <a:pt x="641" y="229"/>
                  </a:lnTo>
                  <a:lnTo>
                    <a:pt x="443" y="168"/>
                  </a:lnTo>
                  <a:lnTo>
                    <a:pt x="3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3" name="Google Shape;5373;p63"/>
            <p:cNvSpPr/>
            <p:nvPr/>
          </p:nvSpPr>
          <p:spPr>
            <a:xfrm>
              <a:off x="6051925" y="2963550"/>
              <a:ext cx="15675" cy="14900"/>
            </a:xfrm>
            <a:custGeom>
              <a:avLst/>
              <a:gdLst/>
              <a:ahLst/>
              <a:cxnLst/>
              <a:rect l="l" t="t" r="r" b="b"/>
              <a:pathLst>
                <a:path w="627" h="596" extrusionOk="0">
                  <a:moveTo>
                    <a:pt x="306" y="0"/>
                  </a:moveTo>
                  <a:lnTo>
                    <a:pt x="199" y="168"/>
                  </a:lnTo>
                  <a:lnTo>
                    <a:pt x="0" y="229"/>
                  </a:lnTo>
                  <a:lnTo>
                    <a:pt x="123" y="397"/>
                  </a:lnTo>
                  <a:lnTo>
                    <a:pt x="123" y="596"/>
                  </a:lnTo>
                  <a:lnTo>
                    <a:pt x="306" y="519"/>
                  </a:lnTo>
                  <a:lnTo>
                    <a:pt x="504" y="596"/>
                  </a:lnTo>
                  <a:lnTo>
                    <a:pt x="504" y="397"/>
                  </a:lnTo>
                  <a:lnTo>
                    <a:pt x="626" y="229"/>
                  </a:lnTo>
                  <a:lnTo>
                    <a:pt x="428" y="168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4" name="Google Shape;5374;p63"/>
            <p:cNvSpPr/>
            <p:nvPr/>
          </p:nvSpPr>
          <p:spPr>
            <a:xfrm>
              <a:off x="6051925" y="2963550"/>
              <a:ext cx="15675" cy="14900"/>
            </a:xfrm>
            <a:custGeom>
              <a:avLst/>
              <a:gdLst/>
              <a:ahLst/>
              <a:cxnLst/>
              <a:rect l="l" t="t" r="r" b="b"/>
              <a:pathLst>
                <a:path w="627" h="596" fill="none" extrusionOk="0">
                  <a:moveTo>
                    <a:pt x="306" y="0"/>
                  </a:moveTo>
                  <a:lnTo>
                    <a:pt x="199" y="168"/>
                  </a:lnTo>
                  <a:lnTo>
                    <a:pt x="0" y="229"/>
                  </a:lnTo>
                  <a:lnTo>
                    <a:pt x="123" y="397"/>
                  </a:lnTo>
                  <a:lnTo>
                    <a:pt x="123" y="596"/>
                  </a:lnTo>
                  <a:lnTo>
                    <a:pt x="306" y="519"/>
                  </a:lnTo>
                  <a:lnTo>
                    <a:pt x="504" y="596"/>
                  </a:lnTo>
                  <a:lnTo>
                    <a:pt x="504" y="397"/>
                  </a:lnTo>
                  <a:lnTo>
                    <a:pt x="626" y="229"/>
                  </a:lnTo>
                  <a:lnTo>
                    <a:pt x="428" y="168"/>
                  </a:lnTo>
                  <a:lnTo>
                    <a:pt x="3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5" name="Google Shape;5375;p63"/>
            <p:cNvSpPr/>
            <p:nvPr/>
          </p:nvSpPr>
          <p:spPr>
            <a:xfrm>
              <a:off x="5929075" y="2905950"/>
              <a:ext cx="6125" cy="10700"/>
            </a:xfrm>
            <a:custGeom>
              <a:avLst/>
              <a:gdLst/>
              <a:ahLst/>
              <a:cxnLst/>
              <a:rect l="l" t="t" r="r" b="b"/>
              <a:pathLst>
                <a:path w="245" h="428" extrusionOk="0">
                  <a:moveTo>
                    <a:pt x="77" y="0"/>
                  </a:moveTo>
                  <a:lnTo>
                    <a:pt x="1" y="366"/>
                  </a:lnTo>
                  <a:lnTo>
                    <a:pt x="1" y="382"/>
                  </a:lnTo>
                  <a:lnTo>
                    <a:pt x="123" y="427"/>
                  </a:lnTo>
                  <a:lnTo>
                    <a:pt x="123" y="214"/>
                  </a:lnTo>
                  <a:lnTo>
                    <a:pt x="245" y="4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6" name="Google Shape;5376;p63"/>
            <p:cNvSpPr/>
            <p:nvPr/>
          </p:nvSpPr>
          <p:spPr>
            <a:xfrm>
              <a:off x="5929075" y="2905950"/>
              <a:ext cx="6125" cy="10700"/>
            </a:xfrm>
            <a:custGeom>
              <a:avLst/>
              <a:gdLst/>
              <a:ahLst/>
              <a:cxnLst/>
              <a:rect l="l" t="t" r="r" b="b"/>
              <a:pathLst>
                <a:path w="245" h="428" fill="none" extrusionOk="0">
                  <a:moveTo>
                    <a:pt x="77" y="0"/>
                  </a:moveTo>
                  <a:lnTo>
                    <a:pt x="77" y="0"/>
                  </a:lnTo>
                  <a:lnTo>
                    <a:pt x="1" y="366"/>
                  </a:lnTo>
                  <a:lnTo>
                    <a:pt x="1" y="366"/>
                  </a:lnTo>
                  <a:lnTo>
                    <a:pt x="1" y="366"/>
                  </a:lnTo>
                  <a:lnTo>
                    <a:pt x="1" y="382"/>
                  </a:lnTo>
                  <a:lnTo>
                    <a:pt x="123" y="427"/>
                  </a:lnTo>
                  <a:lnTo>
                    <a:pt x="123" y="214"/>
                  </a:lnTo>
                  <a:lnTo>
                    <a:pt x="245" y="46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7" name="Google Shape;5377;p63"/>
            <p:cNvSpPr/>
            <p:nvPr/>
          </p:nvSpPr>
          <p:spPr>
            <a:xfrm>
              <a:off x="6007675" y="29013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extrusionOk="0">
                  <a:moveTo>
                    <a:pt x="321" y="1"/>
                  </a:moveTo>
                  <a:lnTo>
                    <a:pt x="199" y="184"/>
                  </a:lnTo>
                  <a:lnTo>
                    <a:pt x="0" y="230"/>
                  </a:lnTo>
                  <a:lnTo>
                    <a:pt x="138" y="398"/>
                  </a:lnTo>
                  <a:lnTo>
                    <a:pt x="122" y="611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28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8" name="Google Shape;5378;p63"/>
            <p:cNvSpPr/>
            <p:nvPr/>
          </p:nvSpPr>
          <p:spPr>
            <a:xfrm>
              <a:off x="6007675" y="29013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fill="none" extrusionOk="0">
                  <a:moveTo>
                    <a:pt x="321" y="1"/>
                  </a:moveTo>
                  <a:lnTo>
                    <a:pt x="199" y="184"/>
                  </a:lnTo>
                  <a:lnTo>
                    <a:pt x="0" y="230"/>
                  </a:lnTo>
                  <a:lnTo>
                    <a:pt x="138" y="398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28" y="184"/>
                  </a:lnTo>
                  <a:lnTo>
                    <a:pt x="3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9" name="Google Shape;5379;p63"/>
            <p:cNvSpPr/>
            <p:nvPr/>
          </p:nvSpPr>
          <p:spPr>
            <a:xfrm>
              <a:off x="5875275" y="3089075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extrusionOk="0">
                  <a:moveTo>
                    <a:pt x="321" y="0"/>
                  </a:moveTo>
                  <a:lnTo>
                    <a:pt x="199" y="183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610"/>
                  </a:lnTo>
                  <a:lnTo>
                    <a:pt x="321" y="534"/>
                  </a:lnTo>
                  <a:lnTo>
                    <a:pt x="520" y="610"/>
                  </a:lnTo>
                  <a:lnTo>
                    <a:pt x="504" y="397"/>
                  </a:lnTo>
                  <a:lnTo>
                    <a:pt x="642" y="229"/>
                  </a:lnTo>
                  <a:lnTo>
                    <a:pt x="428" y="183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0" name="Google Shape;5380;p63"/>
            <p:cNvSpPr/>
            <p:nvPr/>
          </p:nvSpPr>
          <p:spPr>
            <a:xfrm>
              <a:off x="5875275" y="3089075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fill="none" extrusionOk="0">
                  <a:moveTo>
                    <a:pt x="321" y="0"/>
                  </a:moveTo>
                  <a:lnTo>
                    <a:pt x="199" y="183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610"/>
                  </a:lnTo>
                  <a:lnTo>
                    <a:pt x="321" y="534"/>
                  </a:lnTo>
                  <a:lnTo>
                    <a:pt x="520" y="610"/>
                  </a:lnTo>
                  <a:lnTo>
                    <a:pt x="504" y="397"/>
                  </a:lnTo>
                  <a:lnTo>
                    <a:pt x="642" y="229"/>
                  </a:lnTo>
                  <a:lnTo>
                    <a:pt x="428" y="183"/>
                  </a:lnTo>
                  <a:lnTo>
                    <a:pt x="3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1" name="Google Shape;5381;p63"/>
            <p:cNvSpPr/>
            <p:nvPr/>
          </p:nvSpPr>
          <p:spPr>
            <a:xfrm>
              <a:off x="5963425" y="3089075"/>
              <a:ext cx="16025" cy="15275"/>
            </a:xfrm>
            <a:custGeom>
              <a:avLst/>
              <a:gdLst/>
              <a:ahLst/>
              <a:cxnLst/>
              <a:rect l="l" t="t" r="r" b="b"/>
              <a:pathLst>
                <a:path w="641" h="611" extrusionOk="0">
                  <a:moveTo>
                    <a:pt x="321" y="0"/>
                  </a:moveTo>
                  <a:lnTo>
                    <a:pt x="214" y="183"/>
                  </a:lnTo>
                  <a:lnTo>
                    <a:pt x="0" y="229"/>
                  </a:lnTo>
                  <a:lnTo>
                    <a:pt x="137" y="397"/>
                  </a:lnTo>
                  <a:lnTo>
                    <a:pt x="122" y="610"/>
                  </a:lnTo>
                  <a:lnTo>
                    <a:pt x="122" y="610"/>
                  </a:lnTo>
                  <a:lnTo>
                    <a:pt x="321" y="534"/>
                  </a:lnTo>
                  <a:lnTo>
                    <a:pt x="519" y="610"/>
                  </a:lnTo>
                  <a:lnTo>
                    <a:pt x="504" y="397"/>
                  </a:lnTo>
                  <a:lnTo>
                    <a:pt x="641" y="229"/>
                  </a:lnTo>
                  <a:lnTo>
                    <a:pt x="443" y="183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2" name="Google Shape;5382;p63"/>
            <p:cNvSpPr/>
            <p:nvPr/>
          </p:nvSpPr>
          <p:spPr>
            <a:xfrm>
              <a:off x="5963425" y="3089075"/>
              <a:ext cx="16025" cy="15275"/>
            </a:xfrm>
            <a:custGeom>
              <a:avLst/>
              <a:gdLst/>
              <a:ahLst/>
              <a:cxnLst/>
              <a:rect l="l" t="t" r="r" b="b"/>
              <a:pathLst>
                <a:path w="641" h="611" fill="none" extrusionOk="0">
                  <a:moveTo>
                    <a:pt x="321" y="0"/>
                  </a:moveTo>
                  <a:lnTo>
                    <a:pt x="214" y="183"/>
                  </a:lnTo>
                  <a:lnTo>
                    <a:pt x="0" y="229"/>
                  </a:lnTo>
                  <a:lnTo>
                    <a:pt x="137" y="397"/>
                  </a:lnTo>
                  <a:lnTo>
                    <a:pt x="122" y="610"/>
                  </a:lnTo>
                  <a:lnTo>
                    <a:pt x="321" y="534"/>
                  </a:lnTo>
                  <a:lnTo>
                    <a:pt x="519" y="610"/>
                  </a:lnTo>
                  <a:lnTo>
                    <a:pt x="504" y="397"/>
                  </a:lnTo>
                  <a:lnTo>
                    <a:pt x="641" y="229"/>
                  </a:lnTo>
                  <a:lnTo>
                    <a:pt x="443" y="183"/>
                  </a:lnTo>
                  <a:lnTo>
                    <a:pt x="3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3" name="Google Shape;5383;p63"/>
            <p:cNvSpPr/>
            <p:nvPr/>
          </p:nvSpPr>
          <p:spPr>
            <a:xfrm>
              <a:off x="6051925" y="3089075"/>
              <a:ext cx="15675" cy="15275"/>
            </a:xfrm>
            <a:custGeom>
              <a:avLst/>
              <a:gdLst/>
              <a:ahLst/>
              <a:cxnLst/>
              <a:rect l="l" t="t" r="r" b="b"/>
              <a:pathLst>
                <a:path w="627" h="611" extrusionOk="0">
                  <a:moveTo>
                    <a:pt x="306" y="0"/>
                  </a:moveTo>
                  <a:lnTo>
                    <a:pt x="199" y="183"/>
                  </a:lnTo>
                  <a:lnTo>
                    <a:pt x="0" y="229"/>
                  </a:lnTo>
                  <a:lnTo>
                    <a:pt x="123" y="397"/>
                  </a:lnTo>
                  <a:lnTo>
                    <a:pt x="123" y="610"/>
                  </a:lnTo>
                  <a:lnTo>
                    <a:pt x="306" y="534"/>
                  </a:lnTo>
                  <a:lnTo>
                    <a:pt x="504" y="610"/>
                  </a:lnTo>
                  <a:lnTo>
                    <a:pt x="504" y="397"/>
                  </a:lnTo>
                  <a:lnTo>
                    <a:pt x="626" y="229"/>
                  </a:lnTo>
                  <a:lnTo>
                    <a:pt x="428" y="183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4" name="Google Shape;5384;p63"/>
            <p:cNvSpPr/>
            <p:nvPr/>
          </p:nvSpPr>
          <p:spPr>
            <a:xfrm>
              <a:off x="6051925" y="3089075"/>
              <a:ext cx="15675" cy="15275"/>
            </a:xfrm>
            <a:custGeom>
              <a:avLst/>
              <a:gdLst/>
              <a:ahLst/>
              <a:cxnLst/>
              <a:rect l="l" t="t" r="r" b="b"/>
              <a:pathLst>
                <a:path w="627" h="611" fill="none" extrusionOk="0">
                  <a:moveTo>
                    <a:pt x="306" y="0"/>
                  </a:moveTo>
                  <a:lnTo>
                    <a:pt x="199" y="183"/>
                  </a:lnTo>
                  <a:lnTo>
                    <a:pt x="0" y="229"/>
                  </a:lnTo>
                  <a:lnTo>
                    <a:pt x="123" y="397"/>
                  </a:lnTo>
                  <a:lnTo>
                    <a:pt x="123" y="610"/>
                  </a:lnTo>
                  <a:lnTo>
                    <a:pt x="306" y="534"/>
                  </a:lnTo>
                  <a:lnTo>
                    <a:pt x="504" y="610"/>
                  </a:lnTo>
                  <a:lnTo>
                    <a:pt x="504" y="397"/>
                  </a:lnTo>
                  <a:lnTo>
                    <a:pt x="626" y="229"/>
                  </a:lnTo>
                  <a:lnTo>
                    <a:pt x="428" y="183"/>
                  </a:lnTo>
                  <a:lnTo>
                    <a:pt x="3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5" name="Google Shape;5385;p63"/>
            <p:cNvSpPr/>
            <p:nvPr/>
          </p:nvSpPr>
          <p:spPr>
            <a:xfrm>
              <a:off x="5919550" y="3027250"/>
              <a:ext cx="15650" cy="15300"/>
            </a:xfrm>
            <a:custGeom>
              <a:avLst/>
              <a:gdLst/>
              <a:ahLst/>
              <a:cxnLst/>
              <a:rect l="l" t="t" r="r" b="b"/>
              <a:pathLst>
                <a:path w="626" h="612" extrusionOk="0">
                  <a:moveTo>
                    <a:pt x="305" y="1"/>
                  </a:moveTo>
                  <a:lnTo>
                    <a:pt x="198" y="184"/>
                  </a:lnTo>
                  <a:lnTo>
                    <a:pt x="0" y="230"/>
                  </a:lnTo>
                  <a:lnTo>
                    <a:pt x="122" y="398"/>
                  </a:lnTo>
                  <a:lnTo>
                    <a:pt x="122" y="611"/>
                  </a:lnTo>
                  <a:lnTo>
                    <a:pt x="305" y="535"/>
                  </a:lnTo>
                  <a:lnTo>
                    <a:pt x="504" y="611"/>
                  </a:lnTo>
                  <a:lnTo>
                    <a:pt x="504" y="398"/>
                  </a:lnTo>
                  <a:lnTo>
                    <a:pt x="626" y="230"/>
                  </a:lnTo>
                  <a:lnTo>
                    <a:pt x="427" y="184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6" name="Google Shape;5386;p63"/>
            <p:cNvSpPr/>
            <p:nvPr/>
          </p:nvSpPr>
          <p:spPr>
            <a:xfrm>
              <a:off x="5919550" y="3027250"/>
              <a:ext cx="15650" cy="15300"/>
            </a:xfrm>
            <a:custGeom>
              <a:avLst/>
              <a:gdLst/>
              <a:ahLst/>
              <a:cxnLst/>
              <a:rect l="l" t="t" r="r" b="b"/>
              <a:pathLst>
                <a:path w="626" h="612" fill="none" extrusionOk="0">
                  <a:moveTo>
                    <a:pt x="305" y="1"/>
                  </a:moveTo>
                  <a:lnTo>
                    <a:pt x="198" y="184"/>
                  </a:lnTo>
                  <a:lnTo>
                    <a:pt x="0" y="230"/>
                  </a:lnTo>
                  <a:lnTo>
                    <a:pt x="122" y="398"/>
                  </a:lnTo>
                  <a:lnTo>
                    <a:pt x="122" y="611"/>
                  </a:lnTo>
                  <a:lnTo>
                    <a:pt x="305" y="535"/>
                  </a:lnTo>
                  <a:lnTo>
                    <a:pt x="504" y="611"/>
                  </a:lnTo>
                  <a:lnTo>
                    <a:pt x="504" y="398"/>
                  </a:lnTo>
                  <a:lnTo>
                    <a:pt x="626" y="230"/>
                  </a:lnTo>
                  <a:lnTo>
                    <a:pt x="427" y="184"/>
                  </a:lnTo>
                  <a:lnTo>
                    <a:pt x="30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7" name="Google Shape;5387;p63"/>
            <p:cNvSpPr/>
            <p:nvPr/>
          </p:nvSpPr>
          <p:spPr>
            <a:xfrm>
              <a:off x="6007675" y="30272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extrusionOk="0">
                  <a:moveTo>
                    <a:pt x="321" y="1"/>
                  </a:moveTo>
                  <a:lnTo>
                    <a:pt x="199" y="184"/>
                  </a:lnTo>
                  <a:lnTo>
                    <a:pt x="0" y="230"/>
                  </a:lnTo>
                  <a:lnTo>
                    <a:pt x="138" y="398"/>
                  </a:lnTo>
                  <a:lnTo>
                    <a:pt x="122" y="611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28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8" name="Google Shape;5388;p63"/>
            <p:cNvSpPr/>
            <p:nvPr/>
          </p:nvSpPr>
          <p:spPr>
            <a:xfrm>
              <a:off x="6007675" y="30272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fill="none" extrusionOk="0">
                  <a:moveTo>
                    <a:pt x="321" y="1"/>
                  </a:moveTo>
                  <a:lnTo>
                    <a:pt x="199" y="184"/>
                  </a:lnTo>
                  <a:lnTo>
                    <a:pt x="0" y="230"/>
                  </a:lnTo>
                  <a:lnTo>
                    <a:pt x="138" y="398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28" y="184"/>
                  </a:lnTo>
                  <a:lnTo>
                    <a:pt x="3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9" name="Google Shape;5389;p63"/>
            <p:cNvSpPr/>
            <p:nvPr/>
          </p:nvSpPr>
          <p:spPr>
            <a:xfrm>
              <a:off x="6095800" y="30272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extrusionOk="0">
                  <a:moveTo>
                    <a:pt x="321" y="1"/>
                  </a:moveTo>
                  <a:lnTo>
                    <a:pt x="214" y="184"/>
                  </a:lnTo>
                  <a:lnTo>
                    <a:pt x="0" y="230"/>
                  </a:lnTo>
                  <a:lnTo>
                    <a:pt x="138" y="398"/>
                  </a:lnTo>
                  <a:lnTo>
                    <a:pt x="122" y="611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43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0" name="Google Shape;5390;p63"/>
            <p:cNvSpPr/>
            <p:nvPr/>
          </p:nvSpPr>
          <p:spPr>
            <a:xfrm>
              <a:off x="6095800" y="30272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fill="none" extrusionOk="0">
                  <a:moveTo>
                    <a:pt x="321" y="1"/>
                  </a:moveTo>
                  <a:lnTo>
                    <a:pt x="214" y="184"/>
                  </a:lnTo>
                  <a:lnTo>
                    <a:pt x="0" y="230"/>
                  </a:lnTo>
                  <a:lnTo>
                    <a:pt x="138" y="398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43" y="184"/>
                  </a:lnTo>
                  <a:lnTo>
                    <a:pt x="3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1" name="Google Shape;5391;p63"/>
            <p:cNvSpPr/>
            <p:nvPr/>
          </p:nvSpPr>
          <p:spPr>
            <a:xfrm>
              <a:off x="5875275" y="32149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extrusionOk="0">
                  <a:moveTo>
                    <a:pt x="321" y="1"/>
                  </a:moveTo>
                  <a:lnTo>
                    <a:pt x="199" y="184"/>
                  </a:lnTo>
                  <a:lnTo>
                    <a:pt x="1" y="230"/>
                  </a:lnTo>
                  <a:lnTo>
                    <a:pt x="138" y="398"/>
                  </a:lnTo>
                  <a:lnTo>
                    <a:pt x="123" y="611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20" y="611"/>
                  </a:lnTo>
                  <a:lnTo>
                    <a:pt x="520" y="611"/>
                  </a:lnTo>
                  <a:lnTo>
                    <a:pt x="504" y="398"/>
                  </a:lnTo>
                  <a:lnTo>
                    <a:pt x="642" y="230"/>
                  </a:lnTo>
                  <a:lnTo>
                    <a:pt x="428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2" name="Google Shape;5392;p63"/>
            <p:cNvSpPr/>
            <p:nvPr/>
          </p:nvSpPr>
          <p:spPr>
            <a:xfrm>
              <a:off x="5875275" y="32149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fill="none" extrusionOk="0">
                  <a:moveTo>
                    <a:pt x="321" y="1"/>
                  </a:moveTo>
                  <a:lnTo>
                    <a:pt x="199" y="184"/>
                  </a:lnTo>
                  <a:lnTo>
                    <a:pt x="1" y="230"/>
                  </a:lnTo>
                  <a:lnTo>
                    <a:pt x="138" y="398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20" y="611"/>
                  </a:lnTo>
                  <a:lnTo>
                    <a:pt x="504" y="398"/>
                  </a:lnTo>
                  <a:lnTo>
                    <a:pt x="642" y="230"/>
                  </a:lnTo>
                  <a:lnTo>
                    <a:pt x="428" y="184"/>
                  </a:lnTo>
                  <a:lnTo>
                    <a:pt x="3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3" name="Google Shape;5393;p63"/>
            <p:cNvSpPr/>
            <p:nvPr/>
          </p:nvSpPr>
          <p:spPr>
            <a:xfrm>
              <a:off x="5963425" y="3214950"/>
              <a:ext cx="16025" cy="15300"/>
            </a:xfrm>
            <a:custGeom>
              <a:avLst/>
              <a:gdLst/>
              <a:ahLst/>
              <a:cxnLst/>
              <a:rect l="l" t="t" r="r" b="b"/>
              <a:pathLst>
                <a:path w="641" h="612" extrusionOk="0">
                  <a:moveTo>
                    <a:pt x="321" y="1"/>
                  </a:moveTo>
                  <a:lnTo>
                    <a:pt x="214" y="184"/>
                  </a:lnTo>
                  <a:lnTo>
                    <a:pt x="0" y="230"/>
                  </a:lnTo>
                  <a:lnTo>
                    <a:pt x="137" y="398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43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4" name="Google Shape;5394;p63"/>
            <p:cNvSpPr/>
            <p:nvPr/>
          </p:nvSpPr>
          <p:spPr>
            <a:xfrm>
              <a:off x="5963425" y="3214950"/>
              <a:ext cx="16025" cy="15300"/>
            </a:xfrm>
            <a:custGeom>
              <a:avLst/>
              <a:gdLst/>
              <a:ahLst/>
              <a:cxnLst/>
              <a:rect l="l" t="t" r="r" b="b"/>
              <a:pathLst>
                <a:path w="641" h="612" fill="none" extrusionOk="0">
                  <a:moveTo>
                    <a:pt x="321" y="1"/>
                  </a:moveTo>
                  <a:lnTo>
                    <a:pt x="214" y="184"/>
                  </a:lnTo>
                  <a:lnTo>
                    <a:pt x="0" y="230"/>
                  </a:lnTo>
                  <a:lnTo>
                    <a:pt x="137" y="398"/>
                  </a:lnTo>
                  <a:lnTo>
                    <a:pt x="122" y="611"/>
                  </a:lnTo>
                  <a:lnTo>
                    <a:pt x="321" y="535"/>
                  </a:lnTo>
                  <a:lnTo>
                    <a:pt x="519" y="611"/>
                  </a:lnTo>
                  <a:lnTo>
                    <a:pt x="504" y="398"/>
                  </a:lnTo>
                  <a:lnTo>
                    <a:pt x="641" y="230"/>
                  </a:lnTo>
                  <a:lnTo>
                    <a:pt x="443" y="184"/>
                  </a:lnTo>
                  <a:lnTo>
                    <a:pt x="3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5" name="Google Shape;5395;p63"/>
            <p:cNvSpPr/>
            <p:nvPr/>
          </p:nvSpPr>
          <p:spPr>
            <a:xfrm>
              <a:off x="5836375" y="3155450"/>
              <a:ext cx="10700" cy="12600"/>
            </a:xfrm>
            <a:custGeom>
              <a:avLst/>
              <a:gdLst/>
              <a:ahLst/>
              <a:cxnLst/>
              <a:rect l="l" t="t" r="r" b="b"/>
              <a:pathLst>
                <a:path w="428" h="504" extrusionOk="0">
                  <a:moveTo>
                    <a:pt x="183" y="0"/>
                  </a:moveTo>
                  <a:lnTo>
                    <a:pt x="0" y="473"/>
                  </a:lnTo>
                  <a:lnTo>
                    <a:pt x="107" y="428"/>
                  </a:lnTo>
                  <a:lnTo>
                    <a:pt x="306" y="504"/>
                  </a:lnTo>
                  <a:lnTo>
                    <a:pt x="306" y="504"/>
                  </a:lnTo>
                  <a:lnTo>
                    <a:pt x="290" y="290"/>
                  </a:lnTo>
                  <a:lnTo>
                    <a:pt x="428" y="138"/>
                  </a:lnTo>
                  <a:lnTo>
                    <a:pt x="229" y="77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6" name="Google Shape;5396;p63"/>
            <p:cNvSpPr/>
            <p:nvPr/>
          </p:nvSpPr>
          <p:spPr>
            <a:xfrm>
              <a:off x="5836375" y="3155450"/>
              <a:ext cx="10700" cy="12600"/>
            </a:xfrm>
            <a:custGeom>
              <a:avLst/>
              <a:gdLst/>
              <a:ahLst/>
              <a:cxnLst/>
              <a:rect l="l" t="t" r="r" b="b"/>
              <a:pathLst>
                <a:path w="428" h="504" fill="none" extrusionOk="0">
                  <a:moveTo>
                    <a:pt x="183" y="0"/>
                  </a:moveTo>
                  <a:lnTo>
                    <a:pt x="183" y="0"/>
                  </a:lnTo>
                  <a:lnTo>
                    <a:pt x="0" y="473"/>
                  </a:lnTo>
                  <a:lnTo>
                    <a:pt x="107" y="428"/>
                  </a:lnTo>
                  <a:lnTo>
                    <a:pt x="306" y="504"/>
                  </a:lnTo>
                  <a:lnTo>
                    <a:pt x="290" y="290"/>
                  </a:lnTo>
                  <a:lnTo>
                    <a:pt x="428" y="138"/>
                  </a:lnTo>
                  <a:lnTo>
                    <a:pt x="229" y="77"/>
                  </a:lnTo>
                  <a:lnTo>
                    <a:pt x="1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7" name="Google Shape;5397;p63"/>
            <p:cNvSpPr/>
            <p:nvPr/>
          </p:nvSpPr>
          <p:spPr>
            <a:xfrm>
              <a:off x="5919550" y="3153150"/>
              <a:ext cx="15650" cy="14900"/>
            </a:xfrm>
            <a:custGeom>
              <a:avLst/>
              <a:gdLst/>
              <a:ahLst/>
              <a:cxnLst/>
              <a:rect l="l" t="t" r="r" b="b"/>
              <a:pathLst>
                <a:path w="626" h="596" extrusionOk="0">
                  <a:moveTo>
                    <a:pt x="305" y="1"/>
                  </a:moveTo>
                  <a:lnTo>
                    <a:pt x="198" y="169"/>
                  </a:lnTo>
                  <a:lnTo>
                    <a:pt x="0" y="230"/>
                  </a:lnTo>
                  <a:lnTo>
                    <a:pt x="122" y="382"/>
                  </a:lnTo>
                  <a:lnTo>
                    <a:pt x="122" y="596"/>
                  </a:lnTo>
                  <a:lnTo>
                    <a:pt x="305" y="520"/>
                  </a:lnTo>
                  <a:lnTo>
                    <a:pt x="504" y="596"/>
                  </a:lnTo>
                  <a:lnTo>
                    <a:pt x="504" y="382"/>
                  </a:lnTo>
                  <a:lnTo>
                    <a:pt x="626" y="230"/>
                  </a:lnTo>
                  <a:lnTo>
                    <a:pt x="427" y="169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8" name="Google Shape;5398;p63"/>
            <p:cNvSpPr/>
            <p:nvPr/>
          </p:nvSpPr>
          <p:spPr>
            <a:xfrm>
              <a:off x="5919550" y="3153150"/>
              <a:ext cx="15650" cy="14900"/>
            </a:xfrm>
            <a:custGeom>
              <a:avLst/>
              <a:gdLst/>
              <a:ahLst/>
              <a:cxnLst/>
              <a:rect l="l" t="t" r="r" b="b"/>
              <a:pathLst>
                <a:path w="626" h="596" fill="none" extrusionOk="0">
                  <a:moveTo>
                    <a:pt x="305" y="1"/>
                  </a:moveTo>
                  <a:lnTo>
                    <a:pt x="198" y="169"/>
                  </a:lnTo>
                  <a:lnTo>
                    <a:pt x="0" y="230"/>
                  </a:lnTo>
                  <a:lnTo>
                    <a:pt x="122" y="382"/>
                  </a:lnTo>
                  <a:lnTo>
                    <a:pt x="122" y="596"/>
                  </a:lnTo>
                  <a:lnTo>
                    <a:pt x="305" y="520"/>
                  </a:lnTo>
                  <a:lnTo>
                    <a:pt x="504" y="596"/>
                  </a:lnTo>
                  <a:lnTo>
                    <a:pt x="504" y="382"/>
                  </a:lnTo>
                  <a:lnTo>
                    <a:pt x="626" y="230"/>
                  </a:lnTo>
                  <a:lnTo>
                    <a:pt x="427" y="169"/>
                  </a:lnTo>
                  <a:lnTo>
                    <a:pt x="30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9" name="Google Shape;5399;p63"/>
            <p:cNvSpPr/>
            <p:nvPr/>
          </p:nvSpPr>
          <p:spPr>
            <a:xfrm>
              <a:off x="6007675" y="3153150"/>
              <a:ext cx="16050" cy="14900"/>
            </a:xfrm>
            <a:custGeom>
              <a:avLst/>
              <a:gdLst/>
              <a:ahLst/>
              <a:cxnLst/>
              <a:rect l="l" t="t" r="r" b="b"/>
              <a:pathLst>
                <a:path w="642" h="596" extrusionOk="0">
                  <a:moveTo>
                    <a:pt x="321" y="1"/>
                  </a:moveTo>
                  <a:lnTo>
                    <a:pt x="199" y="169"/>
                  </a:lnTo>
                  <a:lnTo>
                    <a:pt x="0" y="230"/>
                  </a:lnTo>
                  <a:lnTo>
                    <a:pt x="138" y="382"/>
                  </a:lnTo>
                  <a:lnTo>
                    <a:pt x="122" y="596"/>
                  </a:lnTo>
                  <a:lnTo>
                    <a:pt x="122" y="596"/>
                  </a:lnTo>
                  <a:lnTo>
                    <a:pt x="321" y="520"/>
                  </a:lnTo>
                  <a:lnTo>
                    <a:pt x="519" y="596"/>
                  </a:lnTo>
                  <a:lnTo>
                    <a:pt x="504" y="382"/>
                  </a:lnTo>
                  <a:lnTo>
                    <a:pt x="641" y="230"/>
                  </a:lnTo>
                  <a:lnTo>
                    <a:pt x="428" y="169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0" name="Google Shape;5400;p63"/>
            <p:cNvSpPr/>
            <p:nvPr/>
          </p:nvSpPr>
          <p:spPr>
            <a:xfrm>
              <a:off x="6007675" y="3153150"/>
              <a:ext cx="16050" cy="14900"/>
            </a:xfrm>
            <a:custGeom>
              <a:avLst/>
              <a:gdLst/>
              <a:ahLst/>
              <a:cxnLst/>
              <a:rect l="l" t="t" r="r" b="b"/>
              <a:pathLst>
                <a:path w="642" h="596" fill="none" extrusionOk="0">
                  <a:moveTo>
                    <a:pt x="321" y="1"/>
                  </a:moveTo>
                  <a:lnTo>
                    <a:pt x="199" y="169"/>
                  </a:lnTo>
                  <a:lnTo>
                    <a:pt x="0" y="230"/>
                  </a:lnTo>
                  <a:lnTo>
                    <a:pt x="138" y="382"/>
                  </a:lnTo>
                  <a:lnTo>
                    <a:pt x="122" y="596"/>
                  </a:lnTo>
                  <a:lnTo>
                    <a:pt x="321" y="520"/>
                  </a:lnTo>
                  <a:lnTo>
                    <a:pt x="519" y="596"/>
                  </a:lnTo>
                  <a:lnTo>
                    <a:pt x="504" y="382"/>
                  </a:lnTo>
                  <a:lnTo>
                    <a:pt x="641" y="230"/>
                  </a:lnTo>
                  <a:lnTo>
                    <a:pt x="428" y="169"/>
                  </a:lnTo>
                  <a:lnTo>
                    <a:pt x="3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1" name="Google Shape;5401;p63"/>
            <p:cNvSpPr/>
            <p:nvPr/>
          </p:nvSpPr>
          <p:spPr>
            <a:xfrm>
              <a:off x="6095800" y="3152775"/>
              <a:ext cx="12600" cy="12225"/>
            </a:xfrm>
            <a:custGeom>
              <a:avLst/>
              <a:gdLst/>
              <a:ahLst/>
              <a:cxnLst/>
              <a:rect l="l" t="t" r="r" b="b"/>
              <a:pathLst>
                <a:path w="504" h="489" extrusionOk="0">
                  <a:moveTo>
                    <a:pt x="321" y="0"/>
                  </a:moveTo>
                  <a:lnTo>
                    <a:pt x="199" y="184"/>
                  </a:lnTo>
                  <a:lnTo>
                    <a:pt x="0" y="245"/>
                  </a:lnTo>
                  <a:lnTo>
                    <a:pt x="138" y="397"/>
                  </a:lnTo>
                  <a:lnTo>
                    <a:pt x="138" y="489"/>
                  </a:lnTo>
                  <a:lnTo>
                    <a:pt x="504" y="199"/>
                  </a:lnTo>
                  <a:lnTo>
                    <a:pt x="428" y="184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2" name="Google Shape;5402;p63"/>
            <p:cNvSpPr/>
            <p:nvPr/>
          </p:nvSpPr>
          <p:spPr>
            <a:xfrm>
              <a:off x="6095800" y="3152775"/>
              <a:ext cx="12600" cy="12225"/>
            </a:xfrm>
            <a:custGeom>
              <a:avLst/>
              <a:gdLst/>
              <a:ahLst/>
              <a:cxnLst/>
              <a:rect l="l" t="t" r="r" b="b"/>
              <a:pathLst>
                <a:path w="504" h="489" fill="none" extrusionOk="0">
                  <a:moveTo>
                    <a:pt x="321" y="0"/>
                  </a:moveTo>
                  <a:lnTo>
                    <a:pt x="199" y="184"/>
                  </a:lnTo>
                  <a:lnTo>
                    <a:pt x="0" y="245"/>
                  </a:lnTo>
                  <a:lnTo>
                    <a:pt x="138" y="397"/>
                  </a:lnTo>
                  <a:lnTo>
                    <a:pt x="138" y="489"/>
                  </a:lnTo>
                  <a:lnTo>
                    <a:pt x="504" y="199"/>
                  </a:lnTo>
                  <a:lnTo>
                    <a:pt x="428" y="184"/>
                  </a:lnTo>
                  <a:lnTo>
                    <a:pt x="3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3" name="Google Shape;5403;p63"/>
            <p:cNvSpPr/>
            <p:nvPr/>
          </p:nvSpPr>
          <p:spPr>
            <a:xfrm>
              <a:off x="5787150" y="3340850"/>
              <a:ext cx="15675" cy="14900"/>
            </a:xfrm>
            <a:custGeom>
              <a:avLst/>
              <a:gdLst/>
              <a:ahLst/>
              <a:cxnLst/>
              <a:rect l="l" t="t" r="r" b="b"/>
              <a:pathLst>
                <a:path w="627" h="596" extrusionOk="0">
                  <a:moveTo>
                    <a:pt x="306" y="1"/>
                  </a:moveTo>
                  <a:lnTo>
                    <a:pt x="199" y="169"/>
                  </a:lnTo>
                  <a:lnTo>
                    <a:pt x="1" y="230"/>
                  </a:lnTo>
                  <a:lnTo>
                    <a:pt x="123" y="398"/>
                  </a:lnTo>
                  <a:lnTo>
                    <a:pt x="123" y="596"/>
                  </a:lnTo>
                  <a:lnTo>
                    <a:pt x="306" y="520"/>
                  </a:lnTo>
                  <a:lnTo>
                    <a:pt x="504" y="596"/>
                  </a:lnTo>
                  <a:lnTo>
                    <a:pt x="504" y="398"/>
                  </a:lnTo>
                  <a:lnTo>
                    <a:pt x="626" y="230"/>
                  </a:lnTo>
                  <a:lnTo>
                    <a:pt x="428" y="169"/>
                  </a:lnTo>
                  <a:lnTo>
                    <a:pt x="3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4" name="Google Shape;5404;p63"/>
            <p:cNvSpPr/>
            <p:nvPr/>
          </p:nvSpPr>
          <p:spPr>
            <a:xfrm>
              <a:off x="5787150" y="3340850"/>
              <a:ext cx="15675" cy="14900"/>
            </a:xfrm>
            <a:custGeom>
              <a:avLst/>
              <a:gdLst/>
              <a:ahLst/>
              <a:cxnLst/>
              <a:rect l="l" t="t" r="r" b="b"/>
              <a:pathLst>
                <a:path w="627" h="596" fill="none" extrusionOk="0">
                  <a:moveTo>
                    <a:pt x="306" y="1"/>
                  </a:moveTo>
                  <a:lnTo>
                    <a:pt x="199" y="169"/>
                  </a:lnTo>
                  <a:lnTo>
                    <a:pt x="1" y="230"/>
                  </a:lnTo>
                  <a:lnTo>
                    <a:pt x="123" y="398"/>
                  </a:lnTo>
                  <a:lnTo>
                    <a:pt x="123" y="596"/>
                  </a:lnTo>
                  <a:lnTo>
                    <a:pt x="306" y="520"/>
                  </a:lnTo>
                  <a:lnTo>
                    <a:pt x="504" y="596"/>
                  </a:lnTo>
                  <a:lnTo>
                    <a:pt x="504" y="398"/>
                  </a:lnTo>
                  <a:lnTo>
                    <a:pt x="626" y="230"/>
                  </a:lnTo>
                  <a:lnTo>
                    <a:pt x="428" y="169"/>
                  </a:lnTo>
                  <a:lnTo>
                    <a:pt x="30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5" name="Google Shape;5405;p63"/>
            <p:cNvSpPr/>
            <p:nvPr/>
          </p:nvSpPr>
          <p:spPr>
            <a:xfrm>
              <a:off x="5831025" y="3278675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extrusionOk="0">
                  <a:moveTo>
                    <a:pt x="321" y="0"/>
                  </a:moveTo>
                  <a:lnTo>
                    <a:pt x="214" y="184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611"/>
                  </a:lnTo>
                  <a:lnTo>
                    <a:pt x="321" y="534"/>
                  </a:lnTo>
                  <a:lnTo>
                    <a:pt x="520" y="611"/>
                  </a:lnTo>
                  <a:lnTo>
                    <a:pt x="504" y="397"/>
                  </a:lnTo>
                  <a:lnTo>
                    <a:pt x="642" y="229"/>
                  </a:lnTo>
                  <a:lnTo>
                    <a:pt x="443" y="184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6" name="Google Shape;5406;p63"/>
            <p:cNvSpPr/>
            <p:nvPr/>
          </p:nvSpPr>
          <p:spPr>
            <a:xfrm>
              <a:off x="5831025" y="3278675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fill="none" extrusionOk="0">
                  <a:moveTo>
                    <a:pt x="321" y="0"/>
                  </a:moveTo>
                  <a:lnTo>
                    <a:pt x="214" y="184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611"/>
                  </a:lnTo>
                  <a:lnTo>
                    <a:pt x="321" y="534"/>
                  </a:lnTo>
                  <a:lnTo>
                    <a:pt x="520" y="611"/>
                  </a:lnTo>
                  <a:lnTo>
                    <a:pt x="504" y="397"/>
                  </a:lnTo>
                  <a:lnTo>
                    <a:pt x="642" y="229"/>
                  </a:lnTo>
                  <a:lnTo>
                    <a:pt x="443" y="184"/>
                  </a:lnTo>
                  <a:lnTo>
                    <a:pt x="3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7" name="Google Shape;5407;p63"/>
            <p:cNvSpPr/>
            <p:nvPr/>
          </p:nvSpPr>
          <p:spPr>
            <a:xfrm>
              <a:off x="5919150" y="3278675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extrusionOk="0">
                  <a:moveTo>
                    <a:pt x="321" y="0"/>
                  </a:moveTo>
                  <a:lnTo>
                    <a:pt x="214" y="184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611"/>
                  </a:lnTo>
                  <a:lnTo>
                    <a:pt x="321" y="534"/>
                  </a:lnTo>
                  <a:lnTo>
                    <a:pt x="367" y="550"/>
                  </a:lnTo>
                  <a:lnTo>
                    <a:pt x="520" y="443"/>
                  </a:lnTo>
                  <a:lnTo>
                    <a:pt x="520" y="397"/>
                  </a:lnTo>
                  <a:lnTo>
                    <a:pt x="642" y="229"/>
                  </a:lnTo>
                  <a:lnTo>
                    <a:pt x="443" y="184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8" name="Google Shape;5408;p63"/>
            <p:cNvSpPr/>
            <p:nvPr/>
          </p:nvSpPr>
          <p:spPr>
            <a:xfrm>
              <a:off x="5919150" y="3278675"/>
              <a:ext cx="16050" cy="15275"/>
            </a:xfrm>
            <a:custGeom>
              <a:avLst/>
              <a:gdLst/>
              <a:ahLst/>
              <a:cxnLst/>
              <a:rect l="l" t="t" r="r" b="b"/>
              <a:pathLst>
                <a:path w="642" h="611" fill="none" extrusionOk="0">
                  <a:moveTo>
                    <a:pt x="321" y="0"/>
                  </a:moveTo>
                  <a:lnTo>
                    <a:pt x="214" y="184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611"/>
                  </a:lnTo>
                  <a:lnTo>
                    <a:pt x="321" y="534"/>
                  </a:lnTo>
                  <a:lnTo>
                    <a:pt x="367" y="550"/>
                  </a:lnTo>
                  <a:lnTo>
                    <a:pt x="520" y="443"/>
                  </a:lnTo>
                  <a:lnTo>
                    <a:pt x="520" y="397"/>
                  </a:lnTo>
                  <a:lnTo>
                    <a:pt x="642" y="229"/>
                  </a:lnTo>
                  <a:lnTo>
                    <a:pt x="443" y="184"/>
                  </a:lnTo>
                  <a:lnTo>
                    <a:pt x="3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9" name="Google Shape;5409;p63"/>
            <p:cNvSpPr/>
            <p:nvPr/>
          </p:nvSpPr>
          <p:spPr>
            <a:xfrm>
              <a:off x="5576950" y="2841475"/>
              <a:ext cx="355200" cy="602800"/>
            </a:xfrm>
            <a:custGeom>
              <a:avLst/>
              <a:gdLst/>
              <a:ahLst/>
              <a:cxnLst/>
              <a:rect l="l" t="t" r="r" b="b"/>
              <a:pathLst>
                <a:path w="14208" h="24112" extrusionOk="0">
                  <a:moveTo>
                    <a:pt x="13689" y="0"/>
                  </a:moveTo>
                  <a:lnTo>
                    <a:pt x="13613" y="15"/>
                  </a:lnTo>
                  <a:lnTo>
                    <a:pt x="13460" y="76"/>
                  </a:lnTo>
                  <a:lnTo>
                    <a:pt x="13292" y="183"/>
                  </a:lnTo>
                  <a:lnTo>
                    <a:pt x="13109" y="321"/>
                  </a:lnTo>
                  <a:lnTo>
                    <a:pt x="12926" y="504"/>
                  </a:lnTo>
                  <a:lnTo>
                    <a:pt x="12468" y="1007"/>
                  </a:lnTo>
                  <a:lnTo>
                    <a:pt x="11980" y="1541"/>
                  </a:lnTo>
                  <a:lnTo>
                    <a:pt x="11507" y="2121"/>
                  </a:lnTo>
                  <a:lnTo>
                    <a:pt x="11003" y="2732"/>
                  </a:lnTo>
                  <a:lnTo>
                    <a:pt x="10499" y="3388"/>
                  </a:lnTo>
                  <a:lnTo>
                    <a:pt x="9996" y="4059"/>
                  </a:lnTo>
                  <a:lnTo>
                    <a:pt x="9492" y="4761"/>
                  </a:lnTo>
                  <a:lnTo>
                    <a:pt x="8973" y="5479"/>
                  </a:lnTo>
                  <a:lnTo>
                    <a:pt x="8470" y="6226"/>
                  </a:lnTo>
                  <a:lnTo>
                    <a:pt x="7951" y="6974"/>
                  </a:lnTo>
                  <a:lnTo>
                    <a:pt x="6929" y="8515"/>
                  </a:lnTo>
                  <a:lnTo>
                    <a:pt x="5937" y="10072"/>
                  </a:lnTo>
                  <a:lnTo>
                    <a:pt x="4975" y="11613"/>
                  </a:lnTo>
                  <a:lnTo>
                    <a:pt x="4075" y="13124"/>
                  </a:lnTo>
                  <a:lnTo>
                    <a:pt x="3220" y="14574"/>
                  </a:lnTo>
                  <a:lnTo>
                    <a:pt x="2427" y="15917"/>
                  </a:lnTo>
                  <a:lnTo>
                    <a:pt x="1740" y="17153"/>
                  </a:lnTo>
                  <a:lnTo>
                    <a:pt x="1130" y="18236"/>
                  </a:lnTo>
                  <a:lnTo>
                    <a:pt x="641" y="19136"/>
                  </a:lnTo>
                  <a:lnTo>
                    <a:pt x="275" y="19838"/>
                  </a:lnTo>
                  <a:lnTo>
                    <a:pt x="46" y="20312"/>
                  </a:lnTo>
                  <a:lnTo>
                    <a:pt x="16" y="20373"/>
                  </a:lnTo>
                  <a:lnTo>
                    <a:pt x="0" y="20434"/>
                  </a:lnTo>
                  <a:lnTo>
                    <a:pt x="0" y="20495"/>
                  </a:lnTo>
                  <a:lnTo>
                    <a:pt x="0" y="20571"/>
                  </a:lnTo>
                  <a:lnTo>
                    <a:pt x="46" y="20708"/>
                  </a:lnTo>
                  <a:lnTo>
                    <a:pt x="122" y="20861"/>
                  </a:lnTo>
                  <a:lnTo>
                    <a:pt x="229" y="21029"/>
                  </a:lnTo>
                  <a:lnTo>
                    <a:pt x="367" y="21181"/>
                  </a:lnTo>
                  <a:lnTo>
                    <a:pt x="534" y="21364"/>
                  </a:lnTo>
                  <a:lnTo>
                    <a:pt x="718" y="21532"/>
                  </a:lnTo>
                  <a:lnTo>
                    <a:pt x="931" y="21715"/>
                  </a:lnTo>
                  <a:lnTo>
                    <a:pt x="1160" y="21899"/>
                  </a:lnTo>
                  <a:lnTo>
                    <a:pt x="1420" y="22066"/>
                  </a:lnTo>
                  <a:lnTo>
                    <a:pt x="1679" y="22250"/>
                  </a:lnTo>
                  <a:lnTo>
                    <a:pt x="2244" y="22601"/>
                  </a:lnTo>
                  <a:lnTo>
                    <a:pt x="2823" y="22936"/>
                  </a:lnTo>
                  <a:lnTo>
                    <a:pt x="3434" y="23257"/>
                  </a:lnTo>
                  <a:lnTo>
                    <a:pt x="4014" y="23531"/>
                  </a:lnTo>
                  <a:lnTo>
                    <a:pt x="4578" y="23760"/>
                  </a:lnTo>
                  <a:lnTo>
                    <a:pt x="5097" y="23943"/>
                  </a:lnTo>
                  <a:lnTo>
                    <a:pt x="5326" y="24005"/>
                  </a:lnTo>
                  <a:lnTo>
                    <a:pt x="5540" y="24066"/>
                  </a:lnTo>
                  <a:lnTo>
                    <a:pt x="5738" y="24096"/>
                  </a:lnTo>
                  <a:lnTo>
                    <a:pt x="5906" y="24111"/>
                  </a:lnTo>
                  <a:lnTo>
                    <a:pt x="6043" y="24096"/>
                  </a:lnTo>
                  <a:lnTo>
                    <a:pt x="6150" y="24081"/>
                  </a:lnTo>
                  <a:lnTo>
                    <a:pt x="6196" y="24050"/>
                  </a:lnTo>
                  <a:lnTo>
                    <a:pt x="6227" y="24020"/>
                  </a:lnTo>
                  <a:lnTo>
                    <a:pt x="6257" y="23989"/>
                  </a:lnTo>
                  <a:lnTo>
                    <a:pt x="6272" y="23959"/>
                  </a:lnTo>
                  <a:lnTo>
                    <a:pt x="6394" y="23577"/>
                  </a:lnTo>
                  <a:lnTo>
                    <a:pt x="6639" y="22936"/>
                  </a:lnTo>
                  <a:lnTo>
                    <a:pt x="7402" y="20937"/>
                  </a:lnTo>
                  <a:lnTo>
                    <a:pt x="8424" y="18221"/>
                  </a:lnTo>
                  <a:lnTo>
                    <a:pt x="9630" y="15047"/>
                  </a:lnTo>
                  <a:lnTo>
                    <a:pt x="10881" y="11674"/>
                  </a:lnTo>
                  <a:lnTo>
                    <a:pt x="11491" y="9980"/>
                  </a:lnTo>
                  <a:lnTo>
                    <a:pt x="12087" y="8347"/>
                  </a:lnTo>
                  <a:lnTo>
                    <a:pt x="12621" y="6791"/>
                  </a:lnTo>
                  <a:lnTo>
                    <a:pt x="13109" y="5356"/>
                  </a:lnTo>
                  <a:lnTo>
                    <a:pt x="13521" y="4059"/>
                  </a:lnTo>
                  <a:lnTo>
                    <a:pt x="13857" y="2945"/>
                  </a:lnTo>
                  <a:lnTo>
                    <a:pt x="13994" y="2411"/>
                  </a:lnTo>
                  <a:lnTo>
                    <a:pt x="14101" y="1938"/>
                  </a:lnTo>
                  <a:lnTo>
                    <a:pt x="14162" y="1511"/>
                  </a:lnTo>
                  <a:lnTo>
                    <a:pt x="14208" y="1145"/>
                  </a:lnTo>
                  <a:lnTo>
                    <a:pt x="14208" y="839"/>
                  </a:lnTo>
                  <a:lnTo>
                    <a:pt x="14192" y="580"/>
                  </a:lnTo>
                  <a:lnTo>
                    <a:pt x="14147" y="366"/>
                  </a:lnTo>
                  <a:lnTo>
                    <a:pt x="14116" y="275"/>
                  </a:lnTo>
                  <a:lnTo>
                    <a:pt x="14086" y="198"/>
                  </a:lnTo>
                  <a:lnTo>
                    <a:pt x="14040" y="137"/>
                  </a:lnTo>
                  <a:lnTo>
                    <a:pt x="13994" y="92"/>
                  </a:lnTo>
                  <a:lnTo>
                    <a:pt x="13948" y="46"/>
                  </a:lnTo>
                  <a:lnTo>
                    <a:pt x="13887" y="15"/>
                  </a:lnTo>
                  <a:lnTo>
                    <a:pt x="13826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0" name="Google Shape;5410;p63"/>
            <p:cNvSpPr/>
            <p:nvPr/>
          </p:nvSpPr>
          <p:spPr>
            <a:xfrm>
              <a:off x="5576950" y="2841475"/>
              <a:ext cx="355200" cy="602800"/>
            </a:xfrm>
            <a:custGeom>
              <a:avLst/>
              <a:gdLst/>
              <a:ahLst/>
              <a:cxnLst/>
              <a:rect l="l" t="t" r="r" b="b"/>
              <a:pathLst>
                <a:path w="14208" h="24112" fill="none" extrusionOk="0">
                  <a:moveTo>
                    <a:pt x="12926" y="504"/>
                  </a:moveTo>
                  <a:lnTo>
                    <a:pt x="12926" y="504"/>
                  </a:lnTo>
                  <a:lnTo>
                    <a:pt x="12468" y="1007"/>
                  </a:lnTo>
                  <a:lnTo>
                    <a:pt x="11980" y="1541"/>
                  </a:lnTo>
                  <a:lnTo>
                    <a:pt x="11507" y="2121"/>
                  </a:lnTo>
                  <a:lnTo>
                    <a:pt x="11003" y="2732"/>
                  </a:lnTo>
                  <a:lnTo>
                    <a:pt x="10499" y="3388"/>
                  </a:lnTo>
                  <a:lnTo>
                    <a:pt x="9996" y="4059"/>
                  </a:lnTo>
                  <a:lnTo>
                    <a:pt x="9492" y="4761"/>
                  </a:lnTo>
                  <a:lnTo>
                    <a:pt x="8973" y="5479"/>
                  </a:lnTo>
                  <a:lnTo>
                    <a:pt x="8470" y="6226"/>
                  </a:lnTo>
                  <a:lnTo>
                    <a:pt x="7951" y="6974"/>
                  </a:lnTo>
                  <a:lnTo>
                    <a:pt x="6929" y="8515"/>
                  </a:lnTo>
                  <a:lnTo>
                    <a:pt x="5937" y="10072"/>
                  </a:lnTo>
                  <a:lnTo>
                    <a:pt x="4975" y="11613"/>
                  </a:lnTo>
                  <a:lnTo>
                    <a:pt x="4075" y="13124"/>
                  </a:lnTo>
                  <a:lnTo>
                    <a:pt x="3220" y="14574"/>
                  </a:lnTo>
                  <a:lnTo>
                    <a:pt x="2427" y="15917"/>
                  </a:lnTo>
                  <a:lnTo>
                    <a:pt x="1740" y="17153"/>
                  </a:lnTo>
                  <a:lnTo>
                    <a:pt x="1130" y="18236"/>
                  </a:lnTo>
                  <a:lnTo>
                    <a:pt x="641" y="19136"/>
                  </a:lnTo>
                  <a:lnTo>
                    <a:pt x="275" y="19838"/>
                  </a:lnTo>
                  <a:lnTo>
                    <a:pt x="46" y="20312"/>
                  </a:lnTo>
                  <a:lnTo>
                    <a:pt x="46" y="20312"/>
                  </a:lnTo>
                  <a:lnTo>
                    <a:pt x="16" y="20373"/>
                  </a:lnTo>
                  <a:lnTo>
                    <a:pt x="0" y="20434"/>
                  </a:lnTo>
                  <a:lnTo>
                    <a:pt x="0" y="20495"/>
                  </a:lnTo>
                  <a:lnTo>
                    <a:pt x="0" y="20571"/>
                  </a:lnTo>
                  <a:lnTo>
                    <a:pt x="46" y="20708"/>
                  </a:lnTo>
                  <a:lnTo>
                    <a:pt x="122" y="20861"/>
                  </a:lnTo>
                  <a:lnTo>
                    <a:pt x="229" y="21029"/>
                  </a:lnTo>
                  <a:lnTo>
                    <a:pt x="367" y="21181"/>
                  </a:lnTo>
                  <a:lnTo>
                    <a:pt x="534" y="21364"/>
                  </a:lnTo>
                  <a:lnTo>
                    <a:pt x="718" y="21532"/>
                  </a:lnTo>
                  <a:lnTo>
                    <a:pt x="931" y="21715"/>
                  </a:lnTo>
                  <a:lnTo>
                    <a:pt x="1160" y="21899"/>
                  </a:lnTo>
                  <a:lnTo>
                    <a:pt x="1420" y="22066"/>
                  </a:lnTo>
                  <a:lnTo>
                    <a:pt x="1679" y="22250"/>
                  </a:lnTo>
                  <a:lnTo>
                    <a:pt x="2244" y="22601"/>
                  </a:lnTo>
                  <a:lnTo>
                    <a:pt x="2823" y="22936"/>
                  </a:lnTo>
                  <a:lnTo>
                    <a:pt x="3434" y="23257"/>
                  </a:lnTo>
                  <a:lnTo>
                    <a:pt x="4014" y="23531"/>
                  </a:lnTo>
                  <a:lnTo>
                    <a:pt x="4578" y="23760"/>
                  </a:lnTo>
                  <a:lnTo>
                    <a:pt x="5097" y="23943"/>
                  </a:lnTo>
                  <a:lnTo>
                    <a:pt x="5326" y="24005"/>
                  </a:lnTo>
                  <a:lnTo>
                    <a:pt x="5540" y="24066"/>
                  </a:lnTo>
                  <a:lnTo>
                    <a:pt x="5738" y="24096"/>
                  </a:lnTo>
                  <a:lnTo>
                    <a:pt x="5906" y="24111"/>
                  </a:lnTo>
                  <a:lnTo>
                    <a:pt x="6043" y="24096"/>
                  </a:lnTo>
                  <a:lnTo>
                    <a:pt x="6150" y="24081"/>
                  </a:lnTo>
                  <a:lnTo>
                    <a:pt x="6196" y="24050"/>
                  </a:lnTo>
                  <a:lnTo>
                    <a:pt x="6227" y="24020"/>
                  </a:lnTo>
                  <a:lnTo>
                    <a:pt x="6257" y="23989"/>
                  </a:lnTo>
                  <a:lnTo>
                    <a:pt x="6272" y="23959"/>
                  </a:lnTo>
                  <a:lnTo>
                    <a:pt x="6272" y="23959"/>
                  </a:lnTo>
                  <a:lnTo>
                    <a:pt x="6394" y="23577"/>
                  </a:lnTo>
                  <a:lnTo>
                    <a:pt x="6639" y="22936"/>
                  </a:lnTo>
                  <a:lnTo>
                    <a:pt x="7402" y="20937"/>
                  </a:lnTo>
                  <a:lnTo>
                    <a:pt x="8424" y="18221"/>
                  </a:lnTo>
                  <a:lnTo>
                    <a:pt x="9630" y="15047"/>
                  </a:lnTo>
                  <a:lnTo>
                    <a:pt x="10881" y="11674"/>
                  </a:lnTo>
                  <a:lnTo>
                    <a:pt x="11491" y="9980"/>
                  </a:lnTo>
                  <a:lnTo>
                    <a:pt x="12087" y="8347"/>
                  </a:lnTo>
                  <a:lnTo>
                    <a:pt x="12621" y="6791"/>
                  </a:lnTo>
                  <a:lnTo>
                    <a:pt x="13109" y="5356"/>
                  </a:lnTo>
                  <a:lnTo>
                    <a:pt x="13521" y="4059"/>
                  </a:lnTo>
                  <a:lnTo>
                    <a:pt x="13857" y="2945"/>
                  </a:lnTo>
                  <a:lnTo>
                    <a:pt x="13857" y="2945"/>
                  </a:lnTo>
                  <a:lnTo>
                    <a:pt x="13994" y="2411"/>
                  </a:lnTo>
                  <a:lnTo>
                    <a:pt x="14101" y="1938"/>
                  </a:lnTo>
                  <a:lnTo>
                    <a:pt x="14162" y="1511"/>
                  </a:lnTo>
                  <a:lnTo>
                    <a:pt x="14208" y="1145"/>
                  </a:lnTo>
                  <a:lnTo>
                    <a:pt x="14208" y="839"/>
                  </a:lnTo>
                  <a:lnTo>
                    <a:pt x="14192" y="580"/>
                  </a:lnTo>
                  <a:lnTo>
                    <a:pt x="14147" y="366"/>
                  </a:lnTo>
                  <a:lnTo>
                    <a:pt x="14116" y="275"/>
                  </a:lnTo>
                  <a:lnTo>
                    <a:pt x="14086" y="198"/>
                  </a:lnTo>
                  <a:lnTo>
                    <a:pt x="14040" y="137"/>
                  </a:lnTo>
                  <a:lnTo>
                    <a:pt x="13994" y="92"/>
                  </a:lnTo>
                  <a:lnTo>
                    <a:pt x="13948" y="46"/>
                  </a:lnTo>
                  <a:lnTo>
                    <a:pt x="13887" y="15"/>
                  </a:lnTo>
                  <a:lnTo>
                    <a:pt x="13826" y="0"/>
                  </a:lnTo>
                  <a:lnTo>
                    <a:pt x="13765" y="0"/>
                  </a:lnTo>
                  <a:lnTo>
                    <a:pt x="13689" y="0"/>
                  </a:lnTo>
                  <a:lnTo>
                    <a:pt x="13613" y="15"/>
                  </a:lnTo>
                  <a:lnTo>
                    <a:pt x="13460" y="76"/>
                  </a:lnTo>
                  <a:lnTo>
                    <a:pt x="13292" y="183"/>
                  </a:lnTo>
                  <a:lnTo>
                    <a:pt x="13109" y="321"/>
                  </a:lnTo>
                  <a:lnTo>
                    <a:pt x="12926" y="50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1" name="Google Shape;5411;p63"/>
            <p:cNvSpPr/>
            <p:nvPr/>
          </p:nvSpPr>
          <p:spPr>
            <a:xfrm>
              <a:off x="5380075" y="3330950"/>
              <a:ext cx="361325" cy="190775"/>
            </a:xfrm>
            <a:custGeom>
              <a:avLst/>
              <a:gdLst/>
              <a:ahLst/>
              <a:cxnLst/>
              <a:rect l="l" t="t" r="r" b="b"/>
              <a:pathLst>
                <a:path w="14453" h="7631" extrusionOk="0">
                  <a:moveTo>
                    <a:pt x="8287" y="0"/>
                  </a:moveTo>
                  <a:lnTo>
                    <a:pt x="8196" y="168"/>
                  </a:lnTo>
                  <a:lnTo>
                    <a:pt x="8089" y="336"/>
                  </a:lnTo>
                  <a:lnTo>
                    <a:pt x="7967" y="504"/>
                  </a:lnTo>
                  <a:lnTo>
                    <a:pt x="7845" y="656"/>
                  </a:lnTo>
                  <a:lnTo>
                    <a:pt x="7723" y="809"/>
                  </a:lnTo>
                  <a:lnTo>
                    <a:pt x="7585" y="961"/>
                  </a:lnTo>
                  <a:lnTo>
                    <a:pt x="7448" y="1099"/>
                  </a:lnTo>
                  <a:lnTo>
                    <a:pt x="7295" y="1236"/>
                  </a:lnTo>
                  <a:lnTo>
                    <a:pt x="7219" y="1282"/>
                  </a:lnTo>
                  <a:lnTo>
                    <a:pt x="7112" y="1343"/>
                  </a:lnTo>
                  <a:lnTo>
                    <a:pt x="6822" y="1450"/>
                  </a:lnTo>
                  <a:lnTo>
                    <a:pt x="6441" y="1587"/>
                  </a:lnTo>
                  <a:lnTo>
                    <a:pt x="5983" y="1740"/>
                  </a:lnTo>
                  <a:lnTo>
                    <a:pt x="4915" y="2075"/>
                  </a:lnTo>
                  <a:lnTo>
                    <a:pt x="3755" y="2442"/>
                  </a:lnTo>
                  <a:lnTo>
                    <a:pt x="3175" y="2640"/>
                  </a:lnTo>
                  <a:lnTo>
                    <a:pt x="2610" y="2838"/>
                  </a:lnTo>
                  <a:lnTo>
                    <a:pt x="2107" y="3052"/>
                  </a:lnTo>
                  <a:lnTo>
                    <a:pt x="1649" y="3266"/>
                  </a:lnTo>
                  <a:lnTo>
                    <a:pt x="1451" y="3373"/>
                  </a:lnTo>
                  <a:lnTo>
                    <a:pt x="1268" y="3479"/>
                  </a:lnTo>
                  <a:lnTo>
                    <a:pt x="1115" y="3586"/>
                  </a:lnTo>
                  <a:lnTo>
                    <a:pt x="993" y="3693"/>
                  </a:lnTo>
                  <a:lnTo>
                    <a:pt x="886" y="3800"/>
                  </a:lnTo>
                  <a:lnTo>
                    <a:pt x="825" y="3907"/>
                  </a:lnTo>
                  <a:lnTo>
                    <a:pt x="779" y="4013"/>
                  </a:lnTo>
                  <a:lnTo>
                    <a:pt x="779" y="4136"/>
                  </a:lnTo>
                  <a:lnTo>
                    <a:pt x="795" y="4197"/>
                  </a:lnTo>
                  <a:lnTo>
                    <a:pt x="821" y="4251"/>
                  </a:lnTo>
                  <a:lnTo>
                    <a:pt x="581" y="4364"/>
                  </a:lnTo>
                  <a:lnTo>
                    <a:pt x="459" y="4441"/>
                  </a:lnTo>
                  <a:lnTo>
                    <a:pt x="337" y="4517"/>
                  </a:lnTo>
                  <a:lnTo>
                    <a:pt x="245" y="4593"/>
                  </a:lnTo>
                  <a:lnTo>
                    <a:pt x="154" y="4670"/>
                  </a:lnTo>
                  <a:lnTo>
                    <a:pt x="93" y="4761"/>
                  </a:lnTo>
                  <a:lnTo>
                    <a:pt x="47" y="4853"/>
                  </a:lnTo>
                  <a:lnTo>
                    <a:pt x="16" y="4944"/>
                  </a:lnTo>
                  <a:lnTo>
                    <a:pt x="1" y="5036"/>
                  </a:lnTo>
                  <a:lnTo>
                    <a:pt x="16" y="5112"/>
                  </a:lnTo>
                  <a:lnTo>
                    <a:pt x="31" y="5173"/>
                  </a:lnTo>
                  <a:lnTo>
                    <a:pt x="62" y="5234"/>
                  </a:lnTo>
                  <a:lnTo>
                    <a:pt x="108" y="5265"/>
                  </a:lnTo>
                  <a:lnTo>
                    <a:pt x="154" y="5311"/>
                  </a:lnTo>
                  <a:lnTo>
                    <a:pt x="199" y="5326"/>
                  </a:lnTo>
                  <a:lnTo>
                    <a:pt x="321" y="5356"/>
                  </a:lnTo>
                  <a:lnTo>
                    <a:pt x="428" y="5372"/>
                  </a:lnTo>
                  <a:lnTo>
                    <a:pt x="535" y="5372"/>
                  </a:lnTo>
                  <a:lnTo>
                    <a:pt x="627" y="5356"/>
                  </a:lnTo>
                  <a:lnTo>
                    <a:pt x="505" y="5417"/>
                  </a:lnTo>
                  <a:lnTo>
                    <a:pt x="398" y="5494"/>
                  </a:lnTo>
                  <a:lnTo>
                    <a:pt x="260" y="5585"/>
                  </a:lnTo>
                  <a:lnTo>
                    <a:pt x="138" y="5707"/>
                  </a:lnTo>
                  <a:lnTo>
                    <a:pt x="93" y="5784"/>
                  </a:lnTo>
                  <a:lnTo>
                    <a:pt x="47" y="5860"/>
                  </a:lnTo>
                  <a:lnTo>
                    <a:pt x="16" y="5936"/>
                  </a:lnTo>
                  <a:lnTo>
                    <a:pt x="1" y="6028"/>
                  </a:lnTo>
                  <a:lnTo>
                    <a:pt x="1" y="6119"/>
                  </a:lnTo>
                  <a:lnTo>
                    <a:pt x="31" y="6226"/>
                  </a:lnTo>
                  <a:lnTo>
                    <a:pt x="62" y="6303"/>
                  </a:lnTo>
                  <a:lnTo>
                    <a:pt x="123" y="6364"/>
                  </a:lnTo>
                  <a:lnTo>
                    <a:pt x="184" y="6425"/>
                  </a:lnTo>
                  <a:lnTo>
                    <a:pt x="276" y="6455"/>
                  </a:lnTo>
                  <a:lnTo>
                    <a:pt x="352" y="6486"/>
                  </a:lnTo>
                  <a:lnTo>
                    <a:pt x="459" y="6501"/>
                  </a:lnTo>
                  <a:lnTo>
                    <a:pt x="657" y="6501"/>
                  </a:lnTo>
                  <a:lnTo>
                    <a:pt x="840" y="6486"/>
                  </a:lnTo>
                  <a:lnTo>
                    <a:pt x="1008" y="6455"/>
                  </a:lnTo>
                  <a:lnTo>
                    <a:pt x="1161" y="6425"/>
                  </a:lnTo>
                  <a:lnTo>
                    <a:pt x="1069" y="6486"/>
                  </a:lnTo>
                  <a:lnTo>
                    <a:pt x="962" y="6562"/>
                  </a:lnTo>
                  <a:lnTo>
                    <a:pt x="856" y="6654"/>
                  </a:lnTo>
                  <a:lnTo>
                    <a:pt x="764" y="6776"/>
                  </a:lnTo>
                  <a:lnTo>
                    <a:pt x="688" y="6898"/>
                  </a:lnTo>
                  <a:lnTo>
                    <a:pt x="657" y="6974"/>
                  </a:lnTo>
                  <a:lnTo>
                    <a:pt x="657" y="7035"/>
                  </a:lnTo>
                  <a:lnTo>
                    <a:pt x="657" y="7111"/>
                  </a:lnTo>
                  <a:lnTo>
                    <a:pt x="672" y="7188"/>
                  </a:lnTo>
                  <a:lnTo>
                    <a:pt x="718" y="7264"/>
                  </a:lnTo>
                  <a:lnTo>
                    <a:pt x="764" y="7325"/>
                  </a:lnTo>
                  <a:lnTo>
                    <a:pt x="825" y="7386"/>
                  </a:lnTo>
                  <a:lnTo>
                    <a:pt x="886" y="7432"/>
                  </a:lnTo>
                  <a:lnTo>
                    <a:pt x="962" y="7478"/>
                  </a:lnTo>
                  <a:lnTo>
                    <a:pt x="1054" y="7523"/>
                  </a:lnTo>
                  <a:lnTo>
                    <a:pt x="1252" y="7569"/>
                  </a:lnTo>
                  <a:lnTo>
                    <a:pt x="1481" y="7615"/>
                  </a:lnTo>
                  <a:lnTo>
                    <a:pt x="1725" y="7630"/>
                  </a:lnTo>
                  <a:lnTo>
                    <a:pt x="1985" y="7615"/>
                  </a:lnTo>
                  <a:lnTo>
                    <a:pt x="2275" y="7600"/>
                  </a:lnTo>
                  <a:lnTo>
                    <a:pt x="2549" y="7569"/>
                  </a:lnTo>
                  <a:lnTo>
                    <a:pt x="2839" y="7523"/>
                  </a:lnTo>
                  <a:lnTo>
                    <a:pt x="3404" y="7432"/>
                  </a:lnTo>
                  <a:lnTo>
                    <a:pt x="4365" y="7249"/>
                  </a:lnTo>
                  <a:lnTo>
                    <a:pt x="4869" y="7127"/>
                  </a:lnTo>
                  <a:lnTo>
                    <a:pt x="5586" y="6959"/>
                  </a:lnTo>
                  <a:lnTo>
                    <a:pt x="6394" y="6739"/>
                  </a:lnTo>
                  <a:lnTo>
                    <a:pt x="6394" y="6739"/>
                  </a:lnTo>
                  <a:lnTo>
                    <a:pt x="6395" y="6745"/>
                  </a:lnTo>
                  <a:lnTo>
                    <a:pt x="6426" y="6837"/>
                  </a:lnTo>
                  <a:lnTo>
                    <a:pt x="6471" y="6913"/>
                  </a:lnTo>
                  <a:lnTo>
                    <a:pt x="6517" y="6989"/>
                  </a:lnTo>
                  <a:lnTo>
                    <a:pt x="6593" y="7050"/>
                  </a:lnTo>
                  <a:lnTo>
                    <a:pt x="6670" y="7111"/>
                  </a:lnTo>
                  <a:lnTo>
                    <a:pt x="6777" y="7172"/>
                  </a:lnTo>
                  <a:lnTo>
                    <a:pt x="6899" y="7233"/>
                  </a:lnTo>
                  <a:lnTo>
                    <a:pt x="7036" y="7279"/>
                  </a:lnTo>
                  <a:lnTo>
                    <a:pt x="7189" y="7310"/>
                  </a:lnTo>
                  <a:lnTo>
                    <a:pt x="7372" y="7340"/>
                  </a:lnTo>
                  <a:lnTo>
                    <a:pt x="7585" y="7356"/>
                  </a:lnTo>
                  <a:lnTo>
                    <a:pt x="7814" y="7371"/>
                  </a:lnTo>
                  <a:lnTo>
                    <a:pt x="8074" y="7386"/>
                  </a:lnTo>
                  <a:lnTo>
                    <a:pt x="10088" y="7386"/>
                  </a:lnTo>
                  <a:lnTo>
                    <a:pt x="10821" y="7371"/>
                  </a:lnTo>
                  <a:lnTo>
                    <a:pt x="11523" y="7340"/>
                  </a:lnTo>
                  <a:lnTo>
                    <a:pt x="12118" y="7294"/>
                  </a:lnTo>
                  <a:lnTo>
                    <a:pt x="12377" y="7264"/>
                  </a:lnTo>
                  <a:lnTo>
                    <a:pt x="12606" y="7233"/>
                  </a:lnTo>
                  <a:lnTo>
                    <a:pt x="12774" y="7172"/>
                  </a:lnTo>
                  <a:lnTo>
                    <a:pt x="12911" y="7127"/>
                  </a:lnTo>
                  <a:lnTo>
                    <a:pt x="12957" y="7081"/>
                  </a:lnTo>
                  <a:lnTo>
                    <a:pt x="13018" y="7035"/>
                  </a:lnTo>
                  <a:lnTo>
                    <a:pt x="13125" y="6898"/>
                  </a:lnTo>
                  <a:lnTo>
                    <a:pt x="13232" y="6715"/>
                  </a:lnTo>
                  <a:lnTo>
                    <a:pt x="13354" y="6516"/>
                  </a:lnTo>
                  <a:lnTo>
                    <a:pt x="13461" y="6272"/>
                  </a:lnTo>
                  <a:lnTo>
                    <a:pt x="13583" y="5997"/>
                  </a:lnTo>
                  <a:lnTo>
                    <a:pt x="13796" y="5433"/>
                  </a:lnTo>
                  <a:lnTo>
                    <a:pt x="14010" y="4838"/>
                  </a:lnTo>
                  <a:lnTo>
                    <a:pt x="14193" y="4303"/>
                  </a:lnTo>
                  <a:lnTo>
                    <a:pt x="14453" y="3510"/>
                  </a:lnTo>
                  <a:lnTo>
                    <a:pt x="8287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2" name="Google Shape;5412;p63"/>
            <p:cNvSpPr/>
            <p:nvPr/>
          </p:nvSpPr>
          <p:spPr>
            <a:xfrm>
              <a:off x="5539175" y="3467525"/>
              <a:ext cx="76700" cy="31675"/>
            </a:xfrm>
            <a:custGeom>
              <a:avLst/>
              <a:gdLst/>
              <a:ahLst/>
              <a:cxnLst/>
              <a:rect l="l" t="t" r="r" b="b"/>
              <a:pathLst>
                <a:path w="3068" h="1267" extrusionOk="0">
                  <a:moveTo>
                    <a:pt x="2625" y="0"/>
                  </a:moveTo>
                  <a:lnTo>
                    <a:pt x="2168" y="46"/>
                  </a:lnTo>
                  <a:lnTo>
                    <a:pt x="1725" y="107"/>
                  </a:lnTo>
                  <a:lnTo>
                    <a:pt x="1298" y="199"/>
                  </a:lnTo>
                  <a:lnTo>
                    <a:pt x="1069" y="260"/>
                  </a:lnTo>
                  <a:lnTo>
                    <a:pt x="855" y="336"/>
                  </a:lnTo>
                  <a:lnTo>
                    <a:pt x="641" y="412"/>
                  </a:lnTo>
                  <a:lnTo>
                    <a:pt x="443" y="519"/>
                  </a:lnTo>
                  <a:lnTo>
                    <a:pt x="336" y="580"/>
                  </a:lnTo>
                  <a:lnTo>
                    <a:pt x="245" y="656"/>
                  </a:lnTo>
                  <a:lnTo>
                    <a:pt x="168" y="733"/>
                  </a:lnTo>
                  <a:lnTo>
                    <a:pt x="92" y="824"/>
                  </a:lnTo>
                  <a:lnTo>
                    <a:pt x="31" y="931"/>
                  </a:lnTo>
                  <a:lnTo>
                    <a:pt x="1" y="1038"/>
                  </a:lnTo>
                  <a:lnTo>
                    <a:pt x="1" y="1160"/>
                  </a:lnTo>
                  <a:lnTo>
                    <a:pt x="31" y="1267"/>
                  </a:lnTo>
                  <a:lnTo>
                    <a:pt x="31" y="1160"/>
                  </a:lnTo>
                  <a:lnTo>
                    <a:pt x="46" y="1068"/>
                  </a:lnTo>
                  <a:lnTo>
                    <a:pt x="92" y="962"/>
                  </a:lnTo>
                  <a:lnTo>
                    <a:pt x="168" y="885"/>
                  </a:lnTo>
                  <a:lnTo>
                    <a:pt x="336" y="763"/>
                  </a:lnTo>
                  <a:lnTo>
                    <a:pt x="519" y="656"/>
                  </a:lnTo>
                  <a:lnTo>
                    <a:pt x="718" y="580"/>
                  </a:lnTo>
                  <a:lnTo>
                    <a:pt x="916" y="504"/>
                  </a:lnTo>
                  <a:lnTo>
                    <a:pt x="1130" y="443"/>
                  </a:lnTo>
                  <a:lnTo>
                    <a:pt x="1343" y="397"/>
                  </a:lnTo>
                  <a:lnTo>
                    <a:pt x="1771" y="290"/>
                  </a:lnTo>
                  <a:lnTo>
                    <a:pt x="2198" y="199"/>
                  </a:lnTo>
                  <a:lnTo>
                    <a:pt x="2641" y="107"/>
                  </a:lnTo>
                  <a:lnTo>
                    <a:pt x="30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3" name="Google Shape;5413;p63"/>
            <p:cNvSpPr/>
            <p:nvPr/>
          </p:nvSpPr>
          <p:spPr>
            <a:xfrm>
              <a:off x="5409075" y="3454925"/>
              <a:ext cx="122125" cy="36275"/>
            </a:xfrm>
            <a:custGeom>
              <a:avLst/>
              <a:gdLst/>
              <a:ahLst/>
              <a:cxnLst/>
              <a:rect l="l" t="t" r="r" b="b"/>
              <a:pathLst>
                <a:path w="4885" h="1451" extrusionOk="0">
                  <a:moveTo>
                    <a:pt x="4884" y="1"/>
                  </a:moveTo>
                  <a:lnTo>
                    <a:pt x="4579" y="31"/>
                  </a:lnTo>
                  <a:lnTo>
                    <a:pt x="4258" y="77"/>
                  </a:lnTo>
                  <a:lnTo>
                    <a:pt x="3938" y="138"/>
                  </a:lnTo>
                  <a:lnTo>
                    <a:pt x="3633" y="214"/>
                  </a:lnTo>
                  <a:lnTo>
                    <a:pt x="3007" y="367"/>
                  </a:lnTo>
                  <a:lnTo>
                    <a:pt x="2397" y="550"/>
                  </a:lnTo>
                  <a:lnTo>
                    <a:pt x="1786" y="748"/>
                  </a:lnTo>
                  <a:lnTo>
                    <a:pt x="1191" y="962"/>
                  </a:lnTo>
                  <a:lnTo>
                    <a:pt x="596" y="1191"/>
                  </a:lnTo>
                  <a:lnTo>
                    <a:pt x="1" y="1450"/>
                  </a:lnTo>
                  <a:lnTo>
                    <a:pt x="626" y="1298"/>
                  </a:lnTo>
                  <a:lnTo>
                    <a:pt x="1237" y="1115"/>
                  </a:lnTo>
                  <a:lnTo>
                    <a:pt x="2458" y="748"/>
                  </a:lnTo>
                  <a:lnTo>
                    <a:pt x="3678" y="367"/>
                  </a:lnTo>
                  <a:lnTo>
                    <a:pt x="48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4" name="Google Shape;5414;p63"/>
            <p:cNvSpPr/>
            <p:nvPr/>
          </p:nvSpPr>
          <p:spPr>
            <a:xfrm>
              <a:off x="5395725" y="3429750"/>
              <a:ext cx="111425" cy="35125"/>
            </a:xfrm>
            <a:custGeom>
              <a:avLst/>
              <a:gdLst/>
              <a:ahLst/>
              <a:cxnLst/>
              <a:rect l="l" t="t" r="r" b="b"/>
              <a:pathLst>
                <a:path w="4457" h="1405" extrusionOk="0">
                  <a:moveTo>
                    <a:pt x="4457" y="0"/>
                  </a:moveTo>
                  <a:lnTo>
                    <a:pt x="4151" y="16"/>
                  </a:lnTo>
                  <a:lnTo>
                    <a:pt x="3862" y="61"/>
                  </a:lnTo>
                  <a:lnTo>
                    <a:pt x="3572" y="107"/>
                  </a:lnTo>
                  <a:lnTo>
                    <a:pt x="3282" y="153"/>
                  </a:lnTo>
                  <a:lnTo>
                    <a:pt x="2717" y="290"/>
                  </a:lnTo>
                  <a:lnTo>
                    <a:pt x="2152" y="443"/>
                  </a:lnTo>
                  <a:lnTo>
                    <a:pt x="1588" y="641"/>
                  </a:lnTo>
                  <a:lnTo>
                    <a:pt x="1038" y="855"/>
                  </a:lnTo>
                  <a:lnTo>
                    <a:pt x="779" y="977"/>
                  </a:lnTo>
                  <a:lnTo>
                    <a:pt x="504" y="1114"/>
                  </a:lnTo>
                  <a:lnTo>
                    <a:pt x="260" y="1252"/>
                  </a:lnTo>
                  <a:lnTo>
                    <a:pt x="1" y="1404"/>
                  </a:lnTo>
                  <a:lnTo>
                    <a:pt x="550" y="1206"/>
                  </a:lnTo>
                  <a:lnTo>
                    <a:pt x="1099" y="1008"/>
                  </a:lnTo>
                  <a:lnTo>
                    <a:pt x="1633" y="825"/>
                  </a:lnTo>
                  <a:lnTo>
                    <a:pt x="2198" y="641"/>
                  </a:lnTo>
                  <a:lnTo>
                    <a:pt x="3312" y="306"/>
                  </a:lnTo>
                  <a:lnTo>
                    <a:pt x="3877" y="153"/>
                  </a:lnTo>
                  <a:lnTo>
                    <a:pt x="44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5" name="Google Shape;5415;p63"/>
            <p:cNvSpPr/>
            <p:nvPr/>
          </p:nvSpPr>
          <p:spPr>
            <a:xfrm>
              <a:off x="5403350" y="3405725"/>
              <a:ext cx="88925" cy="30150"/>
            </a:xfrm>
            <a:custGeom>
              <a:avLst/>
              <a:gdLst/>
              <a:ahLst/>
              <a:cxnLst/>
              <a:rect l="l" t="t" r="r" b="b"/>
              <a:pathLst>
                <a:path w="3557" h="1206" extrusionOk="0">
                  <a:moveTo>
                    <a:pt x="3557" y="0"/>
                  </a:moveTo>
                  <a:lnTo>
                    <a:pt x="3083" y="46"/>
                  </a:lnTo>
                  <a:lnTo>
                    <a:pt x="2610" y="122"/>
                  </a:lnTo>
                  <a:lnTo>
                    <a:pt x="2153" y="244"/>
                  </a:lnTo>
                  <a:lnTo>
                    <a:pt x="1695" y="382"/>
                  </a:lnTo>
                  <a:lnTo>
                    <a:pt x="1252" y="549"/>
                  </a:lnTo>
                  <a:lnTo>
                    <a:pt x="825" y="748"/>
                  </a:lnTo>
                  <a:lnTo>
                    <a:pt x="398" y="961"/>
                  </a:lnTo>
                  <a:lnTo>
                    <a:pt x="1" y="1206"/>
                  </a:lnTo>
                  <a:lnTo>
                    <a:pt x="1" y="1206"/>
                  </a:lnTo>
                  <a:lnTo>
                    <a:pt x="886" y="885"/>
                  </a:lnTo>
                  <a:lnTo>
                    <a:pt x="1771" y="580"/>
                  </a:lnTo>
                  <a:lnTo>
                    <a:pt x="35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6" name="Google Shape;5416;p63"/>
            <p:cNvSpPr/>
            <p:nvPr/>
          </p:nvSpPr>
          <p:spPr>
            <a:xfrm>
              <a:off x="5731450" y="2836500"/>
              <a:ext cx="204525" cy="269000"/>
            </a:xfrm>
            <a:custGeom>
              <a:avLst/>
              <a:gdLst/>
              <a:ahLst/>
              <a:cxnLst/>
              <a:rect l="l" t="t" r="r" b="b"/>
              <a:pathLst>
                <a:path w="8181" h="10760" extrusionOk="0">
                  <a:moveTo>
                    <a:pt x="7600" y="1"/>
                  </a:moveTo>
                  <a:lnTo>
                    <a:pt x="7494" y="31"/>
                  </a:lnTo>
                  <a:lnTo>
                    <a:pt x="7387" y="77"/>
                  </a:lnTo>
                  <a:lnTo>
                    <a:pt x="7265" y="138"/>
                  </a:lnTo>
                  <a:lnTo>
                    <a:pt x="7127" y="214"/>
                  </a:lnTo>
                  <a:lnTo>
                    <a:pt x="6990" y="306"/>
                  </a:lnTo>
                  <a:lnTo>
                    <a:pt x="6670" y="535"/>
                  </a:lnTo>
                  <a:lnTo>
                    <a:pt x="6319" y="855"/>
                  </a:lnTo>
                  <a:lnTo>
                    <a:pt x="5922" y="1237"/>
                  </a:lnTo>
                  <a:lnTo>
                    <a:pt x="5479" y="1710"/>
                  </a:lnTo>
                  <a:lnTo>
                    <a:pt x="5006" y="2229"/>
                  </a:lnTo>
                  <a:lnTo>
                    <a:pt x="4533" y="2778"/>
                  </a:lnTo>
                  <a:lnTo>
                    <a:pt x="4060" y="3358"/>
                  </a:lnTo>
                  <a:lnTo>
                    <a:pt x="3572" y="3953"/>
                  </a:lnTo>
                  <a:lnTo>
                    <a:pt x="2656" y="5143"/>
                  </a:lnTo>
                  <a:lnTo>
                    <a:pt x="1817" y="6288"/>
                  </a:lnTo>
                  <a:lnTo>
                    <a:pt x="1084" y="7295"/>
                  </a:lnTo>
                  <a:lnTo>
                    <a:pt x="504" y="8119"/>
                  </a:lnTo>
                  <a:lnTo>
                    <a:pt x="1" y="8852"/>
                  </a:lnTo>
                  <a:lnTo>
                    <a:pt x="5433" y="10759"/>
                  </a:lnTo>
                  <a:lnTo>
                    <a:pt x="5769" y="9874"/>
                  </a:lnTo>
                  <a:lnTo>
                    <a:pt x="6135" y="8913"/>
                  </a:lnTo>
                  <a:lnTo>
                    <a:pt x="6563" y="7707"/>
                  </a:lnTo>
                  <a:lnTo>
                    <a:pt x="7005" y="6395"/>
                  </a:lnTo>
                  <a:lnTo>
                    <a:pt x="7219" y="5708"/>
                  </a:lnTo>
                  <a:lnTo>
                    <a:pt x="7433" y="5021"/>
                  </a:lnTo>
                  <a:lnTo>
                    <a:pt x="7616" y="4350"/>
                  </a:lnTo>
                  <a:lnTo>
                    <a:pt x="7784" y="3694"/>
                  </a:lnTo>
                  <a:lnTo>
                    <a:pt x="7921" y="3083"/>
                  </a:lnTo>
                  <a:lnTo>
                    <a:pt x="8028" y="2519"/>
                  </a:lnTo>
                  <a:lnTo>
                    <a:pt x="8104" y="2015"/>
                  </a:lnTo>
                  <a:lnTo>
                    <a:pt x="8150" y="1557"/>
                  </a:lnTo>
                  <a:lnTo>
                    <a:pt x="8180" y="1145"/>
                  </a:lnTo>
                  <a:lnTo>
                    <a:pt x="8180" y="809"/>
                  </a:lnTo>
                  <a:lnTo>
                    <a:pt x="8150" y="520"/>
                  </a:lnTo>
                  <a:lnTo>
                    <a:pt x="8119" y="397"/>
                  </a:lnTo>
                  <a:lnTo>
                    <a:pt x="8073" y="291"/>
                  </a:lnTo>
                  <a:lnTo>
                    <a:pt x="8043" y="199"/>
                  </a:lnTo>
                  <a:lnTo>
                    <a:pt x="7982" y="138"/>
                  </a:lnTo>
                  <a:lnTo>
                    <a:pt x="7921" y="77"/>
                  </a:lnTo>
                  <a:lnTo>
                    <a:pt x="7860" y="31"/>
                  </a:lnTo>
                  <a:lnTo>
                    <a:pt x="7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7" name="Google Shape;5417;p63"/>
            <p:cNvSpPr/>
            <p:nvPr/>
          </p:nvSpPr>
          <p:spPr>
            <a:xfrm>
              <a:off x="5731450" y="2836500"/>
              <a:ext cx="204525" cy="269000"/>
            </a:xfrm>
            <a:custGeom>
              <a:avLst/>
              <a:gdLst/>
              <a:ahLst/>
              <a:cxnLst/>
              <a:rect l="l" t="t" r="r" b="b"/>
              <a:pathLst>
                <a:path w="8181" h="10760" fill="none" extrusionOk="0">
                  <a:moveTo>
                    <a:pt x="1" y="8852"/>
                  </a:moveTo>
                  <a:lnTo>
                    <a:pt x="5433" y="10759"/>
                  </a:lnTo>
                  <a:lnTo>
                    <a:pt x="5433" y="10759"/>
                  </a:lnTo>
                  <a:lnTo>
                    <a:pt x="5769" y="9874"/>
                  </a:lnTo>
                  <a:lnTo>
                    <a:pt x="6135" y="8913"/>
                  </a:lnTo>
                  <a:lnTo>
                    <a:pt x="6563" y="7707"/>
                  </a:lnTo>
                  <a:lnTo>
                    <a:pt x="7005" y="6395"/>
                  </a:lnTo>
                  <a:lnTo>
                    <a:pt x="7219" y="5708"/>
                  </a:lnTo>
                  <a:lnTo>
                    <a:pt x="7433" y="5021"/>
                  </a:lnTo>
                  <a:lnTo>
                    <a:pt x="7616" y="4350"/>
                  </a:lnTo>
                  <a:lnTo>
                    <a:pt x="7784" y="3694"/>
                  </a:lnTo>
                  <a:lnTo>
                    <a:pt x="7921" y="3083"/>
                  </a:lnTo>
                  <a:lnTo>
                    <a:pt x="8028" y="2519"/>
                  </a:lnTo>
                  <a:lnTo>
                    <a:pt x="8028" y="2519"/>
                  </a:lnTo>
                  <a:lnTo>
                    <a:pt x="8104" y="2015"/>
                  </a:lnTo>
                  <a:lnTo>
                    <a:pt x="8150" y="1557"/>
                  </a:lnTo>
                  <a:lnTo>
                    <a:pt x="8180" y="1145"/>
                  </a:lnTo>
                  <a:lnTo>
                    <a:pt x="8180" y="809"/>
                  </a:lnTo>
                  <a:lnTo>
                    <a:pt x="8150" y="520"/>
                  </a:lnTo>
                  <a:lnTo>
                    <a:pt x="8119" y="397"/>
                  </a:lnTo>
                  <a:lnTo>
                    <a:pt x="8073" y="291"/>
                  </a:lnTo>
                  <a:lnTo>
                    <a:pt x="8043" y="199"/>
                  </a:lnTo>
                  <a:lnTo>
                    <a:pt x="7982" y="138"/>
                  </a:lnTo>
                  <a:lnTo>
                    <a:pt x="7921" y="77"/>
                  </a:lnTo>
                  <a:lnTo>
                    <a:pt x="7860" y="31"/>
                  </a:lnTo>
                  <a:lnTo>
                    <a:pt x="7784" y="1"/>
                  </a:lnTo>
                  <a:lnTo>
                    <a:pt x="7692" y="1"/>
                  </a:lnTo>
                  <a:lnTo>
                    <a:pt x="7600" y="1"/>
                  </a:lnTo>
                  <a:lnTo>
                    <a:pt x="7494" y="31"/>
                  </a:lnTo>
                  <a:lnTo>
                    <a:pt x="7387" y="77"/>
                  </a:lnTo>
                  <a:lnTo>
                    <a:pt x="7265" y="138"/>
                  </a:lnTo>
                  <a:lnTo>
                    <a:pt x="7127" y="214"/>
                  </a:lnTo>
                  <a:lnTo>
                    <a:pt x="6990" y="306"/>
                  </a:lnTo>
                  <a:lnTo>
                    <a:pt x="6670" y="535"/>
                  </a:lnTo>
                  <a:lnTo>
                    <a:pt x="6319" y="855"/>
                  </a:lnTo>
                  <a:lnTo>
                    <a:pt x="5922" y="1237"/>
                  </a:lnTo>
                  <a:lnTo>
                    <a:pt x="5479" y="1710"/>
                  </a:lnTo>
                  <a:lnTo>
                    <a:pt x="5479" y="1710"/>
                  </a:lnTo>
                  <a:lnTo>
                    <a:pt x="5006" y="2229"/>
                  </a:lnTo>
                  <a:lnTo>
                    <a:pt x="4533" y="2778"/>
                  </a:lnTo>
                  <a:lnTo>
                    <a:pt x="4060" y="3358"/>
                  </a:lnTo>
                  <a:lnTo>
                    <a:pt x="3572" y="3953"/>
                  </a:lnTo>
                  <a:lnTo>
                    <a:pt x="2656" y="5143"/>
                  </a:lnTo>
                  <a:lnTo>
                    <a:pt x="1817" y="6288"/>
                  </a:lnTo>
                  <a:lnTo>
                    <a:pt x="1084" y="7295"/>
                  </a:lnTo>
                  <a:lnTo>
                    <a:pt x="504" y="8119"/>
                  </a:lnTo>
                  <a:lnTo>
                    <a:pt x="1" y="88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8" name="Google Shape;5418;p63"/>
            <p:cNvSpPr/>
            <p:nvPr/>
          </p:nvSpPr>
          <p:spPr>
            <a:xfrm>
              <a:off x="5790200" y="2966225"/>
              <a:ext cx="6525" cy="9175"/>
            </a:xfrm>
            <a:custGeom>
              <a:avLst/>
              <a:gdLst/>
              <a:ahLst/>
              <a:cxnLst/>
              <a:rect l="l" t="t" r="r" b="b"/>
              <a:pathLst>
                <a:path w="261" h="367" extrusionOk="0">
                  <a:moveTo>
                    <a:pt x="260" y="0"/>
                  </a:moveTo>
                  <a:lnTo>
                    <a:pt x="1" y="366"/>
                  </a:lnTo>
                  <a:lnTo>
                    <a:pt x="260" y="15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9" name="Google Shape;5419;p63"/>
            <p:cNvSpPr/>
            <p:nvPr/>
          </p:nvSpPr>
          <p:spPr>
            <a:xfrm>
              <a:off x="5790200" y="2966225"/>
              <a:ext cx="6525" cy="9175"/>
            </a:xfrm>
            <a:custGeom>
              <a:avLst/>
              <a:gdLst/>
              <a:ahLst/>
              <a:cxnLst/>
              <a:rect l="l" t="t" r="r" b="b"/>
              <a:pathLst>
                <a:path w="261" h="367" fill="none" extrusionOk="0">
                  <a:moveTo>
                    <a:pt x="260" y="0"/>
                  </a:moveTo>
                  <a:lnTo>
                    <a:pt x="260" y="0"/>
                  </a:lnTo>
                  <a:lnTo>
                    <a:pt x="1" y="366"/>
                  </a:lnTo>
                  <a:lnTo>
                    <a:pt x="1" y="366"/>
                  </a:lnTo>
                  <a:lnTo>
                    <a:pt x="1" y="366"/>
                  </a:lnTo>
                  <a:lnTo>
                    <a:pt x="260" y="15"/>
                  </a:lnTo>
                  <a:lnTo>
                    <a:pt x="2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0" name="Google Shape;5420;p63"/>
            <p:cNvSpPr/>
            <p:nvPr/>
          </p:nvSpPr>
          <p:spPr>
            <a:xfrm>
              <a:off x="5790200" y="2966600"/>
              <a:ext cx="12625" cy="11850"/>
            </a:xfrm>
            <a:custGeom>
              <a:avLst/>
              <a:gdLst/>
              <a:ahLst/>
              <a:cxnLst/>
              <a:rect l="l" t="t" r="r" b="b"/>
              <a:pathLst>
                <a:path w="505" h="474" extrusionOk="0">
                  <a:moveTo>
                    <a:pt x="260" y="0"/>
                  </a:moveTo>
                  <a:lnTo>
                    <a:pt x="1" y="351"/>
                  </a:lnTo>
                  <a:lnTo>
                    <a:pt x="1" y="474"/>
                  </a:lnTo>
                  <a:lnTo>
                    <a:pt x="184" y="397"/>
                  </a:lnTo>
                  <a:lnTo>
                    <a:pt x="382" y="474"/>
                  </a:lnTo>
                  <a:lnTo>
                    <a:pt x="382" y="275"/>
                  </a:lnTo>
                  <a:lnTo>
                    <a:pt x="504" y="107"/>
                  </a:lnTo>
                  <a:lnTo>
                    <a:pt x="306" y="4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1" name="Google Shape;5421;p63"/>
            <p:cNvSpPr/>
            <p:nvPr/>
          </p:nvSpPr>
          <p:spPr>
            <a:xfrm>
              <a:off x="5790200" y="2966600"/>
              <a:ext cx="12625" cy="11850"/>
            </a:xfrm>
            <a:custGeom>
              <a:avLst/>
              <a:gdLst/>
              <a:ahLst/>
              <a:cxnLst/>
              <a:rect l="l" t="t" r="r" b="b"/>
              <a:pathLst>
                <a:path w="505" h="474" fill="none" extrusionOk="0">
                  <a:moveTo>
                    <a:pt x="260" y="0"/>
                  </a:moveTo>
                  <a:lnTo>
                    <a:pt x="260" y="0"/>
                  </a:lnTo>
                  <a:lnTo>
                    <a:pt x="1" y="351"/>
                  </a:lnTo>
                  <a:lnTo>
                    <a:pt x="1" y="474"/>
                  </a:lnTo>
                  <a:lnTo>
                    <a:pt x="184" y="397"/>
                  </a:lnTo>
                  <a:lnTo>
                    <a:pt x="382" y="474"/>
                  </a:lnTo>
                  <a:lnTo>
                    <a:pt x="382" y="275"/>
                  </a:lnTo>
                  <a:lnTo>
                    <a:pt x="504" y="107"/>
                  </a:lnTo>
                  <a:lnTo>
                    <a:pt x="306" y="46"/>
                  </a:lnTo>
                  <a:lnTo>
                    <a:pt x="2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2" name="Google Shape;5422;p63"/>
            <p:cNvSpPr/>
            <p:nvPr/>
          </p:nvSpPr>
          <p:spPr>
            <a:xfrm>
              <a:off x="5875275" y="2963550"/>
              <a:ext cx="16050" cy="14900"/>
            </a:xfrm>
            <a:custGeom>
              <a:avLst/>
              <a:gdLst/>
              <a:ahLst/>
              <a:cxnLst/>
              <a:rect l="l" t="t" r="r" b="b"/>
              <a:pathLst>
                <a:path w="642" h="596" extrusionOk="0">
                  <a:moveTo>
                    <a:pt x="321" y="0"/>
                  </a:moveTo>
                  <a:lnTo>
                    <a:pt x="199" y="168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596"/>
                  </a:lnTo>
                  <a:lnTo>
                    <a:pt x="321" y="519"/>
                  </a:lnTo>
                  <a:lnTo>
                    <a:pt x="520" y="596"/>
                  </a:lnTo>
                  <a:lnTo>
                    <a:pt x="504" y="397"/>
                  </a:lnTo>
                  <a:lnTo>
                    <a:pt x="642" y="229"/>
                  </a:lnTo>
                  <a:lnTo>
                    <a:pt x="428" y="168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3" name="Google Shape;5423;p63"/>
            <p:cNvSpPr/>
            <p:nvPr/>
          </p:nvSpPr>
          <p:spPr>
            <a:xfrm>
              <a:off x="5875275" y="2963550"/>
              <a:ext cx="16050" cy="14900"/>
            </a:xfrm>
            <a:custGeom>
              <a:avLst/>
              <a:gdLst/>
              <a:ahLst/>
              <a:cxnLst/>
              <a:rect l="l" t="t" r="r" b="b"/>
              <a:pathLst>
                <a:path w="642" h="596" fill="none" extrusionOk="0">
                  <a:moveTo>
                    <a:pt x="321" y="0"/>
                  </a:moveTo>
                  <a:lnTo>
                    <a:pt x="199" y="168"/>
                  </a:lnTo>
                  <a:lnTo>
                    <a:pt x="1" y="229"/>
                  </a:lnTo>
                  <a:lnTo>
                    <a:pt x="138" y="397"/>
                  </a:lnTo>
                  <a:lnTo>
                    <a:pt x="123" y="596"/>
                  </a:lnTo>
                  <a:lnTo>
                    <a:pt x="321" y="519"/>
                  </a:lnTo>
                  <a:lnTo>
                    <a:pt x="520" y="596"/>
                  </a:lnTo>
                  <a:lnTo>
                    <a:pt x="504" y="397"/>
                  </a:lnTo>
                  <a:lnTo>
                    <a:pt x="642" y="229"/>
                  </a:lnTo>
                  <a:lnTo>
                    <a:pt x="428" y="168"/>
                  </a:lnTo>
                  <a:lnTo>
                    <a:pt x="3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4" name="Google Shape;5424;p63"/>
            <p:cNvSpPr/>
            <p:nvPr/>
          </p:nvSpPr>
          <p:spPr>
            <a:xfrm>
              <a:off x="5836750" y="2906325"/>
              <a:ext cx="7650" cy="9175"/>
            </a:xfrm>
            <a:custGeom>
              <a:avLst/>
              <a:gdLst/>
              <a:ahLst/>
              <a:cxnLst/>
              <a:rect l="l" t="t" r="r" b="b"/>
              <a:pathLst>
                <a:path w="306" h="367" extrusionOk="0">
                  <a:moveTo>
                    <a:pt x="46" y="321"/>
                  </a:moveTo>
                  <a:lnTo>
                    <a:pt x="1" y="367"/>
                  </a:lnTo>
                  <a:lnTo>
                    <a:pt x="1" y="367"/>
                  </a:lnTo>
                  <a:lnTo>
                    <a:pt x="1" y="367"/>
                  </a:lnTo>
                  <a:lnTo>
                    <a:pt x="46" y="321"/>
                  </a:lnTo>
                  <a:close/>
                  <a:moveTo>
                    <a:pt x="306" y="0"/>
                  </a:moveTo>
                  <a:lnTo>
                    <a:pt x="199" y="138"/>
                  </a:lnTo>
                  <a:lnTo>
                    <a:pt x="199" y="138"/>
                  </a:lnTo>
                  <a:lnTo>
                    <a:pt x="306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rgbClr val="1E28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5" name="Google Shape;5425;p63"/>
            <p:cNvSpPr/>
            <p:nvPr/>
          </p:nvSpPr>
          <p:spPr>
            <a:xfrm>
              <a:off x="5836750" y="2914325"/>
              <a:ext cx="1175" cy="1175"/>
            </a:xfrm>
            <a:custGeom>
              <a:avLst/>
              <a:gdLst/>
              <a:ahLst/>
              <a:cxnLst/>
              <a:rect l="l" t="t" r="r" b="b"/>
              <a:pathLst>
                <a:path w="47" h="47" fill="none" extrusionOk="0">
                  <a:moveTo>
                    <a:pt x="46" y="1"/>
                  </a:moveTo>
                  <a:lnTo>
                    <a:pt x="1" y="47"/>
                  </a:lnTo>
                  <a:lnTo>
                    <a:pt x="1" y="47"/>
                  </a:lnTo>
                  <a:lnTo>
                    <a:pt x="1" y="47"/>
                  </a:lnTo>
                  <a:lnTo>
                    <a:pt x="4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6" name="Google Shape;5426;p63"/>
            <p:cNvSpPr/>
            <p:nvPr/>
          </p:nvSpPr>
          <p:spPr>
            <a:xfrm>
              <a:off x="5841700" y="2906325"/>
              <a:ext cx="2700" cy="3450"/>
            </a:xfrm>
            <a:custGeom>
              <a:avLst/>
              <a:gdLst/>
              <a:ahLst/>
              <a:cxnLst/>
              <a:rect l="l" t="t" r="r" b="b"/>
              <a:pathLst>
                <a:path w="108" h="138" fill="none" extrusionOk="0">
                  <a:moveTo>
                    <a:pt x="108" y="0"/>
                  </a:moveTo>
                  <a:lnTo>
                    <a:pt x="1" y="138"/>
                  </a:lnTo>
                  <a:lnTo>
                    <a:pt x="1" y="138"/>
                  </a:lnTo>
                  <a:lnTo>
                    <a:pt x="108" y="0"/>
                  </a:lnTo>
                  <a:lnTo>
                    <a:pt x="10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7" name="Google Shape;5427;p63"/>
            <p:cNvSpPr/>
            <p:nvPr/>
          </p:nvSpPr>
          <p:spPr>
            <a:xfrm>
              <a:off x="5836750" y="2906325"/>
              <a:ext cx="10325" cy="10325"/>
            </a:xfrm>
            <a:custGeom>
              <a:avLst/>
              <a:gdLst/>
              <a:ahLst/>
              <a:cxnLst/>
              <a:rect l="l" t="t" r="r" b="b"/>
              <a:pathLst>
                <a:path w="413" h="413" extrusionOk="0">
                  <a:moveTo>
                    <a:pt x="306" y="0"/>
                  </a:moveTo>
                  <a:lnTo>
                    <a:pt x="199" y="138"/>
                  </a:lnTo>
                  <a:lnTo>
                    <a:pt x="46" y="321"/>
                  </a:lnTo>
                  <a:lnTo>
                    <a:pt x="1" y="367"/>
                  </a:lnTo>
                  <a:lnTo>
                    <a:pt x="92" y="336"/>
                  </a:lnTo>
                  <a:lnTo>
                    <a:pt x="291" y="412"/>
                  </a:lnTo>
                  <a:lnTo>
                    <a:pt x="291" y="412"/>
                  </a:lnTo>
                  <a:lnTo>
                    <a:pt x="275" y="199"/>
                  </a:lnTo>
                  <a:lnTo>
                    <a:pt x="413" y="31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8" name="Google Shape;5428;p63"/>
            <p:cNvSpPr/>
            <p:nvPr/>
          </p:nvSpPr>
          <p:spPr>
            <a:xfrm>
              <a:off x="5836750" y="2906325"/>
              <a:ext cx="10325" cy="10325"/>
            </a:xfrm>
            <a:custGeom>
              <a:avLst/>
              <a:gdLst/>
              <a:ahLst/>
              <a:cxnLst/>
              <a:rect l="l" t="t" r="r" b="b"/>
              <a:pathLst>
                <a:path w="413" h="413" fill="none" extrusionOk="0">
                  <a:moveTo>
                    <a:pt x="306" y="0"/>
                  </a:moveTo>
                  <a:lnTo>
                    <a:pt x="306" y="0"/>
                  </a:lnTo>
                  <a:lnTo>
                    <a:pt x="199" y="138"/>
                  </a:lnTo>
                  <a:lnTo>
                    <a:pt x="46" y="321"/>
                  </a:lnTo>
                  <a:lnTo>
                    <a:pt x="46" y="321"/>
                  </a:lnTo>
                  <a:lnTo>
                    <a:pt x="1" y="367"/>
                  </a:lnTo>
                  <a:lnTo>
                    <a:pt x="92" y="336"/>
                  </a:lnTo>
                  <a:lnTo>
                    <a:pt x="291" y="412"/>
                  </a:lnTo>
                  <a:lnTo>
                    <a:pt x="275" y="199"/>
                  </a:lnTo>
                  <a:lnTo>
                    <a:pt x="413" y="31"/>
                  </a:lnTo>
                  <a:lnTo>
                    <a:pt x="3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9" name="Google Shape;5429;p63"/>
            <p:cNvSpPr/>
            <p:nvPr/>
          </p:nvSpPr>
          <p:spPr>
            <a:xfrm>
              <a:off x="5930975" y="29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0" name="Google Shape;5430;p63"/>
            <p:cNvSpPr/>
            <p:nvPr/>
          </p:nvSpPr>
          <p:spPr>
            <a:xfrm>
              <a:off x="5930975" y="29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1" name="Google Shape;5431;p63"/>
            <p:cNvSpPr/>
            <p:nvPr/>
          </p:nvSpPr>
          <p:spPr>
            <a:xfrm>
              <a:off x="5929075" y="2905950"/>
              <a:ext cx="1925" cy="9175"/>
            </a:xfrm>
            <a:custGeom>
              <a:avLst/>
              <a:gdLst/>
              <a:ahLst/>
              <a:cxnLst/>
              <a:rect l="l" t="t" r="r" b="b"/>
              <a:pathLst>
                <a:path w="77" h="367" extrusionOk="0">
                  <a:moveTo>
                    <a:pt x="77" y="0"/>
                  </a:moveTo>
                  <a:lnTo>
                    <a:pt x="77" y="0"/>
                  </a:lnTo>
                  <a:lnTo>
                    <a:pt x="1" y="366"/>
                  </a:lnTo>
                  <a:lnTo>
                    <a:pt x="1" y="366"/>
                  </a:lnTo>
                  <a:lnTo>
                    <a:pt x="1" y="366"/>
                  </a:lnTo>
                  <a:lnTo>
                    <a:pt x="77" y="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3E8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2" name="Google Shape;5432;p63"/>
            <p:cNvSpPr/>
            <p:nvPr/>
          </p:nvSpPr>
          <p:spPr>
            <a:xfrm>
              <a:off x="5929075" y="2905950"/>
              <a:ext cx="1925" cy="9175"/>
            </a:xfrm>
            <a:custGeom>
              <a:avLst/>
              <a:gdLst/>
              <a:ahLst/>
              <a:cxnLst/>
              <a:rect l="l" t="t" r="r" b="b"/>
              <a:pathLst>
                <a:path w="77" h="367" fill="none" extrusionOk="0">
                  <a:moveTo>
                    <a:pt x="77" y="0"/>
                  </a:moveTo>
                  <a:lnTo>
                    <a:pt x="77" y="0"/>
                  </a:lnTo>
                  <a:lnTo>
                    <a:pt x="1" y="366"/>
                  </a:lnTo>
                  <a:lnTo>
                    <a:pt x="1" y="366"/>
                  </a:lnTo>
                  <a:lnTo>
                    <a:pt x="1" y="366"/>
                  </a:lnTo>
                  <a:lnTo>
                    <a:pt x="77" y="0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3" name="Google Shape;5433;p63"/>
            <p:cNvSpPr/>
            <p:nvPr/>
          </p:nvSpPr>
          <p:spPr>
            <a:xfrm>
              <a:off x="5919550" y="2900975"/>
              <a:ext cx="11450" cy="15300"/>
            </a:xfrm>
            <a:custGeom>
              <a:avLst/>
              <a:gdLst/>
              <a:ahLst/>
              <a:cxnLst/>
              <a:rect l="l" t="t" r="r" b="b"/>
              <a:pathLst>
                <a:path w="458" h="612" extrusionOk="0">
                  <a:moveTo>
                    <a:pt x="305" y="1"/>
                  </a:moveTo>
                  <a:lnTo>
                    <a:pt x="198" y="184"/>
                  </a:lnTo>
                  <a:lnTo>
                    <a:pt x="0" y="245"/>
                  </a:lnTo>
                  <a:lnTo>
                    <a:pt x="122" y="397"/>
                  </a:lnTo>
                  <a:lnTo>
                    <a:pt x="122" y="611"/>
                  </a:lnTo>
                  <a:lnTo>
                    <a:pt x="305" y="535"/>
                  </a:lnTo>
                  <a:lnTo>
                    <a:pt x="382" y="565"/>
                  </a:lnTo>
                  <a:lnTo>
                    <a:pt x="458" y="199"/>
                  </a:lnTo>
                  <a:lnTo>
                    <a:pt x="427" y="184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4" name="Google Shape;5434;p63"/>
            <p:cNvSpPr/>
            <p:nvPr/>
          </p:nvSpPr>
          <p:spPr>
            <a:xfrm>
              <a:off x="5919550" y="2900975"/>
              <a:ext cx="11450" cy="15300"/>
            </a:xfrm>
            <a:custGeom>
              <a:avLst/>
              <a:gdLst/>
              <a:ahLst/>
              <a:cxnLst/>
              <a:rect l="l" t="t" r="r" b="b"/>
              <a:pathLst>
                <a:path w="458" h="612" fill="none" extrusionOk="0">
                  <a:moveTo>
                    <a:pt x="305" y="1"/>
                  </a:moveTo>
                  <a:lnTo>
                    <a:pt x="198" y="184"/>
                  </a:lnTo>
                  <a:lnTo>
                    <a:pt x="0" y="245"/>
                  </a:lnTo>
                  <a:lnTo>
                    <a:pt x="122" y="397"/>
                  </a:lnTo>
                  <a:lnTo>
                    <a:pt x="122" y="611"/>
                  </a:lnTo>
                  <a:lnTo>
                    <a:pt x="305" y="535"/>
                  </a:lnTo>
                  <a:lnTo>
                    <a:pt x="382" y="565"/>
                  </a:lnTo>
                  <a:lnTo>
                    <a:pt x="382" y="565"/>
                  </a:lnTo>
                  <a:lnTo>
                    <a:pt x="458" y="199"/>
                  </a:lnTo>
                  <a:lnTo>
                    <a:pt x="458" y="199"/>
                  </a:lnTo>
                  <a:lnTo>
                    <a:pt x="458" y="199"/>
                  </a:lnTo>
                  <a:lnTo>
                    <a:pt x="427" y="184"/>
                  </a:lnTo>
                  <a:lnTo>
                    <a:pt x="30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5" name="Google Shape;5435;p63"/>
            <p:cNvSpPr/>
            <p:nvPr/>
          </p:nvSpPr>
          <p:spPr>
            <a:xfrm>
              <a:off x="5745950" y="3028775"/>
              <a:ext cx="13000" cy="13775"/>
            </a:xfrm>
            <a:custGeom>
              <a:avLst/>
              <a:gdLst/>
              <a:ahLst/>
              <a:cxnLst/>
              <a:rect l="l" t="t" r="r" b="b"/>
              <a:pathLst>
                <a:path w="520" h="551" extrusionOk="0">
                  <a:moveTo>
                    <a:pt x="245" y="1"/>
                  </a:moveTo>
                  <a:lnTo>
                    <a:pt x="16" y="321"/>
                  </a:lnTo>
                  <a:lnTo>
                    <a:pt x="16" y="337"/>
                  </a:lnTo>
                  <a:lnTo>
                    <a:pt x="1" y="550"/>
                  </a:lnTo>
                  <a:lnTo>
                    <a:pt x="1" y="550"/>
                  </a:lnTo>
                  <a:lnTo>
                    <a:pt x="199" y="474"/>
                  </a:lnTo>
                  <a:lnTo>
                    <a:pt x="397" y="550"/>
                  </a:lnTo>
                  <a:lnTo>
                    <a:pt x="397" y="550"/>
                  </a:lnTo>
                  <a:lnTo>
                    <a:pt x="382" y="337"/>
                  </a:lnTo>
                  <a:lnTo>
                    <a:pt x="519" y="169"/>
                  </a:lnTo>
                  <a:lnTo>
                    <a:pt x="321" y="123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6" name="Google Shape;5436;p63"/>
            <p:cNvSpPr/>
            <p:nvPr/>
          </p:nvSpPr>
          <p:spPr>
            <a:xfrm>
              <a:off x="5745950" y="3028775"/>
              <a:ext cx="13000" cy="13775"/>
            </a:xfrm>
            <a:custGeom>
              <a:avLst/>
              <a:gdLst/>
              <a:ahLst/>
              <a:cxnLst/>
              <a:rect l="l" t="t" r="r" b="b"/>
              <a:pathLst>
                <a:path w="520" h="551" fill="none" extrusionOk="0">
                  <a:moveTo>
                    <a:pt x="245" y="1"/>
                  </a:moveTo>
                  <a:lnTo>
                    <a:pt x="245" y="1"/>
                  </a:lnTo>
                  <a:lnTo>
                    <a:pt x="16" y="321"/>
                  </a:lnTo>
                  <a:lnTo>
                    <a:pt x="16" y="337"/>
                  </a:lnTo>
                  <a:lnTo>
                    <a:pt x="1" y="550"/>
                  </a:lnTo>
                  <a:lnTo>
                    <a:pt x="199" y="474"/>
                  </a:lnTo>
                  <a:lnTo>
                    <a:pt x="397" y="550"/>
                  </a:lnTo>
                  <a:lnTo>
                    <a:pt x="382" y="337"/>
                  </a:lnTo>
                  <a:lnTo>
                    <a:pt x="519" y="169"/>
                  </a:lnTo>
                  <a:lnTo>
                    <a:pt x="321" y="123"/>
                  </a:lnTo>
                  <a:lnTo>
                    <a:pt x="24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7" name="Google Shape;5437;p63"/>
            <p:cNvSpPr/>
            <p:nvPr/>
          </p:nvSpPr>
          <p:spPr>
            <a:xfrm>
              <a:off x="5831025" y="30272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extrusionOk="0">
                  <a:moveTo>
                    <a:pt x="321" y="1"/>
                  </a:moveTo>
                  <a:lnTo>
                    <a:pt x="214" y="184"/>
                  </a:lnTo>
                  <a:lnTo>
                    <a:pt x="1" y="230"/>
                  </a:lnTo>
                  <a:lnTo>
                    <a:pt x="138" y="398"/>
                  </a:lnTo>
                  <a:lnTo>
                    <a:pt x="123" y="611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20" y="611"/>
                  </a:lnTo>
                  <a:lnTo>
                    <a:pt x="520" y="611"/>
                  </a:lnTo>
                  <a:lnTo>
                    <a:pt x="504" y="398"/>
                  </a:lnTo>
                  <a:lnTo>
                    <a:pt x="642" y="230"/>
                  </a:lnTo>
                  <a:lnTo>
                    <a:pt x="443" y="184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8" name="Google Shape;5438;p63"/>
            <p:cNvSpPr/>
            <p:nvPr/>
          </p:nvSpPr>
          <p:spPr>
            <a:xfrm>
              <a:off x="5831025" y="3027250"/>
              <a:ext cx="16050" cy="15300"/>
            </a:xfrm>
            <a:custGeom>
              <a:avLst/>
              <a:gdLst/>
              <a:ahLst/>
              <a:cxnLst/>
              <a:rect l="l" t="t" r="r" b="b"/>
              <a:pathLst>
                <a:path w="642" h="612" fill="none" extrusionOk="0">
                  <a:moveTo>
                    <a:pt x="321" y="1"/>
                  </a:moveTo>
                  <a:lnTo>
                    <a:pt x="214" y="184"/>
                  </a:lnTo>
                  <a:lnTo>
                    <a:pt x="1" y="230"/>
                  </a:lnTo>
                  <a:lnTo>
                    <a:pt x="138" y="398"/>
                  </a:lnTo>
                  <a:lnTo>
                    <a:pt x="123" y="611"/>
                  </a:lnTo>
                  <a:lnTo>
                    <a:pt x="321" y="535"/>
                  </a:lnTo>
                  <a:lnTo>
                    <a:pt x="520" y="611"/>
                  </a:lnTo>
                  <a:lnTo>
                    <a:pt x="504" y="398"/>
                  </a:lnTo>
                  <a:lnTo>
                    <a:pt x="642" y="230"/>
                  </a:lnTo>
                  <a:lnTo>
                    <a:pt x="443" y="184"/>
                  </a:lnTo>
                  <a:lnTo>
                    <a:pt x="3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9" name="Google Shape;5439;p63"/>
            <p:cNvSpPr/>
            <p:nvPr/>
          </p:nvSpPr>
          <p:spPr>
            <a:xfrm>
              <a:off x="5860025" y="2954000"/>
              <a:ext cx="62600" cy="153025"/>
            </a:xfrm>
            <a:custGeom>
              <a:avLst/>
              <a:gdLst/>
              <a:ahLst/>
              <a:cxnLst/>
              <a:rect l="l" t="t" r="r" b="b"/>
              <a:pathLst>
                <a:path w="2504" h="6121" extrusionOk="0">
                  <a:moveTo>
                    <a:pt x="2381" y="1"/>
                  </a:moveTo>
                  <a:lnTo>
                    <a:pt x="2167" y="596"/>
                  </a:lnTo>
                  <a:lnTo>
                    <a:pt x="1954" y="1191"/>
                  </a:lnTo>
                  <a:lnTo>
                    <a:pt x="1542" y="2381"/>
                  </a:lnTo>
                  <a:lnTo>
                    <a:pt x="718" y="4747"/>
                  </a:lnTo>
                  <a:lnTo>
                    <a:pt x="489" y="5403"/>
                  </a:lnTo>
                  <a:lnTo>
                    <a:pt x="290" y="6059"/>
                  </a:lnTo>
                  <a:lnTo>
                    <a:pt x="16" y="5952"/>
                  </a:lnTo>
                  <a:lnTo>
                    <a:pt x="0" y="5952"/>
                  </a:lnTo>
                  <a:lnTo>
                    <a:pt x="0" y="5968"/>
                  </a:lnTo>
                  <a:lnTo>
                    <a:pt x="16" y="5983"/>
                  </a:lnTo>
                  <a:lnTo>
                    <a:pt x="336" y="6120"/>
                  </a:lnTo>
                  <a:lnTo>
                    <a:pt x="504" y="5708"/>
                  </a:lnTo>
                  <a:lnTo>
                    <a:pt x="901" y="4701"/>
                  </a:lnTo>
                  <a:lnTo>
                    <a:pt x="1359" y="3465"/>
                  </a:lnTo>
                  <a:lnTo>
                    <a:pt x="1572" y="2855"/>
                  </a:lnTo>
                  <a:lnTo>
                    <a:pt x="1740" y="2320"/>
                  </a:lnTo>
                  <a:lnTo>
                    <a:pt x="1939" y="1954"/>
                  </a:lnTo>
                  <a:lnTo>
                    <a:pt x="2137" y="1573"/>
                  </a:lnTo>
                  <a:lnTo>
                    <a:pt x="2503" y="810"/>
                  </a:lnTo>
                  <a:lnTo>
                    <a:pt x="2488" y="794"/>
                  </a:lnTo>
                  <a:lnTo>
                    <a:pt x="2473" y="794"/>
                  </a:lnTo>
                  <a:lnTo>
                    <a:pt x="2152" y="1374"/>
                  </a:lnTo>
                  <a:lnTo>
                    <a:pt x="1847" y="1954"/>
                  </a:lnTo>
                  <a:lnTo>
                    <a:pt x="2015" y="1405"/>
                  </a:lnTo>
                  <a:lnTo>
                    <a:pt x="2213" y="703"/>
                  </a:lnTo>
                  <a:lnTo>
                    <a:pt x="2305" y="352"/>
                  </a:lnTo>
                  <a:lnTo>
                    <a:pt x="239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0" name="Google Shape;5440;p63"/>
            <p:cNvSpPr/>
            <p:nvPr/>
          </p:nvSpPr>
          <p:spPr>
            <a:xfrm>
              <a:off x="5753975" y="3038700"/>
              <a:ext cx="119050" cy="43525"/>
            </a:xfrm>
            <a:custGeom>
              <a:avLst/>
              <a:gdLst/>
              <a:ahLst/>
              <a:cxnLst/>
              <a:rect l="l" t="t" r="r" b="b"/>
              <a:pathLst>
                <a:path w="4762" h="1741" extrusionOk="0">
                  <a:moveTo>
                    <a:pt x="15" y="1"/>
                  </a:moveTo>
                  <a:lnTo>
                    <a:pt x="0" y="16"/>
                  </a:lnTo>
                  <a:lnTo>
                    <a:pt x="15" y="16"/>
                  </a:lnTo>
                  <a:lnTo>
                    <a:pt x="15" y="31"/>
                  </a:lnTo>
                  <a:lnTo>
                    <a:pt x="611" y="260"/>
                  </a:lnTo>
                  <a:lnTo>
                    <a:pt x="1190" y="489"/>
                  </a:lnTo>
                  <a:lnTo>
                    <a:pt x="2396" y="916"/>
                  </a:lnTo>
                  <a:lnTo>
                    <a:pt x="3571" y="1344"/>
                  </a:lnTo>
                  <a:lnTo>
                    <a:pt x="4166" y="1557"/>
                  </a:lnTo>
                  <a:lnTo>
                    <a:pt x="4761" y="1740"/>
                  </a:lnTo>
                  <a:lnTo>
                    <a:pt x="4761" y="1725"/>
                  </a:lnTo>
                  <a:lnTo>
                    <a:pt x="4761" y="1710"/>
                  </a:lnTo>
                  <a:lnTo>
                    <a:pt x="4746" y="1710"/>
                  </a:lnTo>
                  <a:lnTo>
                    <a:pt x="4181" y="1450"/>
                  </a:lnTo>
                  <a:lnTo>
                    <a:pt x="3586" y="1206"/>
                  </a:lnTo>
                  <a:lnTo>
                    <a:pt x="2991" y="993"/>
                  </a:lnTo>
                  <a:lnTo>
                    <a:pt x="2396" y="779"/>
                  </a:lnTo>
                  <a:lnTo>
                    <a:pt x="1816" y="565"/>
                  </a:lnTo>
                  <a:lnTo>
                    <a:pt x="1221" y="367"/>
                  </a:lnTo>
                  <a:lnTo>
                    <a:pt x="626" y="169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1" name="Google Shape;5441;p63"/>
            <p:cNvSpPr/>
            <p:nvPr/>
          </p:nvSpPr>
          <p:spPr>
            <a:xfrm>
              <a:off x="5938225" y="2813225"/>
              <a:ext cx="106850" cy="89675"/>
            </a:xfrm>
            <a:custGeom>
              <a:avLst/>
              <a:gdLst/>
              <a:ahLst/>
              <a:cxnLst/>
              <a:rect l="l" t="t" r="r" b="b"/>
              <a:pathLst>
                <a:path w="4274" h="3587" extrusionOk="0">
                  <a:moveTo>
                    <a:pt x="1176" y="1"/>
                  </a:moveTo>
                  <a:lnTo>
                    <a:pt x="1023" y="31"/>
                  </a:lnTo>
                  <a:lnTo>
                    <a:pt x="886" y="62"/>
                  </a:lnTo>
                  <a:lnTo>
                    <a:pt x="749" y="92"/>
                  </a:lnTo>
                  <a:lnTo>
                    <a:pt x="627" y="138"/>
                  </a:lnTo>
                  <a:lnTo>
                    <a:pt x="520" y="199"/>
                  </a:lnTo>
                  <a:lnTo>
                    <a:pt x="428" y="245"/>
                  </a:lnTo>
                  <a:lnTo>
                    <a:pt x="352" y="321"/>
                  </a:lnTo>
                  <a:lnTo>
                    <a:pt x="276" y="382"/>
                  </a:lnTo>
                  <a:lnTo>
                    <a:pt x="199" y="459"/>
                  </a:lnTo>
                  <a:lnTo>
                    <a:pt x="153" y="550"/>
                  </a:lnTo>
                  <a:lnTo>
                    <a:pt x="108" y="626"/>
                  </a:lnTo>
                  <a:lnTo>
                    <a:pt x="62" y="718"/>
                  </a:lnTo>
                  <a:lnTo>
                    <a:pt x="16" y="916"/>
                  </a:lnTo>
                  <a:lnTo>
                    <a:pt x="1" y="1115"/>
                  </a:lnTo>
                  <a:lnTo>
                    <a:pt x="16" y="1328"/>
                  </a:lnTo>
                  <a:lnTo>
                    <a:pt x="47" y="1542"/>
                  </a:lnTo>
                  <a:lnTo>
                    <a:pt x="108" y="1756"/>
                  </a:lnTo>
                  <a:lnTo>
                    <a:pt x="199" y="1969"/>
                  </a:lnTo>
                  <a:lnTo>
                    <a:pt x="291" y="2168"/>
                  </a:lnTo>
                  <a:lnTo>
                    <a:pt x="413" y="2351"/>
                  </a:lnTo>
                  <a:lnTo>
                    <a:pt x="535" y="2534"/>
                  </a:lnTo>
                  <a:lnTo>
                    <a:pt x="672" y="2687"/>
                  </a:lnTo>
                  <a:lnTo>
                    <a:pt x="886" y="2885"/>
                  </a:lnTo>
                  <a:lnTo>
                    <a:pt x="1130" y="3083"/>
                  </a:lnTo>
                  <a:lnTo>
                    <a:pt x="1405" y="3251"/>
                  </a:lnTo>
                  <a:lnTo>
                    <a:pt x="1695" y="3389"/>
                  </a:lnTo>
                  <a:lnTo>
                    <a:pt x="1985" y="3511"/>
                  </a:lnTo>
                  <a:lnTo>
                    <a:pt x="2137" y="3541"/>
                  </a:lnTo>
                  <a:lnTo>
                    <a:pt x="2275" y="3572"/>
                  </a:lnTo>
                  <a:lnTo>
                    <a:pt x="2412" y="3587"/>
                  </a:lnTo>
                  <a:lnTo>
                    <a:pt x="2549" y="3587"/>
                  </a:lnTo>
                  <a:lnTo>
                    <a:pt x="2671" y="3572"/>
                  </a:lnTo>
                  <a:lnTo>
                    <a:pt x="2778" y="3541"/>
                  </a:lnTo>
                  <a:lnTo>
                    <a:pt x="2885" y="3495"/>
                  </a:lnTo>
                  <a:lnTo>
                    <a:pt x="2961" y="3419"/>
                  </a:lnTo>
                  <a:lnTo>
                    <a:pt x="3007" y="3328"/>
                  </a:lnTo>
                  <a:lnTo>
                    <a:pt x="3053" y="3221"/>
                  </a:lnTo>
                  <a:lnTo>
                    <a:pt x="3068" y="3099"/>
                  </a:lnTo>
                  <a:lnTo>
                    <a:pt x="3083" y="2977"/>
                  </a:lnTo>
                  <a:lnTo>
                    <a:pt x="3083" y="2839"/>
                  </a:lnTo>
                  <a:lnTo>
                    <a:pt x="3068" y="2702"/>
                  </a:lnTo>
                  <a:lnTo>
                    <a:pt x="3022" y="2442"/>
                  </a:lnTo>
                  <a:lnTo>
                    <a:pt x="2977" y="2229"/>
                  </a:lnTo>
                  <a:lnTo>
                    <a:pt x="2900" y="2030"/>
                  </a:lnTo>
                  <a:lnTo>
                    <a:pt x="3068" y="2168"/>
                  </a:lnTo>
                  <a:lnTo>
                    <a:pt x="3236" y="2305"/>
                  </a:lnTo>
                  <a:lnTo>
                    <a:pt x="3434" y="2442"/>
                  </a:lnTo>
                  <a:lnTo>
                    <a:pt x="3648" y="2565"/>
                  </a:lnTo>
                  <a:lnTo>
                    <a:pt x="3770" y="2610"/>
                  </a:lnTo>
                  <a:lnTo>
                    <a:pt x="3877" y="2641"/>
                  </a:lnTo>
                  <a:lnTo>
                    <a:pt x="3969" y="2656"/>
                  </a:lnTo>
                  <a:lnTo>
                    <a:pt x="4075" y="2656"/>
                  </a:lnTo>
                  <a:lnTo>
                    <a:pt x="4152" y="2610"/>
                  </a:lnTo>
                  <a:lnTo>
                    <a:pt x="4228" y="2565"/>
                  </a:lnTo>
                  <a:lnTo>
                    <a:pt x="4258" y="2519"/>
                  </a:lnTo>
                  <a:lnTo>
                    <a:pt x="4274" y="2458"/>
                  </a:lnTo>
                  <a:lnTo>
                    <a:pt x="4274" y="2397"/>
                  </a:lnTo>
                  <a:lnTo>
                    <a:pt x="4274" y="2320"/>
                  </a:lnTo>
                  <a:lnTo>
                    <a:pt x="4228" y="2153"/>
                  </a:lnTo>
                  <a:lnTo>
                    <a:pt x="4152" y="1969"/>
                  </a:lnTo>
                  <a:lnTo>
                    <a:pt x="4030" y="1756"/>
                  </a:lnTo>
                  <a:lnTo>
                    <a:pt x="3892" y="1527"/>
                  </a:lnTo>
                  <a:lnTo>
                    <a:pt x="3709" y="1298"/>
                  </a:lnTo>
                  <a:lnTo>
                    <a:pt x="3495" y="1069"/>
                  </a:lnTo>
                  <a:lnTo>
                    <a:pt x="3267" y="840"/>
                  </a:lnTo>
                  <a:lnTo>
                    <a:pt x="3007" y="626"/>
                  </a:lnTo>
                  <a:lnTo>
                    <a:pt x="2748" y="443"/>
                  </a:lnTo>
                  <a:lnTo>
                    <a:pt x="2443" y="275"/>
                  </a:lnTo>
                  <a:lnTo>
                    <a:pt x="2305" y="199"/>
                  </a:lnTo>
                  <a:lnTo>
                    <a:pt x="2153" y="138"/>
                  </a:lnTo>
                  <a:lnTo>
                    <a:pt x="1985" y="92"/>
                  </a:lnTo>
                  <a:lnTo>
                    <a:pt x="1832" y="47"/>
                  </a:lnTo>
                  <a:lnTo>
                    <a:pt x="1664" y="16"/>
                  </a:lnTo>
                  <a:lnTo>
                    <a:pt x="15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2" name="Google Shape;5442;p63"/>
            <p:cNvSpPr/>
            <p:nvPr/>
          </p:nvSpPr>
          <p:spPr>
            <a:xfrm>
              <a:off x="5940525" y="2726250"/>
              <a:ext cx="78225" cy="135450"/>
            </a:xfrm>
            <a:custGeom>
              <a:avLst/>
              <a:gdLst/>
              <a:ahLst/>
              <a:cxnLst/>
              <a:rect l="l" t="t" r="r" b="b"/>
              <a:pathLst>
                <a:path w="3129" h="5418" extrusionOk="0">
                  <a:moveTo>
                    <a:pt x="0" y="0"/>
                  </a:moveTo>
                  <a:lnTo>
                    <a:pt x="0" y="1359"/>
                  </a:lnTo>
                  <a:lnTo>
                    <a:pt x="0" y="1465"/>
                  </a:lnTo>
                  <a:lnTo>
                    <a:pt x="0" y="1588"/>
                  </a:lnTo>
                  <a:lnTo>
                    <a:pt x="0" y="1923"/>
                  </a:lnTo>
                  <a:lnTo>
                    <a:pt x="0" y="2183"/>
                  </a:lnTo>
                  <a:lnTo>
                    <a:pt x="0" y="2457"/>
                  </a:lnTo>
                  <a:lnTo>
                    <a:pt x="31" y="2946"/>
                  </a:lnTo>
                  <a:lnTo>
                    <a:pt x="61" y="3419"/>
                  </a:lnTo>
                  <a:lnTo>
                    <a:pt x="122" y="3907"/>
                  </a:lnTo>
                  <a:lnTo>
                    <a:pt x="199" y="4380"/>
                  </a:lnTo>
                  <a:lnTo>
                    <a:pt x="229" y="4441"/>
                  </a:lnTo>
                  <a:lnTo>
                    <a:pt x="290" y="4502"/>
                  </a:lnTo>
                  <a:lnTo>
                    <a:pt x="473" y="4670"/>
                  </a:lnTo>
                  <a:lnTo>
                    <a:pt x="748" y="4868"/>
                  </a:lnTo>
                  <a:lnTo>
                    <a:pt x="901" y="4960"/>
                  </a:lnTo>
                  <a:lnTo>
                    <a:pt x="1069" y="5067"/>
                  </a:lnTo>
                  <a:lnTo>
                    <a:pt x="1267" y="5143"/>
                  </a:lnTo>
                  <a:lnTo>
                    <a:pt x="1465" y="5235"/>
                  </a:lnTo>
                  <a:lnTo>
                    <a:pt x="1664" y="5296"/>
                  </a:lnTo>
                  <a:lnTo>
                    <a:pt x="1877" y="5357"/>
                  </a:lnTo>
                  <a:lnTo>
                    <a:pt x="2091" y="5403"/>
                  </a:lnTo>
                  <a:lnTo>
                    <a:pt x="2305" y="5418"/>
                  </a:lnTo>
                  <a:lnTo>
                    <a:pt x="2534" y="5418"/>
                  </a:lnTo>
                  <a:lnTo>
                    <a:pt x="2747" y="5387"/>
                  </a:lnTo>
                  <a:lnTo>
                    <a:pt x="2808" y="5357"/>
                  </a:lnTo>
                  <a:lnTo>
                    <a:pt x="2854" y="5296"/>
                  </a:lnTo>
                  <a:lnTo>
                    <a:pt x="2900" y="5204"/>
                  </a:lnTo>
                  <a:lnTo>
                    <a:pt x="2930" y="5097"/>
                  </a:lnTo>
                  <a:lnTo>
                    <a:pt x="2961" y="4975"/>
                  </a:lnTo>
                  <a:lnTo>
                    <a:pt x="2976" y="4838"/>
                  </a:lnTo>
                  <a:lnTo>
                    <a:pt x="2976" y="4533"/>
                  </a:lnTo>
                  <a:lnTo>
                    <a:pt x="2976" y="4243"/>
                  </a:lnTo>
                  <a:lnTo>
                    <a:pt x="2961" y="3983"/>
                  </a:lnTo>
                  <a:lnTo>
                    <a:pt x="2946" y="3739"/>
                  </a:lnTo>
                  <a:lnTo>
                    <a:pt x="2961" y="3587"/>
                  </a:lnTo>
                  <a:lnTo>
                    <a:pt x="3129" y="1404"/>
                  </a:lnTo>
                  <a:lnTo>
                    <a:pt x="397" y="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3" name="Google Shape;5443;p63"/>
            <p:cNvSpPr/>
            <p:nvPr/>
          </p:nvSpPr>
          <p:spPr>
            <a:xfrm>
              <a:off x="5940525" y="2726250"/>
              <a:ext cx="77850" cy="89675"/>
            </a:xfrm>
            <a:custGeom>
              <a:avLst/>
              <a:gdLst/>
              <a:ahLst/>
              <a:cxnLst/>
              <a:rect l="l" t="t" r="r" b="b"/>
              <a:pathLst>
                <a:path w="3114" h="3587" extrusionOk="0">
                  <a:moveTo>
                    <a:pt x="0" y="0"/>
                  </a:moveTo>
                  <a:lnTo>
                    <a:pt x="0" y="1343"/>
                  </a:lnTo>
                  <a:lnTo>
                    <a:pt x="122" y="1557"/>
                  </a:lnTo>
                  <a:lnTo>
                    <a:pt x="245" y="1755"/>
                  </a:lnTo>
                  <a:lnTo>
                    <a:pt x="382" y="1954"/>
                  </a:lnTo>
                  <a:lnTo>
                    <a:pt x="535" y="2137"/>
                  </a:lnTo>
                  <a:lnTo>
                    <a:pt x="702" y="2320"/>
                  </a:lnTo>
                  <a:lnTo>
                    <a:pt x="870" y="2488"/>
                  </a:lnTo>
                  <a:lnTo>
                    <a:pt x="1038" y="2640"/>
                  </a:lnTo>
                  <a:lnTo>
                    <a:pt x="1221" y="2793"/>
                  </a:lnTo>
                  <a:lnTo>
                    <a:pt x="1420" y="2930"/>
                  </a:lnTo>
                  <a:lnTo>
                    <a:pt x="1618" y="3053"/>
                  </a:lnTo>
                  <a:lnTo>
                    <a:pt x="1832" y="3175"/>
                  </a:lnTo>
                  <a:lnTo>
                    <a:pt x="2045" y="3281"/>
                  </a:lnTo>
                  <a:lnTo>
                    <a:pt x="2259" y="3373"/>
                  </a:lnTo>
                  <a:lnTo>
                    <a:pt x="2488" y="3449"/>
                  </a:lnTo>
                  <a:lnTo>
                    <a:pt x="2717" y="3526"/>
                  </a:lnTo>
                  <a:lnTo>
                    <a:pt x="2946" y="3587"/>
                  </a:lnTo>
                  <a:lnTo>
                    <a:pt x="3114" y="1404"/>
                  </a:lnTo>
                  <a:lnTo>
                    <a:pt x="382" y="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4" name="Google Shape;5444;p63"/>
            <p:cNvSpPr/>
            <p:nvPr/>
          </p:nvSpPr>
          <p:spPr>
            <a:xfrm>
              <a:off x="5910000" y="2567550"/>
              <a:ext cx="179325" cy="225100"/>
            </a:xfrm>
            <a:custGeom>
              <a:avLst/>
              <a:gdLst/>
              <a:ahLst/>
              <a:cxnLst/>
              <a:rect l="l" t="t" r="r" b="b"/>
              <a:pathLst>
                <a:path w="7173" h="9004" extrusionOk="0">
                  <a:moveTo>
                    <a:pt x="3144" y="0"/>
                  </a:moveTo>
                  <a:lnTo>
                    <a:pt x="2824" y="46"/>
                  </a:lnTo>
                  <a:lnTo>
                    <a:pt x="2503" y="107"/>
                  </a:lnTo>
                  <a:lnTo>
                    <a:pt x="2183" y="199"/>
                  </a:lnTo>
                  <a:lnTo>
                    <a:pt x="1878" y="305"/>
                  </a:lnTo>
                  <a:lnTo>
                    <a:pt x="1588" y="458"/>
                  </a:lnTo>
                  <a:lnTo>
                    <a:pt x="1298" y="626"/>
                  </a:lnTo>
                  <a:lnTo>
                    <a:pt x="1160" y="733"/>
                  </a:lnTo>
                  <a:lnTo>
                    <a:pt x="1038" y="839"/>
                  </a:lnTo>
                  <a:lnTo>
                    <a:pt x="916" y="962"/>
                  </a:lnTo>
                  <a:lnTo>
                    <a:pt x="794" y="1084"/>
                  </a:lnTo>
                  <a:lnTo>
                    <a:pt x="687" y="1221"/>
                  </a:lnTo>
                  <a:lnTo>
                    <a:pt x="580" y="1358"/>
                  </a:lnTo>
                  <a:lnTo>
                    <a:pt x="474" y="1511"/>
                  </a:lnTo>
                  <a:lnTo>
                    <a:pt x="382" y="1679"/>
                  </a:lnTo>
                  <a:lnTo>
                    <a:pt x="306" y="1847"/>
                  </a:lnTo>
                  <a:lnTo>
                    <a:pt x="229" y="2030"/>
                  </a:lnTo>
                  <a:lnTo>
                    <a:pt x="168" y="2228"/>
                  </a:lnTo>
                  <a:lnTo>
                    <a:pt x="107" y="2427"/>
                  </a:lnTo>
                  <a:lnTo>
                    <a:pt x="62" y="2640"/>
                  </a:lnTo>
                  <a:lnTo>
                    <a:pt x="31" y="2854"/>
                  </a:lnTo>
                  <a:lnTo>
                    <a:pt x="16" y="3098"/>
                  </a:lnTo>
                  <a:lnTo>
                    <a:pt x="1" y="3342"/>
                  </a:lnTo>
                  <a:lnTo>
                    <a:pt x="1" y="3602"/>
                  </a:lnTo>
                  <a:lnTo>
                    <a:pt x="1" y="3861"/>
                  </a:lnTo>
                  <a:lnTo>
                    <a:pt x="31" y="4151"/>
                  </a:lnTo>
                  <a:lnTo>
                    <a:pt x="62" y="4441"/>
                  </a:lnTo>
                  <a:lnTo>
                    <a:pt x="123" y="4746"/>
                  </a:lnTo>
                  <a:lnTo>
                    <a:pt x="184" y="5051"/>
                  </a:lnTo>
                  <a:lnTo>
                    <a:pt x="260" y="5387"/>
                  </a:lnTo>
                  <a:lnTo>
                    <a:pt x="352" y="5723"/>
                  </a:lnTo>
                  <a:lnTo>
                    <a:pt x="458" y="6059"/>
                  </a:lnTo>
                  <a:lnTo>
                    <a:pt x="580" y="6379"/>
                  </a:lnTo>
                  <a:lnTo>
                    <a:pt x="703" y="6669"/>
                  </a:lnTo>
                  <a:lnTo>
                    <a:pt x="825" y="6928"/>
                  </a:lnTo>
                  <a:lnTo>
                    <a:pt x="962" y="7173"/>
                  </a:lnTo>
                  <a:lnTo>
                    <a:pt x="1099" y="7401"/>
                  </a:lnTo>
                  <a:lnTo>
                    <a:pt x="1237" y="7615"/>
                  </a:lnTo>
                  <a:lnTo>
                    <a:pt x="1389" y="7798"/>
                  </a:lnTo>
                  <a:lnTo>
                    <a:pt x="1542" y="7981"/>
                  </a:lnTo>
                  <a:lnTo>
                    <a:pt x="1694" y="8134"/>
                  </a:lnTo>
                  <a:lnTo>
                    <a:pt x="1862" y="8271"/>
                  </a:lnTo>
                  <a:lnTo>
                    <a:pt x="2015" y="8393"/>
                  </a:lnTo>
                  <a:lnTo>
                    <a:pt x="2183" y="8515"/>
                  </a:lnTo>
                  <a:lnTo>
                    <a:pt x="2351" y="8607"/>
                  </a:lnTo>
                  <a:lnTo>
                    <a:pt x="2503" y="8699"/>
                  </a:lnTo>
                  <a:lnTo>
                    <a:pt x="2671" y="8760"/>
                  </a:lnTo>
                  <a:lnTo>
                    <a:pt x="2824" y="8821"/>
                  </a:lnTo>
                  <a:lnTo>
                    <a:pt x="2992" y="8882"/>
                  </a:lnTo>
                  <a:lnTo>
                    <a:pt x="3297" y="8943"/>
                  </a:lnTo>
                  <a:lnTo>
                    <a:pt x="3602" y="8988"/>
                  </a:lnTo>
                  <a:lnTo>
                    <a:pt x="3877" y="9004"/>
                  </a:lnTo>
                  <a:lnTo>
                    <a:pt x="4136" y="8988"/>
                  </a:lnTo>
                  <a:lnTo>
                    <a:pt x="4365" y="8973"/>
                  </a:lnTo>
                  <a:lnTo>
                    <a:pt x="4731" y="8927"/>
                  </a:lnTo>
                  <a:lnTo>
                    <a:pt x="4899" y="8882"/>
                  </a:lnTo>
                  <a:lnTo>
                    <a:pt x="5098" y="8836"/>
                  </a:lnTo>
                  <a:lnTo>
                    <a:pt x="5311" y="8744"/>
                  </a:lnTo>
                  <a:lnTo>
                    <a:pt x="5540" y="8653"/>
                  </a:lnTo>
                  <a:lnTo>
                    <a:pt x="5769" y="8515"/>
                  </a:lnTo>
                  <a:lnTo>
                    <a:pt x="5998" y="8348"/>
                  </a:lnTo>
                  <a:lnTo>
                    <a:pt x="6242" y="8134"/>
                  </a:lnTo>
                  <a:lnTo>
                    <a:pt x="6349" y="8027"/>
                  </a:lnTo>
                  <a:lnTo>
                    <a:pt x="6456" y="7890"/>
                  </a:lnTo>
                  <a:lnTo>
                    <a:pt x="6563" y="7752"/>
                  </a:lnTo>
                  <a:lnTo>
                    <a:pt x="6654" y="7615"/>
                  </a:lnTo>
                  <a:lnTo>
                    <a:pt x="6746" y="7447"/>
                  </a:lnTo>
                  <a:lnTo>
                    <a:pt x="6837" y="7279"/>
                  </a:lnTo>
                  <a:lnTo>
                    <a:pt x="6914" y="7096"/>
                  </a:lnTo>
                  <a:lnTo>
                    <a:pt x="6975" y="6898"/>
                  </a:lnTo>
                  <a:lnTo>
                    <a:pt x="7036" y="6684"/>
                  </a:lnTo>
                  <a:lnTo>
                    <a:pt x="7097" y="6471"/>
                  </a:lnTo>
                  <a:lnTo>
                    <a:pt x="7127" y="6226"/>
                  </a:lnTo>
                  <a:lnTo>
                    <a:pt x="7158" y="5982"/>
                  </a:lnTo>
                  <a:lnTo>
                    <a:pt x="7173" y="5708"/>
                  </a:lnTo>
                  <a:lnTo>
                    <a:pt x="7173" y="5433"/>
                  </a:lnTo>
                  <a:lnTo>
                    <a:pt x="7173" y="5128"/>
                  </a:lnTo>
                  <a:lnTo>
                    <a:pt x="7142" y="4807"/>
                  </a:lnTo>
                  <a:lnTo>
                    <a:pt x="7097" y="4487"/>
                  </a:lnTo>
                  <a:lnTo>
                    <a:pt x="7051" y="4136"/>
                  </a:lnTo>
                  <a:lnTo>
                    <a:pt x="6975" y="3785"/>
                  </a:lnTo>
                  <a:lnTo>
                    <a:pt x="6898" y="3464"/>
                  </a:lnTo>
                  <a:lnTo>
                    <a:pt x="6807" y="3159"/>
                  </a:lnTo>
                  <a:lnTo>
                    <a:pt x="6715" y="2854"/>
                  </a:lnTo>
                  <a:lnTo>
                    <a:pt x="6624" y="2579"/>
                  </a:lnTo>
                  <a:lnTo>
                    <a:pt x="6517" y="2320"/>
                  </a:lnTo>
                  <a:lnTo>
                    <a:pt x="6395" y="2076"/>
                  </a:lnTo>
                  <a:lnTo>
                    <a:pt x="6273" y="1847"/>
                  </a:lnTo>
                  <a:lnTo>
                    <a:pt x="6151" y="1633"/>
                  </a:lnTo>
                  <a:lnTo>
                    <a:pt x="6013" y="1435"/>
                  </a:lnTo>
                  <a:lnTo>
                    <a:pt x="5876" y="1252"/>
                  </a:lnTo>
                  <a:lnTo>
                    <a:pt x="5738" y="1084"/>
                  </a:lnTo>
                  <a:lnTo>
                    <a:pt x="5601" y="931"/>
                  </a:lnTo>
                  <a:lnTo>
                    <a:pt x="5449" y="794"/>
                  </a:lnTo>
                  <a:lnTo>
                    <a:pt x="5296" y="656"/>
                  </a:lnTo>
                  <a:lnTo>
                    <a:pt x="5143" y="550"/>
                  </a:lnTo>
                  <a:lnTo>
                    <a:pt x="4975" y="443"/>
                  </a:lnTo>
                  <a:lnTo>
                    <a:pt x="4823" y="351"/>
                  </a:lnTo>
                  <a:lnTo>
                    <a:pt x="4655" y="275"/>
                  </a:lnTo>
                  <a:lnTo>
                    <a:pt x="4487" y="199"/>
                  </a:lnTo>
                  <a:lnTo>
                    <a:pt x="4319" y="153"/>
                  </a:lnTo>
                  <a:lnTo>
                    <a:pt x="4151" y="92"/>
                  </a:lnTo>
                  <a:lnTo>
                    <a:pt x="3984" y="61"/>
                  </a:lnTo>
                  <a:lnTo>
                    <a:pt x="3816" y="31"/>
                  </a:lnTo>
                  <a:lnTo>
                    <a:pt x="3480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5" name="Google Shape;5445;p63"/>
            <p:cNvSpPr/>
            <p:nvPr/>
          </p:nvSpPr>
          <p:spPr>
            <a:xfrm>
              <a:off x="6041250" y="2638875"/>
              <a:ext cx="17575" cy="9575"/>
            </a:xfrm>
            <a:custGeom>
              <a:avLst/>
              <a:gdLst/>
              <a:ahLst/>
              <a:cxnLst/>
              <a:rect l="l" t="t" r="r" b="b"/>
              <a:pathLst>
                <a:path w="703" h="383" extrusionOk="0">
                  <a:moveTo>
                    <a:pt x="244" y="1"/>
                  </a:moveTo>
                  <a:lnTo>
                    <a:pt x="153" y="16"/>
                  </a:lnTo>
                  <a:lnTo>
                    <a:pt x="76" y="62"/>
                  </a:lnTo>
                  <a:lnTo>
                    <a:pt x="15" y="123"/>
                  </a:lnTo>
                  <a:lnTo>
                    <a:pt x="0" y="169"/>
                  </a:lnTo>
                  <a:lnTo>
                    <a:pt x="0" y="214"/>
                  </a:lnTo>
                  <a:lnTo>
                    <a:pt x="15" y="245"/>
                  </a:lnTo>
                  <a:lnTo>
                    <a:pt x="31" y="291"/>
                  </a:lnTo>
                  <a:lnTo>
                    <a:pt x="92" y="321"/>
                  </a:lnTo>
                  <a:lnTo>
                    <a:pt x="168" y="352"/>
                  </a:lnTo>
                  <a:lnTo>
                    <a:pt x="229" y="367"/>
                  </a:lnTo>
                  <a:lnTo>
                    <a:pt x="305" y="367"/>
                  </a:lnTo>
                  <a:lnTo>
                    <a:pt x="427" y="382"/>
                  </a:lnTo>
                  <a:lnTo>
                    <a:pt x="565" y="382"/>
                  </a:lnTo>
                  <a:lnTo>
                    <a:pt x="611" y="367"/>
                  </a:lnTo>
                  <a:lnTo>
                    <a:pt x="656" y="352"/>
                  </a:lnTo>
                  <a:lnTo>
                    <a:pt x="702" y="291"/>
                  </a:lnTo>
                  <a:lnTo>
                    <a:pt x="702" y="245"/>
                  </a:lnTo>
                  <a:lnTo>
                    <a:pt x="702" y="184"/>
                  </a:lnTo>
                  <a:lnTo>
                    <a:pt x="672" y="138"/>
                  </a:lnTo>
                  <a:lnTo>
                    <a:pt x="595" y="77"/>
                  </a:lnTo>
                  <a:lnTo>
                    <a:pt x="519" y="31"/>
                  </a:lnTo>
                  <a:lnTo>
                    <a:pt x="427" y="16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6" name="Google Shape;5446;p63"/>
            <p:cNvSpPr/>
            <p:nvPr/>
          </p:nvSpPr>
          <p:spPr>
            <a:xfrm>
              <a:off x="5985925" y="2648425"/>
              <a:ext cx="17200" cy="11475"/>
            </a:xfrm>
            <a:custGeom>
              <a:avLst/>
              <a:gdLst/>
              <a:ahLst/>
              <a:cxnLst/>
              <a:rect l="l" t="t" r="r" b="b"/>
              <a:pathLst>
                <a:path w="688" h="459" extrusionOk="0">
                  <a:moveTo>
                    <a:pt x="382" y="0"/>
                  </a:moveTo>
                  <a:lnTo>
                    <a:pt x="306" y="31"/>
                  </a:lnTo>
                  <a:lnTo>
                    <a:pt x="214" y="61"/>
                  </a:lnTo>
                  <a:lnTo>
                    <a:pt x="138" y="107"/>
                  </a:lnTo>
                  <a:lnTo>
                    <a:pt x="61" y="168"/>
                  </a:lnTo>
                  <a:lnTo>
                    <a:pt x="16" y="245"/>
                  </a:lnTo>
                  <a:lnTo>
                    <a:pt x="0" y="306"/>
                  </a:lnTo>
                  <a:lnTo>
                    <a:pt x="0" y="351"/>
                  </a:lnTo>
                  <a:lnTo>
                    <a:pt x="16" y="412"/>
                  </a:lnTo>
                  <a:lnTo>
                    <a:pt x="61" y="443"/>
                  </a:lnTo>
                  <a:lnTo>
                    <a:pt x="122" y="458"/>
                  </a:lnTo>
                  <a:lnTo>
                    <a:pt x="168" y="458"/>
                  </a:lnTo>
                  <a:lnTo>
                    <a:pt x="428" y="367"/>
                  </a:lnTo>
                  <a:lnTo>
                    <a:pt x="489" y="351"/>
                  </a:lnTo>
                  <a:lnTo>
                    <a:pt x="550" y="321"/>
                  </a:lnTo>
                  <a:lnTo>
                    <a:pt x="611" y="275"/>
                  </a:lnTo>
                  <a:lnTo>
                    <a:pt x="657" y="229"/>
                  </a:lnTo>
                  <a:lnTo>
                    <a:pt x="687" y="199"/>
                  </a:lnTo>
                  <a:lnTo>
                    <a:pt x="687" y="153"/>
                  </a:lnTo>
                  <a:lnTo>
                    <a:pt x="672" y="107"/>
                  </a:lnTo>
                  <a:lnTo>
                    <a:pt x="641" y="61"/>
                  </a:lnTo>
                  <a:lnTo>
                    <a:pt x="565" y="31"/>
                  </a:lnTo>
                  <a:lnTo>
                    <a:pt x="4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7" name="Google Shape;5447;p63"/>
            <p:cNvSpPr/>
            <p:nvPr/>
          </p:nvSpPr>
          <p:spPr>
            <a:xfrm>
              <a:off x="6003475" y="2682750"/>
              <a:ext cx="6125" cy="17975"/>
            </a:xfrm>
            <a:custGeom>
              <a:avLst/>
              <a:gdLst/>
              <a:ahLst/>
              <a:cxnLst/>
              <a:rect l="l" t="t" r="r" b="b"/>
              <a:pathLst>
                <a:path w="245" h="719" extrusionOk="0">
                  <a:moveTo>
                    <a:pt x="183" y="1"/>
                  </a:moveTo>
                  <a:lnTo>
                    <a:pt x="168" y="16"/>
                  </a:lnTo>
                  <a:lnTo>
                    <a:pt x="168" y="31"/>
                  </a:lnTo>
                  <a:lnTo>
                    <a:pt x="199" y="230"/>
                  </a:lnTo>
                  <a:lnTo>
                    <a:pt x="199" y="321"/>
                  </a:lnTo>
                  <a:lnTo>
                    <a:pt x="183" y="413"/>
                  </a:lnTo>
                  <a:lnTo>
                    <a:pt x="168" y="504"/>
                  </a:lnTo>
                  <a:lnTo>
                    <a:pt x="122" y="596"/>
                  </a:lnTo>
                  <a:lnTo>
                    <a:pt x="77" y="657"/>
                  </a:lnTo>
                  <a:lnTo>
                    <a:pt x="0" y="703"/>
                  </a:lnTo>
                  <a:lnTo>
                    <a:pt x="0" y="718"/>
                  </a:lnTo>
                  <a:lnTo>
                    <a:pt x="46" y="703"/>
                  </a:lnTo>
                  <a:lnTo>
                    <a:pt x="92" y="672"/>
                  </a:lnTo>
                  <a:lnTo>
                    <a:pt x="168" y="611"/>
                  </a:lnTo>
                  <a:lnTo>
                    <a:pt x="214" y="520"/>
                  </a:lnTo>
                  <a:lnTo>
                    <a:pt x="229" y="413"/>
                  </a:lnTo>
                  <a:lnTo>
                    <a:pt x="245" y="306"/>
                  </a:lnTo>
                  <a:lnTo>
                    <a:pt x="229" y="199"/>
                  </a:lnTo>
                  <a:lnTo>
                    <a:pt x="214" y="9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8" name="Google Shape;5448;p63"/>
            <p:cNvSpPr/>
            <p:nvPr/>
          </p:nvSpPr>
          <p:spPr>
            <a:xfrm>
              <a:off x="5994325" y="2676650"/>
              <a:ext cx="14900" cy="21400"/>
            </a:xfrm>
            <a:custGeom>
              <a:avLst/>
              <a:gdLst/>
              <a:ahLst/>
              <a:cxnLst/>
              <a:rect l="l" t="t" r="r" b="b"/>
              <a:pathLst>
                <a:path w="596" h="856" extrusionOk="0">
                  <a:moveTo>
                    <a:pt x="275" y="1"/>
                  </a:moveTo>
                  <a:lnTo>
                    <a:pt x="199" y="16"/>
                  </a:lnTo>
                  <a:lnTo>
                    <a:pt x="137" y="46"/>
                  </a:lnTo>
                  <a:lnTo>
                    <a:pt x="92" y="92"/>
                  </a:lnTo>
                  <a:lnTo>
                    <a:pt x="61" y="153"/>
                  </a:lnTo>
                  <a:lnTo>
                    <a:pt x="31" y="214"/>
                  </a:lnTo>
                  <a:lnTo>
                    <a:pt x="15" y="291"/>
                  </a:lnTo>
                  <a:lnTo>
                    <a:pt x="0" y="367"/>
                  </a:lnTo>
                  <a:lnTo>
                    <a:pt x="0" y="443"/>
                  </a:lnTo>
                  <a:lnTo>
                    <a:pt x="15" y="535"/>
                  </a:lnTo>
                  <a:lnTo>
                    <a:pt x="31" y="596"/>
                  </a:lnTo>
                  <a:lnTo>
                    <a:pt x="61" y="672"/>
                  </a:lnTo>
                  <a:lnTo>
                    <a:pt x="107" y="733"/>
                  </a:lnTo>
                  <a:lnTo>
                    <a:pt x="153" y="779"/>
                  </a:lnTo>
                  <a:lnTo>
                    <a:pt x="199" y="825"/>
                  </a:lnTo>
                  <a:lnTo>
                    <a:pt x="275" y="840"/>
                  </a:lnTo>
                  <a:lnTo>
                    <a:pt x="336" y="855"/>
                  </a:lnTo>
                  <a:lnTo>
                    <a:pt x="412" y="840"/>
                  </a:lnTo>
                  <a:lnTo>
                    <a:pt x="458" y="809"/>
                  </a:lnTo>
                  <a:lnTo>
                    <a:pt x="504" y="764"/>
                  </a:lnTo>
                  <a:lnTo>
                    <a:pt x="549" y="703"/>
                  </a:lnTo>
                  <a:lnTo>
                    <a:pt x="565" y="642"/>
                  </a:lnTo>
                  <a:lnTo>
                    <a:pt x="580" y="565"/>
                  </a:lnTo>
                  <a:lnTo>
                    <a:pt x="595" y="489"/>
                  </a:lnTo>
                  <a:lnTo>
                    <a:pt x="595" y="413"/>
                  </a:lnTo>
                  <a:lnTo>
                    <a:pt x="549" y="260"/>
                  </a:lnTo>
                  <a:lnTo>
                    <a:pt x="534" y="184"/>
                  </a:lnTo>
                  <a:lnTo>
                    <a:pt x="488" y="123"/>
                  </a:lnTo>
                  <a:lnTo>
                    <a:pt x="443" y="77"/>
                  </a:lnTo>
                  <a:lnTo>
                    <a:pt x="397" y="31"/>
                  </a:lnTo>
                  <a:lnTo>
                    <a:pt x="336" y="16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9" name="Google Shape;5449;p63"/>
            <p:cNvSpPr/>
            <p:nvPr/>
          </p:nvSpPr>
          <p:spPr>
            <a:xfrm>
              <a:off x="5984775" y="2678175"/>
              <a:ext cx="13750" cy="9575"/>
            </a:xfrm>
            <a:custGeom>
              <a:avLst/>
              <a:gdLst/>
              <a:ahLst/>
              <a:cxnLst/>
              <a:rect l="l" t="t" r="r" b="b"/>
              <a:pathLst>
                <a:path w="550" h="383" extrusionOk="0">
                  <a:moveTo>
                    <a:pt x="519" y="1"/>
                  </a:moveTo>
                  <a:lnTo>
                    <a:pt x="504" y="16"/>
                  </a:lnTo>
                  <a:lnTo>
                    <a:pt x="397" y="107"/>
                  </a:lnTo>
                  <a:lnTo>
                    <a:pt x="336" y="153"/>
                  </a:lnTo>
                  <a:lnTo>
                    <a:pt x="275" y="169"/>
                  </a:lnTo>
                  <a:lnTo>
                    <a:pt x="214" y="169"/>
                  </a:lnTo>
                  <a:lnTo>
                    <a:pt x="138" y="138"/>
                  </a:lnTo>
                  <a:lnTo>
                    <a:pt x="77" y="92"/>
                  </a:lnTo>
                  <a:lnTo>
                    <a:pt x="16" y="46"/>
                  </a:lnTo>
                  <a:lnTo>
                    <a:pt x="1" y="31"/>
                  </a:lnTo>
                  <a:lnTo>
                    <a:pt x="1" y="46"/>
                  </a:lnTo>
                  <a:lnTo>
                    <a:pt x="31" y="169"/>
                  </a:lnTo>
                  <a:lnTo>
                    <a:pt x="46" y="230"/>
                  </a:lnTo>
                  <a:lnTo>
                    <a:pt x="77" y="275"/>
                  </a:lnTo>
                  <a:lnTo>
                    <a:pt x="107" y="321"/>
                  </a:lnTo>
                  <a:lnTo>
                    <a:pt x="153" y="352"/>
                  </a:lnTo>
                  <a:lnTo>
                    <a:pt x="214" y="367"/>
                  </a:lnTo>
                  <a:lnTo>
                    <a:pt x="275" y="382"/>
                  </a:lnTo>
                  <a:lnTo>
                    <a:pt x="336" y="367"/>
                  </a:lnTo>
                  <a:lnTo>
                    <a:pt x="382" y="352"/>
                  </a:lnTo>
                  <a:lnTo>
                    <a:pt x="428" y="321"/>
                  </a:lnTo>
                  <a:lnTo>
                    <a:pt x="474" y="291"/>
                  </a:lnTo>
                  <a:lnTo>
                    <a:pt x="504" y="230"/>
                  </a:lnTo>
                  <a:lnTo>
                    <a:pt x="519" y="184"/>
                  </a:lnTo>
                  <a:lnTo>
                    <a:pt x="550" y="62"/>
                  </a:lnTo>
                  <a:lnTo>
                    <a:pt x="550" y="31"/>
                  </a:lnTo>
                  <a:lnTo>
                    <a:pt x="535" y="16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0" name="Google Shape;5450;p63"/>
            <p:cNvSpPr/>
            <p:nvPr/>
          </p:nvSpPr>
          <p:spPr>
            <a:xfrm>
              <a:off x="6045825" y="2675125"/>
              <a:ext cx="8800" cy="16425"/>
            </a:xfrm>
            <a:custGeom>
              <a:avLst/>
              <a:gdLst/>
              <a:ahLst/>
              <a:cxnLst/>
              <a:rect l="l" t="t" r="r" b="b"/>
              <a:pathLst>
                <a:path w="352" h="657" extrusionOk="0">
                  <a:moveTo>
                    <a:pt x="0" y="1"/>
                  </a:moveTo>
                  <a:lnTo>
                    <a:pt x="0" y="107"/>
                  </a:lnTo>
                  <a:lnTo>
                    <a:pt x="0" y="214"/>
                  </a:lnTo>
                  <a:lnTo>
                    <a:pt x="16" y="321"/>
                  </a:lnTo>
                  <a:lnTo>
                    <a:pt x="61" y="428"/>
                  </a:lnTo>
                  <a:lnTo>
                    <a:pt x="107" y="519"/>
                  </a:lnTo>
                  <a:lnTo>
                    <a:pt x="168" y="596"/>
                  </a:lnTo>
                  <a:lnTo>
                    <a:pt x="244" y="642"/>
                  </a:lnTo>
                  <a:lnTo>
                    <a:pt x="305" y="657"/>
                  </a:lnTo>
                  <a:lnTo>
                    <a:pt x="351" y="657"/>
                  </a:lnTo>
                  <a:lnTo>
                    <a:pt x="351" y="642"/>
                  </a:lnTo>
                  <a:lnTo>
                    <a:pt x="275" y="611"/>
                  </a:lnTo>
                  <a:lnTo>
                    <a:pt x="199" y="565"/>
                  </a:lnTo>
                  <a:lnTo>
                    <a:pt x="153" y="489"/>
                  </a:lnTo>
                  <a:lnTo>
                    <a:pt x="107" y="413"/>
                  </a:lnTo>
                  <a:lnTo>
                    <a:pt x="77" y="321"/>
                  </a:lnTo>
                  <a:lnTo>
                    <a:pt x="46" y="229"/>
                  </a:lnTo>
                  <a:lnTo>
                    <a:pt x="31" y="31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1" name="Google Shape;5451;p63"/>
            <p:cNvSpPr/>
            <p:nvPr/>
          </p:nvSpPr>
          <p:spPr>
            <a:xfrm>
              <a:off x="6045825" y="2667500"/>
              <a:ext cx="14525" cy="21000"/>
            </a:xfrm>
            <a:custGeom>
              <a:avLst/>
              <a:gdLst/>
              <a:ahLst/>
              <a:cxnLst/>
              <a:rect l="l" t="t" r="r" b="b"/>
              <a:pathLst>
                <a:path w="581" h="840" extrusionOk="0">
                  <a:moveTo>
                    <a:pt x="199" y="0"/>
                  </a:moveTo>
                  <a:lnTo>
                    <a:pt x="138" y="31"/>
                  </a:lnTo>
                  <a:lnTo>
                    <a:pt x="92" y="61"/>
                  </a:lnTo>
                  <a:lnTo>
                    <a:pt x="46" y="122"/>
                  </a:lnTo>
                  <a:lnTo>
                    <a:pt x="31" y="168"/>
                  </a:lnTo>
                  <a:lnTo>
                    <a:pt x="0" y="245"/>
                  </a:lnTo>
                  <a:lnTo>
                    <a:pt x="0" y="321"/>
                  </a:lnTo>
                  <a:lnTo>
                    <a:pt x="0" y="473"/>
                  </a:lnTo>
                  <a:lnTo>
                    <a:pt x="16" y="550"/>
                  </a:lnTo>
                  <a:lnTo>
                    <a:pt x="46" y="626"/>
                  </a:lnTo>
                  <a:lnTo>
                    <a:pt x="77" y="687"/>
                  </a:lnTo>
                  <a:lnTo>
                    <a:pt x="122" y="748"/>
                  </a:lnTo>
                  <a:lnTo>
                    <a:pt x="168" y="794"/>
                  </a:lnTo>
                  <a:lnTo>
                    <a:pt x="214" y="824"/>
                  </a:lnTo>
                  <a:lnTo>
                    <a:pt x="290" y="840"/>
                  </a:lnTo>
                  <a:lnTo>
                    <a:pt x="351" y="840"/>
                  </a:lnTo>
                  <a:lnTo>
                    <a:pt x="412" y="824"/>
                  </a:lnTo>
                  <a:lnTo>
                    <a:pt x="473" y="779"/>
                  </a:lnTo>
                  <a:lnTo>
                    <a:pt x="519" y="733"/>
                  </a:lnTo>
                  <a:lnTo>
                    <a:pt x="550" y="672"/>
                  </a:lnTo>
                  <a:lnTo>
                    <a:pt x="580" y="596"/>
                  </a:lnTo>
                  <a:lnTo>
                    <a:pt x="580" y="519"/>
                  </a:lnTo>
                  <a:lnTo>
                    <a:pt x="580" y="443"/>
                  </a:lnTo>
                  <a:lnTo>
                    <a:pt x="580" y="367"/>
                  </a:lnTo>
                  <a:lnTo>
                    <a:pt x="565" y="290"/>
                  </a:lnTo>
                  <a:lnTo>
                    <a:pt x="534" y="214"/>
                  </a:lnTo>
                  <a:lnTo>
                    <a:pt x="504" y="153"/>
                  </a:lnTo>
                  <a:lnTo>
                    <a:pt x="458" y="92"/>
                  </a:lnTo>
                  <a:lnTo>
                    <a:pt x="397" y="46"/>
                  </a:lnTo>
                  <a:lnTo>
                    <a:pt x="351" y="16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2" name="Google Shape;5452;p63"/>
            <p:cNvSpPr/>
            <p:nvPr/>
          </p:nvSpPr>
          <p:spPr>
            <a:xfrm>
              <a:off x="6054600" y="2665975"/>
              <a:ext cx="12225" cy="9950"/>
            </a:xfrm>
            <a:custGeom>
              <a:avLst/>
              <a:gdLst/>
              <a:ahLst/>
              <a:cxnLst/>
              <a:rect l="l" t="t" r="r" b="b"/>
              <a:pathLst>
                <a:path w="489" h="398" extrusionOk="0">
                  <a:moveTo>
                    <a:pt x="458" y="0"/>
                  </a:moveTo>
                  <a:lnTo>
                    <a:pt x="412" y="77"/>
                  </a:lnTo>
                  <a:lnTo>
                    <a:pt x="367" y="138"/>
                  </a:lnTo>
                  <a:lnTo>
                    <a:pt x="321" y="183"/>
                  </a:lnTo>
                  <a:lnTo>
                    <a:pt x="260" y="199"/>
                  </a:lnTo>
                  <a:lnTo>
                    <a:pt x="199" y="199"/>
                  </a:lnTo>
                  <a:lnTo>
                    <a:pt x="153" y="168"/>
                  </a:lnTo>
                  <a:lnTo>
                    <a:pt x="31" y="107"/>
                  </a:lnTo>
                  <a:lnTo>
                    <a:pt x="16" y="107"/>
                  </a:lnTo>
                  <a:lnTo>
                    <a:pt x="0" y="122"/>
                  </a:lnTo>
                  <a:lnTo>
                    <a:pt x="0" y="138"/>
                  </a:lnTo>
                  <a:lnTo>
                    <a:pt x="0" y="153"/>
                  </a:lnTo>
                  <a:lnTo>
                    <a:pt x="61" y="275"/>
                  </a:lnTo>
                  <a:lnTo>
                    <a:pt x="122" y="351"/>
                  </a:lnTo>
                  <a:lnTo>
                    <a:pt x="168" y="382"/>
                  </a:lnTo>
                  <a:lnTo>
                    <a:pt x="214" y="397"/>
                  </a:lnTo>
                  <a:lnTo>
                    <a:pt x="321" y="397"/>
                  </a:lnTo>
                  <a:lnTo>
                    <a:pt x="367" y="367"/>
                  </a:lnTo>
                  <a:lnTo>
                    <a:pt x="412" y="336"/>
                  </a:lnTo>
                  <a:lnTo>
                    <a:pt x="443" y="290"/>
                  </a:lnTo>
                  <a:lnTo>
                    <a:pt x="458" y="229"/>
                  </a:lnTo>
                  <a:lnTo>
                    <a:pt x="489" y="122"/>
                  </a:lnTo>
                  <a:lnTo>
                    <a:pt x="4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3" name="Google Shape;5453;p63"/>
            <p:cNvSpPr/>
            <p:nvPr/>
          </p:nvSpPr>
          <p:spPr>
            <a:xfrm>
              <a:off x="6014925" y="2732350"/>
              <a:ext cx="13375" cy="5750"/>
            </a:xfrm>
            <a:custGeom>
              <a:avLst/>
              <a:gdLst/>
              <a:ahLst/>
              <a:cxnLst/>
              <a:rect l="l" t="t" r="r" b="b"/>
              <a:pathLst>
                <a:path w="535" h="230" extrusionOk="0">
                  <a:moveTo>
                    <a:pt x="15" y="1"/>
                  </a:moveTo>
                  <a:lnTo>
                    <a:pt x="0" y="16"/>
                  </a:lnTo>
                  <a:lnTo>
                    <a:pt x="31" y="92"/>
                  </a:lnTo>
                  <a:lnTo>
                    <a:pt x="76" y="153"/>
                  </a:lnTo>
                  <a:lnTo>
                    <a:pt x="138" y="199"/>
                  </a:lnTo>
                  <a:lnTo>
                    <a:pt x="214" y="230"/>
                  </a:lnTo>
                  <a:lnTo>
                    <a:pt x="321" y="230"/>
                  </a:lnTo>
                  <a:lnTo>
                    <a:pt x="397" y="199"/>
                  </a:lnTo>
                  <a:lnTo>
                    <a:pt x="473" y="138"/>
                  </a:lnTo>
                  <a:lnTo>
                    <a:pt x="534" y="62"/>
                  </a:lnTo>
                  <a:lnTo>
                    <a:pt x="412" y="123"/>
                  </a:lnTo>
                  <a:lnTo>
                    <a:pt x="260" y="153"/>
                  </a:lnTo>
                  <a:lnTo>
                    <a:pt x="199" y="138"/>
                  </a:lnTo>
                  <a:lnTo>
                    <a:pt x="138" y="107"/>
                  </a:lnTo>
                  <a:lnTo>
                    <a:pt x="31" y="1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4" name="Google Shape;5454;p63"/>
            <p:cNvSpPr/>
            <p:nvPr/>
          </p:nvSpPr>
          <p:spPr>
            <a:xfrm>
              <a:off x="6018350" y="2642700"/>
              <a:ext cx="32825" cy="79375"/>
            </a:xfrm>
            <a:custGeom>
              <a:avLst/>
              <a:gdLst/>
              <a:ahLst/>
              <a:cxnLst/>
              <a:rect l="l" t="t" r="r" b="b"/>
              <a:pathLst>
                <a:path w="1313" h="3175" extrusionOk="0">
                  <a:moveTo>
                    <a:pt x="458" y="0"/>
                  </a:moveTo>
                  <a:lnTo>
                    <a:pt x="443" y="16"/>
                  </a:lnTo>
                  <a:lnTo>
                    <a:pt x="443" y="31"/>
                  </a:lnTo>
                  <a:lnTo>
                    <a:pt x="504" y="336"/>
                  </a:lnTo>
                  <a:lnTo>
                    <a:pt x="596" y="626"/>
                  </a:lnTo>
                  <a:lnTo>
                    <a:pt x="779" y="1221"/>
                  </a:lnTo>
                  <a:lnTo>
                    <a:pt x="962" y="1801"/>
                  </a:lnTo>
                  <a:lnTo>
                    <a:pt x="1038" y="2106"/>
                  </a:lnTo>
                  <a:lnTo>
                    <a:pt x="1115" y="2396"/>
                  </a:lnTo>
                  <a:lnTo>
                    <a:pt x="901" y="2366"/>
                  </a:lnTo>
                  <a:lnTo>
                    <a:pt x="687" y="2351"/>
                  </a:lnTo>
                  <a:lnTo>
                    <a:pt x="687" y="2381"/>
                  </a:lnTo>
                  <a:lnTo>
                    <a:pt x="703" y="2457"/>
                  </a:lnTo>
                  <a:lnTo>
                    <a:pt x="764" y="2671"/>
                  </a:lnTo>
                  <a:lnTo>
                    <a:pt x="825" y="2885"/>
                  </a:lnTo>
                  <a:lnTo>
                    <a:pt x="855" y="3007"/>
                  </a:lnTo>
                  <a:lnTo>
                    <a:pt x="641" y="3022"/>
                  </a:lnTo>
                  <a:lnTo>
                    <a:pt x="428" y="3007"/>
                  </a:lnTo>
                  <a:lnTo>
                    <a:pt x="229" y="2961"/>
                  </a:lnTo>
                  <a:lnTo>
                    <a:pt x="31" y="2885"/>
                  </a:lnTo>
                  <a:lnTo>
                    <a:pt x="1" y="2885"/>
                  </a:lnTo>
                  <a:lnTo>
                    <a:pt x="1" y="2900"/>
                  </a:lnTo>
                  <a:lnTo>
                    <a:pt x="1" y="2915"/>
                  </a:lnTo>
                  <a:lnTo>
                    <a:pt x="92" y="2991"/>
                  </a:lnTo>
                  <a:lnTo>
                    <a:pt x="199" y="3053"/>
                  </a:lnTo>
                  <a:lnTo>
                    <a:pt x="306" y="3114"/>
                  </a:lnTo>
                  <a:lnTo>
                    <a:pt x="413" y="3144"/>
                  </a:lnTo>
                  <a:lnTo>
                    <a:pt x="535" y="3159"/>
                  </a:lnTo>
                  <a:lnTo>
                    <a:pt x="657" y="3175"/>
                  </a:lnTo>
                  <a:lnTo>
                    <a:pt x="764" y="3159"/>
                  </a:lnTo>
                  <a:lnTo>
                    <a:pt x="886" y="3129"/>
                  </a:lnTo>
                  <a:lnTo>
                    <a:pt x="962" y="3114"/>
                  </a:lnTo>
                  <a:lnTo>
                    <a:pt x="992" y="3098"/>
                  </a:lnTo>
                  <a:lnTo>
                    <a:pt x="992" y="3083"/>
                  </a:lnTo>
                  <a:lnTo>
                    <a:pt x="962" y="2930"/>
                  </a:lnTo>
                  <a:lnTo>
                    <a:pt x="931" y="2732"/>
                  </a:lnTo>
                  <a:lnTo>
                    <a:pt x="870" y="2518"/>
                  </a:lnTo>
                  <a:lnTo>
                    <a:pt x="977" y="2549"/>
                  </a:lnTo>
                  <a:lnTo>
                    <a:pt x="1130" y="2579"/>
                  </a:lnTo>
                  <a:lnTo>
                    <a:pt x="1267" y="2579"/>
                  </a:lnTo>
                  <a:lnTo>
                    <a:pt x="1313" y="2564"/>
                  </a:lnTo>
                  <a:lnTo>
                    <a:pt x="1313" y="2549"/>
                  </a:lnTo>
                  <a:lnTo>
                    <a:pt x="1313" y="2534"/>
                  </a:lnTo>
                  <a:lnTo>
                    <a:pt x="1160" y="1908"/>
                  </a:lnTo>
                  <a:lnTo>
                    <a:pt x="962" y="1267"/>
                  </a:lnTo>
                  <a:lnTo>
                    <a:pt x="855" y="947"/>
                  </a:lnTo>
                  <a:lnTo>
                    <a:pt x="748" y="626"/>
                  </a:lnTo>
                  <a:lnTo>
                    <a:pt x="626" y="321"/>
                  </a:lnTo>
                  <a:lnTo>
                    <a:pt x="489" y="16"/>
                  </a:lnTo>
                  <a:lnTo>
                    <a:pt x="4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5" name="Google Shape;5455;p63"/>
            <p:cNvSpPr/>
            <p:nvPr/>
          </p:nvSpPr>
          <p:spPr>
            <a:xfrm>
              <a:off x="6017975" y="2714425"/>
              <a:ext cx="22150" cy="16050"/>
            </a:xfrm>
            <a:custGeom>
              <a:avLst/>
              <a:gdLst/>
              <a:ahLst/>
              <a:cxnLst/>
              <a:rect l="l" t="t" r="r" b="b"/>
              <a:pathLst>
                <a:path w="886" h="642" extrusionOk="0">
                  <a:moveTo>
                    <a:pt x="31" y="0"/>
                  </a:moveTo>
                  <a:lnTo>
                    <a:pt x="0" y="138"/>
                  </a:lnTo>
                  <a:lnTo>
                    <a:pt x="0" y="275"/>
                  </a:lnTo>
                  <a:lnTo>
                    <a:pt x="0" y="397"/>
                  </a:lnTo>
                  <a:lnTo>
                    <a:pt x="16" y="458"/>
                  </a:lnTo>
                  <a:lnTo>
                    <a:pt x="46" y="519"/>
                  </a:lnTo>
                  <a:lnTo>
                    <a:pt x="77" y="565"/>
                  </a:lnTo>
                  <a:lnTo>
                    <a:pt x="122" y="611"/>
                  </a:lnTo>
                  <a:lnTo>
                    <a:pt x="183" y="626"/>
                  </a:lnTo>
                  <a:lnTo>
                    <a:pt x="260" y="641"/>
                  </a:lnTo>
                  <a:lnTo>
                    <a:pt x="336" y="626"/>
                  </a:lnTo>
                  <a:lnTo>
                    <a:pt x="412" y="611"/>
                  </a:lnTo>
                  <a:lnTo>
                    <a:pt x="473" y="596"/>
                  </a:lnTo>
                  <a:lnTo>
                    <a:pt x="550" y="550"/>
                  </a:lnTo>
                  <a:lnTo>
                    <a:pt x="656" y="473"/>
                  </a:lnTo>
                  <a:lnTo>
                    <a:pt x="748" y="367"/>
                  </a:lnTo>
                  <a:lnTo>
                    <a:pt x="824" y="260"/>
                  </a:lnTo>
                  <a:lnTo>
                    <a:pt x="885" y="138"/>
                  </a:lnTo>
                  <a:lnTo>
                    <a:pt x="672" y="153"/>
                  </a:lnTo>
                  <a:lnTo>
                    <a:pt x="443" y="138"/>
                  </a:lnTo>
                  <a:lnTo>
                    <a:pt x="229" y="9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6" name="Google Shape;5456;p63"/>
            <p:cNvSpPr/>
            <p:nvPr/>
          </p:nvSpPr>
          <p:spPr>
            <a:xfrm>
              <a:off x="6017975" y="2721300"/>
              <a:ext cx="13750" cy="9175"/>
            </a:xfrm>
            <a:custGeom>
              <a:avLst/>
              <a:gdLst/>
              <a:ahLst/>
              <a:cxnLst/>
              <a:rect l="l" t="t" r="r" b="b"/>
              <a:pathLst>
                <a:path w="550" h="367" extrusionOk="0">
                  <a:moveTo>
                    <a:pt x="0" y="0"/>
                  </a:moveTo>
                  <a:lnTo>
                    <a:pt x="0" y="137"/>
                  </a:lnTo>
                  <a:lnTo>
                    <a:pt x="16" y="198"/>
                  </a:lnTo>
                  <a:lnTo>
                    <a:pt x="46" y="244"/>
                  </a:lnTo>
                  <a:lnTo>
                    <a:pt x="77" y="305"/>
                  </a:lnTo>
                  <a:lnTo>
                    <a:pt x="122" y="336"/>
                  </a:lnTo>
                  <a:lnTo>
                    <a:pt x="183" y="366"/>
                  </a:lnTo>
                  <a:lnTo>
                    <a:pt x="336" y="366"/>
                  </a:lnTo>
                  <a:lnTo>
                    <a:pt x="412" y="351"/>
                  </a:lnTo>
                  <a:lnTo>
                    <a:pt x="473" y="321"/>
                  </a:lnTo>
                  <a:lnTo>
                    <a:pt x="550" y="290"/>
                  </a:lnTo>
                  <a:lnTo>
                    <a:pt x="504" y="214"/>
                  </a:lnTo>
                  <a:lnTo>
                    <a:pt x="443" y="153"/>
                  </a:lnTo>
                  <a:lnTo>
                    <a:pt x="382" y="92"/>
                  </a:lnTo>
                  <a:lnTo>
                    <a:pt x="321" y="46"/>
                  </a:lnTo>
                  <a:lnTo>
                    <a:pt x="244" y="15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FF9A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7" name="Google Shape;5457;p63"/>
            <p:cNvSpPr/>
            <p:nvPr/>
          </p:nvSpPr>
          <p:spPr>
            <a:xfrm>
              <a:off x="5896650" y="2558000"/>
              <a:ext cx="181625" cy="147675"/>
            </a:xfrm>
            <a:custGeom>
              <a:avLst/>
              <a:gdLst/>
              <a:ahLst/>
              <a:cxnLst/>
              <a:rect l="l" t="t" r="r" b="b"/>
              <a:pathLst>
                <a:path w="7265" h="5907" extrusionOk="0">
                  <a:moveTo>
                    <a:pt x="3770" y="1"/>
                  </a:moveTo>
                  <a:lnTo>
                    <a:pt x="3434" y="16"/>
                  </a:lnTo>
                  <a:lnTo>
                    <a:pt x="3114" y="62"/>
                  </a:lnTo>
                  <a:lnTo>
                    <a:pt x="2778" y="138"/>
                  </a:lnTo>
                  <a:lnTo>
                    <a:pt x="2625" y="184"/>
                  </a:lnTo>
                  <a:lnTo>
                    <a:pt x="2457" y="245"/>
                  </a:lnTo>
                  <a:lnTo>
                    <a:pt x="2305" y="321"/>
                  </a:lnTo>
                  <a:lnTo>
                    <a:pt x="2152" y="397"/>
                  </a:lnTo>
                  <a:lnTo>
                    <a:pt x="2000" y="489"/>
                  </a:lnTo>
                  <a:lnTo>
                    <a:pt x="1862" y="581"/>
                  </a:lnTo>
                  <a:lnTo>
                    <a:pt x="1725" y="703"/>
                  </a:lnTo>
                  <a:lnTo>
                    <a:pt x="1588" y="809"/>
                  </a:lnTo>
                  <a:lnTo>
                    <a:pt x="1450" y="947"/>
                  </a:lnTo>
                  <a:lnTo>
                    <a:pt x="1328" y="1084"/>
                  </a:lnTo>
                  <a:lnTo>
                    <a:pt x="1206" y="1237"/>
                  </a:lnTo>
                  <a:lnTo>
                    <a:pt x="1099" y="1389"/>
                  </a:lnTo>
                  <a:lnTo>
                    <a:pt x="931" y="1527"/>
                  </a:lnTo>
                  <a:lnTo>
                    <a:pt x="763" y="1695"/>
                  </a:lnTo>
                  <a:lnTo>
                    <a:pt x="580" y="1923"/>
                  </a:lnTo>
                  <a:lnTo>
                    <a:pt x="474" y="2061"/>
                  </a:lnTo>
                  <a:lnTo>
                    <a:pt x="382" y="2198"/>
                  </a:lnTo>
                  <a:lnTo>
                    <a:pt x="290" y="2366"/>
                  </a:lnTo>
                  <a:lnTo>
                    <a:pt x="199" y="2534"/>
                  </a:lnTo>
                  <a:lnTo>
                    <a:pt x="123" y="2717"/>
                  </a:lnTo>
                  <a:lnTo>
                    <a:pt x="62" y="2900"/>
                  </a:lnTo>
                  <a:lnTo>
                    <a:pt x="31" y="3099"/>
                  </a:lnTo>
                  <a:lnTo>
                    <a:pt x="0" y="3312"/>
                  </a:lnTo>
                  <a:lnTo>
                    <a:pt x="0" y="3526"/>
                  </a:lnTo>
                  <a:lnTo>
                    <a:pt x="0" y="3755"/>
                  </a:lnTo>
                  <a:lnTo>
                    <a:pt x="31" y="3984"/>
                  </a:lnTo>
                  <a:lnTo>
                    <a:pt x="77" y="4213"/>
                  </a:lnTo>
                  <a:lnTo>
                    <a:pt x="123" y="4426"/>
                  </a:lnTo>
                  <a:lnTo>
                    <a:pt x="199" y="4655"/>
                  </a:lnTo>
                  <a:lnTo>
                    <a:pt x="275" y="4853"/>
                  </a:lnTo>
                  <a:lnTo>
                    <a:pt x="351" y="5052"/>
                  </a:lnTo>
                  <a:lnTo>
                    <a:pt x="443" y="5250"/>
                  </a:lnTo>
                  <a:lnTo>
                    <a:pt x="535" y="5418"/>
                  </a:lnTo>
                  <a:lnTo>
                    <a:pt x="641" y="5555"/>
                  </a:lnTo>
                  <a:lnTo>
                    <a:pt x="748" y="5693"/>
                  </a:lnTo>
                  <a:lnTo>
                    <a:pt x="855" y="5784"/>
                  </a:lnTo>
                  <a:lnTo>
                    <a:pt x="962" y="5861"/>
                  </a:lnTo>
                  <a:lnTo>
                    <a:pt x="1053" y="5906"/>
                  </a:lnTo>
                  <a:lnTo>
                    <a:pt x="1160" y="5906"/>
                  </a:lnTo>
                  <a:lnTo>
                    <a:pt x="1252" y="5891"/>
                  </a:lnTo>
                  <a:lnTo>
                    <a:pt x="1328" y="5861"/>
                  </a:lnTo>
                  <a:lnTo>
                    <a:pt x="1404" y="5815"/>
                  </a:lnTo>
                  <a:lnTo>
                    <a:pt x="1465" y="5754"/>
                  </a:lnTo>
                  <a:lnTo>
                    <a:pt x="1527" y="5677"/>
                  </a:lnTo>
                  <a:lnTo>
                    <a:pt x="1588" y="5586"/>
                  </a:lnTo>
                  <a:lnTo>
                    <a:pt x="1710" y="5388"/>
                  </a:lnTo>
                  <a:lnTo>
                    <a:pt x="1801" y="5159"/>
                  </a:lnTo>
                  <a:lnTo>
                    <a:pt x="1877" y="4899"/>
                  </a:lnTo>
                  <a:lnTo>
                    <a:pt x="1939" y="4625"/>
                  </a:lnTo>
                  <a:lnTo>
                    <a:pt x="2000" y="4335"/>
                  </a:lnTo>
                  <a:lnTo>
                    <a:pt x="2045" y="4045"/>
                  </a:lnTo>
                  <a:lnTo>
                    <a:pt x="2076" y="3770"/>
                  </a:lnTo>
                  <a:lnTo>
                    <a:pt x="2122" y="3236"/>
                  </a:lnTo>
                  <a:lnTo>
                    <a:pt x="2137" y="2824"/>
                  </a:lnTo>
                  <a:lnTo>
                    <a:pt x="2137" y="2580"/>
                  </a:lnTo>
                  <a:lnTo>
                    <a:pt x="2152" y="2900"/>
                  </a:lnTo>
                  <a:lnTo>
                    <a:pt x="2183" y="3373"/>
                  </a:lnTo>
                  <a:lnTo>
                    <a:pt x="2228" y="3816"/>
                  </a:lnTo>
                  <a:lnTo>
                    <a:pt x="2259" y="3953"/>
                  </a:lnTo>
                  <a:lnTo>
                    <a:pt x="2274" y="3999"/>
                  </a:lnTo>
                  <a:lnTo>
                    <a:pt x="2305" y="4029"/>
                  </a:lnTo>
                  <a:lnTo>
                    <a:pt x="2442" y="3999"/>
                  </a:lnTo>
                  <a:lnTo>
                    <a:pt x="2579" y="3938"/>
                  </a:lnTo>
                  <a:lnTo>
                    <a:pt x="2579" y="3739"/>
                  </a:lnTo>
                  <a:lnTo>
                    <a:pt x="2579" y="3526"/>
                  </a:lnTo>
                  <a:lnTo>
                    <a:pt x="2579" y="3511"/>
                  </a:lnTo>
                  <a:lnTo>
                    <a:pt x="2595" y="3526"/>
                  </a:lnTo>
                  <a:lnTo>
                    <a:pt x="2610" y="3602"/>
                  </a:lnTo>
                  <a:lnTo>
                    <a:pt x="2671" y="3907"/>
                  </a:lnTo>
                  <a:lnTo>
                    <a:pt x="2839" y="3846"/>
                  </a:lnTo>
                  <a:lnTo>
                    <a:pt x="2824" y="3633"/>
                  </a:lnTo>
                  <a:lnTo>
                    <a:pt x="2824" y="3404"/>
                  </a:lnTo>
                  <a:lnTo>
                    <a:pt x="2839" y="3175"/>
                  </a:lnTo>
                  <a:lnTo>
                    <a:pt x="2854" y="2961"/>
                  </a:lnTo>
                  <a:lnTo>
                    <a:pt x="2869" y="2946"/>
                  </a:lnTo>
                  <a:lnTo>
                    <a:pt x="2885" y="2976"/>
                  </a:lnTo>
                  <a:lnTo>
                    <a:pt x="2930" y="3160"/>
                  </a:lnTo>
                  <a:lnTo>
                    <a:pt x="2992" y="3434"/>
                  </a:lnTo>
                  <a:lnTo>
                    <a:pt x="3083" y="3770"/>
                  </a:lnTo>
                  <a:lnTo>
                    <a:pt x="3663" y="3556"/>
                  </a:lnTo>
                  <a:lnTo>
                    <a:pt x="4258" y="3388"/>
                  </a:lnTo>
                  <a:lnTo>
                    <a:pt x="4869" y="3251"/>
                  </a:lnTo>
                  <a:lnTo>
                    <a:pt x="5479" y="3160"/>
                  </a:lnTo>
                  <a:lnTo>
                    <a:pt x="5799" y="3129"/>
                  </a:lnTo>
                  <a:lnTo>
                    <a:pt x="6089" y="3114"/>
                  </a:lnTo>
                  <a:lnTo>
                    <a:pt x="6059" y="2854"/>
                  </a:lnTo>
                  <a:lnTo>
                    <a:pt x="6028" y="2641"/>
                  </a:lnTo>
                  <a:lnTo>
                    <a:pt x="6013" y="2488"/>
                  </a:lnTo>
                  <a:lnTo>
                    <a:pt x="6013" y="2473"/>
                  </a:lnTo>
                  <a:lnTo>
                    <a:pt x="6135" y="2793"/>
                  </a:lnTo>
                  <a:lnTo>
                    <a:pt x="6211" y="3114"/>
                  </a:lnTo>
                  <a:lnTo>
                    <a:pt x="6471" y="3114"/>
                  </a:lnTo>
                  <a:lnTo>
                    <a:pt x="6456" y="2915"/>
                  </a:lnTo>
                  <a:lnTo>
                    <a:pt x="6425" y="2702"/>
                  </a:lnTo>
                  <a:lnTo>
                    <a:pt x="6334" y="2305"/>
                  </a:lnTo>
                  <a:lnTo>
                    <a:pt x="6257" y="2030"/>
                  </a:lnTo>
                  <a:lnTo>
                    <a:pt x="6242" y="1969"/>
                  </a:lnTo>
                  <a:lnTo>
                    <a:pt x="6242" y="1954"/>
                  </a:lnTo>
                  <a:lnTo>
                    <a:pt x="6257" y="1969"/>
                  </a:lnTo>
                  <a:lnTo>
                    <a:pt x="6440" y="2244"/>
                  </a:lnTo>
                  <a:lnTo>
                    <a:pt x="6593" y="2534"/>
                  </a:lnTo>
                  <a:lnTo>
                    <a:pt x="6730" y="2824"/>
                  </a:lnTo>
                  <a:lnTo>
                    <a:pt x="6822" y="3129"/>
                  </a:lnTo>
                  <a:lnTo>
                    <a:pt x="7035" y="3160"/>
                  </a:lnTo>
                  <a:lnTo>
                    <a:pt x="7173" y="3190"/>
                  </a:lnTo>
                  <a:lnTo>
                    <a:pt x="7234" y="3190"/>
                  </a:lnTo>
                  <a:lnTo>
                    <a:pt x="7249" y="3175"/>
                  </a:lnTo>
                  <a:lnTo>
                    <a:pt x="7264" y="3144"/>
                  </a:lnTo>
                  <a:lnTo>
                    <a:pt x="7249" y="3037"/>
                  </a:lnTo>
                  <a:lnTo>
                    <a:pt x="7203" y="2824"/>
                  </a:lnTo>
                  <a:lnTo>
                    <a:pt x="7112" y="2549"/>
                  </a:lnTo>
                  <a:lnTo>
                    <a:pt x="6974" y="2213"/>
                  </a:lnTo>
                  <a:lnTo>
                    <a:pt x="6883" y="2030"/>
                  </a:lnTo>
                  <a:lnTo>
                    <a:pt x="6791" y="1847"/>
                  </a:lnTo>
                  <a:lnTo>
                    <a:pt x="6669" y="1649"/>
                  </a:lnTo>
                  <a:lnTo>
                    <a:pt x="6532" y="1466"/>
                  </a:lnTo>
                  <a:lnTo>
                    <a:pt x="6379" y="1267"/>
                  </a:lnTo>
                  <a:lnTo>
                    <a:pt x="6227" y="1084"/>
                  </a:lnTo>
                  <a:lnTo>
                    <a:pt x="6028" y="901"/>
                  </a:lnTo>
                  <a:lnTo>
                    <a:pt x="5830" y="718"/>
                  </a:lnTo>
                  <a:lnTo>
                    <a:pt x="5586" y="535"/>
                  </a:lnTo>
                  <a:lnTo>
                    <a:pt x="5326" y="382"/>
                  </a:lnTo>
                  <a:lnTo>
                    <a:pt x="5036" y="260"/>
                  </a:lnTo>
                  <a:lnTo>
                    <a:pt x="4731" y="153"/>
                  </a:lnTo>
                  <a:lnTo>
                    <a:pt x="4426" y="77"/>
                  </a:lnTo>
                  <a:lnTo>
                    <a:pt x="4090" y="31"/>
                  </a:lnTo>
                  <a:lnTo>
                    <a:pt x="37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8" name="Google Shape;5458;p63"/>
            <p:cNvSpPr/>
            <p:nvPr/>
          </p:nvSpPr>
          <p:spPr>
            <a:xfrm>
              <a:off x="5894750" y="2694200"/>
              <a:ext cx="48475" cy="57625"/>
            </a:xfrm>
            <a:custGeom>
              <a:avLst/>
              <a:gdLst/>
              <a:ahLst/>
              <a:cxnLst/>
              <a:rect l="l" t="t" r="r" b="b"/>
              <a:pathLst>
                <a:path w="1939" h="2305" extrusionOk="0">
                  <a:moveTo>
                    <a:pt x="366" y="1"/>
                  </a:moveTo>
                  <a:lnTo>
                    <a:pt x="260" y="16"/>
                  </a:lnTo>
                  <a:lnTo>
                    <a:pt x="168" y="77"/>
                  </a:lnTo>
                  <a:lnTo>
                    <a:pt x="122" y="107"/>
                  </a:lnTo>
                  <a:lnTo>
                    <a:pt x="92" y="153"/>
                  </a:lnTo>
                  <a:lnTo>
                    <a:pt x="31" y="260"/>
                  </a:lnTo>
                  <a:lnTo>
                    <a:pt x="15" y="397"/>
                  </a:lnTo>
                  <a:lnTo>
                    <a:pt x="0" y="535"/>
                  </a:lnTo>
                  <a:lnTo>
                    <a:pt x="31" y="703"/>
                  </a:lnTo>
                  <a:lnTo>
                    <a:pt x="61" y="870"/>
                  </a:lnTo>
                  <a:lnTo>
                    <a:pt x="122" y="1054"/>
                  </a:lnTo>
                  <a:lnTo>
                    <a:pt x="199" y="1237"/>
                  </a:lnTo>
                  <a:lnTo>
                    <a:pt x="290" y="1420"/>
                  </a:lnTo>
                  <a:lnTo>
                    <a:pt x="382" y="1588"/>
                  </a:lnTo>
                  <a:lnTo>
                    <a:pt x="489" y="1756"/>
                  </a:lnTo>
                  <a:lnTo>
                    <a:pt x="611" y="1908"/>
                  </a:lnTo>
                  <a:lnTo>
                    <a:pt x="733" y="2030"/>
                  </a:lnTo>
                  <a:lnTo>
                    <a:pt x="855" y="2152"/>
                  </a:lnTo>
                  <a:lnTo>
                    <a:pt x="977" y="2229"/>
                  </a:lnTo>
                  <a:lnTo>
                    <a:pt x="1099" y="2274"/>
                  </a:lnTo>
                  <a:lnTo>
                    <a:pt x="1236" y="2305"/>
                  </a:lnTo>
                  <a:lnTo>
                    <a:pt x="1358" y="2305"/>
                  </a:lnTo>
                  <a:lnTo>
                    <a:pt x="1480" y="2290"/>
                  </a:lnTo>
                  <a:lnTo>
                    <a:pt x="1603" y="2244"/>
                  </a:lnTo>
                  <a:lnTo>
                    <a:pt x="1709" y="2183"/>
                  </a:lnTo>
                  <a:lnTo>
                    <a:pt x="1801" y="2091"/>
                  </a:lnTo>
                  <a:lnTo>
                    <a:pt x="1877" y="1984"/>
                  </a:lnTo>
                  <a:lnTo>
                    <a:pt x="1938" y="1878"/>
                  </a:lnTo>
                  <a:lnTo>
                    <a:pt x="1938" y="1847"/>
                  </a:lnTo>
                  <a:lnTo>
                    <a:pt x="1618" y="840"/>
                  </a:lnTo>
                  <a:lnTo>
                    <a:pt x="1465" y="672"/>
                  </a:lnTo>
                  <a:lnTo>
                    <a:pt x="1297" y="504"/>
                  </a:lnTo>
                  <a:lnTo>
                    <a:pt x="1084" y="321"/>
                  </a:lnTo>
                  <a:lnTo>
                    <a:pt x="962" y="245"/>
                  </a:lnTo>
                  <a:lnTo>
                    <a:pt x="855" y="168"/>
                  </a:lnTo>
                  <a:lnTo>
                    <a:pt x="733" y="92"/>
                  </a:lnTo>
                  <a:lnTo>
                    <a:pt x="611" y="46"/>
                  </a:lnTo>
                  <a:lnTo>
                    <a:pt x="489" y="16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9" name="Google Shape;5459;p63"/>
            <p:cNvSpPr/>
            <p:nvPr/>
          </p:nvSpPr>
          <p:spPr>
            <a:xfrm>
              <a:off x="5904650" y="2707925"/>
              <a:ext cx="29800" cy="34375"/>
            </a:xfrm>
            <a:custGeom>
              <a:avLst/>
              <a:gdLst/>
              <a:ahLst/>
              <a:cxnLst/>
              <a:rect l="l" t="t" r="r" b="b"/>
              <a:pathLst>
                <a:path w="1192" h="1375" extrusionOk="0">
                  <a:moveTo>
                    <a:pt x="1" y="1"/>
                  </a:moveTo>
                  <a:lnTo>
                    <a:pt x="169" y="62"/>
                  </a:lnTo>
                  <a:lnTo>
                    <a:pt x="321" y="154"/>
                  </a:lnTo>
                  <a:lnTo>
                    <a:pt x="443" y="245"/>
                  </a:lnTo>
                  <a:lnTo>
                    <a:pt x="566" y="367"/>
                  </a:lnTo>
                  <a:lnTo>
                    <a:pt x="672" y="505"/>
                  </a:lnTo>
                  <a:lnTo>
                    <a:pt x="779" y="642"/>
                  </a:lnTo>
                  <a:lnTo>
                    <a:pt x="871" y="795"/>
                  </a:lnTo>
                  <a:lnTo>
                    <a:pt x="947" y="947"/>
                  </a:lnTo>
                  <a:lnTo>
                    <a:pt x="901" y="886"/>
                  </a:lnTo>
                  <a:lnTo>
                    <a:pt x="840" y="856"/>
                  </a:lnTo>
                  <a:lnTo>
                    <a:pt x="779" y="825"/>
                  </a:lnTo>
                  <a:lnTo>
                    <a:pt x="703" y="795"/>
                  </a:lnTo>
                  <a:lnTo>
                    <a:pt x="642" y="795"/>
                  </a:lnTo>
                  <a:lnTo>
                    <a:pt x="566" y="810"/>
                  </a:lnTo>
                  <a:lnTo>
                    <a:pt x="505" y="825"/>
                  </a:lnTo>
                  <a:lnTo>
                    <a:pt x="443" y="871"/>
                  </a:lnTo>
                  <a:lnTo>
                    <a:pt x="398" y="901"/>
                  </a:lnTo>
                  <a:lnTo>
                    <a:pt x="398" y="917"/>
                  </a:lnTo>
                  <a:lnTo>
                    <a:pt x="413" y="917"/>
                  </a:lnTo>
                  <a:lnTo>
                    <a:pt x="474" y="901"/>
                  </a:lnTo>
                  <a:lnTo>
                    <a:pt x="535" y="886"/>
                  </a:lnTo>
                  <a:lnTo>
                    <a:pt x="596" y="886"/>
                  </a:lnTo>
                  <a:lnTo>
                    <a:pt x="657" y="901"/>
                  </a:lnTo>
                  <a:lnTo>
                    <a:pt x="718" y="917"/>
                  </a:lnTo>
                  <a:lnTo>
                    <a:pt x="764" y="947"/>
                  </a:lnTo>
                  <a:lnTo>
                    <a:pt x="825" y="978"/>
                  </a:lnTo>
                  <a:lnTo>
                    <a:pt x="871" y="1023"/>
                  </a:lnTo>
                  <a:lnTo>
                    <a:pt x="993" y="1176"/>
                  </a:lnTo>
                  <a:lnTo>
                    <a:pt x="1115" y="1359"/>
                  </a:lnTo>
                  <a:lnTo>
                    <a:pt x="1130" y="1374"/>
                  </a:lnTo>
                  <a:lnTo>
                    <a:pt x="1161" y="1359"/>
                  </a:lnTo>
                  <a:lnTo>
                    <a:pt x="1191" y="1344"/>
                  </a:lnTo>
                  <a:lnTo>
                    <a:pt x="1191" y="1313"/>
                  </a:lnTo>
                  <a:lnTo>
                    <a:pt x="1176" y="1207"/>
                  </a:lnTo>
                  <a:lnTo>
                    <a:pt x="1145" y="1100"/>
                  </a:lnTo>
                  <a:lnTo>
                    <a:pt x="1069" y="871"/>
                  </a:lnTo>
                  <a:lnTo>
                    <a:pt x="947" y="657"/>
                  </a:lnTo>
                  <a:lnTo>
                    <a:pt x="810" y="444"/>
                  </a:lnTo>
                  <a:lnTo>
                    <a:pt x="718" y="352"/>
                  </a:lnTo>
                  <a:lnTo>
                    <a:pt x="627" y="260"/>
                  </a:lnTo>
                  <a:lnTo>
                    <a:pt x="535" y="184"/>
                  </a:lnTo>
                  <a:lnTo>
                    <a:pt x="443" y="123"/>
                  </a:lnTo>
                  <a:lnTo>
                    <a:pt x="337" y="77"/>
                  </a:lnTo>
                  <a:lnTo>
                    <a:pt x="230" y="31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0" name="Google Shape;5460;p63"/>
            <p:cNvSpPr/>
            <p:nvPr/>
          </p:nvSpPr>
          <p:spPr>
            <a:xfrm>
              <a:off x="6082450" y="2253550"/>
              <a:ext cx="321250" cy="295325"/>
            </a:xfrm>
            <a:custGeom>
              <a:avLst/>
              <a:gdLst/>
              <a:ahLst/>
              <a:cxnLst/>
              <a:rect l="l" t="t" r="r" b="b"/>
              <a:pathLst>
                <a:path w="12850" h="11813" extrusionOk="0">
                  <a:moveTo>
                    <a:pt x="6654" y="1"/>
                  </a:moveTo>
                  <a:lnTo>
                    <a:pt x="6364" y="31"/>
                  </a:lnTo>
                  <a:lnTo>
                    <a:pt x="6074" y="62"/>
                  </a:lnTo>
                  <a:lnTo>
                    <a:pt x="5784" y="108"/>
                  </a:lnTo>
                  <a:lnTo>
                    <a:pt x="5494" y="169"/>
                  </a:lnTo>
                  <a:lnTo>
                    <a:pt x="5219" y="245"/>
                  </a:lnTo>
                  <a:lnTo>
                    <a:pt x="4945" y="337"/>
                  </a:lnTo>
                  <a:lnTo>
                    <a:pt x="4685" y="443"/>
                  </a:lnTo>
                  <a:lnTo>
                    <a:pt x="4426" y="566"/>
                  </a:lnTo>
                  <a:lnTo>
                    <a:pt x="4166" y="688"/>
                  </a:lnTo>
                  <a:lnTo>
                    <a:pt x="3922" y="825"/>
                  </a:lnTo>
                  <a:lnTo>
                    <a:pt x="3678" y="978"/>
                  </a:lnTo>
                  <a:lnTo>
                    <a:pt x="3449" y="1145"/>
                  </a:lnTo>
                  <a:lnTo>
                    <a:pt x="3220" y="1313"/>
                  </a:lnTo>
                  <a:lnTo>
                    <a:pt x="3007" y="1496"/>
                  </a:lnTo>
                  <a:lnTo>
                    <a:pt x="2793" y="1695"/>
                  </a:lnTo>
                  <a:lnTo>
                    <a:pt x="2610" y="1893"/>
                  </a:lnTo>
                  <a:lnTo>
                    <a:pt x="2411" y="2107"/>
                  </a:lnTo>
                  <a:lnTo>
                    <a:pt x="2244" y="2336"/>
                  </a:lnTo>
                  <a:lnTo>
                    <a:pt x="2076" y="2565"/>
                  </a:lnTo>
                  <a:lnTo>
                    <a:pt x="1908" y="2809"/>
                  </a:lnTo>
                  <a:lnTo>
                    <a:pt x="1770" y="3053"/>
                  </a:lnTo>
                  <a:lnTo>
                    <a:pt x="1633" y="3312"/>
                  </a:lnTo>
                  <a:lnTo>
                    <a:pt x="1511" y="3572"/>
                  </a:lnTo>
                  <a:lnTo>
                    <a:pt x="1404" y="3847"/>
                  </a:lnTo>
                  <a:lnTo>
                    <a:pt x="1313" y="4121"/>
                  </a:lnTo>
                  <a:lnTo>
                    <a:pt x="1236" y="4396"/>
                  </a:lnTo>
                  <a:lnTo>
                    <a:pt x="1160" y="4701"/>
                  </a:lnTo>
                  <a:lnTo>
                    <a:pt x="1114" y="4991"/>
                  </a:lnTo>
                  <a:lnTo>
                    <a:pt x="1068" y="5296"/>
                  </a:lnTo>
                  <a:lnTo>
                    <a:pt x="1038" y="5647"/>
                  </a:lnTo>
                  <a:lnTo>
                    <a:pt x="1038" y="6014"/>
                  </a:lnTo>
                  <a:lnTo>
                    <a:pt x="1053" y="6380"/>
                  </a:lnTo>
                  <a:lnTo>
                    <a:pt x="1099" y="6746"/>
                  </a:lnTo>
                  <a:lnTo>
                    <a:pt x="1160" y="7097"/>
                  </a:lnTo>
                  <a:lnTo>
                    <a:pt x="1236" y="7448"/>
                  </a:lnTo>
                  <a:lnTo>
                    <a:pt x="1343" y="7799"/>
                  </a:lnTo>
                  <a:lnTo>
                    <a:pt x="1465" y="8135"/>
                  </a:lnTo>
                  <a:lnTo>
                    <a:pt x="0" y="10683"/>
                  </a:lnTo>
                  <a:lnTo>
                    <a:pt x="2946" y="10256"/>
                  </a:lnTo>
                  <a:lnTo>
                    <a:pt x="3129" y="10408"/>
                  </a:lnTo>
                  <a:lnTo>
                    <a:pt x="3312" y="10561"/>
                  </a:lnTo>
                  <a:lnTo>
                    <a:pt x="3510" y="10698"/>
                  </a:lnTo>
                  <a:lnTo>
                    <a:pt x="3693" y="10836"/>
                  </a:lnTo>
                  <a:lnTo>
                    <a:pt x="3892" y="10958"/>
                  </a:lnTo>
                  <a:lnTo>
                    <a:pt x="4105" y="11080"/>
                  </a:lnTo>
                  <a:lnTo>
                    <a:pt x="4304" y="11187"/>
                  </a:lnTo>
                  <a:lnTo>
                    <a:pt x="4517" y="11294"/>
                  </a:lnTo>
                  <a:lnTo>
                    <a:pt x="4746" y="11385"/>
                  </a:lnTo>
                  <a:lnTo>
                    <a:pt x="4960" y="11461"/>
                  </a:lnTo>
                  <a:lnTo>
                    <a:pt x="5189" y="11538"/>
                  </a:lnTo>
                  <a:lnTo>
                    <a:pt x="5402" y="11614"/>
                  </a:lnTo>
                  <a:lnTo>
                    <a:pt x="5631" y="11660"/>
                  </a:lnTo>
                  <a:lnTo>
                    <a:pt x="5875" y="11706"/>
                  </a:lnTo>
                  <a:lnTo>
                    <a:pt x="6104" y="11751"/>
                  </a:lnTo>
                  <a:lnTo>
                    <a:pt x="6333" y="11782"/>
                  </a:lnTo>
                  <a:lnTo>
                    <a:pt x="6639" y="11797"/>
                  </a:lnTo>
                  <a:lnTo>
                    <a:pt x="6944" y="11812"/>
                  </a:lnTo>
                  <a:lnTo>
                    <a:pt x="7249" y="11797"/>
                  </a:lnTo>
                  <a:lnTo>
                    <a:pt x="7539" y="11782"/>
                  </a:lnTo>
                  <a:lnTo>
                    <a:pt x="7829" y="11751"/>
                  </a:lnTo>
                  <a:lnTo>
                    <a:pt x="8119" y="11690"/>
                  </a:lnTo>
                  <a:lnTo>
                    <a:pt x="8393" y="11629"/>
                  </a:lnTo>
                  <a:lnTo>
                    <a:pt x="8668" y="11553"/>
                  </a:lnTo>
                  <a:lnTo>
                    <a:pt x="8943" y="11461"/>
                  </a:lnTo>
                  <a:lnTo>
                    <a:pt x="9218" y="11355"/>
                  </a:lnTo>
                  <a:lnTo>
                    <a:pt x="9477" y="11248"/>
                  </a:lnTo>
                  <a:lnTo>
                    <a:pt x="9721" y="11110"/>
                  </a:lnTo>
                  <a:lnTo>
                    <a:pt x="9981" y="10973"/>
                  </a:lnTo>
                  <a:lnTo>
                    <a:pt x="10209" y="10821"/>
                  </a:lnTo>
                  <a:lnTo>
                    <a:pt x="10454" y="10668"/>
                  </a:lnTo>
                  <a:lnTo>
                    <a:pt x="10667" y="10485"/>
                  </a:lnTo>
                  <a:lnTo>
                    <a:pt x="10881" y="10302"/>
                  </a:lnTo>
                  <a:lnTo>
                    <a:pt x="11095" y="10119"/>
                  </a:lnTo>
                  <a:lnTo>
                    <a:pt x="11293" y="9905"/>
                  </a:lnTo>
                  <a:lnTo>
                    <a:pt x="11476" y="9691"/>
                  </a:lnTo>
                  <a:lnTo>
                    <a:pt x="11659" y="9478"/>
                  </a:lnTo>
                  <a:lnTo>
                    <a:pt x="11827" y="9249"/>
                  </a:lnTo>
                  <a:lnTo>
                    <a:pt x="11980" y="9005"/>
                  </a:lnTo>
                  <a:lnTo>
                    <a:pt x="12117" y="8760"/>
                  </a:lnTo>
                  <a:lnTo>
                    <a:pt x="12254" y="8501"/>
                  </a:lnTo>
                  <a:lnTo>
                    <a:pt x="12376" y="8242"/>
                  </a:lnTo>
                  <a:lnTo>
                    <a:pt x="12483" y="7967"/>
                  </a:lnTo>
                  <a:lnTo>
                    <a:pt x="12575" y="7692"/>
                  </a:lnTo>
                  <a:lnTo>
                    <a:pt x="12666" y="7402"/>
                  </a:lnTo>
                  <a:lnTo>
                    <a:pt x="12727" y="7112"/>
                  </a:lnTo>
                  <a:lnTo>
                    <a:pt x="12788" y="6822"/>
                  </a:lnTo>
                  <a:lnTo>
                    <a:pt x="12819" y="6517"/>
                  </a:lnTo>
                  <a:lnTo>
                    <a:pt x="12849" y="6212"/>
                  </a:lnTo>
                  <a:lnTo>
                    <a:pt x="12849" y="5922"/>
                  </a:lnTo>
                  <a:lnTo>
                    <a:pt x="12849" y="5617"/>
                  </a:lnTo>
                  <a:lnTo>
                    <a:pt x="12819" y="5327"/>
                  </a:lnTo>
                  <a:lnTo>
                    <a:pt x="12788" y="5037"/>
                  </a:lnTo>
                  <a:lnTo>
                    <a:pt x="12743" y="4747"/>
                  </a:lnTo>
                  <a:lnTo>
                    <a:pt x="12666" y="4457"/>
                  </a:lnTo>
                  <a:lnTo>
                    <a:pt x="12590" y="4182"/>
                  </a:lnTo>
                  <a:lnTo>
                    <a:pt x="12498" y="3908"/>
                  </a:lnTo>
                  <a:lnTo>
                    <a:pt x="12407" y="3648"/>
                  </a:lnTo>
                  <a:lnTo>
                    <a:pt x="12285" y="3389"/>
                  </a:lnTo>
                  <a:lnTo>
                    <a:pt x="12163" y="3129"/>
                  </a:lnTo>
                  <a:lnTo>
                    <a:pt x="12025" y="2885"/>
                  </a:lnTo>
                  <a:lnTo>
                    <a:pt x="11873" y="2641"/>
                  </a:lnTo>
                  <a:lnTo>
                    <a:pt x="11705" y="2412"/>
                  </a:lnTo>
                  <a:lnTo>
                    <a:pt x="11537" y="2183"/>
                  </a:lnTo>
                  <a:lnTo>
                    <a:pt x="11354" y="1970"/>
                  </a:lnTo>
                  <a:lnTo>
                    <a:pt x="11156" y="1756"/>
                  </a:lnTo>
                  <a:lnTo>
                    <a:pt x="10957" y="1557"/>
                  </a:lnTo>
                  <a:lnTo>
                    <a:pt x="10744" y="1374"/>
                  </a:lnTo>
                  <a:lnTo>
                    <a:pt x="10515" y="1207"/>
                  </a:lnTo>
                  <a:lnTo>
                    <a:pt x="10286" y="1039"/>
                  </a:lnTo>
                  <a:lnTo>
                    <a:pt x="10042" y="871"/>
                  </a:lnTo>
                  <a:lnTo>
                    <a:pt x="9797" y="733"/>
                  </a:lnTo>
                  <a:lnTo>
                    <a:pt x="9538" y="596"/>
                  </a:lnTo>
                  <a:lnTo>
                    <a:pt x="9279" y="474"/>
                  </a:lnTo>
                  <a:lnTo>
                    <a:pt x="9004" y="367"/>
                  </a:lnTo>
                  <a:lnTo>
                    <a:pt x="8729" y="276"/>
                  </a:lnTo>
                  <a:lnTo>
                    <a:pt x="8439" y="184"/>
                  </a:lnTo>
                  <a:lnTo>
                    <a:pt x="8149" y="123"/>
                  </a:lnTo>
                  <a:lnTo>
                    <a:pt x="7859" y="62"/>
                  </a:lnTo>
                  <a:lnTo>
                    <a:pt x="7554" y="31"/>
                  </a:lnTo>
                  <a:lnTo>
                    <a:pt x="72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1" name="Google Shape;5461;p63"/>
            <p:cNvSpPr/>
            <p:nvPr/>
          </p:nvSpPr>
          <p:spPr>
            <a:xfrm>
              <a:off x="6077475" y="2252425"/>
              <a:ext cx="326225" cy="297600"/>
            </a:xfrm>
            <a:custGeom>
              <a:avLst/>
              <a:gdLst/>
              <a:ahLst/>
              <a:cxnLst/>
              <a:rect l="l" t="t" r="r" b="b"/>
              <a:pathLst>
                <a:path w="13049" h="11904" extrusionOk="0">
                  <a:moveTo>
                    <a:pt x="12377" y="3205"/>
                  </a:moveTo>
                  <a:lnTo>
                    <a:pt x="12499" y="3464"/>
                  </a:lnTo>
                  <a:lnTo>
                    <a:pt x="12606" y="3724"/>
                  </a:lnTo>
                  <a:lnTo>
                    <a:pt x="12713" y="3983"/>
                  </a:lnTo>
                  <a:lnTo>
                    <a:pt x="12804" y="4258"/>
                  </a:lnTo>
                  <a:lnTo>
                    <a:pt x="12881" y="4532"/>
                  </a:lnTo>
                  <a:lnTo>
                    <a:pt x="12942" y="4807"/>
                  </a:lnTo>
                  <a:lnTo>
                    <a:pt x="12968" y="4967"/>
                  </a:lnTo>
                  <a:lnTo>
                    <a:pt x="12957" y="4883"/>
                  </a:lnTo>
                  <a:lnTo>
                    <a:pt x="12896" y="4563"/>
                  </a:lnTo>
                  <a:lnTo>
                    <a:pt x="12804" y="4243"/>
                  </a:lnTo>
                  <a:lnTo>
                    <a:pt x="12697" y="3922"/>
                  </a:lnTo>
                  <a:lnTo>
                    <a:pt x="12575" y="3617"/>
                  </a:lnTo>
                  <a:lnTo>
                    <a:pt x="12438" y="3327"/>
                  </a:lnTo>
                  <a:lnTo>
                    <a:pt x="12377" y="3205"/>
                  </a:lnTo>
                  <a:close/>
                  <a:moveTo>
                    <a:pt x="12968" y="4967"/>
                  </a:moveTo>
                  <a:lnTo>
                    <a:pt x="12999" y="5193"/>
                  </a:lnTo>
                  <a:lnTo>
                    <a:pt x="12987" y="5082"/>
                  </a:lnTo>
                  <a:lnTo>
                    <a:pt x="12968" y="4967"/>
                  </a:lnTo>
                  <a:close/>
                  <a:moveTo>
                    <a:pt x="12999" y="5193"/>
                  </a:moveTo>
                  <a:lnTo>
                    <a:pt x="13008" y="5275"/>
                  </a:lnTo>
                  <a:lnTo>
                    <a:pt x="13003" y="5219"/>
                  </a:lnTo>
                  <a:lnTo>
                    <a:pt x="12999" y="5193"/>
                  </a:lnTo>
                  <a:close/>
                  <a:moveTo>
                    <a:pt x="13008" y="5275"/>
                  </a:moveTo>
                  <a:lnTo>
                    <a:pt x="13033" y="5555"/>
                  </a:lnTo>
                  <a:lnTo>
                    <a:pt x="13048" y="5891"/>
                  </a:lnTo>
                  <a:lnTo>
                    <a:pt x="13048" y="5662"/>
                  </a:lnTo>
                  <a:lnTo>
                    <a:pt x="13018" y="5372"/>
                  </a:lnTo>
                  <a:lnTo>
                    <a:pt x="13008" y="5275"/>
                  </a:lnTo>
                  <a:close/>
                  <a:moveTo>
                    <a:pt x="13048" y="6226"/>
                  </a:moveTo>
                  <a:lnTo>
                    <a:pt x="13018" y="6562"/>
                  </a:lnTo>
                  <a:lnTo>
                    <a:pt x="13048" y="6257"/>
                  </a:lnTo>
                  <a:lnTo>
                    <a:pt x="13048" y="6226"/>
                  </a:lnTo>
                  <a:close/>
                  <a:moveTo>
                    <a:pt x="6975" y="0"/>
                  </a:moveTo>
                  <a:lnTo>
                    <a:pt x="6639" y="15"/>
                  </a:lnTo>
                  <a:lnTo>
                    <a:pt x="6319" y="61"/>
                  </a:lnTo>
                  <a:lnTo>
                    <a:pt x="5983" y="107"/>
                  </a:lnTo>
                  <a:lnTo>
                    <a:pt x="5647" y="183"/>
                  </a:lnTo>
                  <a:lnTo>
                    <a:pt x="5327" y="275"/>
                  </a:lnTo>
                  <a:lnTo>
                    <a:pt x="5006" y="382"/>
                  </a:lnTo>
                  <a:lnTo>
                    <a:pt x="4701" y="504"/>
                  </a:lnTo>
                  <a:lnTo>
                    <a:pt x="4381" y="656"/>
                  </a:lnTo>
                  <a:lnTo>
                    <a:pt x="4091" y="824"/>
                  </a:lnTo>
                  <a:lnTo>
                    <a:pt x="3801" y="1007"/>
                  </a:lnTo>
                  <a:lnTo>
                    <a:pt x="3511" y="1206"/>
                  </a:lnTo>
                  <a:lnTo>
                    <a:pt x="3251" y="1419"/>
                  </a:lnTo>
                  <a:lnTo>
                    <a:pt x="2992" y="1633"/>
                  </a:lnTo>
                  <a:lnTo>
                    <a:pt x="2763" y="1877"/>
                  </a:lnTo>
                  <a:lnTo>
                    <a:pt x="2534" y="2137"/>
                  </a:lnTo>
                  <a:lnTo>
                    <a:pt x="2320" y="2396"/>
                  </a:lnTo>
                  <a:lnTo>
                    <a:pt x="2122" y="2686"/>
                  </a:lnTo>
                  <a:lnTo>
                    <a:pt x="1954" y="2976"/>
                  </a:lnTo>
                  <a:lnTo>
                    <a:pt x="1786" y="3281"/>
                  </a:lnTo>
                  <a:lnTo>
                    <a:pt x="1634" y="3586"/>
                  </a:lnTo>
                  <a:lnTo>
                    <a:pt x="1512" y="3907"/>
                  </a:lnTo>
                  <a:lnTo>
                    <a:pt x="1390" y="4227"/>
                  </a:lnTo>
                  <a:lnTo>
                    <a:pt x="1313" y="4563"/>
                  </a:lnTo>
                  <a:lnTo>
                    <a:pt x="1237" y="4883"/>
                  </a:lnTo>
                  <a:lnTo>
                    <a:pt x="1191" y="5219"/>
                  </a:lnTo>
                  <a:lnTo>
                    <a:pt x="1145" y="5555"/>
                  </a:lnTo>
                  <a:lnTo>
                    <a:pt x="1130" y="5906"/>
                  </a:lnTo>
                  <a:lnTo>
                    <a:pt x="1145" y="6242"/>
                  </a:lnTo>
                  <a:lnTo>
                    <a:pt x="1161" y="6577"/>
                  </a:lnTo>
                  <a:lnTo>
                    <a:pt x="1206" y="6913"/>
                  </a:lnTo>
                  <a:lnTo>
                    <a:pt x="1267" y="7249"/>
                  </a:lnTo>
                  <a:lnTo>
                    <a:pt x="1359" y="7585"/>
                  </a:lnTo>
                  <a:lnTo>
                    <a:pt x="1466" y="7905"/>
                  </a:lnTo>
                  <a:lnTo>
                    <a:pt x="1564" y="8175"/>
                  </a:lnTo>
                  <a:lnTo>
                    <a:pt x="108" y="10682"/>
                  </a:lnTo>
                  <a:lnTo>
                    <a:pt x="1" y="10866"/>
                  </a:lnTo>
                  <a:lnTo>
                    <a:pt x="1" y="10866"/>
                  </a:lnTo>
                  <a:lnTo>
                    <a:pt x="215" y="10835"/>
                  </a:lnTo>
                  <a:lnTo>
                    <a:pt x="3127" y="10385"/>
                  </a:lnTo>
                  <a:lnTo>
                    <a:pt x="3127" y="10385"/>
                  </a:lnTo>
                  <a:lnTo>
                    <a:pt x="3419" y="10621"/>
                  </a:lnTo>
                  <a:lnTo>
                    <a:pt x="3755" y="10866"/>
                  </a:lnTo>
                  <a:lnTo>
                    <a:pt x="4091" y="11094"/>
                  </a:lnTo>
                  <a:lnTo>
                    <a:pt x="4457" y="11278"/>
                  </a:lnTo>
                  <a:lnTo>
                    <a:pt x="4838" y="11461"/>
                  </a:lnTo>
                  <a:lnTo>
                    <a:pt x="5220" y="11598"/>
                  </a:lnTo>
                  <a:lnTo>
                    <a:pt x="5617" y="11720"/>
                  </a:lnTo>
                  <a:lnTo>
                    <a:pt x="6013" y="11796"/>
                  </a:lnTo>
                  <a:lnTo>
                    <a:pt x="6425" y="11857"/>
                  </a:lnTo>
                  <a:lnTo>
                    <a:pt x="6838" y="11888"/>
                  </a:lnTo>
                  <a:lnTo>
                    <a:pt x="7097" y="11903"/>
                  </a:lnTo>
                  <a:lnTo>
                    <a:pt x="7341" y="11888"/>
                  </a:lnTo>
                  <a:lnTo>
                    <a:pt x="7601" y="11873"/>
                  </a:lnTo>
                  <a:lnTo>
                    <a:pt x="7860" y="11842"/>
                  </a:lnTo>
                  <a:lnTo>
                    <a:pt x="8104" y="11812"/>
                  </a:lnTo>
                  <a:lnTo>
                    <a:pt x="8364" y="11766"/>
                  </a:lnTo>
                  <a:lnTo>
                    <a:pt x="8608" y="11705"/>
                  </a:lnTo>
                  <a:lnTo>
                    <a:pt x="8852" y="11629"/>
                  </a:lnTo>
                  <a:lnTo>
                    <a:pt x="9096" y="11552"/>
                  </a:lnTo>
                  <a:lnTo>
                    <a:pt x="9340" y="11461"/>
                  </a:lnTo>
                  <a:lnTo>
                    <a:pt x="9569" y="11354"/>
                  </a:lnTo>
                  <a:lnTo>
                    <a:pt x="9798" y="11247"/>
                  </a:lnTo>
                  <a:lnTo>
                    <a:pt x="10027" y="11125"/>
                  </a:lnTo>
                  <a:lnTo>
                    <a:pt x="10241" y="10988"/>
                  </a:lnTo>
                  <a:lnTo>
                    <a:pt x="10454" y="10850"/>
                  </a:lnTo>
                  <a:lnTo>
                    <a:pt x="10668" y="10698"/>
                  </a:lnTo>
                  <a:lnTo>
                    <a:pt x="10988" y="10453"/>
                  </a:lnTo>
                  <a:lnTo>
                    <a:pt x="11294" y="10179"/>
                  </a:lnTo>
                  <a:lnTo>
                    <a:pt x="11568" y="9874"/>
                  </a:lnTo>
                  <a:lnTo>
                    <a:pt x="11828" y="9553"/>
                  </a:lnTo>
                  <a:lnTo>
                    <a:pt x="12072" y="9217"/>
                  </a:lnTo>
                  <a:lnTo>
                    <a:pt x="12285" y="8882"/>
                  </a:lnTo>
                  <a:lnTo>
                    <a:pt x="12469" y="8515"/>
                  </a:lnTo>
                  <a:lnTo>
                    <a:pt x="12636" y="8134"/>
                  </a:lnTo>
                  <a:lnTo>
                    <a:pt x="12774" y="7752"/>
                  </a:lnTo>
                  <a:lnTo>
                    <a:pt x="12881" y="7371"/>
                  </a:lnTo>
                  <a:lnTo>
                    <a:pt x="12759" y="7752"/>
                  </a:lnTo>
                  <a:lnTo>
                    <a:pt x="12621" y="8134"/>
                  </a:lnTo>
                  <a:lnTo>
                    <a:pt x="12453" y="8515"/>
                  </a:lnTo>
                  <a:lnTo>
                    <a:pt x="12270" y="8866"/>
                  </a:lnTo>
                  <a:lnTo>
                    <a:pt x="12057" y="9217"/>
                  </a:lnTo>
                  <a:lnTo>
                    <a:pt x="11812" y="9553"/>
                  </a:lnTo>
                  <a:lnTo>
                    <a:pt x="11553" y="9858"/>
                  </a:lnTo>
                  <a:lnTo>
                    <a:pt x="11278" y="10164"/>
                  </a:lnTo>
                  <a:lnTo>
                    <a:pt x="10973" y="10438"/>
                  </a:lnTo>
                  <a:lnTo>
                    <a:pt x="10653" y="10682"/>
                  </a:lnTo>
                  <a:lnTo>
                    <a:pt x="10317" y="10911"/>
                  </a:lnTo>
                  <a:lnTo>
                    <a:pt x="9966" y="11125"/>
                  </a:lnTo>
                  <a:lnTo>
                    <a:pt x="9600" y="11293"/>
                  </a:lnTo>
                  <a:lnTo>
                    <a:pt x="9218" y="11445"/>
                  </a:lnTo>
                  <a:lnTo>
                    <a:pt x="8837" y="11583"/>
                  </a:lnTo>
                  <a:lnTo>
                    <a:pt x="8440" y="11674"/>
                  </a:lnTo>
                  <a:lnTo>
                    <a:pt x="8043" y="11751"/>
                  </a:lnTo>
                  <a:lnTo>
                    <a:pt x="7646" y="11796"/>
                  </a:lnTo>
                  <a:lnTo>
                    <a:pt x="7234" y="11812"/>
                  </a:lnTo>
                  <a:lnTo>
                    <a:pt x="6838" y="11796"/>
                  </a:lnTo>
                  <a:lnTo>
                    <a:pt x="6441" y="11766"/>
                  </a:lnTo>
                  <a:lnTo>
                    <a:pt x="6029" y="11705"/>
                  </a:lnTo>
                  <a:lnTo>
                    <a:pt x="5647" y="11598"/>
                  </a:lnTo>
                  <a:lnTo>
                    <a:pt x="5250" y="11491"/>
                  </a:lnTo>
                  <a:lnTo>
                    <a:pt x="4884" y="11339"/>
                  </a:lnTo>
                  <a:lnTo>
                    <a:pt x="4518" y="11171"/>
                  </a:lnTo>
                  <a:lnTo>
                    <a:pt x="4167" y="10972"/>
                  </a:lnTo>
                  <a:lnTo>
                    <a:pt x="3831" y="10743"/>
                  </a:lnTo>
                  <a:lnTo>
                    <a:pt x="3511" y="10515"/>
                  </a:lnTo>
                  <a:lnTo>
                    <a:pt x="3206" y="10240"/>
                  </a:lnTo>
                  <a:lnTo>
                    <a:pt x="3175" y="10209"/>
                  </a:lnTo>
                  <a:lnTo>
                    <a:pt x="3145" y="10209"/>
                  </a:lnTo>
                  <a:lnTo>
                    <a:pt x="406" y="10590"/>
                  </a:lnTo>
                  <a:lnTo>
                    <a:pt x="406" y="10590"/>
                  </a:lnTo>
                  <a:lnTo>
                    <a:pt x="1771" y="8241"/>
                  </a:lnTo>
                  <a:lnTo>
                    <a:pt x="1802" y="8180"/>
                  </a:lnTo>
                  <a:lnTo>
                    <a:pt x="1786" y="8134"/>
                  </a:lnTo>
                  <a:lnTo>
                    <a:pt x="1664" y="7829"/>
                  </a:lnTo>
                  <a:lnTo>
                    <a:pt x="1573" y="7508"/>
                  </a:lnTo>
                  <a:lnTo>
                    <a:pt x="1496" y="7188"/>
                  </a:lnTo>
                  <a:lnTo>
                    <a:pt x="1435" y="6867"/>
                  </a:lnTo>
                  <a:lnTo>
                    <a:pt x="1390" y="6547"/>
                  </a:lnTo>
                  <a:lnTo>
                    <a:pt x="1359" y="6211"/>
                  </a:lnTo>
                  <a:lnTo>
                    <a:pt x="1359" y="5891"/>
                  </a:lnTo>
                  <a:lnTo>
                    <a:pt x="1359" y="5555"/>
                  </a:lnTo>
                  <a:lnTo>
                    <a:pt x="1390" y="5234"/>
                  </a:lnTo>
                  <a:lnTo>
                    <a:pt x="1451" y="4914"/>
                  </a:lnTo>
                  <a:lnTo>
                    <a:pt x="1512" y="4578"/>
                  </a:lnTo>
                  <a:lnTo>
                    <a:pt x="1603" y="4273"/>
                  </a:lnTo>
                  <a:lnTo>
                    <a:pt x="1695" y="3953"/>
                  </a:lnTo>
                  <a:lnTo>
                    <a:pt x="1817" y="3647"/>
                  </a:lnTo>
                  <a:lnTo>
                    <a:pt x="1954" y="3357"/>
                  </a:lnTo>
                  <a:lnTo>
                    <a:pt x="2107" y="3067"/>
                  </a:lnTo>
                  <a:lnTo>
                    <a:pt x="2290" y="2778"/>
                  </a:lnTo>
                  <a:lnTo>
                    <a:pt x="2473" y="2503"/>
                  </a:lnTo>
                  <a:lnTo>
                    <a:pt x="2671" y="2243"/>
                  </a:lnTo>
                  <a:lnTo>
                    <a:pt x="2900" y="1999"/>
                  </a:lnTo>
                  <a:lnTo>
                    <a:pt x="3129" y="1770"/>
                  </a:lnTo>
                  <a:lnTo>
                    <a:pt x="3358" y="1541"/>
                  </a:lnTo>
                  <a:lnTo>
                    <a:pt x="3618" y="1328"/>
                  </a:lnTo>
                  <a:lnTo>
                    <a:pt x="3877" y="1129"/>
                  </a:lnTo>
                  <a:lnTo>
                    <a:pt x="4167" y="946"/>
                  </a:lnTo>
                  <a:lnTo>
                    <a:pt x="4442" y="794"/>
                  </a:lnTo>
                  <a:lnTo>
                    <a:pt x="4747" y="641"/>
                  </a:lnTo>
                  <a:lnTo>
                    <a:pt x="5052" y="504"/>
                  </a:lnTo>
                  <a:lnTo>
                    <a:pt x="5357" y="397"/>
                  </a:lnTo>
                  <a:lnTo>
                    <a:pt x="5678" y="305"/>
                  </a:lnTo>
                  <a:lnTo>
                    <a:pt x="5998" y="229"/>
                  </a:lnTo>
                  <a:lnTo>
                    <a:pt x="6319" y="168"/>
                  </a:lnTo>
                  <a:lnTo>
                    <a:pt x="6700" y="122"/>
                  </a:lnTo>
                  <a:lnTo>
                    <a:pt x="7066" y="107"/>
                  </a:lnTo>
                  <a:lnTo>
                    <a:pt x="7448" y="107"/>
                  </a:lnTo>
                  <a:lnTo>
                    <a:pt x="7829" y="138"/>
                  </a:lnTo>
                  <a:lnTo>
                    <a:pt x="8119" y="168"/>
                  </a:lnTo>
                  <a:lnTo>
                    <a:pt x="8409" y="229"/>
                  </a:lnTo>
                  <a:lnTo>
                    <a:pt x="8699" y="290"/>
                  </a:lnTo>
                  <a:lnTo>
                    <a:pt x="8989" y="382"/>
                  </a:lnTo>
                  <a:lnTo>
                    <a:pt x="9264" y="473"/>
                  </a:lnTo>
                  <a:lnTo>
                    <a:pt x="9523" y="580"/>
                  </a:lnTo>
                  <a:lnTo>
                    <a:pt x="9783" y="702"/>
                  </a:lnTo>
                  <a:lnTo>
                    <a:pt x="10042" y="824"/>
                  </a:lnTo>
                  <a:lnTo>
                    <a:pt x="10286" y="977"/>
                  </a:lnTo>
                  <a:lnTo>
                    <a:pt x="10515" y="1129"/>
                  </a:lnTo>
                  <a:lnTo>
                    <a:pt x="10744" y="1297"/>
                  </a:lnTo>
                  <a:lnTo>
                    <a:pt x="10973" y="1465"/>
                  </a:lnTo>
                  <a:lnTo>
                    <a:pt x="11187" y="1664"/>
                  </a:lnTo>
                  <a:lnTo>
                    <a:pt x="11385" y="1847"/>
                  </a:lnTo>
                  <a:lnTo>
                    <a:pt x="11568" y="2060"/>
                  </a:lnTo>
                  <a:lnTo>
                    <a:pt x="11751" y="2274"/>
                  </a:lnTo>
                  <a:lnTo>
                    <a:pt x="11919" y="2488"/>
                  </a:lnTo>
                  <a:lnTo>
                    <a:pt x="12087" y="2717"/>
                  </a:lnTo>
                  <a:lnTo>
                    <a:pt x="12240" y="2961"/>
                  </a:lnTo>
                  <a:lnTo>
                    <a:pt x="12377" y="3205"/>
                  </a:lnTo>
                  <a:lnTo>
                    <a:pt x="12285" y="3022"/>
                  </a:lnTo>
                  <a:lnTo>
                    <a:pt x="12118" y="2747"/>
                  </a:lnTo>
                  <a:lnTo>
                    <a:pt x="11919" y="2457"/>
                  </a:lnTo>
                  <a:lnTo>
                    <a:pt x="11721" y="2198"/>
                  </a:lnTo>
                  <a:lnTo>
                    <a:pt x="11507" y="1938"/>
                  </a:lnTo>
                  <a:lnTo>
                    <a:pt x="11263" y="1694"/>
                  </a:lnTo>
                  <a:lnTo>
                    <a:pt x="11019" y="1465"/>
                  </a:lnTo>
                  <a:lnTo>
                    <a:pt x="10759" y="1252"/>
                  </a:lnTo>
                  <a:lnTo>
                    <a:pt x="10485" y="1053"/>
                  </a:lnTo>
                  <a:lnTo>
                    <a:pt x="10210" y="870"/>
                  </a:lnTo>
                  <a:lnTo>
                    <a:pt x="9920" y="702"/>
                  </a:lnTo>
                  <a:lnTo>
                    <a:pt x="9615" y="550"/>
                  </a:lnTo>
                  <a:lnTo>
                    <a:pt x="9310" y="412"/>
                  </a:lnTo>
                  <a:lnTo>
                    <a:pt x="8989" y="305"/>
                  </a:lnTo>
                  <a:lnTo>
                    <a:pt x="8653" y="199"/>
                  </a:lnTo>
                  <a:lnTo>
                    <a:pt x="8333" y="122"/>
                  </a:lnTo>
                  <a:lnTo>
                    <a:pt x="7997" y="61"/>
                  </a:lnTo>
                  <a:lnTo>
                    <a:pt x="7662" y="31"/>
                  </a:lnTo>
                  <a:lnTo>
                    <a:pt x="73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2" name="Google Shape;5462;p63"/>
            <p:cNvSpPr/>
            <p:nvPr/>
          </p:nvSpPr>
          <p:spPr>
            <a:xfrm>
              <a:off x="6170200" y="2356950"/>
              <a:ext cx="83575" cy="88150"/>
            </a:xfrm>
            <a:custGeom>
              <a:avLst/>
              <a:gdLst/>
              <a:ahLst/>
              <a:cxnLst/>
              <a:rect l="l" t="t" r="r" b="b"/>
              <a:pathLst>
                <a:path w="3343" h="3526" extrusionOk="0">
                  <a:moveTo>
                    <a:pt x="1725" y="550"/>
                  </a:moveTo>
                  <a:lnTo>
                    <a:pt x="1831" y="565"/>
                  </a:lnTo>
                  <a:lnTo>
                    <a:pt x="1923" y="580"/>
                  </a:lnTo>
                  <a:lnTo>
                    <a:pt x="2030" y="611"/>
                  </a:lnTo>
                  <a:lnTo>
                    <a:pt x="2121" y="657"/>
                  </a:lnTo>
                  <a:lnTo>
                    <a:pt x="2213" y="702"/>
                  </a:lnTo>
                  <a:lnTo>
                    <a:pt x="2289" y="764"/>
                  </a:lnTo>
                  <a:lnTo>
                    <a:pt x="2381" y="825"/>
                  </a:lnTo>
                  <a:lnTo>
                    <a:pt x="2457" y="901"/>
                  </a:lnTo>
                  <a:lnTo>
                    <a:pt x="2533" y="992"/>
                  </a:lnTo>
                  <a:lnTo>
                    <a:pt x="2594" y="1099"/>
                  </a:lnTo>
                  <a:lnTo>
                    <a:pt x="2655" y="1191"/>
                  </a:lnTo>
                  <a:lnTo>
                    <a:pt x="2701" y="1298"/>
                  </a:lnTo>
                  <a:lnTo>
                    <a:pt x="2732" y="1420"/>
                  </a:lnTo>
                  <a:lnTo>
                    <a:pt x="2762" y="1527"/>
                  </a:lnTo>
                  <a:lnTo>
                    <a:pt x="2778" y="1649"/>
                  </a:lnTo>
                  <a:lnTo>
                    <a:pt x="2793" y="1755"/>
                  </a:lnTo>
                  <a:lnTo>
                    <a:pt x="2778" y="1878"/>
                  </a:lnTo>
                  <a:lnTo>
                    <a:pt x="2762" y="2000"/>
                  </a:lnTo>
                  <a:lnTo>
                    <a:pt x="2732" y="2106"/>
                  </a:lnTo>
                  <a:lnTo>
                    <a:pt x="2701" y="2213"/>
                  </a:lnTo>
                  <a:lnTo>
                    <a:pt x="2655" y="2320"/>
                  </a:lnTo>
                  <a:lnTo>
                    <a:pt x="2594" y="2427"/>
                  </a:lnTo>
                  <a:lnTo>
                    <a:pt x="2533" y="2518"/>
                  </a:lnTo>
                  <a:lnTo>
                    <a:pt x="2457" y="2610"/>
                  </a:lnTo>
                  <a:lnTo>
                    <a:pt x="2365" y="2702"/>
                  </a:lnTo>
                  <a:lnTo>
                    <a:pt x="2289" y="2763"/>
                  </a:lnTo>
                  <a:lnTo>
                    <a:pt x="2198" y="2824"/>
                  </a:lnTo>
                  <a:lnTo>
                    <a:pt x="2106" y="2869"/>
                  </a:lnTo>
                  <a:lnTo>
                    <a:pt x="1999" y="2915"/>
                  </a:lnTo>
                  <a:lnTo>
                    <a:pt x="1908" y="2946"/>
                  </a:lnTo>
                  <a:lnTo>
                    <a:pt x="1816" y="2961"/>
                  </a:lnTo>
                  <a:lnTo>
                    <a:pt x="1511" y="2961"/>
                  </a:lnTo>
                  <a:lnTo>
                    <a:pt x="1404" y="2930"/>
                  </a:lnTo>
                  <a:lnTo>
                    <a:pt x="1313" y="2900"/>
                  </a:lnTo>
                  <a:lnTo>
                    <a:pt x="1221" y="2869"/>
                  </a:lnTo>
                  <a:lnTo>
                    <a:pt x="1129" y="2824"/>
                  </a:lnTo>
                  <a:lnTo>
                    <a:pt x="1038" y="2763"/>
                  </a:lnTo>
                  <a:lnTo>
                    <a:pt x="962" y="2686"/>
                  </a:lnTo>
                  <a:lnTo>
                    <a:pt x="885" y="2610"/>
                  </a:lnTo>
                  <a:lnTo>
                    <a:pt x="809" y="2518"/>
                  </a:lnTo>
                  <a:lnTo>
                    <a:pt x="748" y="2427"/>
                  </a:lnTo>
                  <a:lnTo>
                    <a:pt x="687" y="2320"/>
                  </a:lnTo>
                  <a:lnTo>
                    <a:pt x="641" y="2213"/>
                  </a:lnTo>
                  <a:lnTo>
                    <a:pt x="595" y="2106"/>
                  </a:lnTo>
                  <a:lnTo>
                    <a:pt x="580" y="2000"/>
                  </a:lnTo>
                  <a:lnTo>
                    <a:pt x="565" y="1878"/>
                  </a:lnTo>
                  <a:lnTo>
                    <a:pt x="550" y="1755"/>
                  </a:lnTo>
                  <a:lnTo>
                    <a:pt x="565" y="1649"/>
                  </a:lnTo>
                  <a:lnTo>
                    <a:pt x="580" y="1527"/>
                  </a:lnTo>
                  <a:lnTo>
                    <a:pt x="595" y="1404"/>
                  </a:lnTo>
                  <a:lnTo>
                    <a:pt x="641" y="1298"/>
                  </a:lnTo>
                  <a:lnTo>
                    <a:pt x="687" y="1191"/>
                  </a:lnTo>
                  <a:lnTo>
                    <a:pt x="748" y="1084"/>
                  </a:lnTo>
                  <a:lnTo>
                    <a:pt x="809" y="992"/>
                  </a:lnTo>
                  <a:lnTo>
                    <a:pt x="885" y="901"/>
                  </a:lnTo>
                  <a:lnTo>
                    <a:pt x="962" y="825"/>
                  </a:lnTo>
                  <a:lnTo>
                    <a:pt x="1053" y="764"/>
                  </a:lnTo>
                  <a:lnTo>
                    <a:pt x="1129" y="702"/>
                  </a:lnTo>
                  <a:lnTo>
                    <a:pt x="1236" y="657"/>
                  </a:lnTo>
                  <a:lnTo>
                    <a:pt x="1328" y="611"/>
                  </a:lnTo>
                  <a:lnTo>
                    <a:pt x="1419" y="580"/>
                  </a:lnTo>
                  <a:lnTo>
                    <a:pt x="1526" y="565"/>
                  </a:lnTo>
                  <a:lnTo>
                    <a:pt x="1618" y="550"/>
                  </a:lnTo>
                  <a:close/>
                  <a:moveTo>
                    <a:pt x="1511" y="0"/>
                  </a:moveTo>
                  <a:lnTo>
                    <a:pt x="1343" y="31"/>
                  </a:lnTo>
                  <a:lnTo>
                    <a:pt x="1175" y="77"/>
                  </a:lnTo>
                  <a:lnTo>
                    <a:pt x="1023" y="138"/>
                  </a:lnTo>
                  <a:lnTo>
                    <a:pt x="870" y="214"/>
                  </a:lnTo>
                  <a:lnTo>
                    <a:pt x="733" y="306"/>
                  </a:lnTo>
                  <a:lnTo>
                    <a:pt x="595" y="397"/>
                  </a:lnTo>
                  <a:lnTo>
                    <a:pt x="473" y="519"/>
                  </a:lnTo>
                  <a:lnTo>
                    <a:pt x="366" y="657"/>
                  </a:lnTo>
                  <a:lnTo>
                    <a:pt x="275" y="794"/>
                  </a:lnTo>
                  <a:lnTo>
                    <a:pt x="183" y="947"/>
                  </a:lnTo>
                  <a:lnTo>
                    <a:pt x="122" y="1099"/>
                  </a:lnTo>
                  <a:lnTo>
                    <a:pt x="61" y="1267"/>
                  </a:lnTo>
                  <a:lnTo>
                    <a:pt x="31" y="1435"/>
                  </a:lnTo>
                  <a:lnTo>
                    <a:pt x="0" y="1588"/>
                  </a:lnTo>
                  <a:lnTo>
                    <a:pt x="0" y="1755"/>
                  </a:lnTo>
                  <a:lnTo>
                    <a:pt x="0" y="1923"/>
                  </a:lnTo>
                  <a:lnTo>
                    <a:pt x="31" y="2091"/>
                  </a:lnTo>
                  <a:lnTo>
                    <a:pt x="61" y="2259"/>
                  </a:lnTo>
                  <a:lnTo>
                    <a:pt x="122" y="2412"/>
                  </a:lnTo>
                  <a:lnTo>
                    <a:pt x="183" y="2579"/>
                  </a:lnTo>
                  <a:lnTo>
                    <a:pt x="275" y="2717"/>
                  </a:lnTo>
                  <a:lnTo>
                    <a:pt x="366" y="2869"/>
                  </a:lnTo>
                  <a:lnTo>
                    <a:pt x="473" y="3007"/>
                  </a:lnTo>
                  <a:lnTo>
                    <a:pt x="595" y="3114"/>
                  </a:lnTo>
                  <a:lnTo>
                    <a:pt x="733" y="3220"/>
                  </a:lnTo>
                  <a:lnTo>
                    <a:pt x="870" y="3312"/>
                  </a:lnTo>
                  <a:lnTo>
                    <a:pt x="1023" y="3388"/>
                  </a:lnTo>
                  <a:lnTo>
                    <a:pt x="1175" y="3449"/>
                  </a:lnTo>
                  <a:lnTo>
                    <a:pt x="1343" y="3495"/>
                  </a:lnTo>
                  <a:lnTo>
                    <a:pt x="1511" y="3510"/>
                  </a:lnTo>
                  <a:lnTo>
                    <a:pt x="1679" y="3526"/>
                  </a:lnTo>
                  <a:lnTo>
                    <a:pt x="1847" y="3510"/>
                  </a:lnTo>
                  <a:lnTo>
                    <a:pt x="2015" y="3495"/>
                  </a:lnTo>
                  <a:lnTo>
                    <a:pt x="2167" y="3449"/>
                  </a:lnTo>
                  <a:lnTo>
                    <a:pt x="2320" y="3388"/>
                  </a:lnTo>
                  <a:lnTo>
                    <a:pt x="2472" y="3312"/>
                  </a:lnTo>
                  <a:lnTo>
                    <a:pt x="2610" y="3220"/>
                  </a:lnTo>
                  <a:lnTo>
                    <a:pt x="2732" y="3114"/>
                  </a:lnTo>
                  <a:lnTo>
                    <a:pt x="2854" y="3007"/>
                  </a:lnTo>
                  <a:lnTo>
                    <a:pt x="2961" y="2869"/>
                  </a:lnTo>
                  <a:lnTo>
                    <a:pt x="3067" y="2717"/>
                  </a:lnTo>
                  <a:lnTo>
                    <a:pt x="3159" y="2579"/>
                  </a:lnTo>
                  <a:lnTo>
                    <a:pt x="3220" y="2412"/>
                  </a:lnTo>
                  <a:lnTo>
                    <a:pt x="3281" y="2259"/>
                  </a:lnTo>
                  <a:lnTo>
                    <a:pt x="3312" y="2091"/>
                  </a:lnTo>
                  <a:lnTo>
                    <a:pt x="3342" y="1923"/>
                  </a:lnTo>
                  <a:lnTo>
                    <a:pt x="3342" y="1755"/>
                  </a:lnTo>
                  <a:lnTo>
                    <a:pt x="3342" y="1588"/>
                  </a:lnTo>
                  <a:lnTo>
                    <a:pt x="3312" y="1435"/>
                  </a:lnTo>
                  <a:lnTo>
                    <a:pt x="3281" y="1267"/>
                  </a:lnTo>
                  <a:lnTo>
                    <a:pt x="3220" y="1099"/>
                  </a:lnTo>
                  <a:lnTo>
                    <a:pt x="3159" y="947"/>
                  </a:lnTo>
                  <a:lnTo>
                    <a:pt x="3067" y="794"/>
                  </a:lnTo>
                  <a:lnTo>
                    <a:pt x="2961" y="657"/>
                  </a:lnTo>
                  <a:lnTo>
                    <a:pt x="2854" y="519"/>
                  </a:lnTo>
                  <a:lnTo>
                    <a:pt x="2732" y="397"/>
                  </a:lnTo>
                  <a:lnTo>
                    <a:pt x="2610" y="306"/>
                  </a:lnTo>
                  <a:lnTo>
                    <a:pt x="2472" y="214"/>
                  </a:lnTo>
                  <a:lnTo>
                    <a:pt x="2320" y="138"/>
                  </a:lnTo>
                  <a:lnTo>
                    <a:pt x="2167" y="77"/>
                  </a:lnTo>
                  <a:lnTo>
                    <a:pt x="2015" y="31"/>
                  </a:lnTo>
                  <a:lnTo>
                    <a:pt x="18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3" name="Google Shape;5463;p63"/>
            <p:cNvSpPr/>
            <p:nvPr/>
          </p:nvSpPr>
          <p:spPr>
            <a:xfrm>
              <a:off x="6274350" y="2360000"/>
              <a:ext cx="64875" cy="85100"/>
            </a:xfrm>
            <a:custGeom>
              <a:avLst/>
              <a:gdLst/>
              <a:ahLst/>
              <a:cxnLst/>
              <a:rect l="l" t="t" r="r" b="b"/>
              <a:pathLst>
                <a:path w="2595" h="3404" extrusionOk="0">
                  <a:moveTo>
                    <a:pt x="214" y="1"/>
                  </a:moveTo>
                  <a:lnTo>
                    <a:pt x="168" y="16"/>
                  </a:lnTo>
                  <a:lnTo>
                    <a:pt x="122" y="46"/>
                  </a:lnTo>
                  <a:lnTo>
                    <a:pt x="77" y="77"/>
                  </a:lnTo>
                  <a:lnTo>
                    <a:pt x="46" y="123"/>
                  </a:lnTo>
                  <a:lnTo>
                    <a:pt x="15" y="168"/>
                  </a:lnTo>
                  <a:lnTo>
                    <a:pt x="0" y="214"/>
                  </a:lnTo>
                  <a:lnTo>
                    <a:pt x="0" y="275"/>
                  </a:lnTo>
                  <a:lnTo>
                    <a:pt x="0" y="3129"/>
                  </a:lnTo>
                  <a:lnTo>
                    <a:pt x="0" y="3190"/>
                  </a:lnTo>
                  <a:lnTo>
                    <a:pt x="15" y="3236"/>
                  </a:lnTo>
                  <a:lnTo>
                    <a:pt x="46" y="3282"/>
                  </a:lnTo>
                  <a:lnTo>
                    <a:pt x="77" y="3327"/>
                  </a:lnTo>
                  <a:lnTo>
                    <a:pt x="122" y="3358"/>
                  </a:lnTo>
                  <a:lnTo>
                    <a:pt x="168" y="3388"/>
                  </a:lnTo>
                  <a:lnTo>
                    <a:pt x="214" y="3404"/>
                  </a:lnTo>
                  <a:lnTo>
                    <a:pt x="321" y="3404"/>
                  </a:lnTo>
                  <a:lnTo>
                    <a:pt x="382" y="3388"/>
                  </a:lnTo>
                  <a:lnTo>
                    <a:pt x="428" y="3358"/>
                  </a:lnTo>
                  <a:lnTo>
                    <a:pt x="458" y="3327"/>
                  </a:lnTo>
                  <a:lnTo>
                    <a:pt x="504" y="3282"/>
                  </a:lnTo>
                  <a:lnTo>
                    <a:pt x="519" y="3236"/>
                  </a:lnTo>
                  <a:lnTo>
                    <a:pt x="534" y="3190"/>
                  </a:lnTo>
                  <a:lnTo>
                    <a:pt x="550" y="3129"/>
                  </a:lnTo>
                  <a:lnTo>
                    <a:pt x="550" y="2442"/>
                  </a:lnTo>
                  <a:lnTo>
                    <a:pt x="1053" y="1923"/>
                  </a:lnTo>
                  <a:lnTo>
                    <a:pt x="2106" y="3312"/>
                  </a:lnTo>
                  <a:lnTo>
                    <a:pt x="2152" y="3343"/>
                  </a:lnTo>
                  <a:lnTo>
                    <a:pt x="2198" y="3373"/>
                  </a:lnTo>
                  <a:lnTo>
                    <a:pt x="2259" y="3404"/>
                  </a:lnTo>
                  <a:lnTo>
                    <a:pt x="2320" y="3404"/>
                  </a:lnTo>
                  <a:lnTo>
                    <a:pt x="2411" y="3388"/>
                  </a:lnTo>
                  <a:lnTo>
                    <a:pt x="2488" y="3343"/>
                  </a:lnTo>
                  <a:lnTo>
                    <a:pt x="2488" y="3327"/>
                  </a:lnTo>
                  <a:lnTo>
                    <a:pt x="2533" y="3297"/>
                  </a:lnTo>
                  <a:lnTo>
                    <a:pt x="2564" y="3251"/>
                  </a:lnTo>
                  <a:lnTo>
                    <a:pt x="2579" y="3205"/>
                  </a:lnTo>
                  <a:lnTo>
                    <a:pt x="2579" y="3159"/>
                  </a:lnTo>
                  <a:lnTo>
                    <a:pt x="2579" y="3098"/>
                  </a:lnTo>
                  <a:lnTo>
                    <a:pt x="2579" y="3053"/>
                  </a:lnTo>
                  <a:lnTo>
                    <a:pt x="2549" y="3007"/>
                  </a:lnTo>
                  <a:lnTo>
                    <a:pt x="2518" y="2961"/>
                  </a:lnTo>
                  <a:lnTo>
                    <a:pt x="1435" y="1542"/>
                  </a:lnTo>
                  <a:lnTo>
                    <a:pt x="2518" y="458"/>
                  </a:lnTo>
                  <a:lnTo>
                    <a:pt x="2549" y="413"/>
                  </a:lnTo>
                  <a:lnTo>
                    <a:pt x="2579" y="367"/>
                  </a:lnTo>
                  <a:lnTo>
                    <a:pt x="2594" y="321"/>
                  </a:lnTo>
                  <a:lnTo>
                    <a:pt x="2594" y="275"/>
                  </a:lnTo>
                  <a:lnTo>
                    <a:pt x="2594" y="214"/>
                  </a:lnTo>
                  <a:lnTo>
                    <a:pt x="2579" y="168"/>
                  </a:lnTo>
                  <a:lnTo>
                    <a:pt x="2549" y="123"/>
                  </a:lnTo>
                  <a:lnTo>
                    <a:pt x="2518" y="77"/>
                  </a:lnTo>
                  <a:lnTo>
                    <a:pt x="2472" y="46"/>
                  </a:lnTo>
                  <a:lnTo>
                    <a:pt x="2427" y="16"/>
                  </a:lnTo>
                  <a:lnTo>
                    <a:pt x="2381" y="1"/>
                  </a:lnTo>
                  <a:lnTo>
                    <a:pt x="2274" y="1"/>
                  </a:lnTo>
                  <a:lnTo>
                    <a:pt x="2228" y="16"/>
                  </a:lnTo>
                  <a:lnTo>
                    <a:pt x="2182" y="46"/>
                  </a:lnTo>
                  <a:lnTo>
                    <a:pt x="2137" y="77"/>
                  </a:lnTo>
                  <a:lnTo>
                    <a:pt x="550" y="1679"/>
                  </a:lnTo>
                  <a:lnTo>
                    <a:pt x="550" y="275"/>
                  </a:lnTo>
                  <a:lnTo>
                    <a:pt x="534" y="214"/>
                  </a:lnTo>
                  <a:lnTo>
                    <a:pt x="519" y="168"/>
                  </a:lnTo>
                  <a:lnTo>
                    <a:pt x="504" y="123"/>
                  </a:lnTo>
                  <a:lnTo>
                    <a:pt x="473" y="77"/>
                  </a:lnTo>
                  <a:lnTo>
                    <a:pt x="428" y="46"/>
                  </a:lnTo>
                  <a:lnTo>
                    <a:pt x="382" y="16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464" name="Google Shape;5464;p63"/>
          <p:cNvGrpSpPr/>
          <p:nvPr/>
        </p:nvGrpSpPr>
        <p:grpSpPr>
          <a:xfrm rot="0">
            <a:off x="3581400" y="1328420"/>
            <a:ext cx="1576705" cy="1308735"/>
            <a:chOff x="238125" y="1926225"/>
            <a:chExt cx="1943425" cy="1922050"/>
          </a:xfrm>
        </p:grpSpPr>
        <p:sp>
          <p:nvSpPr>
            <p:cNvPr id="5465" name="Google Shape;5465;p63"/>
            <p:cNvSpPr/>
            <p:nvPr/>
          </p:nvSpPr>
          <p:spPr>
            <a:xfrm>
              <a:off x="317475" y="1926225"/>
              <a:ext cx="784775" cy="929375"/>
            </a:xfrm>
            <a:custGeom>
              <a:avLst/>
              <a:gdLst/>
              <a:ahLst/>
              <a:cxnLst/>
              <a:rect l="l" t="t" r="r" b="b"/>
              <a:pathLst>
                <a:path w="31391" h="37175" extrusionOk="0">
                  <a:moveTo>
                    <a:pt x="0" y="1"/>
                  </a:moveTo>
                  <a:lnTo>
                    <a:pt x="0" y="37175"/>
                  </a:lnTo>
                  <a:lnTo>
                    <a:pt x="31391" y="37175"/>
                  </a:lnTo>
                  <a:lnTo>
                    <a:pt x="31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6" name="Google Shape;5466;p63"/>
            <p:cNvSpPr/>
            <p:nvPr/>
          </p:nvSpPr>
          <p:spPr>
            <a:xfrm>
              <a:off x="360200" y="1963625"/>
              <a:ext cx="331550" cy="413200"/>
            </a:xfrm>
            <a:custGeom>
              <a:avLst/>
              <a:gdLst/>
              <a:ahLst/>
              <a:cxnLst/>
              <a:rect l="l" t="t" r="r" b="b"/>
              <a:pathLst>
                <a:path w="13262" h="16528" extrusionOk="0">
                  <a:moveTo>
                    <a:pt x="0" y="0"/>
                  </a:moveTo>
                  <a:lnTo>
                    <a:pt x="0" y="16527"/>
                  </a:lnTo>
                  <a:lnTo>
                    <a:pt x="13262" y="16527"/>
                  </a:lnTo>
                  <a:lnTo>
                    <a:pt x="132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7" name="Google Shape;5467;p63"/>
            <p:cNvSpPr/>
            <p:nvPr/>
          </p:nvSpPr>
          <p:spPr>
            <a:xfrm>
              <a:off x="727975" y="1963625"/>
              <a:ext cx="331550" cy="413200"/>
            </a:xfrm>
            <a:custGeom>
              <a:avLst/>
              <a:gdLst/>
              <a:ahLst/>
              <a:cxnLst/>
              <a:rect l="l" t="t" r="r" b="b"/>
              <a:pathLst>
                <a:path w="13262" h="16528" extrusionOk="0">
                  <a:moveTo>
                    <a:pt x="0" y="0"/>
                  </a:moveTo>
                  <a:lnTo>
                    <a:pt x="0" y="16527"/>
                  </a:lnTo>
                  <a:lnTo>
                    <a:pt x="13262" y="16527"/>
                  </a:lnTo>
                  <a:lnTo>
                    <a:pt x="132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8" name="Google Shape;5468;p63"/>
            <p:cNvSpPr/>
            <p:nvPr/>
          </p:nvSpPr>
          <p:spPr>
            <a:xfrm>
              <a:off x="360200" y="2405025"/>
              <a:ext cx="331550" cy="413200"/>
            </a:xfrm>
            <a:custGeom>
              <a:avLst/>
              <a:gdLst/>
              <a:ahLst/>
              <a:cxnLst/>
              <a:rect l="l" t="t" r="r" b="b"/>
              <a:pathLst>
                <a:path w="13262" h="16528" extrusionOk="0">
                  <a:moveTo>
                    <a:pt x="0" y="0"/>
                  </a:moveTo>
                  <a:lnTo>
                    <a:pt x="0" y="16527"/>
                  </a:lnTo>
                  <a:lnTo>
                    <a:pt x="13262" y="16527"/>
                  </a:lnTo>
                  <a:lnTo>
                    <a:pt x="132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9" name="Google Shape;5469;p63"/>
            <p:cNvSpPr/>
            <p:nvPr/>
          </p:nvSpPr>
          <p:spPr>
            <a:xfrm>
              <a:off x="727975" y="2405025"/>
              <a:ext cx="331550" cy="413200"/>
            </a:xfrm>
            <a:custGeom>
              <a:avLst/>
              <a:gdLst/>
              <a:ahLst/>
              <a:cxnLst/>
              <a:rect l="l" t="t" r="r" b="b"/>
              <a:pathLst>
                <a:path w="13262" h="16528" extrusionOk="0">
                  <a:moveTo>
                    <a:pt x="0" y="0"/>
                  </a:moveTo>
                  <a:lnTo>
                    <a:pt x="0" y="16527"/>
                  </a:lnTo>
                  <a:lnTo>
                    <a:pt x="13262" y="16527"/>
                  </a:lnTo>
                  <a:lnTo>
                    <a:pt x="132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0" name="Google Shape;5470;p63"/>
            <p:cNvSpPr/>
            <p:nvPr/>
          </p:nvSpPr>
          <p:spPr>
            <a:xfrm>
              <a:off x="317475" y="1926225"/>
              <a:ext cx="185800" cy="1329200"/>
            </a:xfrm>
            <a:custGeom>
              <a:avLst/>
              <a:gdLst/>
              <a:ahLst/>
              <a:cxnLst/>
              <a:rect l="l" t="t" r="r" b="b"/>
              <a:pathLst>
                <a:path w="7432" h="53168" extrusionOk="0">
                  <a:moveTo>
                    <a:pt x="0" y="1"/>
                  </a:moveTo>
                  <a:lnTo>
                    <a:pt x="0" y="53167"/>
                  </a:lnTo>
                  <a:lnTo>
                    <a:pt x="7432" y="53167"/>
                  </a:lnTo>
                  <a:lnTo>
                    <a:pt x="7432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1" name="Google Shape;5471;p63"/>
            <p:cNvSpPr/>
            <p:nvPr/>
          </p:nvSpPr>
          <p:spPr>
            <a:xfrm>
              <a:off x="465100" y="1989550"/>
              <a:ext cx="6150" cy="1149900"/>
            </a:xfrm>
            <a:custGeom>
              <a:avLst/>
              <a:gdLst/>
              <a:ahLst/>
              <a:cxnLst/>
              <a:rect l="l" t="t" r="r" b="b"/>
              <a:pathLst>
                <a:path w="246" h="45996" extrusionOk="0">
                  <a:moveTo>
                    <a:pt x="123" y="1"/>
                  </a:moveTo>
                  <a:lnTo>
                    <a:pt x="62" y="5754"/>
                  </a:lnTo>
                  <a:lnTo>
                    <a:pt x="47" y="11492"/>
                  </a:lnTo>
                  <a:lnTo>
                    <a:pt x="1" y="22998"/>
                  </a:lnTo>
                  <a:lnTo>
                    <a:pt x="47" y="34489"/>
                  </a:lnTo>
                  <a:lnTo>
                    <a:pt x="62" y="40242"/>
                  </a:lnTo>
                  <a:lnTo>
                    <a:pt x="123" y="45995"/>
                  </a:lnTo>
                  <a:lnTo>
                    <a:pt x="184" y="40242"/>
                  </a:lnTo>
                  <a:lnTo>
                    <a:pt x="199" y="34489"/>
                  </a:lnTo>
                  <a:lnTo>
                    <a:pt x="245" y="22998"/>
                  </a:lnTo>
                  <a:lnTo>
                    <a:pt x="199" y="11492"/>
                  </a:lnTo>
                  <a:lnTo>
                    <a:pt x="184" y="5754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2" name="Google Shape;5472;p63"/>
            <p:cNvSpPr/>
            <p:nvPr/>
          </p:nvSpPr>
          <p:spPr>
            <a:xfrm>
              <a:off x="379650" y="2022750"/>
              <a:ext cx="6125" cy="1026650"/>
            </a:xfrm>
            <a:custGeom>
              <a:avLst/>
              <a:gdLst/>
              <a:ahLst/>
              <a:cxnLst/>
              <a:rect l="l" t="t" r="r" b="b"/>
              <a:pathLst>
                <a:path w="245" h="41066" extrusionOk="0">
                  <a:moveTo>
                    <a:pt x="123" y="0"/>
                  </a:moveTo>
                  <a:lnTo>
                    <a:pt x="77" y="5143"/>
                  </a:lnTo>
                  <a:lnTo>
                    <a:pt x="31" y="10271"/>
                  </a:lnTo>
                  <a:lnTo>
                    <a:pt x="1" y="20541"/>
                  </a:lnTo>
                  <a:lnTo>
                    <a:pt x="31" y="30811"/>
                  </a:lnTo>
                  <a:lnTo>
                    <a:pt x="62" y="35938"/>
                  </a:lnTo>
                  <a:lnTo>
                    <a:pt x="123" y="41066"/>
                  </a:lnTo>
                  <a:lnTo>
                    <a:pt x="184" y="35938"/>
                  </a:lnTo>
                  <a:lnTo>
                    <a:pt x="214" y="30811"/>
                  </a:lnTo>
                  <a:lnTo>
                    <a:pt x="245" y="20541"/>
                  </a:lnTo>
                  <a:lnTo>
                    <a:pt x="214" y="10271"/>
                  </a:lnTo>
                  <a:lnTo>
                    <a:pt x="184" y="514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3" name="Google Shape;5473;p63"/>
            <p:cNvSpPr/>
            <p:nvPr/>
          </p:nvSpPr>
          <p:spPr>
            <a:xfrm>
              <a:off x="422375" y="2053275"/>
              <a:ext cx="6125" cy="1202150"/>
            </a:xfrm>
            <a:custGeom>
              <a:avLst/>
              <a:gdLst/>
              <a:ahLst/>
              <a:cxnLst/>
              <a:rect l="l" t="t" r="r" b="b"/>
              <a:pathLst>
                <a:path w="245" h="48086" extrusionOk="0">
                  <a:moveTo>
                    <a:pt x="123" y="0"/>
                  </a:moveTo>
                  <a:lnTo>
                    <a:pt x="62" y="6013"/>
                  </a:lnTo>
                  <a:lnTo>
                    <a:pt x="47" y="12010"/>
                  </a:lnTo>
                  <a:lnTo>
                    <a:pt x="1" y="24035"/>
                  </a:lnTo>
                  <a:lnTo>
                    <a:pt x="47" y="36060"/>
                  </a:lnTo>
                  <a:lnTo>
                    <a:pt x="62" y="42073"/>
                  </a:lnTo>
                  <a:lnTo>
                    <a:pt x="123" y="48085"/>
                  </a:lnTo>
                  <a:lnTo>
                    <a:pt x="184" y="42073"/>
                  </a:lnTo>
                  <a:lnTo>
                    <a:pt x="199" y="36060"/>
                  </a:lnTo>
                  <a:lnTo>
                    <a:pt x="245" y="24035"/>
                  </a:lnTo>
                  <a:lnTo>
                    <a:pt x="199" y="12010"/>
                  </a:lnTo>
                  <a:lnTo>
                    <a:pt x="184" y="601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4" name="Google Shape;5474;p63"/>
            <p:cNvSpPr/>
            <p:nvPr/>
          </p:nvSpPr>
          <p:spPr>
            <a:xfrm>
              <a:off x="347975" y="1997200"/>
              <a:ext cx="6150" cy="1258225"/>
            </a:xfrm>
            <a:custGeom>
              <a:avLst/>
              <a:gdLst/>
              <a:ahLst/>
              <a:cxnLst/>
              <a:rect l="l" t="t" r="r" b="b"/>
              <a:pathLst>
                <a:path w="246" h="50329" extrusionOk="0">
                  <a:moveTo>
                    <a:pt x="123" y="0"/>
                  </a:moveTo>
                  <a:lnTo>
                    <a:pt x="62" y="6287"/>
                  </a:lnTo>
                  <a:lnTo>
                    <a:pt x="47" y="12575"/>
                  </a:lnTo>
                  <a:lnTo>
                    <a:pt x="1" y="25164"/>
                  </a:lnTo>
                  <a:lnTo>
                    <a:pt x="47" y="37739"/>
                  </a:lnTo>
                  <a:lnTo>
                    <a:pt x="62" y="44026"/>
                  </a:lnTo>
                  <a:lnTo>
                    <a:pt x="123" y="50328"/>
                  </a:lnTo>
                  <a:lnTo>
                    <a:pt x="184" y="44026"/>
                  </a:lnTo>
                  <a:lnTo>
                    <a:pt x="199" y="37739"/>
                  </a:lnTo>
                  <a:lnTo>
                    <a:pt x="245" y="25164"/>
                  </a:lnTo>
                  <a:lnTo>
                    <a:pt x="199" y="12575"/>
                  </a:lnTo>
                  <a:lnTo>
                    <a:pt x="184" y="6287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5" name="Google Shape;5475;p63"/>
            <p:cNvSpPr/>
            <p:nvPr/>
          </p:nvSpPr>
          <p:spPr>
            <a:xfrm>
              <a:off x="916425" y="1926225"/>
              <a:ext cx="185825" cy="1329200"/>
            </a:xfrm>
            <a:custGeom>
              <a:avLst/>
              <a:gdLst/>
              <a:ahLst/>
              <a:cxnLst/>
              <a:rect l="l" t="t" r="r" b="b"/>
              <a:pathLst>
                <a:path w="7433" h="53168" extrusionOk="0">
                  <a:moveTo>
                    <a:pt x="1" y="1"/>
                  </a:moveTo>
                  <a:lnTo>
                    <a:pt x="1" y="53167"/>
                  </a:lnTo>
                  <a:lnTo>
                    <a:pt x="7433" y="53167"/>
                  </a:lnTo>
                  <a:lnTo>
                    <a:pt x="7433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6" name="Google Shape;5476;p63"/>
            <p:cNvSpPr/>
            <p:nvPr/>
          </p:nvSpPr>
          <p:spPr>
            <a:xfrm>
              <a:off x="916425" y="1926225"/>
              <a:ext cx="185825" cy="1329200"/>
            </a:xfrm>
            <a:custGeom>
              <a:avLst/>
              <a:gdLst/>
              <a:ahLst/>
              <a:cxnLst/>
              <a:rect l="l" t="t" r="r" b="b"/>
              <a:pathLst>
                <a:path w="7433" h="53168" fill="none" extrusionOk="0">
                  <a:moveTo>
                    <a:pt x="7433" y="53167"/>
                  </a:moveTo>
                  <a:lnTo>
                    <a:pt x="1" y="53167"/>
                  </a:lnTo>
                  <a:lnTo>
                    <a:pt x="1" y="1"/>
                  </a:lnTo>
                  <a:lnTo>
                    <a:pt x="7433" y="1"/>
                  </a:lnTo>
                  <a:lnTo>
                    <a:pt x="7433" y="531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7" name="Google Shape;5477;p63"/>
            <p:cNvSpPr/>
            <p:nvPr/>
          </p:nvSpPr>
          <p:spPr>
            <a:xfrm>
              <a:off x="948875" y="1989550"/>
              <a:ext cx="5725" cy="1149900"/>
            </a:xfrm>
            <a:custGeom>
              <a:avLst/>
              <a:gdLst/>
              <a:ahLst/>
              <a:cxnLst/>
              <a:rect l="l" t="t" r="r" b="b"/>
              <a:pathLst>
                <a:path w="229" h="45996" extrusionOk="0">
                  <a:moveTo>
                    <a:pt x="107" y="1"/>
                  </a:moveTo>
                  <a:lnTo>
                    <a:pt x="61" y="5754"/>
                  </a:lnTo>
                  <a:lnTo>
                    <a:pt x="31" y="11492"/>
                  </a:lnTo>
                  <a:lnTo>
                    <a:pt x="0" y="22998"/>
                  </a:lnTo>
                  <a:lnTo>
                    <a:pt x="31" y="34489"/>
                  </a:lnTo>
                  <a:lnTo>
                    <a:pt x="61" y="40242"/>
                  </a:lnTo>
                  <a:lnTo>
                    <a:pt x="107" y="45995"/>
                  </a:lnTo>
                  <a:lnTo>
                    <a:pt x="168" y="40242"/>
                  </a:lnTo>
                  <a:lnTo>
                    <a:pt x="183" y="34489"/>
                  </a:lnTo>
                  <a:lnTo>
                    <a:pt x="229" y="22998"/>
                  </a:lnTo>
                  <a:lnTo>
                    <a:pt x="183" y="11492"/>
                  </a:lnTo>
                  <a:lnTo>
                    <a:pt x="168" y="5754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8" name="Google Shape;5478;p63"/>
            <p:cNvSpPr/>
            <p:nvPr/>
          </p:nvSpPr>
          <p:spPr>
            <a:xfrm>
              <a:off x="948875" y="1989550"/>
              <a:ext cx="5725" cy="1149900"/>
            </a:xfrm>
            <a:custGeom>
              <a:avLst/>
              <a:gdLst/>
              <a:ahLst/>
              <a:cxnLst/>
              <a:rect l="l" t="t" r="r" b="b"/>
              <a:pathLst>
                <a:path w="229" h="45996" fill="none" extrusionOk="0">
                  <a:moveTo>
                    <a:pt x="107" y="1"/>
                  </a:moveTo>
                  <a:lnTo>
                    <a:pt x="168" y="5754"/>
                  </a:lnTo>
                  <a:lnTo>
                    <a:pt x="183" y="11492"/>
                  </a:lnTo>
                  <a:lnTo>
                    <a:pt x="229" y="22998"/>
                  </a:lnTo>
                  <a:lnTo>
                    <a:pt x="183" y="34489"/>
                  </a:lnTo>
                  <a:lnTo>
                    <a:pt x="168" y="40242"/>
                  </a:lnTo>
                  <a:lnTo>
                    <a:pt x="107" y="45995"/>
                  </a:lnTo>
                  <a:lnTo>
                    <a:pt x="61" y="40242"/>
                  </a:lnTo>
                  <a:lnTo>
                    <a:pt x="31" y="34489"/>
                  </a:lnTo>
                  <a:lnTo>
                    <a:pt x="0" y="22998"/>
                  </a:lnTo>
                  <a:lnTo>
                    <a:pt x="31" y="11492"/>
                  </a:lnTo>
                  <a:lnTo>
                    <a:pt x="61" y="5754"/>
                  </a:lnTo>
                  <a:lnTo>
                    <a:pt x="10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9" name="Google Shape;5479;p63"/>
            <p:cNvSpPr/>
            <p:nvPr/>
          </p:nvSpPr>
          <p:spPr>
            <a:xfrm>
              <a:off x="1033950" y="2022750"/>
              <a:ext cx="6125" cy="1026650"/>
            </a:xfrm>
            <a:custGeom>
              <a:avLst/>
              <a:gdLst/>
              <a:ahLst/>
              <a:cxnLst/>
              <a:rect l="l" t="t" r="r" b="b"/>
              <a:pathLst>
                <a:path w="245" h="41066" extrusionOk="0">
                  <a:moveTo>
                    <a:pt x="122" y="0"/>
                  </a:moveTo>
                  <a:lnTo>
                    <a:pt x="61" y="5143"/>
                  </a:lnTo>
                  <a:lnTo>
                    <a:pt x="31" y="10271"/>
                  </a:lnTo>
                  <a:lnTo>
                    <a:pt x="0" y="20541"/>
                  </a:lnTo>
                  <a:lnTo>
                    <a:pt x="31" y="30811"/>
                  </a:lnTo>
                  <a:lnTo>
                    <a:pt x="61" y="35938"/>
                  </a:lnTo>
                  <a:lnTo>
                    <a:pt x="122" y="41066"/>
                  </a:lnTo>
                  <a:lnTo>
                    <a:pt x="183" y="35938"/>
                  </a:lnTo>
                  <a:lnTo>
                    <a:pt x="214" y="30811"/>
                  </a:lnTo>
                  <a:lnTo>
                    <a:pt x="244" y="20541"/>
                  </a:lnTo>
                  <a:lnTo>
                    <a:pt x="214" y="10271"/>
                  </a:lnTo>
                  <a:lnTo>
                    <a:pt x="183" y="5143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0" name="Google Shape;5480;p63"/>
            <p:cNvSpPr/>
            <p:nvPr/>
          </p:nvSpPr>
          <p:spPr>
            <a:xfrm>
              <a:off x="991600" y="2053275"/>
              <a:ext cx="5750" cy="1202150"/>
            </a:xfrm>
            <a:custGeom>
              <a:avLst/>
              <a:gdLst/>
              <a:ahLst/>
              <a:cxnLst/>
              <a:rect l="l" t="t" r="r" b="b"/>
              <a:pathLst>
                <a:path w="230" h="48086" extrusionOk="0">
                  <a:moveTo>
                    <a:pt x="107" y="0"/>
                  </a:moveTo>
                  <a:lnTo>
                    <a:pt x="46" y="6013"/>
                  </a:lnTo>
                  <a:lnTo>
                    <a:pt x="31" y="12010"/>
                  </a:lnTo>
                  <a:lnTo>
                    <a:pt x="0" y="24035"/>
                  </a:lnTo>
                  <a:lnTo>
                    <a:pt x="31" y="36060"/>
                  </a:lnTo>
                  <a:lnTo>
                    <a:pt x="46" y="42073"/>
                  </a:lnTo>
                  <a:lnTo>
                    <a:pt x="107" y="48085"/>
                  </a:lnTo>
                  <a:lnTo>
                    <a:pt x="168" y="42073"/>
                  </a:lnTo>
                  <a:lnTo>
                    <a:pt x="183" y="36060"/>
                  </a:lnTo>
                  <a:lnTo>
                    <a:pt x="229" y="24035"/>
                  </a:lnTo>
                  <a:lnTo>
                    <a:pt x="183" y="12010"/>
                  </a:lnTo>
                  <a:lnTo>
                    <a:pt x="168" y="601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1" name="Google Shape;5481;p63"/>
            <p:cNvSpPr/>
            <p:nvPr/>
          </p:nvSpPr>
          <p:spPr>
            <a:xfrm>
              <a:off x="991600" y="2053275"/>
              <a:ext cx="5750" cy="1202150"/>
            </a:xfrm>
            <a:custGeom>
              <a:avLst/>
              <a:gdLst/>
              <a:ahLst/>
              <a:cxnLst/>
              <a:rect l="l" t="t" r="r" b="b"/>
              <a:pathLst>
                <a:path w="230" h="48086" fill="none" extrusionOk="0">
                  <a:moveTo>
                    <a:pt x="107" y="0"/>
                  </a:moveTo>
                  <a:lnTo>
                    <a:pt x="168" y="6013"/>
                  </a:lnTo>
                  <a:lnTo>
                    <a:pt x="183" y="12010"/>
                  </a:lnTo>
                  <a:lnTo>
                    <a:pt x="229" y="24035"/>
                  </a:lnTo>
                  <a:lnTo>
                    <a:pt x="183" y="36060"/>
                  </a:lnTo>
                  <a:lnTo>
                    <a:pt x="168" y="42073"/>
                  </a:lnTo>
                  <a:lnTo>
                    <a:pt x="107" y="48085"/>
                  </a:lnTo>
                  <a:lnTo>
                    <a:pt x="46" y="42073"/>
                  </a:lnTo>
                  <a:lnTo>
                    <a:pt x="31" y="36060"/>
                  </a:lnTo>
                  <a:lnTo>
                    <a:pt x="0" y="24035"/>
                  </a:lnTo>
                  <a:lnTo>
                    <a:pt x="31" y="12010"/>
                  </a:lnTo>
                  <a:lnTo>
                    <a:pt x="46" y="6013"/>
                  </a:lnTo>
                  <a:lnTo>
                    <a:pt x="1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2" name="Google Shape;5482;p63"/>
            <p:cNvSpPr/>
            <p:nvPr/>
          </p:nvSpPr>
          <p:spPr>
            <a:xfrm>
              <a:off x="1065975" y="1997200"/>
              <a:ext cx="5750" cy="1258225"/>
            </a:xfrm>
            <a:custGeom>
              <a:avLst/>
              <a:gdLst/>
              <a:ahLst/>
              <a:cxnLst/>
              <a:rect l="l" t="t" r="r" b="b"/>
              <a:pathLst>
                <a:path w="230" h="50329" extrusionOk="0">
                  <a:moveTo>
                    <a:pt x="108" y="0"/>
                  </a:moveTo>
                  <a:lnTo>
                    <a:pt x="47" y="6287"/>
                  </a:lnTo>
                  <a:lnTo>
                    <a:pt x="31" y="12575"/>
                  </a:lnTo>
                  <a:lnTo>
                    <a:pt x="1" y="25164"/>
                  </a:lnTo>
                  <a:lnTo>
                    <a:pt x="31" y="37739"/>
                  </a:lnTo>
                  <a:lnTo>
                    <a:pt x="47" y="44026"/>
                  </a:lnTo>
                  <a:lnTo>
                    <a:pt x="108" y="50328"/>
                  </a:lnTo>
                  <a:lnTo>
                    <a:pt x="169" y="44026"/>
                  </a:lnTo>
                  <a:lnTo>
                    <a:pt x="184" y="37739"/>
                  </a:lnTo>
                  <a:lnTo>
                    <a:pt x="230" y="25164"/>
                  </a:lnTo>
                  <a:lnTo>
                    <a:pt x="184" y="12575"/>
                  </a:lnTo>
                  <a:lnTo>
                    <a:pt x="169" y="628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3" name="Google Shape;5483;p63"/>
            <p:cNvSpPr/>
            <p:nvPr/>
          </p:nvSpPr>
          <p:spPr>
            <a:xfrm>
              <a:off x="1999150" y="2876950"/>
              <a:ext cx="141575" cy="230075"/>
            </a:xfrm>
            <a:custGeom>
              <a:avLst/>
              <a:gdLst/>
              <a:ahLst/>
              <a:cxnLst/>
              <a:rect l="l" t="t" r="r" b="b"/>
              <a:pathLst>
                <a:path w="5663" h="9203" extrusionOk="0">
                  <a:moveTo>
                    <a:pt x="2519" y="1740"/>
                  </a:moveTo>
                  <a:lnTo>
                    <a:pt x="2519" y="3617"/>
                  </a:lnTo>
                  <a:lnTo>
                    <a:pt x="2229" y="3525"/>
                  </a:lnTo>
                  <a:lnTo>
                    <a:pt x="2015" y="3419"/>
                  </a:lnTo>
                  <a:lnTo>
                    <a:pt x="1832" y="3312"/>
                  </a:lnTo>
                  <a:lnTo>
                    <a:pt x="1695" y="3205"/>
                  </a:lnTo>
                  <a:lnTo>
                    <a:pt x="1603" y="3083"/>
                  </a:lnTo>
                  <a:lnTo>
                    <a:pt x="1542" y="2946"/>
                  </a:lnTo>
                  <a:lnTo>
                    <a:pt x="1496" y="2793"/>
                  </a:lnTo>
                  <a:lnTo>
                    <a:pt x="1496" y="2640"/>
                  </a:lnTo>
                  <a:lnTo>
                    <a:pt x="1512" y="2457"/>
                  </a:lnTo>
                  <a:lnTo>
                    <a:pt x="1557" y="2305"/>
                  </a:lnTo>
                  <a:lnTo>
                    <a:pt x="1634" y="2167"/>
                  </a:lnTo>
                  <a:lnTo>
                    <a:pt x="1740" y="2030"/>
                  </a:lnTo>
                  <a:lnTo>
                    <a:pt x="1893" y="1923"/>
                  </a:lnTo>
                  <a:lnTo>
                    <a:pt x="2061" y="1847"/>
                  </a:lnTo>
                  <a:lnTo>
                    <a:pt x="2275" y="1770"/>
                  </a:lnTo>
                  <a:lnTo>
                    <a:pt x="2519" y="1740"/>
                  </a:lnTo>
                  <a:close/>
                  <a:moveTo>
                    <a:pt x="3358" y="5097"/>
                  </a:moveTo>
                  <a:lnTo>
                    <a:pt x="3633" y="5204"/>
                  </a:lnTo>
                  <a:lnTo>
                    <a:pt x="3862" y="5296"/>
                  </a:lnTo>
                  <a:lnTo>
                    <a:pt x="4045" y="5418"/>
                  </a:lnTo>
                  <a:lnTo>
                    <a:pt x="4182" y="5525"/>
                  </a:lnTo>
                  <a:lnTo>
                    <a:pt x="4289" y="5662"/>
                  </a:lnTo>
                  <a:lnTo>
                    <a:pt x="4365" y="5799"/>
                  </a:lnTo>
                  <a:lnTo>
                    <a:pt x="4396" y="5952"/>
                  </a:lnTo>
                  <a:lnTo>
                    <a:pt x="4411" y="6120"/>
                  </a:lnTo>
                  <a:lnTo>
                    <a:pt x="4396" y="6303"/>
                  </a:lnTo>
                  <a:lnTo>
                    <a:pt x="4365" y="6379"/>
                  </a:lnTo>
                  <a:lnTo>
                    <a:pt x="4335" y="6471"/>
                  </a:lnTo>
                  <a:lnTo>
                    <a:pt x="4304" y="6547"/>
                  </a:lnTo>
                  <a:lnTo>
                    <a:pt x="4258" y="6608"/>
                  </a:lnTo>
                  <a:lnTo>
                    <a:pt x="4197" y="6684"/>
                  </a:lnTo>
                  <a:lnTo>
                    <a:pt x="4136" y="6745"/>
                  </a:lnTo>
                  <a:lnTo>
                    <a:pt x="3984" y="6852"/>
                  </a:lnTo>
                  <a:lnTo>
                    <a:pt x="3801" y="6944"/>
                  </a:lnTo>
                  <a:lnTo>
                    <a:pt x="3587" y="7005"/>
                  </a:lnTo>
                  <a:lnTo>
                    <a:pt x="3358" y="7035"/>
                  </a:lnTo>
                  <a:lnTo>
                    <a:pt x="3358" y="5097"/>
                  </a:lnTo>
                  <a:close/>
                  <a:moveTo>
                    <a:pt x="2839" y="0"/>
                  </a:moveTo>
                  <a:lnTo>
                    <a:pt x="2748" y="31"/>
                  </a:lnTo>
                  <a:lnTo>
                    <a:pt x="2671" y="77"/>
                  </a:lnTo>
                  <a:lnTo>
                    <a:pt x="2610" y="122"/>
                  </a:lnTo>
                  <a:lnTo>
                    <a:pt x="2549" y="199"/>
                  </a:lnTo>
                  <a:lnTo>
                    <a:pt x="2503" y="275"/>
                  </a:lnTo>
                  <a:lnTo>
                    <a:pt x="2488" y="367"/>
                  </a:lnTo>
                  <a:lnTo>
                    <a:pt x="2473" y="458"/>
                  </a:lnTo>
                  <a:lnTo>
                    <a:pt x="2473" y="687"/>
                  </a:lnTo>
                  <a:lnTo>
                    <a:pt x="2229" y="702"/>
                  </a:lnTo>
                  <a:lnTo>
                    <a:pt x="2000" y="748"/>
                  </a:lnTo>
                  <a:lnTo>
                    <a:pt x="1771" y="809"/>
                  </a:lnTo>
                  <a:lnTo>
                    <a:pt x="1557" y="885"/>
                  </a:lnTo>
                  <a:lnTo>
                    <a:pt x="1359" y="977"/>
                  </a:lnTo>
                  <a:lnTo>
                    <a:pt x="1176" y="1069"/>
                  </a:lnTo>
                  <a:lnTo>
                    <a:pt x="1008" y="1191"/>
                  </a:lnTo>
                  <a:lnTo>
                    <a:pt x="855" y="1313"/>
                  </a:lnTo>
                  <a:lnTo>
                    <a:pt x="718" y="1450"/>
                  </a:lnTo>
                  <a:lnTo>
                    <a:pt x="596" y="1603"/>
                  </a:lnTo>
                  <a:lnTo>
                    <a:pt x="489" y="1755"/>
                  </a:lnTo>
                  <a:lnTo>
                    <a:pt x="398" y="1938"/>
                  </a:lnTo>
                  <a:lnTo>
                    <a:pt x="321" y="2106"/>
                  </a:lnTo>
                  <a:lnTo>
                    <a:pt x="275" y="2305"/>
                  </a:lnTo>
                  <a:lnTo>
                    <a:pt x="245" y="2503"/>
                  </a:lnTo>
                  <a:lnTo>
                    <a:pt x="230" y="2717"/>
                  </a:lnTo>
                  <a:lnTo>
                    <a:pt x="245" y="2930"/>
                  </a:lnTo>
                  <a:lnTo>
                    <a:pt x="275" y="3129"/>
                  </a:lnTo>
                  <a:lnTo>
                    <a:pt x="306" y="3327"/>
                  </a:lnTo>
                  <a:lnTo>
                    <a:pt x="367" y="3510"/>
                  </a:lnTo>
                  <a:lnTo>
                    <a:pt x="459" y="3663"/>
                  </a:lnTo>
                  <a:lnTo>
                    <a:pt x="550" y="3831"/>
                  </a:lnTo>
                  <a:lnTo>
                    <a:pt x="657" y="3968"/>
                  </a:lnTo>
                  <a:lnTo>
                    <a:pt x="794" y="4105"/>
                  </a:lnTo>
                  <a:lnTo>
                    <a:pt x="947" y="4227"/>
                  </a:lnTo>
                  <a:lnTo>
                    <a:pt x="1115" y="4349"/>
                  </a:lnTo>
                  <a:lnTo>
                    <a:pt x="1298" y="4456"/>
                  </a:lnTo>
                  <a:lnTo>
                    <a:pt x="1496" y="4563"/>
                  </a:lnTo>
                  <a:lnTo>
                    <a:pt x="1725" y="4655"/>
                  </a:lnTo>
                  <a:lnTo>
                    <a:pt x="1969" y="4746"/>
                  </a:lnTo>
                  <a:lnTo>
                    <a:pt x="2229" y="4823"/>
                  </a:lnTo>
                  <a:lnTo>
                    <a:pt x="2519" y="4899"/>
                  </a:lnTo>
                  <a:lnTo>
                    <a:pt x="2519" y="6989"/>
                  </a:lnTo>
                  <a:lnTo>
                    <a:pt x="2305" y="6944"/>
                  </a:lnTo>
                  <a:lnTo>
                    <a:pt x="2091" y="6883"/>
                  </a:lnTo>
                  <a:lnTo>
                    <a:pt x="1878" y="6806"/>
                  </a:lnTo>
                  <a:lnTo>
                    <a:pt x="1679" y="6730"/>
                  </a:lnTo>
                  <a:lnTo>
                    <a:pt x="1481" y="6639"/>
                  </a:lnTo>
                  <a:lnTo>
                    <a:pt x="1298" y="6532"/>
                  </a:lnTo>
                  <a:lnTo>
                    <a:pt x="1115" y="6410"/>
                  </a:lnTo>
                  <a:lnTo>
                    <a:pt x="932" y="6272"/>
                  </a:lnTo>
                  <a:lnTo>
                    <a:pt x="855" y="6226"/>
                  </a:lnTo>
                  <a:lnTo>
                    <a:pt x="779" y="6196"/>
                  </a:lnTo>
                  <a:lnTo>
                    <a:pt x="687" y="6165"/>
                  </a:lnTo>
                  <a:lnTo>
                    <a:pt x="596" y="6165"/>
                  </a:lnTo>
                  <a:lnTo>
                    <a:pt x="474" y="6181"/>
                  </a:lnTo>
                  <a:lnTo>
                    <a:pt x="367" y="6211"/>
                  </a:lnTo>
                  <a:lnTo>
                    <a:pt x="260" y="6257"/>
                  </a:lnTo>
                  <a:lnTo>
                    <a:pt x="169" y="6333"/>
                  </a:lnTo>
                  <a:lnTo>
                    <a:pt x="108" y="6425"/>
                  </a:lnTo>
                  <a:lnTo>
                    <a:pt x="47" y="6516"/>
                  </a:lnTo>
                  <a:lnTo>
                    <a:pt x="16" y="6623"/>
                  </a:lnTo>
                  <a:lnTo>
                    <a:pt x="1" y="6745"/>
                  </a:lnTo>
                  <a:lnTo>
                    <a:pt x="1" y="6822"/>
                  </a:lnTo>
                  <a:lnTo>
                    <a:pt x="16" y="6898"/>
                  </a:lnTo>
                  <a:lnTo>
                    <a:pt x="47" y="6974"/>
                  </a:lnTo>
                  <a:lnTo>
                    <a:pt x="77" y="7035"/>
                  </a:lnTo>
                  <a:lnTo>
                    <a:pt x="123" y="7112"/>
                  </a:lnTo>
                  <a:lnTo>
                    <a:pt x="169" y="7157"/>
                  </a:lnTo>
                  <a:lnTo>
                    <a:pt x="230" y="7218"/>
                  </a:lnTo>
                  <a:lnTo>
                    <a:pt x="291" y="7264"/>
                  </a:lnTo>
                  <a:lnTo>
                    <a:pt x="535" y="7417"/>
                  </a:lnTo>
                  <a:lnTo>
                    <a:pt x="794" y="7569"/>
                  </a:lnTo>
                  <a:lnTo>
                    <a:pt x="1054" y="7707"/>
                  </a:lnTo>
                  <a:lnTo>
                    <a:pt x="1328" y="7814"/>
                  </a:lnTo>
                  <a:lnTo>
                    <a:pt x="1603" y="7905"/>
                  </a:lnTo>
                  <a:lnTo>
                    <a:pt x="1893" y="7981"/>
                  </a:lnTo>
                  <a:lnTo>
                    <a:pt x="2183" y="8042"/>
                  </a:lnTo>
                  <a:lnTo>
                    <a:pt x="2473" y="8088"/>
                  </a:lnTo>
                  <a:lnTo>
                    <a:pt x="2473" y="8744"/>
                  </a:lnTo>
                  <a:lnTo>
                    <a:pt x="2488" y="8836"/>
                  </a:lnTo>
                  <a:lnTo>
                    <a:pt x="2519" y="8928"/>
                  </a:lnTo>
                  <a:lnTo>
                    <a:pt x="2565" y="9004"/>
                  </a:lnTo>
                  <a:lnTo>
                    <a:pt x="2610" y="9080"/>
                  </a:lnTo>
                  <a:lnTo>
                    <a:pt x="2687" y="9126"/>
                  </a:lnTo>
                  <a:lnTo>
                    <a:pt x="2763" y="9172"/>
                  </a:lnTo>
                  <a:lnTo>
                    <a:pt x="2854" y="9202"/>
                  </a:lnTo>
                  <a:lnTo>
                    <a:pt x="3038" y="9202"/>
                  </a:lnTo>
                  <a:lnTo>
                    <a:pt x="3129" y="9172"/>
                  </a:lnTo>
                  <a:lnTo>
                    <a:pt x="3205" y="9126"/>
                  </a:lnTo>
                  <a:lnTo>
                    <a:pt x="3266" y="9065"/>
                  </a:lnTo>
                  <a:lnTo>
                    <a:pt x="3328" y="9004"/>
                  </a:lnTo>
                  <a:lnTo>
                    <a:pt x="3373" y="8928"/>
                  </a:lnTo>
                  <a:lnTo>
                    <a:pt x="3389" y="8836"/>
                  </a:lnTo>
                  <a:lnTo>
                    <a:pt x="3404" y="8744"/>
                  </a:lnTo>
                  <a:lnTo>
                    <a:pt x="3404" y="8103"/>
                  </a:lnTo>
                  <a:lnTo>
                    <a:pt x="3648" y="8073"/>
                  </a:lnTo>
                  <a:lnTo>
                    <a:pt x="3892" y="8027"/>
                  </a:lnTo>
                  <a:lnTo>
                    <a:pt x="4106" y="7966"/>
                  </a:lnTo>
                  <a:lnTo>
                    <a:pt x="4319" y="7890"/>
                  </a:lnTo>
                  <a:lnTo>
                    <a:pt x="4533" y="7814"/>
                  </a:lnTo>
                  <a:lnTo>
                    <a:pt x="4716" y="7707"/>
                  </a:lnTo>
                  <a:lnTo>
                    <a:pt x="4884" y="7585"/>
                  </a:lnTo>
                  <a:lnTo>
                    <a:pt x="5037" y="7463"/>
                  </a:lnTo>
                  <a:lnTo>
                    <a:pt x="5189" y="7325"/>
                  </a:lnTo>
                  <a:lnTo>
                    <a:pt x="5311" y="7173"/>
                  </a:lnTo>
                  <a:lnTo>
                    <a:pt x="5418" y="7005"/>
                  </a:lnTo>
                  <a:lnTo>
                    <a:pt x="5510" y="6837"/>
                  </a:lnTo>
                  <a:lnTo>
                    <a:pt x="5571" y="6654"/>
                  </a:lnTo>
                  <a:lnTo>
                    <a:pt x="5632" y="6455"/>
                  </a:lnTo>
                  <a:lnTo>
                    <a:pt x="5662" y="6242"/>
                  </a:lnTo>
                  <a:lnTo>
                    <a:pt x="5662" y="6028"/>
                  </a:lnTo>
                  <a:lnTo>
                    <a:pt x="5662" y="5830"/>
                  </a:lnTo>
                  <a:lnTo>
                    <a:pt x="5632" y="5631"/>
                  </a:lnTo>
                  <a:lnTo>
                    <a:pt x="5586" y="5448"/>
                  </a:lnTo>
                  <a:lnTo>
                    <a:pt x="5540" y="5265"/>
                  </a:lnTo>
                  <a:lnTo>
                    <a:pt x="5464" y="5112"/>
                  </a:lnTo>
                  <a:lnTo>
                    <a:pt x="5357" y="4945"/>
                  </a:lnTo>
                  <a:lnTo>
                    <a:pt x="5250" y="4807"/>
                  </a:lnTo>
                  <a:lnTo>
                    <a:pt x="5113" y="4670"/>
                  </a:lnTo>
                  <a:lnTo>
                    <a:pt x="4976" y="4533"/>
                  </a:lnTo>
                  <a:lnTo>
                    <a:pt x="4793" y="4426"/>
                  </a:lnTo>
                  <a:lnTo>
                    <a:pt x="4609" y="4304"/>
                  </a:lnTo>
                  <a:lnTo>
                    <a:pt x="4396" y="4197"/>
                  </a:lnTo>
                  <a:lnTo>
                    <a:pt x="4167" y="4105"/>
                  </a:lnTo>
                  <a:lnTo>
                    <a:pt x="3923" y="4014"/>
                  </a:lnTo>
                  <a:lnTo>
                    <a:pt x="3648" y="3922"/>
                  </a:lnTo>
                  <a:lnTo>
                    <a:pt x="3358" y="3846"/>
                  </a:lnTo>
                  <a:lnTo>
                    <a:pt x="3358" y="1801"/>
                  </a:lnTo>
                  <a:lnTo>
                    <a:pt x="3648" y="1893"/>
                  </a:lnTo>
                  <a:lnTo>
                    <a:pt x="3923" y="1999"/>
                  </a:lnTo>
                  <a:lnTo>
                    <a:pt x="4197" y="2121"/>
                  </a:lnTo>
                  <a:lnTo>
                    <a:pt x="4457" y="2274"/>
                  </a:lnTo>
                  <a:lnTo>
                    <a:pt x="4518" y="2305"/>
                  </a:lnTo>
                  <a:lnTo>
                    <a:pt x="4609" y="2335"/>
                  </a:lnTo>
                  <a:lnTo>
                    <a:pt x="4686" y="2366"/>
                  </a:lnTo>
                  <a:lnTo>
                    <a:pt x="4777" y="2366"/>
                  </a:lnTo>
                  <a:lnTo>
                    <a:pt x="4899" y="2350"/>
                  </a:lnTo>
                  <a:lnTo>
                    <a:pt x="5006" y="2320"/>
                  </a:lnTo>
                  <a:lnTo>
                    <a:pt x="5113" y="2274"/>
                  </a:lnTo>
                  <a:lnTo>
                    <a:pt x="5189" y="2198"/>
                  </a:lnTo>
                  <a:lnTo>
                    <a:pt x="5266" y="2106"/>
                  </a:lnTo>
                  <a:lnTo>
                    <a:pt x="5327" y="2015"/>
                  </a:lnTo>
                  <a:lnTo>
                    <a:pt x="5357" y="1908"/>
                  </a:lnTo>
                  <a:lnTo>
                    <a:pt x="5372" y="1786"/>
                  </a:lnTo>
                  <a:lnTo>
                    <a:pt x="5357" y="1709"/>
                  </a:lnTo>
                  <a:lnTo>
                    <a:pt x="5342" y="1618"/>
                  </a:lnTo>
                  <a:lnTo>
                    <a:pt x="5311" y="1557"/>
                  </a:lnTo>
                  <a:lnTo>
                    <a:pt x="5281" y="1481"/>
                  </a:lnTo>
                  <a:lnTo>
                    <a:pt x="5235" y="1419"/>
                  </a:lnTo>
                  <a:lnTo>
                    <a:pt x="5174" y="1358"/>
                  </a:lnTo>
                  <a:lnTo>
                    <a:pt x="5113" y="1313"/>
                  </a:lnTo>
                  <a:lnTo>
                    <a:pt x="5052" y="1267"/>
                  </a:lnTo>
                  <a:lnTo>
                    <a:pt x="4854" y="1160"/>
                  </a:lnTo>
                  <a:lnTo>
                    <a:pt x="4655" y="1053"/>
                  </a:lnTo>
                  <a:lnTo>
                    <a:pt x="4457" y="962"/>
                  </a:lnTo>
                  <a:lnTo>
                    <a:pt x="4258" y="885"/>
                  </a:lnTo>
                  <a:lnTo>
                    <a:pt x="4045" y="824"/>
                  </a:lnTo>
                  <a:lnTo>
                    <a:pt x="3831" y="763"/>
                  </a:lnTo>
                  <a:lnTo>
                    <a:pt x="3617" y="718"/>
                  </a:lnTo>
                  <a:lnTo>
                    <a:pt x="3404" y="687"/>
                  </a:lnTo>
                  <a:lnTo>
                    <a:pt x="3404" y="458"/>
                  </a:lnTo>
                  <a:lnTo>
                    <a:pt x="3404" y="443"/>
                  </a:lnTo>
                  <a:lnTo>
                    <a:pt x="3389" y="351"/>
                  </a:lnTo>
                  <a:lnTo>
                    <a:pt x="3358" y="275"/>
                  </a:lnTo>
                  <a:lnTo>
                    <a:pt x="3312" y="183"/>
                  </a:lnTo>
                  <a:lnTo>
                    <a:pt x="3266" y="122"/>
                  </a:lnTo>
                  <a:lnTo>
                    <a:pt x="3190" y="77"/>
                  </a:lnTo>
                  <a:lnTo>
                    <a:pt x="3114" y="31"/>
                  </a:lnTo>
                  <a:lnTo>
                    <a:pt x="30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4" name="Google Shape;5484;p63"/>
            <p:cNvSpPr/>
            <p:nvPr/>
          </p:nvSpPr>
          <p:spPr>
            <a:xfrm>
              <a:off x="1173200" y="1944925"/>
              <a:ext cx="141925" cy="230450"/>
            </a:xfrm>
            <a:custGeom>
              <a:avLst/>
              <a:gdLst/>
              <a:ahLst/>
              <a:cxnLst/>
              <a:rect l="l" t="t" r="r" b="b"/>
              <a:pathLst>
                <a:path w="5677" h="9218" extrusionOk="0">
                  <a:moveTo>
                    <a:pt x="2518" y="1740"/>
                  </a:moveTo>
                  <a:lnTo>
                    <a:pt x="2518" y="3632"/>
                  </a:lnTo>
                  <a:lnTo>
                    <a:pt x="2243" y="3525"/>
                  </a:lnTo>
                  <a:lnTo>
                    <a:pt x="2014" y="3419"/>
                  </a:lnTo>
                  <a:lnTo>
                    <a:pt x="1847" y="3312"/>
                  </a:lnTo>
                  <a:lnTo>
                    <a:pt x="1709" y="3205"/>
                  </a:lnTo>
                  <a:lnTo>
                    <a:pt x="1602" y="3083"/>
                  </a:lnTo>
                  <a:lnTo>
                    <a:pt x="1541" y="2946"/>
                  </a:lnTo>
                  <a:lnTo>
                    <a:pt x="1511" y="2808"/>
                  </a:lnTo>
                  <a:lnTo>
                    <a:pt x="1496" y="2640"/>
                  </a:lnTo>
                  <a:lnTo>
                    <a:pt x="1511" y="2473"/>
                  </a:lnTo>
                  <a:lnTo>
                    <a:pt x="1572" y="2305"/>
                  </a:lnTo>
                  <a:lnTo>
                    <a:pt x="1648" y="2167"/>
                  </a:lnTo>
                  <a:lnTo>
                    <a:pt x="1755" y="2030"/>
                  </a:lnTo>
                  <a:lnTo>
                    <a:pt x="1908" y="1923"/>
                  </a:lnTo>
                  <a:lnTo>
                    <a:pt x="2076" y="1847"/>
                  </a:lnTo>
                  <a:lnTo>
                    <a:pt x="2289" y="1786"/>
                  </a:lnTo>
                  <a:lnTo>
                    <a:pt x="2518" y="1740"/>
                  </a:lnTo>
                  <a:close/>
                  <a:moveTo>
                    <a:pt x="3357" y="5097"/>
                  </a:moveTo>
                  <a:lnTo>
                    <a:pt x="3647" y="5204"/>
                  </a:lnTo>
                  <a:lnTo>
                    <a:pt x="3876" y="5311"/>
                  </a:lnTo>
                  <a:lnTo>
                    <a:pt x="4059" y="5418"/>
                  </a:lnTo>
                  <a:lnTo>
                    <a:pt x="4197" y="5525"/>
                  </a:lnTo>
                  <a:lnTo>
                    <a:pt x="4304" y="5662"/>
                  </a:lnTo>
                  <a:lnTo>
                    <a:pt x="4365" y="5799"/>
                  </a:lnTo>
                  <a:lnTo>
                    <a:pt x="4410" y="5952"/>
                  </a:lnTo>
                  <a:lnTo>
                    <a:pt x="4426" y="6120"/>
                  </a:lnTo>
                  <a:lnTo>
                    <a:pt x="4395" y="6303"/>
                  </a:lnTo>
                  <a:lnTo>
                    <a:pt x="4380" y="6379"/>
                  </a:lnTo>
                  <a:lnTo>
                    <a:pt x="4349" y="6471"/>
                  </a:lnTo>
                  <a:lnTo>
                    <a:pt x="4319" y="6547"/>
                  </a:lnTo>
                  <a:lnTo>
                    <a:pt x="4258" y="6608"/>
                  </a:lnTo>
                  <a:lnTo>
                    <a:pt x="4212" y="6684"/>
                  </a:lnTo>
                  <a:lnTo>
                    <a:pt x="4151" y="6745"/>
                  </a:lnTo>
                  <a:lnTo>
                    <a:pt x="3998" y="6852"/>
                  </a:lnTo>
                  <a:lnTo>
                    <a:pt x="3815" y="6944"/>
                  </a:lnTo>
                  <a:lnTo>
                    <a:pt x="3602" y="7005"/>
                  </a:lnTo>
                  <a:lnTo>
                    <a:pt x="3357" y="7035"/>
                  </a:lnTo>
                  <a:lnTo>
                    <a:pt x="3357" y="5097"/>
                  </a:lnTo>
                  <a:close/>
                  <a:moveTo>
                    <a:pt x="2854" y="0"/>
                  </a:moveTo>
                  <a:lnTo>
                    <a:pt x="2762" y="31"/>
                  </a:lnTo>
                  <a:lnTo>
                    <a:pt x="2686" y="77"/>
                  </a:lnTo>
                  <a:lnTo>
                    <a:pt x="2610" y="122"/>
                  </a:lnTo>
                  <a:lnTo>
                    <a:pt x="2564" y="199"/>
                  </a:lnTo>
                  <a:lnTo>
                    <a:pt x="2518" y="275"/>
                  </a:lnTo>
                  <a:lnTo>
                    <a:pt x="2488" y="367"/>
                  </a:lnTo>
                  <a:lnTo>
                    <a:pt x="2472" y="458"/>
                  </a:lnTo>
                  <a:lnTo>
                    <a:pt x="2472" y="687"/>
                  </a:lnTo>
                  <a:lnTo>
                    <a:pt x="2228" y="718"/>
                  </a:lnTo>
                  <a:lnTo>
                    <a:pt x="1999" y="748"/>
                  </a:lnTo>
                  <a:lnTo>
                    <a:pt x="1786" y="809"/>
                  </a:lnTo>
                  <a:lnTo>
                    <a:pt x="1572" y="885"/>
                  </a:lnTo>
                  <a:lnTo>
                    <a:pt x="1374" y="977"/>
                  </a:lnTo>
                  <a:lnTo>
                    <a:pt x="1190" y="1069"/>
                  </a:lnTo>
                  <a:lnTo>
                    <a:pt x="1023" y="1191"/>
                  </a:lnTo>
                  <a:lnTo>
                    <a:pt x="870" y="1313"/>
                  </a:lnTo>
                  <a:lnTo>
                    <a:pt x="717" y="1450"/>
                  </a:lnTo>
                  <a:lnTo>
                    <a:pt x="595" y="1603"/>
                  </a:lnTo>
                  <a:lnTo>
                    <a:pt x="488" y="1755"/>
                  </a:lnTo>
                  <a:lnTo>
                    <a:pt x="397" y="1938"/>
                  </a:lnTo>
                  <a:lnTo>
                    <a:pt x="336" y="2122"/>
                  </a:lnTo>
                  <a:lnTo>
                    <a:pt x="290" y="2305"/>
                  </a:lnTo>
                  <a:lnTo>
                    <a:pt x="244" y="2503"/>
                  </a:lnTo>
                  <a:lnTo>
                    <a:pt x="244" y="2717"/>
                  </a:lnTo>
                  <a:lnTo>
                    <a:pt x="244" y="2930"/>
                  </a:lnTo>
                  <a:lnTo>
                    <a:pt x="275" y="3144"/>
                  </a:lnTo>
                  <a:lnTo>
                    <a:pt x="321" y="3327"/>
                  </a:lnTo>
                  <a:lnTo>
                    <a:pt x="382" y="3510"/>
                  </a:lnTo>
                  <a:lnTo>
                    <a:pt x="458" y="3678"/>
                  </a:lnTo>
                  <a:lnTo>
                    <a:pt x="549" y="3831"/>
                  </a:lnTo>
                  <a:lnTo>
                    <a:pt x="672" y="3968"/>
                  </a:lnTo>
                  <a:lnTo>
                    <a:pt x="794" y="4105"/>
                  </a:lnTo>
                  <a:lnTo>
                    <a:pt x="946" y="4227"/>
                  </a:lnTo>
                  <a:lnTo>
                    <a:pt x="1114" y="4350"/>
                  </a:lnTo>
                  <a:lnTo>
                    <a:pt x="1297" y="4456"/>
                  </a:lnTo>
                  <a:lnTo>
                    <a:pt x="1511" y="4563"/>
                  </a:lnTo>
                  <a:lnTo>
                    <a:pt x="1725" y="4655"/>
                  </a:lnTo>
                  <a:lnTo>
                    <a:pt x="1969" y="4746"/>
                  </a:lnTo>
                  <a:lnTo>
                    <a:pt x="2243" y="4823"/>
                  </a:lnTo>
                  <a:lnTo>
                    <a:pt x="2518" y="4899"/>
                  </a:lnTo>
                  <a:lnTo>
                    <a:pt x="2518" y="7005"/>
                  </a:lnTo>
                  <a:lnTo>
                    <a:pt x="2304" y="6944"/>
                  </a:lnTo>
                  <a:lnTo>
                    <a:pt x="2091" y="6883"/>
                  </a:lnTo>
                  <a:lnTo>
                    <a:pt x="1892" y="6822"/>
                  </a:lnTo>
                  <a:lnTo>
                    <a:pt x="1694" y="6730"/>
                  </a:lnTo>
                  <a:lnTo>
                    <a:pt x="1496" y="6639"/>
                  </a:lnTo>
                  <a:lnTo>
                    <a:pt x="1297" y="6532"/>
                  </a:lnTo>
                  <a:lnTo>
                    <a:pt x="1114" y="6410"/>
                  </a:lnTo>
                  <a:lnTo>
                    <a:pt x="946" y="6288"/>
                  </a:lnTo>
                  <a:lnTo>
                    <a:pt x="870" y="6242"/>
                  </a:lnTo>
                  <a:lnTo>
                    <a:pt x="778" y="6196"/>
                  </a:lnTo>
                  <a:lnTo>
                    <a:pt x="687" y="6181"/>
                  </a:lnTo>
                  <a:lnTo>
                    <a:pt x="595" y="6166"/>
                  </a:lnTo>
                  <a:lnTo>
                    <a:pt x="473" y="6181"/>
                  </a:lnTo>
                  <a:lnTo>
                    <a:pt x="366" y="6211"/>
                  </a:lnTo>
                  <a:lnTo>
                    <a:pt x="275" y="6272"/>
                  </a:lnTo>
                  <a:lnTo>
                    <a:pt x="183" y="6333"/>
                  </a:lnTo>
                  <a:lnTo>
                    <a:pt x="107" y="6425"/>
                  </a:lnTo>
                  <a:lnTo>
                    <a:pt x="46" y="6532"/>
                  </a:lnTo>
                  <a:lnTo>
                    <a:pt x="15" y="6639"/>
                  </a:lnTo>
                  <a:lnTo>
                    <a:pt x="0" y="6761"/>
                  </a:lnTo>
                  <a:lnTo>
                    <a:pt x="15" y="6837"/>
                  </a:lnTo>
                  <a:lnTo>
                    <a:pt x="31" y="6913"/>
                  </a:lnTo>
                  <a:lnTo>
                    <a:pt x="46" y="6974"/>
                  </a:lnTo>
                  <a:lnTo>
                    <a:pt x="92" y="7051"/>
                  </a:lnTo>
                  <a:lnTo>
                    <a:pt x="122" y="7112"/>
                  </a:lnTo>
                  <a:lnTo>
                    <a:pt x="183" y="7173"/>
                  </a:lnTo>
                  <a:lnTo>
                    <a:pt x="229" y="7218"/>
                  </a:lnTo>
                  <a:lnTo>
                    <a:pt x="305" y="7264"/>
                  </a:lnTo>
                  <a:lnTo>
                    <a:pt x="549" y="7432"/>
                  </a:lnTo>
                  <a:lnTo>
                    <a:pt x="809" y="7585"/>
                  </a:lnTo>
                  <a:lnTo>
                    <a:pt x="1068" y="7707"/>
                  </a:lnTo>
                  <a:lnTo>
                    <a:pt x="1343" y="7829"/>
                  </a:lnTo>
                  <a:lnTo>
                    <a:pt x="1618" y="7920"/>
                  </a:lnTo>
                  <a:lnTo>
                    <a:pt x="1908" y="7997"/>
                  </a:lnTo>
                  <a:lnTo>
                    <a:pt x="2198" y="8058"/>
                  </a:lnTo>
                  <a:lnTo>
                    <a:pt x="2488" y="8088"/>
                  </a:lnTo>
                  <a:lnTo>
                    <a:pt x="2488" y="8760"/>
                  </a:lnTo>
                  <a:lnTo>
                    <a:pt x="2503" y="8851"/>
                  </a:lnTo>
                  <a:lnTo>
                    <a:pt x="2518" y="8943"/>
                  </a:lnTo>
                  <a:lnTo>
                    <a:pt x="2564" y="9019"/>
                  </a:lnTo>
                  <a:lnTo>
                    <a:pt x="2625" y="9080"/>
                  </a:lnTo>
                  <a:lnTo>
                    <a:pt x="2701" y="9141"/>
                  </a:lnTo>
                  <a:lnTo>
                    <a:pt x="2777" y="9172"/>
                  </a:lnTo>
                  <a:lnTo>
                    <a:pt x="2854" y="9202"/>
                  </a:lnTo>
                  <a:lnTo>
                    <a:pt x="2961" y="9218"/>
                  </a:lnTo>
                  <a:lnTo>
                    <a:pt x="3052" y="9202"/>
                  </a:lnTo>
                  <a:lnTo>
                    <a:pt x="3144" y="9172"/>
                  </a:lnTo>
                  <a:lnTo>
                    <a:pt x="3220" y="9126"/>
                  </a:lnTo>
                  <a:lnTo>
                    <a:pt x="3281" y="9080"/>
                  </a:lnTo>
                  <a:lnTo>
                    <a:pt x="3342" y="9004"/>
                  </a:lnTo>
                  <a:lnTo>
                    <a:pt x="3373" y="8928"/>
                  </a:lnTo>
                  <a:lnTo>
                    <a:pt x="3403" y="8851"/>
                  </a:lnTo>
                  <a:lnTo>
                    <a:pt x="3418" y="8760"/>
                  </a:lnTo>
                  <a:lnTo>
                    <a:pt x="3418" y="8104"/>
                  </a:lnTo>
                  <a:lnTo>
                    <a:pt x="3663" y="8073"/>
                  </a:lnTo>
                  <a:lnTo>
                    <a:pt x="3892" y="8027"/>
                  </a:lnTo>
                  <a:lnTo>
                    <a:pt x="4120" y="7966"/>
                  </a:lnTo>
                  <a:lnTo>
                    <a:pt x="4334" y="7890"/>
                  </a:lnTo>
                  <a:lnTo>
                    <a:pt x="4532" y="7814"/>
                  </a:lnTo>
                  <a:lnTo>
                    <a:pt x="4731" y="7707"/>
                  </a:lnTo>
                  <a:lnTo>
                    <a:pt x="4899" y="7585"/>
                  </a:lnTo>
                  <a:lnTo>
                    <a:pt x="5051" y="7463"/>
                  </a:lnTo>
                  <a:lnTo>
                    <a:pt x="5189" y="7325"/>
                  </a:lnTo>
                  <a:lnTo>
                    <a:pt x="5326" y="7173"/>
                  </a:lnTo>
                  <a:lnTo>
                    <a:pt x="5433" y="7005"/>
                  </a:lnTo>
                  <a:lnTo>
                    <a:pt x="5509" y="6837"/>
                  </a:lnTo>
                  <a:lnTo>
                    <a:pt x="5585" y="6654"/>
                  </a:lnTo>
                  <a:lnTo>
                    <a:pt x="5631" y="6455"/>
                  </a:lnTo>
                  <a:lnTo>
                    <a:pt x="5662" y="6257"/>
                  </a:lnTo>
                  <a:lnTo>
                    <a:pt x="5677" y="6028"/>
                  </a:lnTo>
                  <a:lnTo>
                    <a:pt x="5677" y="5830"/>
                  </a:lnTo>
                  <a:lnTo>
                    <a:pt x="5646" y="5631"/>
                  </a:lnTo>
                  <a:lnTo>
                    <a:pt x="5601" y="5448"/>
                  </a:lnTo>
                  <a:lnTo>
                    <a:pt x="5540" y="5265"/>
                  </a:lnTo>
                  <a:lnTo>
                    <a:pt x="5463" y="5113"/>
                  </a:lnTo>
                  <a:lnTo>
                    <a:pt x="5372" y="4945"/>
                  </a:lnTo>
                  <a:lnTo>
                    <a:pt x="5265" y="4807"/>
                  </a:lnTo>
                  <a:lnTo>
                    <a:pt x="5128" y="4670"/>
                  </a:lnTo>
                  <a:lnTo>
                    <a:pt x="4975" y="4533"/>
                  </a:lnTo>
                  <a:lnTo>
                    <a:pt x="4807" y="4426"/>
                  </a:lnTo>
                  <a:lnTo>
                    <a:pt x="4624" y="4304"/>
                  </a:lnTo>
                  <a:lnTo>
                    <a:pt x="4410" y="4197"/>
                  </a:lnTo>
                  <a:lnTo>
                    <a:pt x="4181" y="4105"/>
                  </a:lnTo>
                  <a:lnTo>
                    <a:pt x="3937" y="4014"/>
                  </a:lnTo>
                  <a:lnTo>
                    <a:pt x="3663" y="3922"/>
                  </a:lnTo>
                  <a:lnTo>
                    <a:pt x="3373" y="3846"/>
                  </a:lnTo>
                  <a:lnTo>
                    <a:pt x="3373" y="1801"/>
                  </a:lnTo>
                  <a:lnTo>
                    <a:pt x="3647" y="1893"/>
                  </a:lnTo>
                  <a:lnTo>
                    <a:pt x="3937" y="1999"/>
                  </a:lnTo>
                  <a:lnTo>
                    <a:pt x="4197" y="2122"/>
                  </a:lnTo>
                  <a:lnTo>
                    <a:pt x="4456" y="2274"/>
                  </a:lnTo>
                  <a:lnTo>
                    <a:pt x="4532" y="2320"/>
                  </a:lnTo>
                  <a:lnTo>
                    <a:pt x="4609" y="2350"/>
                  </a:lnTo>
                  <a:lnTo>
                    <a:pt x="4700" y="2366"/>
                  </a:lnTo>
                  <a:lnTo>
                    <a:pt x="4792" y="2366"/>
                  </a:lnTo>
                  <a:lnTo>
                    <a:pt x="4914" y="2350"/>
                  </a:lnTo>
                  <a:lnTo>
                    <a:pt x="5021" y="2320"/>
                  </a:lnTo>
                  <a:lnTo>
                    <a:pt x="5112" y="2274"/>
                  </a:lnTo>
                  <a:lnTo>
                    <a:pt x="5204" y="2198"/>
                  </a:lnTo>
                  <a:lnTo>
                    <a:pt x="5280" y="2106"/>
                  </a:lnTo>
                  <a:lnTo>
                    <a:pt x="5326" y="2015"/>
                  </a:lnTo>
                  <a:lnTo>
                    <a:pt x="5356" y="1908"/>
                  </a:lnTo>
                  <a:lnTo>
                    <a:pt x="5372" y="1786"/>
                  </a:lnTo>
                  <a:lnTo>
                    <a:pt x="5372" y="1710"/>
                  </a:lnTo>
                  <a:lnTo>
                    <a:pt x="5356" y="1633"/>
                  </a:lnTo>
                  <a:lnTo>
                    <a:pt x="5326" y="1557"/>
                  </a:lnTo>
                  <a:lnTo>
                    <a:pt x="5295" y="1481"/>
                  </a:lnTo>
                  <a:lnTo>
                    <a:pt x="5250" y="1420"/>
                  </a:lnTo>
                  <a:lnTo>
                    <a:pt x="5189" y="1359"/>
                  </a:lnTo>
                  <a:lnTo>
                    <a:pt x="5128" y="1313"/>
                  </a:lnTo>
                  <a:lnTo>
                    <a:pt x="5051" y="1267"/>
                  </a:lnTo>
                  <a:lnTo>
                    <a:pt x="4868" y="1160"/>
                  </a:lnTo>
                  <a:lnTo>
                    <a:pt x="4670" y="1053"/>
                  </a:lnTo>
                  <a:lnTo>
                    <a:pt x="4471" y="962"/>
                  </a:lnTo>
                  <a:lnTo>
                    <a:pt x="4273" y="885"/>
                  </a:lnTo>
                  <a:lnTo>
                    <a:pt x="4059" y="824"/>
                  </a:lnTo>
                  <a:lnTo>
                    <a:pt x="3846" y="763"/>
                  </a:lnTo>
                  <a:lnTo>
                    <a:pt x="3632" y="718"/>
                  </a:lnTo>
                  <a:lnTo>
                    <a:pt x="3403" y="687"/>
                  </a:lnTo>
                  <a:lnTo>
                    <a:pt x="3403" y="458"/>
                  </a:lnTo>
                  <a:lnTo>
                    <a:pt x="3403" y="443"/>
                  </a:lnTo>
                  <a:lnTo>
                    <a:pt x="3403" y="351"/>
                  </a:lnTo>
                  <a:lnTo>
                    <a:pt x="3373" y="275"/>
                  </a:lnTo>
                  <a:lnTo>
                    <a:pt x="3327" y="199"/>
                  </a:lnTo>
                  <a:lnTo>
                    <a:pt x="3266" y="122"/>
                  </a:lnTo>
                  <a:lnTo>
                    <a:pt x="3205" y="77"/>
                  </a:lnTo>
                  <a:lnTo>
                    <a:pt x="3128" y="31"/>
                  </a:lnTo>
                  <a:lnTo>
                    <a:pt x="30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5" name="Google Shape;5485;p63"/>
            <p:cNvSpPr/>
            <p:nvPr/>
          </p:nvSpPr>
          <p:spPr>
            <a:xfrm>
              <a:off x="1857225" y="3187875"/>
              <a:ext cx="83975" cy="280050"/>
            </a:xfrm>
            <a:custGeom>
              <a:avLst/>
              <a:gdLst/>
              <a:ahLst/>
              <a:cxnLst/>
              <a:rect l="l" t="t" r="r" b="b"/>
              <a:pathLst>
                <a:path w="3359" h="11202" extrusionOk="0">
                  <a:moveTo>
                    <a:pt x="306" y="0"/>
                  </a:moveTo>
                  <a:lnTo>
                    <a:pt x="276" y="16"/>
                  </a:lnTo>
                  <a:lnTo>
                    <a:pt x="245" y="46"/>
                  </a:lnTo>
                  <a:lnTo>
                    <a:pt x="245" y="77"/>
                  </a:lnTo>
                  <a:lnTo>
                    <a:pt x="260" y="92"/>
                  </a:lnTo>
                  <a:lnTo>
                    <a:pt x="505" y="336"/>
                  </a:lnTo>
                  <a:lnTo>
                    <a:pt x="718" y="611"/>
                  </a:lnTo>
                  <a:lnTo>
                    <a:pt x="932" y="886"/>
                  </a:lnTo>
                  <a:lnTo>
                    <a:pt x="1130" y="1160"/>
                  </a:lnTo>
                  <a:lnTo>
                    <a:pt x="1313" y="1450"/>
                  </a:lnTo>
                  <a:lnTo>
                    <a:pt x="1496" y="1740"/>
                  </a:lnTo>
                  <a:lnTo>
                    <a:pt x="1664" y="2045"/>
                  </a:lnTo>
                  <a:lnTo>
                    <a:pt x="1817" y="2351"/>
                  </a:lnTo>
                  <a:lnTo>
                    <a:pt x="1954" y="2671"/>
                  </a:lnTo>
                  <a:lnTo>
                    <a:pt x="2092" y="2991"/>
                  </a:lnTo>
                  <a:lnTo>
                    <a:pt x="2214" y="3312"/>
                  </a:lnTo>
                  <a:lnTo>
                    <a:pt x="2320" y="3632"/>
                  </a:lnTo>
                  <a:lnTo>
                    <a:pt x="2427" y="3968"/>
                  </a:lnTo>
                  <a:lnTo>
                    <a:pt x="2519" y="4304"/>
                  </a:lnTo>
                  <a:lnTo>
                    <a:pt x="2687" y="4960"/>
                  </a:lnTo>
                  <a:lnTo>
                    <a:pt x="2809" y="5693"/>
                  </a:lnTo>
                  <a:lnTo>
                    <a:pt x="2916" y="6425"/>
                  </a:lnTo>
                  <a:lnTo>
                    <a:pt x="2961" y="7158"/>
                  </a:lnTo>
                  <a:lnTo>
                    <a:pt x="2992" y="7890"/>
                  </a:lnTo>
                  <a:lnTo>
                    <a:pt x="2794" y="7219"/>
                  </a:lnTo>
                  <a:lnTo>
                    <a:pt x="2687" y="6883"/>
                  </a:lnTo>
                  <a:lnTo>
                    <a:pt x="2580" y="6562"/>
                  </a:lnTo>
                  <a:lnTo>
                    <a:pt x="2473" y="6257"/>
                  </a:lnTo>
                  <a:lnTo>
                    <a:pt x="2336" y="5952"/>
                  </a:lnTo>
                  <a:lnTo>
                    <a:pt x="2198" y="5662"/>
                  </a:lnTo>
                  <a:lnTo>
                    <a:pt x="2046" y="5387"/>
                  </a:lnTo>
                  <a:lnTo>
                    <a:pt x="1878" y="5097"/>
                  </a:lnTo>
                  <a:lnTo>
                    <a:pt x="1695" y="4838"/>
                  </a:lnTo>
                  <a:lnTo>
                    <a:pt x="1496" y="4563"/>
                  </a:lnTo>
                  <a:lnTo>
                    <a:pt x="1268" y="4304"/>
                  </a:lnTo>
                  <a:lnTo>
                    <a:pt x="1023" y="4044"/>
                  </a:lnTo>
                  <a:lnTo>
                    <a:pt x="764" y="3800"/>
                  </a:lnTo>
                  <a:lnTo>
                    <a:pt x="459" y="3541"/>
                  </a:lnTo>
                  <a:lnTo>
                    <a:pt x="154" y="3297"/>
                  </a:lnTo>
                  <a:lnTo>
                    <a:pt x="92" y="3266"/>
                  </a:lnTo>
                  <a:lnTo>
                    <a:pt x="47" y="3251"/>
                  </a:lnTo>
                  <a:lnTo>
                    <a:pt x="16" y="3251"/>
                  </a:lnTo>
                  <a:lnTo>
                    <a:pt x="16" y="3266"/>
                  </a:lnTo>
                  <a:lnTo>
                    <a:pt x="1" y="3281"/>
                  </a:lnTo>
                  <a:lnTo>
                    <a:pt x="16" y="3312"/>
                  </a:lnTo>
                  <a:lnTo>
                    <a:pt x="138" y="3693"/>
                  </a:lnTo>
                  <a:lnTo>
                    <a:pt x="260" y="4075"/>
                  </a:lnTo>
                  <a:lnTo>
                    <a:pt x="489" y="4853"/>
                  </a:lnTo>
                  <a:lnTo>
                    <a:pt x="611" y="5235"/>
                  </a:lnTo>
                  <a:lnTo>
                    <a:pt x="749" y="5616"/>
                  </a:lnTo>
                  <a:lnTo>
                    <a:pt x="901" y="5998"/>
                  </a:lnTo>
                  <a:lnTo>
                    <a:pt x="1069" y="6349"/>
                  </a:lnTo>
                  <a:lnTo>
                    <a:pt x="1237" y="6669"/>
                  </a:lnTo>
                  <a:lnTo>
                    <a:pt x="1435" y="6959"/>
                  </a:lnTo>
                  <a:lnTo>
                    <a:pt x="1649" y="7234"/>
                  </a:lnTo>
                  <a:lnTo>
                    <a:pt x="1893" y="7493"/>
                  </a:lnTo>
                  <a:lnTo>
                    <a:pt x="2137" y="7737"/>
                  </a:lnTo>
                  <a:lnTo>
                    <a:pt x="2397" y="7966"/>
                  </a:lnTo>
                  <a:lnTo>
                    <a:pt x="2671" y="8180"/>
                  </a:lnTo>
                  <a:lnTo>
                    <a:pt x="2961" y="8394"/>
                  </a:lnTo>
                  <a:lnTo>
                    <a:pt x="3007" y="8500"/>
                  </a:lnTo>
                  <a:lnTo>
                    <a:pt x="2992" y="9813"/>
                  </a:lnTo>
                  <a:lnTo>
                    <a:pt x="2977" y="11125"/>
                  </a:lnTo>
                  <a:lnTo>
                    <a:pt x="2977" y="11156"/>
                  </a:lnTo>
                  <a:lnTo>
                    <a:pt x="2992" y="11171"/>
                  </a:lnTo>
                  <a:lnTo>
                    <a:pt x="3053" y="11201"/>
                  </a:lnTo>
                  <a:lnTo>
                    <a:pt x="3068" y="11201"/>
                  </a:lnTo>
                  <a:lnTo>
                    <a:pt x="3099" y="11186"/>
                  </a:lnTo>
                  <a:lnTo>
                    <a:pt x="3114" y="11171"/>
                  </a:lnTo>
                  <a:lnTo>
                    <a:pt x="3129" y="11140"/>
                  </a:lnTo>
                  <a:lnTo>
                    <a:pt x="3236" y="10423"/>
                  </a:lnTo>
                  <a:lnTo>
                    <a:pt x="3312" y="9675"/>
                  </a:lnTo>
                  <a:lnTo>
                    <a:pt x="3358" y="8928"/>
                  </a:lnTo>
                  <a:lnTo>
                    <a:pt x="3358" y="8180"/>
                  </a:lnTo>
                  <a:lnTo>
                    <a:pt x="3343" y="7432"/>
                  </a:lnTo>
                  <a:lnTo>
                    <a:pt x="3312" y="7051"/>
                  </a:lnTo>
                  <a:lnTo>
                    <a:pt x="3282" y="6684"/>
                  </a:lnTo>
                  <a:lnTo>
                    <a:pt x="3251" y="6303"/>
                  </a:lnTo>
                  <a:lnTo>
                    <a:pt x="3190" y="5937"/>
                  </a:lnTo>
                  <a:lnTo>
                    <a:pt x="3129" y="5570"/>
                  </a:lnTo>
                  <a:lnTo>
                    <a:pt x="3053" y="5204"/>
                  </a:lnTo>
                  <a:lnTo>
                    <a:pt x="2977" y="4838"/>
                  </a:lnTo>
                  <a:lnTo>
                    <a:pt x="2885" y="4472"/>
                  </a:lnTo>
                  <a:lnTo>
                    <a:pt x="2778" y="4121"/>
                  </a:lnTo>
                  <a:lnTo>
                    <a:pt x="2671" y="3770"/>
                  </a:lnTo>
                  <a:lnTo>
                    <a:pt x="2534" y="3419"/>
                  </a:lnTo>
                  <a:lnTo>
                    <a:pt x="2397" y="3083"/>
                  </a:lnTo>
                  <a:lnTo>
                    <a:pt x="2259" y="2747"/>
                  </a:lnTo>
                  <a:lnTo>
                    <a:pt x="2092" y="2412"/>
                  </a:lnTo>
                  <a:lnTo>
                    <a:pt x="1924" y="2091"/>
                  </a:lnTo>
                  <a:lnTo>
                    <a:pt x="1741" y="1771"/>
                  </a:lnTo>
                  <a:lnTo>
                    <a:pt x="1542" y="1450"/>
                  </a:lnTo>
                  <a:lnTo>
                    <a:pt x="1329" y="1145"/>
                  </a:lnTo>
                  <a:lnTo>
                    <a:pt x="1100" y="855"/>
                  </a:lnTo>
                  <a:lnTo>
                    <a:pt x="855" y="565"/>
                  </a:lnTo>
                  <a:lnTo>
                    <a:pt x="611" y="290"/>
                  </a:lnTo>
                  <a:lnTo>
                    <a:pt x="337" y="16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6" name="Google Shape;5486;p63"/>
            <p:cNvSpPr/>
            <p:nvPr/>
          </p:nvSpPr>
          <p:spPr>
            <a:xfrm>
              <a:off x="1857225" y="3187875"/>
              <a:ext cx="83975" cy="280050"/>
            </a:xfrm>
            <a:custGeom>
              <a:avLst/>
              <a:gdLst/>
              <a:ahLst/>
              <a:cxnLst/>
              <a:rect l="l" t="t" r="r" b="b"/>
              <a:pathLst>
                <a:path w="3359" h="11202" fill="none" extrusionOk="0">
                  <a:moveTo>
                    <a:pt x="337" y="16"/>
                  </a:moveTo>
                  <a:lnTo>
                    <a:pt x="337" y="16"/>
                  </a:lnTo>
                  <a:lnTo>
                    <a:pt x="611" y="290"/>
                  </a:lnTo>
                  <a:lnTo>
                    <a:pt x="855" y="565"/>
                  </a:lnTo>
                  <a:lnTo>
                    <a:pt x="1100" y="855"/>
                  </a:lnTo>
                  <a:lnTo>
                    <a:pt x="1329" y="1145"/>
                  </a:lnTo>
                  <a:lnTo>
                    <a:pt x="1542" y="1450"/>
                  </a:lnTo>
                  <a:lnTo>
                    <a:pt x="1741" y="1771"/>
                  </a:lnTo>
                  <a:lnTo>
                    <a:pt x="1924" y="2091"/>
                  </a:lnTo>
                  <a:lnTo>
                    <a:pt x="2092" y="2412"/>
                  </a:lnTo>
                  <a:lnTo>
                    <a:pt x="2259" y="2747"/>
                  </a:lnTo>
                  <a:lnTo>
                    <a:pt x="2397" y="3083"/>
                  </a:lnTo>
                  <a:lnTo>
                    <a:pt x="2534" y="3419"/>
                  </a:lnTo>
                  <a:lnTo>
                    <a:pt x="2671" y="3770"/>
                  </a:lnTo>
                  <a:lnTo>
                    <a:pt x="2778" y="4121"/>
                  </a:lnTo>
                  <a:lnTo>
                    <a:pt x="2885" y="4472"/>
                  </a:lnTo>
                  <a:lnTo>
                    <a:pt x="2977" y="4838"/>
                  </a:lnTo>
                  <a:lnTo>
                    <a:pt x="3053" y="5204"/>
                  </a:lnTo>
                  <a:lnTo>
                    <a:pt x="3129" y="5570"/>
                  </a:lnTo>
                  <a:lnTo>
                    <a:pt x="3190" y="5937"/>
                  </a:lnTo>
                  <a:lnTo>
                    <a:pt x="3251" y="6303"/>
                  </a:lnTo>
                  <a:lnTo>
                    <a:pt x="3282" y="6684"/>
                  </a:lnTo>
                  <a:lnTo>
                    <a:pt x="3312" y="7051"/>
                  </a:lnTo>
                  <a:lnTo>
                    <a:pt x="3343" y="7432"/>
                  </a:lnTo>
                  <a:lnTo>
                    <a:pt x="3358" y="8180"/>
                  </a:lnTo>
                  <a:lnTo>
                    <a:pt x="3358" y="8928"/>
                  </a:lnTo>
                  <a:lnTo>
                    <a:pt x="3312" y="9675"/>
                  </a:lnTo>
                  <a:lnTo>
                    <a:pt x="3236" y="10423"/>
                  </a:lnTo>
                  <a:lnTo>
                    <a:pt x="3129" y="11140"/>
                  </a:lnTo>
                  <a:lnTo>
                    <a:pt x="3129" y="11140"/>
                  </a:lnTo>
                  <a:lnTo>
                    <a:pt x="3114" y="11171"/>
                  </a:lnTo>
                  <a:lnTo>
                    <a:pt x="3099" y="11186"/>
                  </a:lnTo>
                  <a:lnTo>
                    <a:pt x="3068" y="11201"/>
                  </a:lnTo>
                  <a:lnTo>
                    <a:pt x="3053" y="11201"/>
                  </a:lnTo>
                  <a:lnTo>
                    <a:pt x="2992" y="11171"/>
                  </a:lnTo>
                  <a:lnTo>
                    <a:pt x="2977" y="11156"/>
                  </a:lnTo>
                  <a:lnTo>
                    <a:pt x="2977" y="11125"/>
                  </a:lnTo>
                  <a:lnTo>
                    <a:pt x="2977" y="11125"/>
                  </a:lnTo>
                  <a:lnTo>
                    <a:pt x="2992" y="9813"/>
                  </a:lnTo>
                  <a:lnTo>
                    <a:pt x="3007" y="8500"/>
                  </a:lnTo>
                  <a:lnTo>
                    <a:pt x="2961" y="8394"/>
                  </a:lnTo>
                  <a:lnTo>
                    <a:pt x="2961" y="8394"/>
                  </a:lnTo>
                  <a:lnTo>
                    <a:pt x="2671" y="8180"/>
                  </a:lnTo>
                  <a:lnTo>
                    <a:pt x="2397" y="7966"/>
                  </a:lnTo>
                  <a:lnTo>
                    <a:pt x="2137" y="7737"/>
                  </a:lnTo>
                  <a:lnTo>
                    <a:pt x="1893" y="7493"/>
                  </a:lnTo>
                  <a:lnTo>
                    <a:pt x="1649" y="7234"/>
                  </a:lnTo>
                  <a:lnTo>
                    <a:pt x="1435" y="6959"/>
                  </a:lnTo>
                  <a:lnTo>
                    <a:pt x="1237" y="6669"/>
                  </a:lnTo>
                  <a:lnTo>
                    <a:pt x="1069" y="6349"/>
                  </a:lnTo>
                  <a:lnTo>
                    <a:pt x="1069" y="6349"/>
                  </a:lnTo>
                  <a:lnTo>
                    <a:pt x="901" y="5998"/>
                  </a:lnTo>
                  <a:lnTo>
                    <a:pt x="749" y="5616"/>
                  </a:lnTo>
                  <a:lnTo>
                    <a:pt x="611" y="5235"/>
                  </a:lnTo>
                  <a:lnTo>
                    <a:pt x="489" y="4853"/>
                  </a:lnTo>
                  <a:lnTo>
                    <a:pt x="260" y="4075"/>
                  </a:lnTo>
                  <a:lnTo>
                    <a:pt x="138" y="3693"/>
                  </a:lnTo>
                  <a:lnTo>
                    <a:pt x="16" y="3312"/>
                  </a:lnTo>
                  <a:lnTo>
                    <a:pt x="16" y="3312"/>
                  </a:lnTo>
                  <a:lnTo>
                    <a:pt x="1" y="3281"/>
                  </a:lnTo>
                  <a:lnTo>
                    <a:pt x="16" y="3266"/>
                  </a:lnTo>
                  <a:lnTo>
                    <a:pt x="16" y="3251"/>
                  </a:lnTo>
                  <a:lnTo>
                    <a:pt x="47" y="3251"/>
                  </a:lnTo>
                  <a:lnTo>
                    <a:pt x="92" y="3266"/>
                  </a:lnTo>
                  <a:lnTo>
                    <a:pt x="154" y="3297"/>
                  </a:lnTo>
                  <a:lnTo>
                    <a:pt x="154" y="3297"/>
                  </a:lnTo>
                  <a:lnTo>
                    <a:pt x="459" y="3541"/>
                  </a:lnTo>
                  <a:lnTo>
                    <a:pt x="764" y="3800"/>
                  </a:lnTo>
                  <a:lnTo>
                    <a:pt x="1023" y="4044"/>
                  </a:lnTo>
                  <a:lnTo>
                    <a:pt x="1268" y="4304"/>
                  </a:lnTo>
                  <a:lnTo>
                    <a:pt x="1496" y="4563"/>
                  </a:lnTo>
                  <a:lnTo>
                    <a:pt x="1695" y="4838"/>
                  </a:lnTo>
                  <a:lnTo>
                    <a:pt x="1878" y="5097"/>
                  </a:lnTo>
                  <a:lnTo>
                    <a:pt x="2046" y="5387"/>
                  </a:lnTo>
                  <a:lnTo>
                    <a:pt x="2198" y="5662"/>
                  </a:lnTo>
                  <a:lnTo>
                    <a:pt x="2336" y="5952"/>
                  </a:lnTo>
                  <a:lnTo>
                    <a:pt x="2473" y="6257"/>
                  </a:lnTo>
                  <a:lnTo>
                    <a:pt x="2580" y="6562"/>
                  </a:lnTo>
                  <a:lnTo>
                    <a:pt x="2687" y="6883"/>
                  </a:lnTo>
                  <a:lnTo>
                    <a:pt x="2794" y="7219"/>
                  </a:lnTo>
                  <a:lnTo>
                    <a:pt x="2992" y="7890"/>
                  </a:lnTo>
                  <a:lnTo>
                    <a:pt x="2992" y="7890"/>
                  </a:lnTo>
                  <a:lnTo>
                    <a:pt x="2961" y="7158"/>
                  </a:lnTo>
                  <a:lnTo>
                    <a:pt x="2916" y="6425"/>
                  </a:lnTo>
                  <a:lnTo>
                    <a:pt x="2809" y="5693"/>
                  </a:lnTo>
                  <a:lnTo>
                    <a:pt x="2687" y="4960"/>
                  </a:lnTo>
                  <a:lnTo>
                    <a:pt x="2687" y="4960"/>
                  </a:lnTo>
                  <a:lnTo>
                    <a:pt x="2519" y="4304"/>
                  </a:lnTo>
                  <a:lnTo>
                    <a:pt x="2427" y="3968"/>
                  </a:lnTo>
                  <a:lnTo>
                    <a:pt x="2320" y="3632"/>
                  </a:lnTo>
                  <a:lnTo>
                    <a:pt x="2214" y="3312"/>
                  </a:lnTo>
                  <a:lnTo>
                    <a:pt x="2092" y="2991"/>
                  </a:lnTo>
                  <a:lnTo>
                    <a:pt x="1954" y="2671"/>
                  </a:lnTo>
                  <a:lnTo>
                    <a:pt x="1817" y="2351"/>
                  </a:lnTo>
                  <a:lnTo>
                    <a:pt x="1664" y="2045"/>
                  </a:lnTo>
                  <a:lnTo>
                    <a:pt x="1496" y="1740"/>
                  </a:lnTo>
                  <a:lnTo>
                    <a:pt x="1313" y="1450"/>
                  </a:lnTo>
                  <a:lnTo>
                    <a:pt x="1130" y="1160"/>
                  </a:lnTo>
                  <a:lnTo>
                    <a:pt x="932" y="886"/>
                  </a:lnTo>
                  <a:lnTo>
                    <a:pt x="718" y="611"/>
                  </a:lnTo>
                  <a:lnTo>
                    <a:pt x="505" y="336"/>
                  </a:lnTo>
                  <a:lnTo>
                    <a:pt x="260" y="92"/>
                  </a:lnTo>
                  <a:lnTo>
                    <a:pt x="260" y="92"/>
                  </a:lnTo>
                  <a:lnTo>
                    <a:pt x="245" y="77"/>
                  </a:lnTo>
                  <a:lnTo>
                    <a:pt x="245" y="46"/>
                  </a:lnTo>
                  <a:lnTo>
                    <a:pt x="276" y="16"/>
                  </a:lnTo>
                  <a:lnTo>
                    <a:pt x="306" y="0"/>
                  </a:lnTo>
                  <a:lnTo>
                    <a:pt x="321" y="0"/>
                  </a:lnTo>
                  <a:lnTo>
                    <a:pt x="337" y="1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7" name="Google Shape;5487;p63"/>
            <p:cNvSpPr/>
            <p:nvPr/>
          </p:nvSpPr>
          <p:spPr>
            <a:xfrm>
              <a:off x="1786275" y="3130650"/>
              <a:ext cx="90825" cy="94250"/>
            </a:xfrm>
            <a:custGeom>
              <a:avLst/>
              <a:gdLst/>
              <a:ahLst/>
              <a:cxnLst/>
              <a:rect l="l" t="t" r="r" b="b"/>
              <a:pathLst>
                <a:path w="3633" h="3770" extrusionOk="0">
                  <a:moveTo>
                    <a:pt x="886" y="0"/>
                  </a:moveTo>
                  <a:lnTo>
                    <a:pt x="779" y="16"/>
                  </a:lnTo>
                  <a:lnTo>
                    <a:pt x="687" y="61"/>
                  </a:lnTo>
                  <a:lnTo>
                    <a:pt x="611" y="107"/>
                  </a:lnTo>
                  <a:lnTo>
                    <a:pt x="565" y="184"/>
                  </a:lnTo>
                  <a:lnTo>
                    <a:pt x="550" y="245"/>
                  </a:lnTo>
                  <a:lnTo>
                    <a:pt x="550" y="321"/>
                  </a:lnTo>
                  <a:lnTo>
                    <a:pt x="580" y="397"/>
                  </a:lnTo>
                  <a:lnTo>
                    <a:pt x="626" y="473"/>
                  </a:lnTo>
                  <a:lnTo>
                    <a:pt x="687" y="550"/>
                  </a:lnTo>
                  <a:lnTo>
                    <a:pt x="748" y="626"/>
                  </a:lnTo>
                  <a:lnTo>
                    <a:pt x="916" y="779"/>
                  </a:lnTo>
                  <a:lnTo>
                    <a:pt x="1099" y="916"/>
                  </a:lnTo>
                  <a:lnTo>
                    <a:pt x="1404" y="1130"/>
                  </a:lnTo>
                  <a:lnTo>
                    <a:pt x="1160" y="1160"/>
                  </a:lnTo>
                  <a:lnTo>
                    <a:pt x="901" y="1206"/>
                  </a:lnTo>
                  <a:lnTo>
                    <a:pt x="641" y="1298"/>
                  </a:lnTo>
                  <a:lnTo>
                    <a:pt x="519" y="1343"/>
                  </a:lnTo>
                  <a:lnTo>
                    <a:pt x="413" y="1404"/>
                  </a:lnTo>
                  <a:lnTo>
                    <a:pt x="306" y="1481"/>
                  </a:lnTo>
                  <a:lnTo>
                    <a:pt x="214" y="1557"/>
                  </a:lnTo>
                  <a:lnTo>
                    <a:pt x="138" y="1648"/>
                  </a:lnTo>
                  <a:lnTo>
                    <a:pt x="77" y="1740"/>
                  </a:lnTo>
                  <a:lnTo>
                    <a:pt x="31" y="1847"/>
                  </a:lnTo>
                  <a:lnTo>
                    <a:pt x="0" y="1954"/>
                  </a:lnTo>
                  <a:lnTo>
                    <a:pt x="0" y="2091"/>
                  </a:lnTo>
                  <a:lnTo>
                    <a:pt x="16" y="2213"/>
                  </a:lnTo>
                  <a:lnTo>
                    <a:pt x="31" y="2259"/>
                  </a:lnTo>
                  <a:lnTo>
                    <a:pt x="62" y="2335"/>
                  </a:lnTo>
                  <a:lnTo>
                    <a:pt x="92" y="2381"/>
                  </a:lnTo>
                  <a:lnTo>
                    <a:pt x="153" y="2442"/>
                  </a:lnTo>
                  <a:lnTo>
                    <a:pt x="199" y="2473"/>
                  </a:lnTo>
                  <a:lnTo>
                    <a:pt x="275" y="2503"/>
                  </a:lnTo>
                  <a:lnTo>
                    <a:pt x="336" y="2518"/>
                  </a:lnTo>
                  <a:lnTo>
                    <a:pt x="413" y="2518"/>
                  </a:lnTo>
                  <a:lnTo>
                    <a:pt x="489" y="2503"/>
                  </a:lnTo>
                  <a:lnTo>
                    <a:pt x="626" y="2457"/>
                  </a:lnTo>
                  <a:lnTo>
                    <a:pt x="764" y="2412"/>
                  </a:lnTo>
                  <a:lnTo>
                    <a:pt x="1008" y="2289"/>
                  </a:lnTo>
                  <a:lnTo>
                    <a:pt x="1267" y="2152"/>
                  </a:lnTo>
                  <a:lnTo>
                    <a:pt x="1389" y="2076"/>
                  </a:lnTo>
                  <a:lnTo>
                    <a:pt x="1527" y="2015"/>
                  </a:lnTo>
                  <a:lnTo>
                    <a:pt x="1328" y="2167"/>
                  </a:lnTo>
                  <a:lnTo>
                    <a:pt x="1160" y="2350"/>
                  </a:lnTo>
                  <a:lnTo>
                    <a:pt x="992" y="2534"/>
                  </a:lnTo>
                  <a:lnTo>
                    <a:pt x="931" y="2640"/>
                  </a:lnTo>
                  <a:lnTo>
                    <a:pt x="870" y="2747"/>
                  </a:lnTo>
                  <a:lnTo>
                    <a:pt x="825" y="2854"/>
                  </a:lnTo>
                  <a:lnTo>
                    <a:pt x="779" y="2961"/>
                  </a:lnTo>
                  <a:lnTo>
                    <a:pt x="764" y="3068"/>
                  </a:lnTo>
                  <a:lnTo>
                    <a:pt x="748" y="3175"/>
                  </a:lnTo>
                  <a:lnTo>
                    <a:pt x="748" y="3281"/>
                  </a:lnTo>
                  <a:lnTo>
                    <a:pt x="779" y="3388"/>
                  </a:lnTo>
                  <a:lnTo>
                    <a:pt x="825" y="3495"/>
                  </a:lnTo>
                  <a:lnTo>
                    <a:pt x="886" y="3602"/>
                  </a:lnTo>
                  <a:lnTo>
                    <a:pt x="901" y="3617"/>
                  </a:lnTo>
                  <a:lnTo>
                    <a:pt x="947" y="3678"/>
                  </a:lnTo>
                  <a:lnTo>
                    <a:pt x="1008" y="3724"/>
                  </a:lnTo>
                  <a:lnTo>
                    <a:pt x="1084" y="3754"/>
                  </a:lnTo>
                  <a:lnTo>
                    <a:pt x="1145" y="3770"/>
                  </a:lnTo>
                  <a:lnTo>
                    <a:pt x="1221" y="3770"/>
                  </a:lnTo>
                  <a:lnTo>
                    <a:pt x="1298" y="3754"/>
                  </a:lnTo>
                  <a:lnTo>
                    <a:pt x="1359" y="3724"/>
                  </a:lnTo>
                  <a:lnTo>
                    <a:pt x="1420" y="3693"/>
                  </a:lnTo>
                  <a:lnTo>
                    <a:pt x="1496" y="3632"/>
                  </a:lnTo>
                  <a:lnTo>
                    <a:pt x="1572" y="3571"/>
                  </a:lnTo>
                  <a:lnTo>
                    <a:pt x="1710" y="3419"/>
                  </a:lnTo>
                  <a:lnTo>
                    <a:pt x="1984" y="3083"/>
                  </a:lnTo>
                  <a:lnTo>
                    <a:pt x="2137" y="2915"/>
                  </a:lnTo>
                  <a:lnTo>
                    <a:pt x="2290" y="2778"/>
                  </a:lnTo>
                  <a:lnTo>
                    <a:pt x="2366" y="2717"/>
                  </a:lnTo>
                  <a:lnTo>
                    <a:pt x="2457" y="2671"/>
                  </a:lnTo>
                  <a:lnTo>
                    <a:pt x="2534" y="2640"/>
                  </a:lnTo>
                  <a:lnTo>
                    <a:pt x="2625" y="2640"/>
                  </a:lnTo>
                  <a:lnTo>
                    <a:pt x="2961" y="2778"/>
                  </a:lnTo>
                  <a:lnTo>
                    <a:pt x="3129" y="2854"/>
                  </a:lnTo>
                  <a:lnTo>
                    <a:pt x="3297" y="2900"/>
                  </a:lnTo>
                  <a:lnTo>
                    <a:pt x="3373" y="2915"/>
                  </a:lnTo>
                  <a:lnTo>
                    <a:pt x="3434" y="2915"/>
                  </a:lnTo>
                  <a:lnTo>
                    <a:pt x="3495" y="2900"/>
                  </a:lnTo>
                  <a:lnTo>
                    <a:pt x="3541" y="2854"/>
                  </a:lnTo>
                  <a:lnTo>
                    <a:pt x="3587" y="2808"/>
                  </a:lnTo>
                  <a:lnTo>
                    <a:pt x="3617" y="2732"/>
                  </a:lnTo>
                  <a:lnTo>
                    <a:pt x="3632" y="2640"/>
                  </a:lnTo>
                  <a:lnTo>
                    <a:pt x="3632" y="2518"/>
                  </a:lnTo>
                  <a:lnTo>
                    <a:pt x="3632" y="2396"/>
                  </a:lnTo>
                  <a:lnTo>
                    <a:pt x="3602" y="2274"/>
                  </a:lnTo>
                  <a:lnTo>
                    <a:pt x="3571" y="2167"/>
                  </a:lnTo>
                  <a:lnTo>
                    <a:pt x="3526" y="2045"/>
                  </a:lnTo>
                  <a:lnTo>
                    <a:pt x="3404" y="1816"/>
                  </a:lnTo>
                  <a:lnTo>
                    <a:pt x="3266" y="1603"/>
                  </a:lnTo>
                  <a:lnTo>
                    <a:pt x="3098" y="1404"/>
                  </a:lnTo>
                  <a:lnTo>
                    <a:pt x="2915" y="1206"/>
                  </a:lnTo>
                  <a:lnTo>
                    <a:pt x="2717" y="1038"/>
                  </a:lnTo>
                  <a:lnTo>
                    <a:pt x="2534" y="870"/>
                  </a:lnTo>
                  <a:lnTo>
                    <a:pt x="2167" y="596"/>
                  </a:lnTo>
                  <a:lnTo>
                    <a:pt x="1923" y="428"/>
                  </a:lnTo>
                  <a:lnTo>
                    <a:pt x="1649" y="260"/>
                  </a:lnTo>
                  <a:lnTo>
                    <a:pt x="1389" y="122"/>
                  </a:lnTo>
                  <a:lnTo>
                    <a:pt x="1252" y="61"/>
                  </a:lnTo>
                  <a:lnTo>
                    <a:pt x="1130" y="31"/>
                  </a:lnTo>
                  <a:lnTo>
                    <a:pt x="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8" name="Google Shape;5488;p63"/>
            <p:cNvSpPr/>
            <p:nvPr/>
          </p:nvSpPr>
          <p:spPr>
            <a:xfrm>
              <a:off x="1786275" y="3130650"/>
              <a:ext cx="90825" cy="94250"/>
            </a:xfrm>
            <a:custGeom>
              <a:avLst/>
              <a:gdLst/>
              <a:ahLst/>
              <a:cxnLst/>
              <a:rect l="l" t="t" r="r" b="b"/>
              <a:pathLst>
                <a:path w="3633" h="3770" fill="none" extrusionOk="0">
                  <a:moveTo>
                    <a:pt x="2625" y="2640"/>
                  </a:moveTo>
                  <a:lnTo>
                    <a:pt x="2625" y="2640"/>
                  </a:lnTo>
                  <a:lnTo>
                    <a:pt x="2534" y="2640"/>
                  </a:lnTo>
                  <a:lnTo>
                    <a:pt x="2457" y="2671"/>
                  </a:lnTo>
                  <a:lnTo>
                    <a:pt x="2366" y="2717"/>
                  </a:lnTo>
                  <a:lnTo>
                    <a:pt x="2290" y="2778"/>
                  </a:lnTo>
                  <a:lnTo>
                    <a:pt x="2137" y="2915"/>
                  </a:lnTo>
                  <a:lnTo>
                    <a:pt x="1984" y="3083"/>
                  </a:lnTo>
                  <a:lnTo>
                    <a:pt x="1710" y="3419"/>
                  </a:lnTo>
                  <a:lnTo>
                    <a:pt x="1572" y="3571"/>
                  </a:lnTo>
                  <a:lnTo>
                    <a:pt x="1496" y="3632"/>
                  </a:lnTo>
                  <a:lnTo>
                    <a:pt x="1420" y="3693"/>
                  </a:lnTo>
                  <a:lnTo>
                    <a:pt x="1420" y="3693"/>
                  </a:lnTo>
                  <a:lnTo>
                    <a:pt x="1359" y="3724"/>
                  </a:lnTo>
                  <a:lnTo>
                    <a:pt x="1298" y="3754"/>
                  </a:lnTo>
                  <a:lnTo>
                    <a:pt x="1221" y="3770"/>
                  </a:lnTo>
                  <a:lnTo>
                    <a:pt x="1145" y="3770"/>
                  </a:lnTo>
                  <a:lnTo>
                    <a:pt x="1084" y="3754"/>
                  </a:lnTo>
                  <a:lnTo>
                    <a:pt x="1008" y="3724"/>
                  </a:lnTo>
                  <a:lnTo>
                    <a:pt x="947" y="3678"/>
                  </a:lnTo>
                  <a:lnTo>
                    <a:pt x="901" y="3617"/>
                  </a:lnTo>
                  <a:lnTo>
                    <a:pt x="901" y="3617"/>
                  </a:lnTo>
                  <a:lnTo>
                    <a:pt x="886" y="3602"/>
                  </a:lnTo>
                  <a:lnTo>
                    <a:pt x="886" y="3602"/>
                  </a:lnTo>
                  <a:lnTo>
                    <a:pt x="825" y="3495"/>
                  </a:lnTo>
                  <a:lnTo>
                    <a:pt x="779" y="3388"/>
                  </a:lnTo>
                  <a:lnTo>
                    <a:pt x="748" y="3281"/>
                  </a:lnTo>
                  <a:lnTo>
                    <a:pt x="748" y="3175"/>
                  </a:lnTo>
                  <a:lnTo>
                    <a:pt x="764" y="3068"/>
                  </a:lnTo>
                  <a:lnTo>
                    <a:pt x="779" y="2961"/>
                  </a:lnTo>
                  <a:lnTo>
                    <a:pt x="825" y="2854"/>
                  </a:lnTo>
                  <a:lnTo>
                    <a:pt x="870" y="2747"/>
                  </a:lnTo>
                  <a:lnTo>
                    <a:pt x="931" y="2640"/>
                  </a:lnTo>
                  <a:lnTo>
                    <a:pt x="992" y="2534"/>
                  </a:lnTo>
                  <a:lnTo>
                    <a:pt x="1160" y="2350"/>
                  </a:lnTo>
                  <a:lnTo>
                    <a:pt x="1328" y="2167"/>
                  </a:lnTo>
                  <a:lnTo>
                    <a:pt x="1527" y="2015"/>
                  </a:lnTo>
                  <a:lnTo>
                    <a:pt x="1527" y="2015"/>
                  </a:lnTo>
                  <a:lnTo>
                    <a:pt x="1389" y="2076"/>
                  </a:lnTo>
                  <a:lnTo>
                    <a:pt x="1267" y="2152"/>
                  </a:lnTo>
                  <a:lnTo>
                    <a:pt x="1008" y="2289"/>
                  </a:lnTo>
                  <a:lnTo>
                    <a:pt x="764" y="2412"/>
                  </a:lnTo>
                  <a:lnTo>
                    <a:pt x="626" y="2457"/>
                  </a:lnTo>
                  <a:lnTo>
                    <a:pt x="489" y="2503"/>
                  </a:lnTo>
                  <a:lnTo>
                    <a:pt x="489" y="2503"/>
                  </a:lnTo>
                  <a:lnTo>
                    <a:pt x="413" y="2518"/>
                  </a:lnTo>
                  <a:lnTo>
                    <a:pt x="336" y="2518"/>
                  </a:lnTo>
                  <a:lnTo>
                    <a:pt x="275" y="2503"/>
                  </a:lnTo>
                  <a:lnTo>
                    <a:pt x="199" y="2473"/>
                  </a:lnTo>
                  <a:lnTo>
                    <a:pt x="153" y="2442"/>
                  </a:lnTo>
                  <a:lnTo>
                    <a:pt x="92" y="2381"/>
                  </a:lnTo>
                  <a:lnTo>
                    <a:pt x="62" y="2335"/>
                  </a:lnTo>
                  <a:lnTo>
                    <a:pt x="31" y="2259"/>
                  </a:lnTo>
                  <a:lnTo>
                    <a:pt x="31" y="2259"/>
                  </a:lnTo>
                  <a:lnTo>
                    <a:pt x="16" y="2213"/>
                  </a:lnTo>
                  <a:lnTo>
                    <a:pt x="16" y="2213"/>
                  </a:lnTo>
                  <a:lnTo>
                    <a:pt x="0" y="2091"/>
                  </a:lnTo>
                  <a:lnTo>
                    <a:pt x="0" y="1954"/>
                  </a:lnTo>
                  <a:lnTo>
                    <a:pt x="31" y="1847"/>
                  </a:lnTo>
                  <a:lnTo>
                    <a:pt x="77" y="1740"/>
                  </a:lnTo>
                  <a:lnTo>
                    <a:pt x="138" y="1648"/>
                  </a:lnTo>
                  <a:lnTo>
                    <a:pt x="214" y="1557"/>
                  </a:lnTo>
                  <a:lnTo>
                    <a:pt x="306" y="1481"/>
                  </a:lnTo>
                  <a:lnTo>
                    <a:pt x="413" y="1404"/>
                  </a:lnTo>
                  <a:lnTo>
                    <a:pt x="519" y="1343"/>
                  </a:lnTo>
                  <a:lnTo>
                    <a:pt x="641" y="1298"/>
                  </a:lnTo>
                  <a:lnTo>
                    <a:pt x="901" y="1206"/>
                  </a:lnTo>
                  <a:lnTo>
                    <a:pt x="1160" y="1160"/>
                  </a:lnTo>
                  <a:lnTo>
                    <a:pt x="1404" y="1130"/>
                  </a:lnTo>
                  <a:lnTo>
                    <a:pt x="1404" y="1130"/>
                  </a:lnTo>
                  <a:lnTo>
                    <a:pt x="1099" y="916"/>
                  </a:lnTo>
                  <a:lnTo>
                    <a:pt x="916" y="779"/>
                  </a:lnTo>
                  <a:lnTo>
                    <a:pt x="748" y="626"/>
                  </a:lnTo>
                  <a:lnTo>
                    <a:pt x="687" y="550"/>
                  </a:lnTo>
                  <a:lnTo>
                    <a:pt x="626" y="473"/>
                  </a:lnTo>
                  <a:lnTo>
                    <a:pt x="580" y="397"/>
                  </a:lnTo>
                  <a:lnTo>
                    <a:pt x="550" y="321"/>
                  </a:lnTo>
                  <a:lnTo>
                    <a:pt x="550" y="245"/>
                  </a:lnTo>
                  <a:lnTo>
                    <a:pt x="565" y="184"/>
                  </a:lnTo>
                  <a:lnTo>
                    <a:pt x="611" y="107"/>
                  </a:lnTo>
                  <a:lnTo>
                    <a:pt x="687" y="61"/>
                  </a:lnTo>
                  <a:lnTo>
                    <a:pt x="687" y="61"/>
                  </a:lnTo>
                  <a:lnTo>
                    <a:pt x="779" y="16"/>
                  </a:lnTo>
                  <a:lnTo>
                    <a:pt x="886" y="0"/>
                  </a:lnTo>
                  <a:lnTo>
                    <a:pt x="992" y="0"/>
                  </a:lnTo>
                  <a:lnTo>
                    <a:pt x="1130" y="31"/>
                  </a:lnTo>
                  <a:lnTo>
                    <a:pt x="1252" y="61"/>
                  </a:lnTo>
                  <a:lnTo>
                    <a:pt x="1389" y="122"/>
                  </a:lnTo>
                  <a:lnTo>
                    <a:pt x="1649" y="260"/>
                  </a:lnTo>
                  <a:lnTo>
                    <a:pt x="1923" y="428"/>
                  </a:lnTo>
                  <a:lnTo>
                    <a:pt x="2167" y="596"/>
                  </a:lnTo>
                  <a:lnTo>
                    <a:pt x="2534" y="870"/>
                  </a:lnTo>
                  <a:lnTo>
                    <a:pt x="2534" y="870"/>
                  </a:lnTo>
                  <a:lnTo>
                    <a:pt x="2717" y="1038"/>
                  </a:lnTo>
                  <a:lnTo>
                    <a:pt x="2915" y="1206"/>
                  </a:lnTo>
                  <a:lnTo>
                    <a:pt x="3098" y="1404"/>
                  </a:lnTo>
                  <a:lnTo>
                    <a:pt x="3266" y="1603"/>
                  </a:lnTo>
                  <a:lnTo>
                    <a:pt x="3404" y="1816"/>
                  </a:lnTo>
                  <a:lnTo>
                    <a:pt x="3526" y="2045"/>
                  </a:lnTo>
                  <a:lnTo>
                    <a:pt x="3571" y="2167"/>
                  </a:lnTo>
                  <a:lnTo>
                    <a:pt x="3602" y="2274"/>
                  </a:lnTo>
                  <a:lnTo>
                    <a:pt x="3632" y="2396"/>
                  </a:lnTo>
                  <a:lnTo>
                    <a:pt x="3632" y="2518"/>
                  </a:lnTo>
                  <a:lnTo>
                    <a:pt x="3632" y="2518"/>
                  </a:lnTo>
                  <a:lnTo>
                    <a:pt x="3632" y="2640"/>
                  </a:lnTo>
                  <a:lnTo>
                    <a:pt x="3617" y="2732"/>
                  </a:lnTo>
                  <a:lnTo>
                    <a:pt x="3587" y="2808"/>
                  </a:lnTo>
                  <a:lnTo>
                    <a:pt x="3541" y="2854"/>
                  </a:lnTo>
                  <a:lnTo>
                    <a:pt x="3495" y="2900"/>
                  </a:lnTo>
                  <a:lnTo>
                    <a:pt x="3434" y="2915"/>
                  </a:lnTo>
                  <a:lnTo>
                    <a:pt x="3373" y="2915"/>
                  </a:lnTo>
                  <a:lnTo>
                    <a:pt x="3297" y="2900"/>
                  </a:lnTo>
                  <a:lnTo>
                    <a:pt x="3129" y="2854"/>
                  </a:lnTo>
                  <a:lnTo>
                    <a:pt x="2961" y="2778"/>
                  </a:lnTo>
                  <a:lnTo>
                    <a:pt x="2625" y="26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9" name="Google Shape;5489;p63"/>
            <p:cNvSpPr/>
            <p:nvPr/>
          </p:nvSpPr>
          <p:spPr>
            <a:xfrm>
              <a:off x="1803825" y="3147425"/>
              <a:ext cx="74025" cy="56875"/>
            </a:xfrm>
            <a:custGeom>
              <a:avLst/>
              <a:gdLst/>
              <a:ahLst/>
              <a:cxnLst/>
              <a:rect l="l" t="t" r="r" b="b"/>
              <a:pathLst>
                <a:path w="2961" h="2275" extrusionOk="0">
                  <a:moveTo>
                    <a:pt x="382" y="1"/>
                  </a:moveTo>
                  <a:lnTo>
                    <a:pt x="260" y="16"/>
                  </a:lnTo>
                  <a:lnTo>
                    <a:pt x="153" y="47"/>
                  </a:lnTo>
                  <a:lnTo>
                    <a:pt x="77" y="92"/>
                  </a:lnTo>
                  <a:lnTo>
                    <a:pt x="31" y="169"/>
                  </a:lnTo>
                  <a:lnTo>
                    <a:pt x="0" y="260"/>
                  </a:lnTo>
                  <a:lnTo>
                    <a:pt x="16" y="337"/>
                  </a:lnTo>
                  <a:lnTo>
                    <a:pt x="31" y="428"/>
                  </a:lnTo>
                  <a:lnTo>
                    <a:pt x="77" y="504"/>
                  </a:lnTo>
                  <a:lnTo>
                    <a:pt x="138" y="565"/>
                  </a:lnTo>
                  <a:lnTo>
                    <a:pt x="214" y="627"/>
                  </a:lnTo>
                  <a:lnTo>
                    <a:pt x="306" y="688"/>
                  </a:lnTo>
                  <a:lnTo>
                    <a:pt x="519" y="794"/>
                  </a:lnTo>
                  <a:lnTo>
                    <a:pt x="733" y="886"/>
                  </a:lnTo>
                  <a:lnTo>
                    <a:pt x="977" y="962"/>
                  </a:lnTo>
                  <a:lnTo>
                    <a:pt x="1404" y="1069"/>
                  </a:lnTo>
                  <a:lnTo>
                    <a:pt x="1191" y="1115"/>
                  </a:lnTo>
                  <a:lnTo>
                    <a:pt x="947" y="1176"/>
                  </a:lnTo>
                  <a:lnTo>
                    <a:pt x="702" y="1252"/>
                  </a:lnTo>
                  <a:lnTo>
                    <a:pt x="474" y="1359"/>
                  </a:lnTo>
                  <a:lnTo>
                    <a:pt x="367" y="1420"/>
                  </a:lnTo>
                  <a:lnTo>
                    <a:pt x="275" y="1481"/>
                  </a:lnTo>
                  <a:lnTo>
                    <a:pt x="199" y="1557"/>
                  </a:lnTo>
                  <a:lnTo>
                    <a:pt x="138" y="1634"/>
                  </a:lnTo>
                  <a:lnTo>
                    <a:pt x="92" y="1710"/>
                  </a:lnTo>
                  <a:lnTo>
                    <a:pt x="77" y="1802"/>
                  </a:lnTo>
                  <a:lnTo>
                    <a:pt x="77" y="1878"/>
                  </a:lnTo>
                  <a:lnTo>
                    <a:pt x="107" y="1969"/>
                  </a:lnTo>
                  <a:lnTo>
                    <a:pt x="138" y="2015"/>
                  </a:lnTo>
                  <a:lnTo>
                    <a:pt x="184" y="2030"/>
                  </a:lnTo>
                  <a:lnTo>
                    <a:pt x="275" y="2046"/>
                  </a:lnTo>
                  <a:lnTo>
                    <a:pt x="611" y="2046"/>
                  </a:lnTo>
                  <a:lnTo>
                    <a:pt x="886" y="2015"/>
                  </a:lnTo>
                  <a:lnTo>
                    <a:pt x="1206" y="1985"/>
                  </a:lnTo>
                  <a:lnTo>
                    <a:pt x="1664" y="1985"/>
                  </a:lnTo>
                  <a:lnTo>
                    <a:pt x="1816" y="2000"/>
                  </a:lnTo>
                  <a:lnTo>
                    <a:pt x="1954" y="2046"/>
                  </a:lnTo>
                  <a:lnTo>
                    <a:pt x="2076" y="2091"/>
                  </a:lnTo>
                  <a:lnTo>
                    <a:pt x="2228" y="2153"/>
                  </a:lnTo>
                  <a:lnTo>
                    <a:pt x="2457" y="2229"/>
                  </a:lnTo>
                  <a:lnTo>
                    <a:pt x="2579" y="2259"/>
                  </a:lnTo>
                  <a:lnTo>
                    <a:pt x="2702" y="2275"/>
                  </a:lnTo>
                  <a:lnTo>
                    <a:pt x="2808" y="2244"/>
                  </a:lnTo>
                  <a:lnTo>
                    <a:pt x="2854" y="2229"/>
                  </a:lnTo>
                  <a:lnTo>
                    <a:pt x="2900" y="2198"/>
                  </a:lnTo>
                  <a:lnTo>
                    <a:pt x="2915" y="2168"/>
                  </a:lnTo>
                  <a:lnTo>
                    <a:pt x="2946" y="2122"/>
                  </a:lnTo>
                  <a:lnTo>
                    <a:pt x="2961" y="2015"/>
                  </a:lnTo>
                  <a:lnTo>
                    <a:pt x="2961" y="1863"/>
                  </a:lnTo>
                  <a:lnTo>
                    <a:pt x="2946" y="1771"/>
                  </a:lnTo>
                  <a:lnTo>
                    <a:pt x="2915" y="1664"/>
                  </a:lnTo>
                  <a:lnTo>
                    <a:pt x="2869" y="1573"/>
                  </a:lnTo>
                  <a:lnTo>
                    <a:pt x="2824" y="1451"/>
                  </a:lnTo>
                  <a:lnTo>
                    <a:pt x="2747" y="1344"/>
                  </a:lnTo>
                  <a:lnTo>
                    <a:pt x="2671" y="1222"/>
                  </a:lnTo>
                  <a:lnTo>
                    <a:pt x="2564" y="1100"/>
                  </a:lnTo>
                  <a:lnTo>
                    <a:pt x="2442" y="977"/>
                  </a:lnTo>
                  <a:lnTo>
                    <a:pt x="2305" y="855"/>
                  </a:lnTo>
                  <a:lnTo>
                    <a:pt x="2152" y="718"/>
                  </a:lnTo>
                  <a:lnTo>
                    <a:pt x="2015" y="627"/>
                  </a:lnTo>
                  <a:lnTo>
                    <a:pt x="1862" y="520"/>
                  </a:lnTo>
                  <a:lnTo>
                    <a:pt x="1527" y="337"/>
                  </a:lnTo>
                  <a:lnTo>
                    <a:pt x="1176" y="184"/>
                  </a:lnTo>
                  <a:lnTo>
                    <a:pt x="992" y="123"/>
                  </a:lnTo>
                  <a:lnTo>
                    <a:pt x="825" y="77"/>
                  </a:lnTo>
                  <a:lnTo>
                    <a:pt x="672" y="31"/>
                  </a:lnTo>
                  <a:lnTo>
                    <a:pt x="519" y="16"/>
                  </a:lnTo>
                  <a:lnTo>
                    <a:pt x="3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0" name="Google Shape;5490;p63"/>
            <p:cNvSpPr/>
            <p:nvPr/>
          </p:nvSpPr>
          <p:spPr>
            <a:xfrm>
              <a:off x="1948025" y="3180625"/>
              <a:ext cx="88925" cy="277375"/>
            </a:xfrm>
            <a:custGeom>
              <a:avLst/>
              <a:gdLst/>
              <a:ahLst/>
              <a:cxnLst/>
              <a:rect l="l" t="t" r="r" b="b"/>
              <a:pathLst>
                <a:path w="3557" h="11095" extrusionOk="0">
                  <a:moveTo>
                    <a:pt x="3373" y="0"/>
                  </a:moveTo>
                  <a:lnTo>
                    <a:pt x="3343" y="16"/>
                  </a:lnTo>
                  <a:lnTo>
                    <a:pt x="3068" y="275"/>
                  </a:lnTo>
                  <a:lnTo>
                    <a:pt x="2809" y="550"/>
                  </a:lnTo>
                  <a:lnTo>
                    <a:pt x="2565" y="825"/>
                  </a:lnTo>
                  <a:lnTo>
                    <a:pt x="2320" y="1114"/>
                  </a:lnTo>
                  <a:lnTo>
                    <a:pt x="2107" y="1420"/>
                  </a:lnTo>
                  <a:lnTo>
                    <a:pt x="1893" y="1725"/>
                  </a:lnTo>
                  <a:lnTo>
                    <a:pt x="1695" y="2030"/>
                  </a:lnTo>
                  <a:lnTo>
                    <a:pt x="1512" y="2351"/>
                  </a:lnTo>
                  <a:lnTo>
                    <a:pt x="1329" y="2671"/>
                  </a:lnTo>
                  <a:lnTo>
                    <a:pt x="1176" y="3007"/>
                  </a:lnTo>
                  <a:lnTo>
                    <a:pt x="1023" y="3342"/>
                  </a:lnTo>
                  <a:lnTo>
                    <a:pt x="886" y="3678"/>
                  </a:lnTo>
                  <a:lnTo>
                    <a:pt x="749" y="4029"/>
                  </a:lnTo>
                  <a:lnTo>
                    <a:pt x="642" y="4380"/>
                  </a:lnTo>
                  <a:lnTo>
                    <a:pt x="535" y="4731"/>
                  </a:lnTo>
                  <a:lnTo>
                    <a:pt x="443" y="5097"/>
                  </a:lnTo>
                  <a:lnTo>
                    <a:pt x="352" y="5464"/>
                  </a:lnTo>
                  <a:lnTo>
                    <a:pt x="276" y="5830"/>
                  </a:lnTo>
                  <a:lnTo>
                    <a:pt x="215" y="6196"/>
                  </a:lnTo>
                  <a:lnTo>
                    <a:pt x="153" y="6562"/>
                  </a:lnTo>
                  <a:lnTo>
                    <a:pt x="108" y="6944"/>
                  </a:lnTo>
                  <a:lnTo>
                    <a:pt x="62" y="7310"/>
                  </a:lnTo>
                  <a:lnTo>
                    <a:pt x="16" y="8058"/>
                  </a:lnTo>
                  <a:lnTo>
                    <a:pt x="1" y="8821"/>
                  </a:lnTo>
                  <a:lnTo>
                    <a:pt x="16" y="9569"/>
                  </a:lnTo>
                  <a:lnTo>
                    <a:pt x="62" y="10301"/>
                  </a:lnTo>
                  <a:lnTo>
                    <a:pt x="138" y="11034"/>
                  </a:lnTo>
                  <a:lnTo>
                    <a:pt x="153" y="11064"/>
                  </a:lnTo>
                  <a:lnTo>
                    <a:pt x="169" y="11079"/>
                  </a:lnTo>
                  <a:lnTo>
                    <a:pt x="199" y="11095"/>
                  </a:lnTo>
                  <a:lnTo>
                    <a:pt x="215" y="11095"/>
                  </a:lnTo>
                  <a:lnTo>
                    <a:pt x="276" y="11079"/>
                  </a:lnTo>
                  <a:lnTo>
                    <a:pt x="291" y="11049"/>
                  </a:lnTo>
                  <a:lnTo>
                    <a:pt x="291" y="11034"/>
                  </a:lnTo>
                  <a:lnTo>
                    <a:pt x="337" y="9706"/>
                  </a:lnTo>
                  <a:lnTo>
                    <a:pt x="367" y="8409"/>
                  </a:lnTo>
                  <a:lnTo>
                    <a:pt x="413" y="8287"/>
                  </a:lnTo>
                  <a:lnTo>
                    <a:pt x="703" y="8088"/>
                  </a:lnTo>
                  <a:lnTo>
                    <a:pt x="993" y="7875"/>
                  </a:lnTo>
                  <a:lnTo>
                    <a:pt x="1267" y="7661"/>
                  </a:lnTo>
                  <a:lnTo>
                    <a:pt x="1527" y="7432"/>
                  </a:lnTo>
                  <a:lnTo>
                    <a:pt x="1771" y="7188"/>
                  </a:lnTo>
                  <a:lnTo>
                    <a:pt x="2000" y="6913"/>
                  </a:lnTo>
                  <a:lnTo>
                    <a:pt x="2198" y="6639"/>
                  </a:lnTo>
                  <a:lnTo>
                    <a:pt x="2381" y="6334"/>
                  </a:lnTo>
                  <a:lnTo>
                    <a:pt x="2565" y="5967"/>
                  </a:lnTo>
                  <a:lnTo>
                    <a:pt x="2732" y="5601"/>
                  </a:lnTo>
                  <a:lnTo>
                    <a:pt x="2870" y="5235"/>
                  </a:lnTo>
                  <a:lnTo>
                    <a:pt x="3007" y="4853"/>
                  </a:lnTo>
                  <a:lnTo>
                    <a:pt x="3267" y="4090"/>
                  </a:lnTo>
                  <a:lnTo>
                    <a:pt x="3404" y="3709"/>
                  </a:lnTo>
                  <a:lnTo>
                    <a:pt x="3557" y="3342"/>
                  </a:lnTo>
                  <a:lnTo>
                    <a:pt x="3557" y="3312"/>
                  </a:lnTo>
                  <a:lnTo>
                    <a:pt x="3557" y="3281"/>
                  </a:lnTo>
                  <a:lnTo>
                    <a:pt x="3541" y="3281"/>
                  </a:lnTo>
                  <a:lnTo>
                    <a:pt x="3526" y="3266"/>
                  </a:lnTo>
                  <a:lnTo>
                    <a:pt x="3480" y="3281"/>
                  </a:lnTo>
                  <a:lnTo>
                    <a:pt x="3419" y="3312"/>
                  </a:lnTo>
                  <a:lnTo>
                    <a:pt x="3083" y="3541"/>
                  </a:lnTo>
                  <a:lnTo>
                    <a:pt x="2794" y="3785"/>
                  </a:lnTo>
                  <a:lnTo>
                    <a:pt x="2519" y="4029"/>
                  </a:lnTo>
                  <a:lnTo>
                    <a:pt x="2259" y="4273"/>
                  </a:lnTo>
                  <a:lnTo>
                    <a:pt x="2031" y="4533"/>
                  </a:lnTo>
                  <a:lnTo>
                    <a:pt x="1817" y="4792"/>
                  </a:lnTo>
                  <a:lnTo>
                    <a:pt x="1618" y="5052"/>
                  </a:lnTo>
                  <a:lnTo>
                    <a:pt x="1435" y="5326"/>
                  </a:lnTo>
                  <a:lnTo>
                    <a:pt x="1283" y="5601"/>
                  </a:lnTo>
                  <a:lnTo>
                    <a:pt x="1130" y="5891"/>
                  </a:lnTo>
                  <a:lnTo>
                    <a:pt x="993" y="6181"/>
                  </a:lnTo>
                  <a:lnTo>
                    <a:pt x="855" y="6486"/>
                  </a:lnTo>
                  <a:lnTo>
                    <a:pt x="733" y="6791"/>
                  </a:lnTo>
                  <a:lnTo>
                    <a:pt x="627" y="7127"/>
                  </a:lnTo>
                  <a:lnTo>
                    <a:pt x="398" y="7798"/>
                  </a:lnTo>
                  <a:lnTo>
                    <a:pt x="398" y="7798"/>
                  </a:lnTo>
                  <a:lnTo>
                    <a:pt x="459" y="7066"/>
                  </a:lnTo>
                  <a:lnTo>
                    <a:pt x="535" y="6334"/>
                  </a:lnTo>
                  <a:lnTo>
                    <a:pt x="657" y="5601"/>
                  </a:lnTo>
                  <a:lnTo>
                    <a:pt x="825" y="4884"/>
                  </a:lnTo>
                  <a:lnTo>
                    <a:pt x="1008" y="4212"/>
                  </a:lnTo>
                  <a:lnTo>
                    <a:pt x="1115" y="3892"/>
                  </a:lnTo>
                  <a:lnTo>
                    <a:pt x="1237" y="3571"/>
                  </a:lnTo>
                  <a:lnTo>
                    <a:pt x="1359" y="3236"/>
                  </a:lnTo>
                  <a:lnTo>
                    <a:pt x="1496" y="2930"/>
                  </a:lnTo>
                  <a:lnTo>
                    <a:pt x="1634" y="2610"/>
                  </a:lnTo>
                  <a:lnTo>
                    <a:pt x="1786" y="2305"/>
                  </a:lnTo>
                  <a:lnTo>
                    <a:pt x="1954" y="2000"/>
                  </a:lnTo>
                  <a:lnTo>
                    <a:pt x="2137" y="1710"/>
                  </a:lnTo>
                  <a:lnTo>
                    <a:pt x="2320" y="1420"/>
                  </a:lnTo>
                  <a:lnTo>
                    <a:pt x="2519" y="1130"/>
                  </a:lnTo>
                  <a:lnTo>
                    <a:pt x="2732" y="855"/>
                  </a:lnTo>
                  <a:lnTo>
                    <a:pt x="2946" y="596"/>
                  </a:lnTo>
                  <a:lnTo>
                    <a:pt x="3175" y="336"/>
                  </a:lnTo>
                  <a:lnTo>
                    <a:pt x="3419" y="92"/>
                  </a:lnTo>
                  <a:lnTo>
                    <a:pt x="3434" y="77"/>
                  </a:lnTo>
                  <a:lnTo>
                    <a:pt x="3434" y="62"/>
                  </a:lnTo>
                  <a:lnTo>
                    <a:pt x="3419" y="16"/>
                  </a:lnTo>
                  <a:lnTo>
                    <a:pt x="33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1" name="Google Shape;5491;p63"/>
            <p:cNvSpPr/>
            <p:nvPr/>
          </p:nvSpPr>
          <p:spPr>
            <a:xfrm>
              <a:off x="1948025" y="3180625"/>
              <a:ext cx="88925" cy="277375"/>
            </a:xfrm>
            <a:custGeom>
              <a:avLst/>
              <a:gdLst/>
              <a:ahLst/>
              <a:cxnLst/>
              <a:rect l="l" t="t" r="r" b="b"/>
              <a:pathLst>
                <a:path w="3557" h="11095" fill="none" extrusionOk="0">
                  <a:moveTo>
                    <a:pt x="3343" y="16"/>
                  </a:moveTo>
                  <a:lnTo>
                    <a:pt x="3343" y="16"/>
                  </a:lnTo>
                  <a:lnTo>
                    <a:pt x="3068" y="275"/>
                  </a:lnTo>
                  <a:lnTo>
                    <a:pt x="2809" y="550"/>
                  </a:lnTo>
                  <a:lnTo>
                    <a:pt x="2565" y="825"/>
                  </a:lnTo>
                  <a:lnTo>
                    <a:pt x="2320" y="1114"/>
                  </a:lnTo>
                  <a:lnTo>
                    <a:pt x="2107" y="1420"/>
                  </a:lnTo>
                  <a:lnTo>
                    <a:pt x="1893" y="1725"/>
                  </a:lnTo>
                  <a:lnTo>
                    <a:pt x="1695" y="2030"/>
                  </a:lnTo>
                  <a:lnTo>
                    <a:pt x="1512" y="2351"/>
                  </a:lnTo>
                  <a:lnTo>
                    <a:pt x="1329" y="2671"/>
                  </a:lnTo>
                  <a:lnTo>
                    <a:pt x="1176" y="3007"/>
                  </a:lnTo>
                  <a:lnTo>
                    <a:pt x="1023" y="3342"/>
                  </a:lnTo>
                  <a:lnTo>
                    <a:pt x="886" y="3678"/>
                  </a:lnTo>
                  <a:lnTo>
                    <a:pt x="749" y="4029"/>
                  </a:lnTo>
                  <a:lnTo>
                    <a:pt x="642" y="4380"/>
                  </a:lnTo>
                  <a:lnTo>
                    <a:pt x="535" y="4731"/>
                  </a:lnTo>
                  <a:lnTo>
                    <a:pt x="443" y="5097"/>
                  </a:lnTo>
                  <a:lnTo>
                    <a:pt x="352" y="5464"/>
                  </a:lnTo>
                  <a:lnTo>
                    <a:pt x="276" y="5830"/>
                  </a:lnTo>
                  <a:lnTo>
                    <a:pt x="215" y="6196"/>
                  </a:lnTo>
                  <a:lnTo>
                    <a:pt x="153" y="6562"/>
                  </a:lnTo>
                  <a:lnTo>
                    <a:pt x="108" y="6944"/>
                  </a:lnTo>
                  <a:lnTo>
                    <a:pt x="62" y="7310"/>
                  </a:lnTo>
                  <a:lnTo>
                    <a:pt x="16" y="8058"/>
                  </a:lnTo>
                  <a:lnTo>
                    <a:pt x="1" y="8821"/>
                  </a:lnTo>
                  <a:lnTo>
                    <a:pt x="16" y="9569"/>
                  </a:lnTo>
                  <a:lnTo>
                    <a:pt x="62" y="10301"/>
                  </a:lnTo>
                  <a:lnTo>
                    <a:pt x="138" y="11034"/>
                  </a:lnTo>
                  <a:lnTo>
                    <a:pt x="138" y="11034"/>
                  </a:lnTo>
                  <a:lnTo>
                    <a:pt x="153" y="11064"/>
                  </a:lnTo>
                  <a:lnTo>
                    <a:pt x="169" y="11079"/>
                  </a:lnTo>
                  <a:lnTo>
                    <a:pt x="199" y="11095"/>
                  </a:lnTo>
                  <a:lnTo>
                    <a:pt x="215" y="11095"/>
                  </a:lnTo>
                  <a:lnTo>
                    <a:pt x="276" y="11079"/>
                  </a:lnTo>
                  <a:lnTo>
                    <a:pt x="291" y="11049"/>
                  </a:lnTo>
                  <a:lnTo>
                    <a:pt x="291" y="11034"/>
                  </a:lnTo>
                  <a:lnTo>
                    <a:pt x="291" y="11034"/>
                  </a:lnTo>
                  <a:lnTo>
                    <a:pt x="337" y="9706"/>
                  </a:lnTo>
                  <a:lnTo>
                    <a:pt x="367" y="8409"/>
                  </a:lnTo>
                  <a:lnTo>
                    <a:pt x="367" y="8409"/>
                  </a:lnTo>
                  <a:lnTo>
                    <a:pt x="413" y="8287"/>
                  </a:lnTo>
                  <a:lnTo>
                    <a:pt x="413" y="8287"/>
                  </a:lnTo>
                  <a:lnTo>
                    <a:pt x="703" y="8088"/>
                  </a:lnTo>
                  <a:lnTo>
                    <a:pt x="993" y="7875"/>
                  </a:lnTo>
                  <a:lnTo>
                    <a:pt x="1267" y="7661"/>
                  </a:lnTo>
                  <a:lnTo>
                    <a:pt x="1527" y="7432"/>
                  </a:lnTo>
                  <a:lnTo>
                    <a:pt x="1771" y="7188"/>
                  </a:lnTo>
                  <a:lnTo>
                    <a:pt x="2000" y="6913"/>
                  </a:lnTo>
                  <a:lnTo>
                    <a:pt x="2198" y="6639"/>
                  </a:lnTo>
                  <a:lnTo>
                    <a:pt x="2381" y="6334"/>
                  </a:lnTo>
                  <a:lnTo>
                    <a:pt x="2381" y="6334"/>
                  </a:lnTo>
                  <a:lnTo>
                    <a:pt x="2565" y="5967"/>
                  </a:lnTo>
                  <a:lnTo>
                    <a:pt x="2732" y="5601"/>
                  </a:lnTo>
                  <a:lnTo>
                    <a:pt x="2870" y="5235"/>
                  </a:lnTo>
                  <a:lnTo>
                    <a:pt x="3007" y="4853"/>
                  </a:lnTo>
                  <a:lnTo>
                    <a:pt x="3267" y="4090"/>
                  </a:lnTo>
                  <a:lnTo>
                    <a:pt x="3404" y="3709"/>
                  </a:lnTo>
                  <a:lnTo>
                    <a:pt x="3557" y="3342"/>
                  </a:lnTo>
                  <a:lnTo>
                    <a:pt x="3557" y="3342"/>
                  </a:lnTo>
                  <a:lnTo>
                    <a:pt x="3557" y="3312"/>
                  </a:lnTo>
                  <a:lnTo>
                    <a:pt x="3557" y="3281"/>
                  </a:lnTo>
                  <a:lnTo>
                    <a:pt x="3541" y="3281"/>
                  </a:lnTo>
                  <a:lnTo>
                    <a:pt x="3526" y="3266"/>
                  </a:lnTo>
                  <a:lnTo>
                    <a:pt x="3480" y="3281"/>
                  </a:lnTo>
                  <a:lnTo>
                    <a:pt x="3419" y="3312"/>
                  </a:lnTo>
                  <a:lnTo>
                    <a:pt x="3419" y="3312"/>
                  </a:lnTo>
                  <a:lnTo>
                    <a:pt x="3083" y="3541"/>
                  </a:lnTo>
                  <a:lnTo>
                    <a:pt x="2794" y="3785"/>
                  </a:lnTo>
                  <a:lnTo>
                    <a:pt x="2519" y="4029"/>
                  </a:lnTo>
                  <a:lnTo>
                    <a:pt x="2259" y="4273"/>
                  </a:lnTo>
                  <a:lnTo>
                    <a:pt x="2031" y="4533"/>
                  </a:lnTo>
                  <a:lnTo>
                    <a:pt x="1817" y="4792"/>
                  </a:lnTo>
                  <a:lnTo>
                    <a:pt x="1618" y="5052"/>
                  </a:lnTo>
                  <a:lnTo>
                    <a:pt x="1435" y="5326"/>
                  </a:lnTo>
                  <a:lnTo>
                    <a:pt x="1283" y="5601"/>
                  </a:lnTo>
                  <a:lnTo>
                    <a:pt x="1130" y="5891"/>
                  </a:lnTo>
                  <a:lnTo>
                    <a:pt x="993" y="6181"/>
                  </a:lnTo>
                  <a:lnTo>
                    <a:pt x="855" y="6486"/>
                  </a:lnTo>
                  <a:lnTo>
                    <a:pt x="733" y="6791"/>
                  </a:lnTo>
                  <a:lnTo>
                    <a:pt x="627" y="7127"/>
                  </a:lnTo>
                  <a:lnTo>
                    <a:pt x="398" y="7798"/>
                  </a:lnTo>
                  <a:lnTo>
                    <a:pt x="398" y="7798"/>
                  </a:lnTo>
                  <a:lnTo>
                    <a:pt x="459" y="7066"/>
                  </a:lnTo>
                  <a:lnTo>
                    <a:pt x="535" y="6334"/>
                  </a:lnTo>
                  <a:lnTo>
                    <a:pt x="657" y="5601"/>
                  </a:lnTo>
                  <a:lnTo>
                    <a:pt x="825" y="4884"/>
                  </a:lnTo>
                  <a:lnTo>
                    <a:pt x="825" y="4884"/>
                  </a:lnTo>
                  <a:lnTo>
                    <a:pt x="1008" y="4212"/>
                  </a:lnTo>
                  <a:lnTo>
                    <a:pt x="1115" y="3892"/>
                  </a:lnTo>
                  <a:lnTo>
                    <a:pt x="1237" y="3571"/>
                  </a:lnTo>
                  <a:lnTo>
                    <a:pt x="1359" y="3236"/>
                  </a:lnTo>
                  <a:lnTo>
                    <a:pt x="1496" y="2930"/>
                  </a:lnTo>
                  <a:lnTo>
                    <a:pt x="1634" y="2610"/>
                  </a:lnTo>
                  <a:lnTo>
                    <a:pt x="1786" y="2305"/>
                  </a:lnTo>
                  <a:lnTo>
                    <a:pt x="1954" y="2000"/>
                  </a:lnTo>
                  <a:lnTo>
                    <a:pt x="2137" y="1710"/>
                  </a:lnTo>
                  <a:lnTo>
                    <a:pt x="2320" y="1420"/>
                  </a:lnTo>
                  <a:lnTo>
                    <a:pt x="2519" y="1130"/>
                  </a:lnTo>
                  <a:lnTo>
                    <a:pt x="2732" y="855"/>
                  </a:lnTo>
                  <a:lnTo>
                    <a:pt x="2946" y="596"/>
                  </a:lnTo>
                  <a:lnTo>
                    <a:pt x="3175" y="336"/>
                  </a:lnTo>
                  <a:lnTo>
                    <a:pt x="3419" y="92"/>
                  </a:lnTo>
                  <a:lnTo>
                    <a:pt x="3419" y="92"/>
                  </a:lnTo>
                  <a:lnTo>
                    <a:pt x="3434" y="77"/>
                  </a:lnTo>
                  <a:lnTo>
                    <a:pt x="3434" y="62"/>
                  </a:lnTo>
                  <a:lnTo>
                    <a:pt x="3419" y="16"/>
                  </a:lnTo>
                  <a:lnTo>
                    <a:pt x="3389" y="0"/>
                  </a:lnTo>
                  <a:lnTo>
                    <a:pt x="3373" y="0"/>
                  </a:lnTo>
                  <a:lnTo>
                    <a:pt x="3343" y="1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2" name="Google Shape;5492;p63"/>
            <p:cNvSpPr/>
            <p:nvPr/>
          </p:nvSpPr>
          <p:spPr>
            <a:xfrm>
              <a:off x="2020150" y="3125675"/>
              <a:ext cx="91575" cy="93900"/>
            </a:xfrm>
            <a:custGeom>
              <a:avLst/>
              <a:gdLst/>
              <a:ahLst/>
              <a:cxnLst/>
              <a:rect l="l" t="t" r="r" b="b"/>
              <a:pathLst>
                <a:path w="3663" h="3756" extrusionOk="0">
                  <a:moveTo>
                    <a:pt x="2747" y="1"/>
                  </a:moveTo>
                  <a:lnTo>
                    <a:pt x="2610" y="16"/>
                  </a:lnTo>
                  <a:lnTo>
                    <a:pt x="2488" y="47"/>
                  </a:lnTo>
                  <a:lnTo>
                    <a:pt x="2350" y="108"/>
                  </a:lnTo>
                  <a:lnTo>
                    <a:pt x="2075" y="230"/>
                  </a:lnTo>
                  <a:lnTo>
                    <a:pt x="1801" y="383"/>
                  </a:lnTo>
                  <a:lnTo>
                    <a:pt x="1557" y="550"/>
                  </a:lnTo>
                  <a:lnTo>
                    <a:pt x="1175" y="810"/>
                  </a:lnTo>
                  <a:lnTo>
                    <a:pt x="977" y="962"/>
                  </a:lnTo>
                  <a:lnTo>
                    <a:pt x="794" y="1130"/>
                  </a:lnTo>
                  <a:lnTo>
                    <a:pt x="595" y="1313"/>
                  </a:lnTo>
                  <a:lnTo>
                    <a:pt x="412" y="1512"/>
                  </a:lnTo>
                  <a:lnTo>
                    <a:pt x="260" y="1725"/>
                  </a:lnTo>
                  <a:lnTo>
                    <a:pt x="137" y="1939"/>
                  </a:lnTo>
                  <a:lnTo>
                    <a:pt x="92" y="2061"/>
                  </a:lnTo>
                  <a:lnTo>
                    <a:pt x="46" y="2168"/>
                  </a:lnTo>
                  <a:lnTo>
                    <a:pt x="31" y="2290"/>
                  </a:lnTo>
                  <a:lnTo>
                    <a:pt x="15" y="2397"/>
                  </a:lnTo>
                  <a:lnTo>
                    <a:pt x="0" y="2534"/>
                  </a:lnTo>
                  <a:lnTo>
                    <a:pt x="15" y="2626"/>
                  </a:lnTo>
                  <a:lnTo>
                    <a:pt x="46" y="2702"/>
                  </a:lnTo>
                  <a:lnTo>
                    <a:pt x="92" y="2763"/>
                  </a:lnTo>
                  <a:lnTo>
                    <a:pt x="137" y="2794"/>
                  </a:lnTo>
                  <a:lnTo>
                    <a:pt x="198" y="2809"/>
                  </a:lnTo>
                  <a:lnTo>
                    <a:pt x="260" y="2824"/>
                  </a:lnTo>
                  <a:lnTo>
                    <a:pt x="336" y="2809"/>
                  </a:lnTo>
                  <a:lnTo>
                    <a:pt x="504" y="2778"/>
                  </a:lnTo>
                  <a:lnTo>
                    <a:pt x="672" y="2702"/>
                  </a:lnTo>
                  <a:lnTo>
                    <a:pt x="1007" y="2565"/>
                  </a:lnTo>
                  <a:lnTo>
                    <a:pt x="1099" y="2580"/>
                  </a:lnTo>
                  <a:lnTo>
                    <a:pt x="1175" y="2626"/>
                  </a:lnTo>
                  <a:lnTo>
                    <a:pt x="1267" y="2672"/>
                  </a:lnTo>
                  <a:lnTo>
                    <a:pt x="1343" y="2717"/>
                  </a:lnTo>
                  <a:lnTo>
                    <a:pt x="1496" y="2870"/>
                  </a:lnTo>
                  <a:lnTo>
                    <a:pt x="1633" y="3038"/>
                  </a:lnTo>
                  <a:lnTo>
                    <a:pt x="1892" y="3389"/>
                  </a:lnTo>
                  <a:lnTo>
                    <a:pt x="2030" y="3557"/>
                  </a:lnTo>
                  <a:lnTo>
                    <a:pt x="2091" y="3618"/>
                  </a:lnTo>
                  <a:lnTo>
                    <a:pt x="2167" y="3663"/>
                  </a:lnTo>
                  <a:lnTo>
                    <a:pt x="2228" y="3709"/>
                  </a:lnTo>
                  <a:lnTo>
                    <a:pt x="2289" y="3740"/>
                  </a:lnTo>
                  <a:lnTo>
                    <a:pt x="2365" y="3755"/>
                  </a:lnTo>
                  <a:lnTo>
                    <a:pt x="2442" y="3755"/>
                  </a:lnTo>
                  <a:lnTo>
                    <a:pt x="2503" y="3740"/>
                  </a:lnTo>
                  <a:lnTo>
                    <a:pt x="2579" y="3725"/>
                  </a:lnTo>
                  <a:lnTo>
                    <a:pt x="2640" y="3679"/>
                  </a:lnTo>
                  <a:lnTo>
                    <a:pt x="2701" y="3633"/>
                  </a:lnTo>
                  <a:lnTo>
                    <a:pt x="2716" y="3602"/>
                  </a:lnTo>
                  <a:lnTo>
                    <a:pt x="2793" y="3496"/>
                  </a:lnTo>
                  <a:lnTo>
                    <a:pt x="2839" y="3389"/>
                  </a:lnTo>
                  <a:lnTo>
                    <a:pt x="2869" y="3297"/>
                  </a:lnTo>
                  <a:lnTo>
                    <a:pt x="2869" y="3175"/>
                  </a:lnTo>
                  <a:lnTo>
                    <a:pt x="2869" y="3068"/>
                  </a:lnTo>
                  <a:lnTo>
                    <a:pt x="2839" y="2961"/>
                  </a:lnTo>
                  <a:lnTo>
                    <a:pt x="2808" y="2855"/>
                  </a:lnTo>
                  <a:lnTo>
                    <a:pt x="2762" y="2748"/>
                  </a:lnTo>
                  <a:lnTo>
                    <a:pt x="2716" y="2641"/>
                  </a:lnTo>
                  <a:lnTo>
                    <a:pt x="2640" y="2534"/>
                  </a:lnTo>
                  <a:lnTo>
                    <a:pt x="2488" y="2336"/>
                  </a:lnTo>
                  <a:lnTo>
                    <a:pt x="2320" y="2153"/>
                  </a:lnTo>
                  <a:lnTo>
                    <a:pt x="2137" y="2000"/>
                  </a:lnTo>
                  <a:lnTo>
                    <a:pt x="2137" y="2000"/>
                  </a:lnTo>
                  <a:lnTo>
                    <a:pt x="2274" y="2061"/>
                  </a:lnTo>
                  <a:lnTo>
                    <a:pt x="2396" y="2137"/>
                  </a:lnTo>
                  <a:lnTo>
                    <a:pt x="2640" y="2275"/>
                  </a:lnTo>
                  <a:lnTo>
                    <a:pt x="2884" y="2412"/>
                  </a:lnTo>
                  <a:lnTo>
                    <a:pt x="3022" y="2473"/>
                  </a:lnTo>
                  <a:lnTo>
                    <a:pt x="3159" y="2519"/>
                  </a:lnTo>
                  <a:lnTo>
                    <a:pt x="3235" y="2534"/>
                  </a:lnTo>
                  <a:lnTo>
                    <a:pt x="3296" y="2534"/>
                  </a:lnTo>
                  <a:lnTo>
                    <a:pt x="3373" y="2519"/>
                  </a:lnTo>
                  <a:lnTo>
                    <a:pt x="3434" y="2504"/>
                  </a:lnTo>
                  <a:lnTo>
                    <a:pt x="3495" y="2473"/>
                  </a:lnTo>
                  <a:lnTo>
                    <a:pt x="3556" y="2427"/>
                  </a:lnTo>
                  <a:lnTo>
                    <a:pt x="3586" y="2366"/>
                  </a:lnTo>
                  <a:lnTo>
                    <a:pt x="3632" y="2290"/>
                  </a:lnTo>
                  <a:lnTo>
                    <a:pt x="3632" y="2244"/>
                  </a:lnTo>
                  <a:lnTo>
                    <a:pt x="3663" y="2122"/>
                  </a:lnTo>
                  <a:lnTo>
                    <a:pt x="3663" y="2000"/>
                  </a:lnTo>
                  <a:lnTo>
                    <a:pt x="3647" y="1878"/>
                  </a:lnTo>
                  <a:lnTo>
                    <a:pt x="3602" y="1771"/>
                  </a:lnTo>
                  <a:lnTo>
                    <a:pt x="3540" y="1680"/>
                  </a:lnTo>
                  <a:lnTo>
                    <a:pt x="3464" y="1588"/>
                  </a:lnTo>
                  <a:lnTo>
                    <a:pt x="3373" y="1497"/>
                  </a:lnTo>
                  <a:lnTo>
                    <a:pt x="3281" y="1420"/>
                  </a:lnTo>
                  <a:lnTo>
                    <a:pt x="3174" y="1359"/>
                  </a:lnTo>
                  <a:lnTo>
                    <a:pt x="3052" y="1298"/>
                  </a:lnTo>
                  <a:lnTo>
                    <a:pt x="2793" y="1207"/>
                  </a:lnTo>
                  <a:lnTo>
                    <a:pt x="2533" y="1146"/>
                  </a:lnTo>
                  <a:lnTo>
                    <a:pt x="2289" y="1115"/>
                  </a:lnTo>
                  <a:lnTo>
                    <a:pt x="2610" y="917"/>
                  </a:lnTo>
                  <a:lnTo>
                    <a:pt x="2793" y="779"/>
                  </a:lnTo>
                  <a:lnTo>
                    <a:pt x="2961" y="627"/>
                  </a:lnTo>
                  <a:lnTo>
                    <a:pt x="3037" y="550"/>
                  </a:lnTo>
                  <a:lnTo>
                    <a:pt x="3098" y="474"/>
                  </a:lnTo>
                  <a:lnTo>
                    <a:pt x="3144" y="398"/>
                  </a:lnTo>
                  <a:lnTo>
                    <a:pt x="3174" y="337"/>
                  </a:lnTo>
                  <a:lnTo>
                    <a:pt x="3174" y="260"/>
                  </a:lnTo>
                  <a:lnTo>
                    <a:pt x="3159" y="184"/>
                  </a:lnTo>
                  <a:lnTo>
                    <a:pt x="3128" y="123"/>
                  </a:lnTo>
                  <a:lnTo>
                    <a:pt x="3052" y="62"/>
                  </a:lnTo>
                  <a:lnTo>
                    <a:pt x="2961" y="16"/>
                  </a:lnTo>
                  <a:lnTo>
                    <a:pt x="28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3" name="Google Shape;5493;p63"/>
            <p:cNvSpPr/>
            <p:nvPr/>
          </p:nvSpPr>
          <p:spPr>
            <a:xfrm>
              <a:off x="2020150" y="3125675"/>
              <a:ext cx="91575" cy="93900"/>
            </a:xfrm>
            <a:custGeom>
              <a:avLst/>
              <a:gdLst/>
              <a:ahLst/>
              <a:cxnLst/>
              <a:rect l="l" t="t" r="r" b="b"/>
              <a:pathLst>
                <a:path w="3663" h="3756" fill="none" extrusionOk="0">
                  <a:moveTo>
                    <a:pt x="1007" y="2565"/>
                  </a:moveTo>
                  <a:lnTo>
                    <a:pt x="1007" y="2565"/>
                  </a:lnTo>
                  <a:lnTo>
                    <a:pt x="1099" y="2580"/>
                  </a:lnTo>
                  <a:lnTo>
                    <a:pt x="1175" y="2626"/>
                  </a:lnTo>
                  <a:lnTo>
                    <a:pt x="1267" y="2672"/>
                  </a:lnTo>
                  <a:lnTo>
                    <a:pt x="1343" y="2717"/>
                  </a:lnTo>
                  <a:lnTo>
                    <a:pt x="1496" y="2870"/>
                  </a:lnTo>
                  <a:lnTo>
                    <a:pt x="1633" y="3038"/>
                  </a:lnTo>
                  <a:lnTo>
                    <a:pt x="1892" y="3389"/>
                  </a:lnTo>
                  <a:lnTo>
                    <a:pt x="2030" y="3557"/>
                  </a:lnTo>
                  <a:lnTo>
                    <a:pt x="2091" y="3618"/>
                  </a:lnTo>
                  <a:lnTo>
                    <a:pt x="2167" y="3663"/>
                  </a:lnTo>
                  <a:lnTo>
                    <a:pt x="2167" y="3663"/>
                  </a:lnTo>
                  <a:lnTo>
                    <a:pt x="2228" y="3709"/>
                  </a:lnTo>
                  <a:lnTo>
                    <a:pt x="2289" y="3740"/>
                  </a:lnTo>
                  <a:lnTo>
                    <a:pt x="2365" y="3755"/>
                  </a:lnTo>
                  <a:lnTo>
                    <a:pt x="2442" y="3755"/>
                  </a:lnTo>
                  <a:lnTo>
                    <a:pt x="2503" y="3740"/>
                  </a:lnTo>
                  <a:lnTo>
                    <a:pt x="2579" y="3725"/>
                  </a:lnTo>
                  <a:lnTo>
                    <a:pt x="2640" y="3679"/>
                  </a:lnTo>
                  <a:lnTo>
                    <a:pt x="2701" y="3633"/>
                  </a:lnTo>
                  <a:lnTo>
                    <a:pt x="2701" y="3633"/>
                  </a:lnTo>
                  <a:lnTo>
                    <a:pt x="2716" y="3602"/>
                  </a:lnTo>
                  <a:lnTo>
                    <a:pt x="2716" y="3602"/>
                  </a:lnTo>
                  <a:lnTo>
                    <a:pt x="2793" y="3496"/>
                  </a:lnTo>
                  <a:lnTo>
                    <a:pt x="2839" y="3389"/>
                  </a:lnTo>
                  <a:lnTo>
                    <a:pt x="2869" y="3297"/>
                  </a:lnTo>
                  <a:lnTo>
                    <a:pt x="2869" y="3175"/>
                  </a:lnTo>
                  <a:lnTo>
                    <a:pt x="2869" y="3068"/>
                  </a:lnTo>
                  <a:lnTo>
                    <a:pt x="2839" y="2961"/>
                  </a:lnTo>
                  <a:lnTo>
                    <a:pt x="2808" y="2855"/>
                  </a:lnTo>
                  <a:lnTo>
                    <a:pt x="2762" y="2748"/>
                  </a:lnTo>
                  <a:lnTo>
                    <a:pt x="2716" y="2641"/>
                  </a:lnTo>
                  <a:lnTo>
                    <a:pt x="2640" y="2534"/>
                  </a:lnTo>
                  <a:lnTo>
                    <a:pt x="2488" y="2336"/>
                  </a:lnTo>
                  <a:lnTo>
                    <a:pt x="2320" y="2153"/>
                  </a:lnTo>
                  <a:lnTo>
                    <a:pt x="2137" y="2000"/>
                  </a:lnTo>
                  <a:lnTo>
                    <a:pt x="2137" y="2000"/>
                  </a:lnTo>
                  <a:lnTo>
                    <a:pt x="2274" y="2061"/>
                  </a:lnTo>
                  <a:lnTo>
                    <a:pt x="2396" y="2137"/>
                  </a:lnTo>
                  <a:lnTo>
                    <a:pt x="2640" y="2275"/>
                  </a:lnTo>
                  <a:lnTo>
                    <a:pt x="2884" y="2412"/>
                  </a:lnTo>
                  <a:lnTo>
                    <a:pt x="3022" y="2473"/>
                  </a:lnTo>
                  <a:lnTo>
                    <a:pt x="3159" y="2519"/>
                  </a:lnTo>
                  <a:lnTo>
                    <a:pt x="3159" y="2519"/>
                  </a:lnTo>
                  <a:lnTo>
                    <a:pt x="3235" y="2534"/>
                  </a:lnTo>
                  <a:lnTo>
                    <a:pt x="3296" y="2534"/>
                  </a:lnTo>
                  <a:lnTo>
                    <a:pt x="3373" y="2519"/>
                  </a:lnTo>
                  <a:lnTo>
                    <a:pt x="3434" y="2504"/>
                  </a:lnTo>
                  <a:lnTo>
                    <a:pt x="3495" y="2473"/>
                  </a:lnTo>
                  <a:lnTo>
                    <a:pt x="3556" y="2427"/>
                  </a:lnTo>
                  <a:lnTo>
                    <a:pt x="3586" y="2366"/>
                  </a:lnTo>
                  <a:lnTo>
                    <a:pt x="3632" y="2290"/>
                  </a:lnTo>
                  <a:lnTo>
                    <a:pt x="3632" y="2290"/>
                  </a:lnTo>
                  <a:lnTo>
                    <a:pt x="3632" y="2244"/>
                  </a:lnTo>
                  <a:lnTo>
                    <a:pt x="3632" y="2244"/>
                  </a:lnTo>
                  <a:lnTo>
                    <a:pt x="3663" y="2122"/>
                  </a:lnTo>
                  <a:lnTo>
                    <a:pt x="3663" y="2000"/>
                  </a:lnTo>
                  <a:lnTo>
                    <a:pt x="3647" y="1878"/>
                  </a:lnTo>
                  <a:lnTo>
                    <a:pt x="3602" y="1771"/>
                  </a:lnTo>
                  <a:lnTo>
                    <a:pt x="3540" y="1680"/>
                  </a:lnTo>
                  <a:lnTo>
                    <a:pt x="3464" y="1588"/>
                  </a:lnTo>
                  <a:lnTo>
                    <a:pt x="3373" y="1497"/>
                  </a:lnTo>
                  <a:lnTo>
                    <a:pt x="3281" y="1420"/>
                  </a:lnTo>
                  <a:lnTo>
                    <a:pt x="3174" y="1359"/>
                  </a:lnTo>
                  <a:lnTo>
                    <a:pt x="3052" y="1298"/>
                  </a:lnTo>
                  <a:lnTo>
                    <a:pt x="2793" y="1207"/>
                  </a:lnTo>
                  <a:lnTo>
                    <a:pt x="2533" y="1146"/>
                  </a:lnTo>
                  <a:lnTo>
                    <a:pt x="2289" y="1115"/>
                  </a:lnTo>
                  <a:lnTo>
                    <a:pt x="2289" y="1115"/>
                  </a:lnTo>
                  <a:lnTo>
                    <a:pt x="2610" y="917"/>
                  </a:lnTo>
                  <a:lnTo>
                    <a:pt x="2793" y="779"/>
                  </a:lnTo>
                  <a:lnTo>
                    <a:pt x="2961" y="627"/>
                  </a:lnTo>
                  <a:lnTo>
                    <a:pt x="3037" y="550"/>
                  </a:lnTo>
                  <a:lnTo>
                    <a:pt x="3098" y="474"/>
                  </a:lnTo>
                  <a:lnTo>
                    <a:pt x="3144" y="398"/>
                  </a:lnTo>
                  <a:lnTo>
                    <a:pt x="3174" y="337"/>
                  </a:lnTo>
                  <a:lnTo>
                    <a:pt x="3174" y="260"/>
                  </a:lnTo>
                  <a:lnTo>
                    <a:pt x="3159" y="184"/>
                  </a:lnTo>
                  <a:lnTo>
                    <a:pt x="3128" y="123"/>
                  </a:lnTo>
                  <a:lnTo>
                    <a:pt x="3052" y="62"/>
                  </a:lnTo>
                  <a:lnTo>
                    <a:pt x="3052" y="62"/>
                  </a:lnTo>
                  <a:lnTo>
                    <a:pt x="2961" y="16"/>
                  </a:lnTo>
                  <a:lnTo>
                    <a:pt x="2854" y="1"/>
                  </a:lnTo>
                  <a:lnTo>
                    <a:pt x="2747" y="1"/>
                  </a:lnTo>
                  <a:lnTo>
                    <a:pt x="2610" y="16"/>
                  </a:lnTo>
                  <a:lnTo>
                    <a:pt x="2488" y="47"/>
                  </a:lnTo>
                  <a:lnTo>
                    <a:pt x="2350" y="108"/>
                  </a:lnTo>
                  <a:lnTo>
                    <a:pt x="2075" y="230"/>
                  </a:lnTo>
                  <a:lnTo>
                    <a:pt x="1801" y="383"/>
                  </a:lnTo>
                  <a:lnTo>
                    <a:pt x="1557" y="550"/>
                  </a:lnTo>
                  <a:lnTo>
                    <a:pt x="1175" y="810"/>
                  </a:lnTo>
                  <a:lnTo>
                    <a:pt x="1175" y="810"/>
                  </a:lnTo>
                  <a:lnTo>
                    <a:pt x="977" y="962"/>
                  </a:lnTo>
                  <a:lnTo>
                    <a:pt x="794" y="1130"/>
                  </a:lnTo>
                  <a:lnTo>
                    <a:pt x="595" y="1313"/>
                  </a:lnTo>
                  <a:lnTo>
                    <a:pt x="412" y="1512"/>
                  </a:lnTo>
                  <a:lnTo>
                    <a:pt x="260" y="1725"/>
                  </a:lnTo>
                  <a:lnTo>
                    <a:pt x="137" y="1939"/>
                  </a:lnTo>
                  <a:lnTo>
                    <a:pt x="92" y="2061"/>
                  </a:lnTo>
                  <a:lnTo>
                    <a:pt x="46" y="2168"/>
                  </a:lnTo>
                  <a:lnTo>
                    <a:pt x="31" y="2290"/>
                  </a:lnTo>
                  <a:lnTo>
                    <a:pt x="15" y="2397"/>
                  </a:lnTo>
                  <a:lnTo>
                    <a:pt x="15" y="2397"/>
                  </a:lnTo>
                  <a:lnTo>
                    <a:pt x="0" y="2534"/>
                  </a:lnTo>
                  <a:lnTo>
                    <a:pt x="15" y="2626"/>
                  </a:lnTo>
                  <a:lnTo>
                    <a:pt x="46" y="2702"/>
                  </a:lnTo>
                  <a:lnTo>
                    <a:pt x="92" y="2763"/>
                  </a:lnTo>
                  <a:lnTo>
                    <a:pt x="137" y="2794"/>
                  </a:lnTo>
                  <a:lnTo>
                    <a:pt x="198" y="2809"/>
                  </a:lnTo>
                  <a:lnTo>
                    <a:pt x="260" y="2824"/>
                  </a:lnTo>
                  <a:lnTo>
                    <a:pt x="336" y="2809"/>
                  </a:lnTo>
                  <a:lnTo>
                    <a:pt x="504" y="2778"/>
                  </a:lnTo>
                  <a:lnTo>
                    <a:pt x="672" y="2702"/>
                  </a:lnTo>
                  <a:lnTo>
                    <a:pt x="1007" y="256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4" name="Google Shape;5494;p63"/>
            <p:cNvSpPr/>
            <p:nvPr/>
          </p:nvSpPr>
          <p:spPr>
            <a:xfrm>
              <a:off x="2020150" y="3125675"/>
              <a:ext cx="91575" cy="93900"/>
            </a:xfrm>
            <a:custGeom>
              <a:avLst/>
              <a:gdLst/>
              <a:ahLst/>
              <a:cxnLst/>
              <a:rect l="l" t="t" r="r" b="b"/>
              <a:pathLst>
                <a:path w="3663" h="3756" extrusionOk="0">
                  <a:moveTo>
                    <a:pt x="2701" y="1"/>
                  </a:moveTo>
                  <a:lnTo>
                    <a:pt x="2594" y="32"/>
                  </a:lnTo>
                  <a:lnTo>
                    <a:pt x="2365" y="93"/>
                  </a:lnTo>
                  <a:lnTo>
                    <a:pt x="2137" y="199"/>
                  </a:lnTo>
                  <a:lnTo>
                    <a:pt x="1908" y="321"/>
                  </a:lnTo>
                  <a:lnTo>
                    <a:pt x="1679" y="459"/>
                  </a:lnTo>
                  <a:lnTo>
                    <a:pt x="1480" y="596"/>
                  </a:lnTo>
                  <a:lnTo>
                    <a:pt x="1175" y="810"/>
                  </a:lnTo>
                  <a:lnTo>
                    <a:pt x="977" y="962"/>
                  </a:lnTo>
                  <a:lnTo>
                    <a:pt x="794" y="1130"/>
                  </a:lnTo>
                  <a:lnTo>
                    <a:pt x="595" y="1313"/>
                  </a:lnTo>
                  <a:lnTo>
                    <a:pt x="412" y="1512"/>
                  </a:lnTo>
                  <a:lnTo>
                    <a:pt x="260" y="1725"/>
                  </a:lnTo>
                  <a:lnTo>
                    <a:pt x="137" y="1939"/>
                  </a:lnTo>
                  <a:lnTo>
                    <a:pt x="92" y="2061"/>
                  </a:lnTo>
                  <a:lnTo>
                    <a:pt x="46" y="2168"/>
                  </a:lnTo>
                  <a:lnTo>
                    <a:pt x="31" y="2290"/>
                  </a:lnTo>
                  <a:lnTo>
                    <a:pt x="15" y="2397"/>
                  </a:lnTo>
                  <a:lnTo>
                    <a:pt x="0" y="2488"/>
                  </a:lnTo>
                  <a:lnTo>
                    <a:pt x="15" y="2611"/>
                  </a:lnTo>
                  <a:lnTo>
                    <a:pt x="46" y="2702"/>
                  </a:lnTo>
                  <a:lnTo>
                    <a:pt x="61" y="2717"/>
                  </a:lnTo>
                  <a:lnTo>
                    <a:pt x="76" y="2748"/>
                  </a:lnTo>
                  <a:lnTo>
                    <a:pt x="122" y="2778"/>
                  </a:lnTo>
                  <a:lnTo>
                    <a:pt x="153" y="2809"/>
                  </a:lnTo>
                  <a:lnTo>
                    <a:pt x="198" y="2824"/>
                  </a:lnTo>
                  <a:lnTo>
                    <a:pt x="260" y="2824"/>
                  </a:lnTo>
                  <a:lnTo>
                    <a:pt x="336" y="2809"/>
                  </a:lnTo>
                  <a:lnTo>
                    <a:pt x="427" y="2794"/>
                  </a:lnTo>
                  <a:lnTo>
                    <a:pt x="626" y="2733"/>
                  </a:lnTo>
                  <a:lnTo>
                    <a:pt x="1007" y="2565"/>
                  </a:lnTo>
                  <a:lnTo>
                    <a:pt x="1099" y="2580"/>
                  </a:lnTo>
                  <a:lnTo>
                    <a:pt x="1175" y="2626"/>
                  </a:lnTo>
                  <a:lnTo>
                    <a:pt x="1267" y="2672"/>
                  </a:lnTo>
                  <a:lnTo>
                    <a:pt x="1343" y="2717"/>
                  </a:lnTo>
                  <a:lnTo>
                    <a:pt x="1496" y="2870"/>
                  </a:lnTo>
                  <a:lnTo>
                    <a:pt x="1633" y="3038"/>
                  </a:lnTo>
                  <a:lnTo>
                    <a:pt x="1892" y="3389"/>
                  </a:lnTo>
                  <a:lnTo>
                    <a:pt x="2030" y="3557"/>
                  </a:lnTo>
                  <a:lnTo>
                    <a:pt x="2091" y="3618"/>
                  </a:lnTo>
                  <a:lnTo>
                    <a:pt x="2167" y="3663"/>
                  </a:lnTo>
                  <a:lnTo>
                    <a:pt x="2228" y="3709"/>
                  </a:lnTo>
                  <a:lnTo>
                    <a:pt x="2289" y="3740"/>
                  </a:lnTo>
                  <a:lnTo>
                    <a:pt x="2350" y="3755"/>
                  </a:lnTo>
                  <a:lnTo>
                    <a:pt x="2488" y="3755"/>
                  </a:lnTo>
                  <a:lnTo>
                    <a:pt x="2564" y="3725"/>
                  </a:lnTo>
                  <a:lnTo>
                    <a:pt x="2640" y="3694"/>
                  </a:lnTo>
                  <a:lnTo>
                    <a:pt x="2701" y="3633"/>
                  </a:lnTo>
                  <a:lnTo>
                    <a:pt x="2716" y="3602"/>
                  </a:lnTo>
                  <a:lnTo>
                    <a:pt x="2793" y="3496"/>
                  </a:lnTo>
                  <a:lnTo>
                    <a:pt x="2839" y="3389"/>
                  </a:lnTo>
                  <a:lnTo>
                    <a:pt x="2869" y="3282"/>
                  </a:lnTo>
                  <a:lnTo>
                    <a:pt x="2869" y="3175"/>
                  </a:lnTo>
                  <a:lnTo>
                    <a:pt x="2854" y="3007"/>
                  </a:lnTo>
                  <a:lnTo>
                    <a:pt x="2808" y="2855"/>
                  </a:lnTo>
                  <a:lnTo>
                    <a:pt x="2732" y="2687"/>
                  </a:lnTo>
                  <a:lnTo>
                    <a:pt x="2640" y="2534"/>
                  </a:lnTo>
                  <a:lnTo>
                    <a:pt x="2533" y="2382"/>
                  </a:lnTo>
                  <a:lnTo>
                    <a:pt x="2411" y="2244"/>
                  </a:lnTo>
                  <a:lnTo>
                    <a:pt x="2274" y="2107"/>
                  </a:lnTo>
                  <a:lnTo>
                    <a:pt x="2137" y="2000"/>
                  </a:lnTo>
                  <a:lnTo>
                    <a:pt x="2274" y="2061"/>
                  </a:lnTo>
                  <a:lnTo>
                    <a:pt x="2396" y="2137"/>
                  </a:lnTo>
                  <a:lnTo>
                    <a:pt x="2640" y="2275"/>
                  </a:lnTo>
                  <a:lnTo>
                    <a:pt x="2884" y="2412"/>
                  </a:lnTo>
                  <a:lnTo>
                    <a:pt x="3022" y="2473"/>
                  </a:lnTo>
                  <a:lnTo>
                    <a:pt x="3159" y="2519"/>
                  </a:lnTo>
                  <a:lnTo>
                    <a:pt x="3220" y="2534"/>
                  </a:lnTo>
                  <a:lnTo>
                    <a:pt x="3281" y="2534"/>
                  </a:lnTo>
                  <a:lnTo>
                    <a:pt x="3388" y="2519"/>
                  </a:lnTo>
                  <a:lnTo>
                    <a:pt x="3495" y="2473"/>
                  </a:lnTo>
                  <a:lnTo>
                    <a:pt x="3571" y="2397"/>
                  </a:lnTo>
                  <a:lnTo>
                    <a:pt x="3602" y="2351"/>
                  </a:lnTo>
                  <a:lnTo>
                    <a:pt x="3632" y="2290"/>
                  </a:lnTo>
                  <a:lnTo>
                    <a:pt x="3632" y="2244"/>
                  </a:lnTo>
                  <a:lnTo>
                    <a:pt x="3663" y="2153"/>
                  </a:lnTo>
                  <a:lnTo>
                    <a:pt x="3663" y="2061"/>
                  </a:lnTo>
                  <a:lnTo>
                    <a:pt x="3663" y="1939"/>
                  </a:lnTo>
                  <a:lnTo>
                    <a:pt x="3632" y="1847"/>
                  </a:lnTo>
                  <a:lnTo>
                    <a:pt x="3586" y="1756"/>
                  </a:lnTo>
                  <a:lnTo>
                    <a:pt x="3540" y="1664"/>
                  </a:lnTo>
                  <a:lnTo>
                    <a:pt x="3464" y="1573"/>
                  </a:lnTo>
                  <a:lnTo>
                    <a:pt x="3388" y="1512"/>
                  </a:lnTo>
                  <a:lnTo>
                    <a:pt x="3296" y="1435"/>
                  </a:lnTo>
                  <a:lnTo>
                    <a:pt x="3189" y="1374"/>
                  </a:lnTo>
                  <a:lnTo>
                    <a:pt x="2976" y="1268"/>
                  </a:lnTo>
                  <a:lnTo>
                    <a:pt x="2747" y="1191"/>
                  </a:lnTo>
                  <a:lnTo>
                    <a:pt x="2518" y="1146"/>
                  </a:lnTo>
                  <a:lnTo>
                    <a:pt x="2289" y="1115"/>
                  </a:lnTo>
                  <a:lnTo>
                    <a:pt x="2533" y="962"/>
                  </a:lnTo>
                  <a:lnTo>
                    <a:pt x="2686" y="856"/>
                  </a:lnTo>
                  <a:lnTo>
                    <a:pt x="2839" y="749"/>
                  </a:lnTo>
                  <a:lnTo>
                    <a:pt x="2961" y="627"/>
                  </a:lnTo>
                  <a:lnTo>
                    <a:pt x="3083" y="505"/>
                  </a:lnTo>
                  <a:lnTo>
                    <a:pt x="3159" y="383"/>
                  </a:lnTo>
                  <a:lnTo>
                    <a:pt x="3174" y="321"/>
                  </a:lnTo>
                  <a:lnTo>
                    <a:pt x="3174" y="260"/>
                  </a:lnTo>
                  <a:lnTo>
                    <a:pt x="3174" y="215"/>
                  </a:lnTo>
                  <a:lnTo>
                    <a:pt x="3144" y="169"/>
                  </a:lnTo>
                  <a:lnTo>
                    <a:pt x="3113" y="108"/>
                  </a:lnTo>
                  <a:lnTo>
                    <a:pt x="3052" y="62"/>
                  </a:lnTo>
                  <a:lnTo>
                    <a:pt x="2991" y="32"/>
                  </a:lnTo>
                  <a:lnTo>
                    <a:pt x="2930" y="16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5" name="Google Shape;5495;p63"/>
            <p:cNvSpPr/>
            <p:nvPr/>
          </p:nvSpPr>
          <p:spPr>
            <a:xfrm>
              <a:off x="2020150" y="3125675"/>
              <a:ext cx="91575" cy="93900"/>
            </a:xfrm>
            <a:custGeom>
              <a:avLst/>
              <a:gdLst/>
              <a:ahLst/>
              <a:cxnLst/>
              <a:rect l="l" t="t" r="r" b="b"/>
              <a:pathLst>
                <a:path w="3663" h="3756" fill="none" extrusionOk="0">
                  <a:moveTo>
                    <a:pt x="2793" y="1"/>
                  </a:moveTo>
                  <a:lnTo>
                    <a:pt x="2793" y="1"/>
                  </a:lnTo>
                  <a:lnTo>
                    <a:pt x="2701" y="1"/>
                  </a:lnTo>
                  <a:lnTo>
                    <a:pt x="2594" y="32"/>
                  </a:lnTo>
                  <a:lnTo>
                    <a:pt x="2365" y="93"/>
                  </a:lnTo>
                  <a:lnTo>
                    <a:pt x="2137" y="199"/>
                  </a:lnTo>
                  <a:lnTo>
                    <a:pt x="1908" y="321"/>
                  </a:lnTo>
                  <a:lnTo>
                    <a:pt x="1679" y="459"/>
                  </a:lnTo>
                  <a:lnTo>
                    <a:pt x="1480" y="596"/>
                  </a:lnTo>
                  <a:lnTo>
                    <a:pt x="1175" y="810"/>
                  </a:lnTo>
                  <a:lnTo>
                    <a:pt x="1175" y="810"/>
                  </a:lnTo>
                  <a:lnTo>
                    <a:pt x="977" y="962"/>
                  </a:lnTo>
                  <a:lnTo>
                    <a:pt x="794" y="1130"/>
                  </a:lnTo>
                  <a:lnTo>
                    <a:pt x="595" y="1313"/>
                  </a:lnTo>
                  <a:lnTo>
                    <a:pt x="412" y="1512"/>
                  </a:lnTo>
                  <a:lnTo>
                    <a:pt x="260" y="1725"/>
                  </a:lnTo>
                  <a:lnTo>
                    <a:pt x="137" y="1939"/>
                  </a:lnTo>
                  <a:lnTo>
                    <a:pt x="92" y="2061"/>
                  </a:lnTo>
                  <a:lnTo>
                    <a:pt x="46" y="2168"/>
                  </a:lnTo>
                  <a:lnTo>
                    <a:pt x="31" y="2290"/>
                  </a:lnTo>
                  <a:lnTo>
                    <a:pt x="15" y="2397"/>
                  </a:lnTo>
                  <a:lnTo>
                    <a:pt x="15" y="2397"/>
                  </a:lnTo>
                  <a:lnTo>
                    <a:pt x="0" y="2488"/>
                  </a:lnTo>
                  <a:lnTo>
                    <a:pt x="0" y="2488"/>
                  </a:lnTo>
                  <a:lnTo>
                    <a:pt x="15" y="2611"/>
                  </a:lnTo>
                  <a:lnTo>
                    <a:pt x="46" y="2702"/>
                  </a:lnTo>
                  <a:lnTo>
                    <a:pt x="46" y="2702"/>
                  </a:lnTo>
                  <a:lnTo>
                    <a:pt x="61" y="2717"/>
                  </a:lnTo>
                  <a:lnTo>
                    <a:pt x="76" y="2748"/>
                  </a:lnTo>
                  <a:lnTo>
                    <a:pt x="76" y="2748"/>
                  </a:lnTo>
                  <a:lnTo>
                    <a:pt x="122" y="2778"/>
                  </a:lnTo>
                  <a:lnTo>
                    <a:pt x="153" y="2809"/>
                  </a:lnTo>
                  <a:lnTo>
                    <a:pt x="198" y="2824"/>
                  </a:lnTo>
                  <a:lnTo>
                    <a:pt x="260" y="2824"/>
                  </a:lnTo>
                  <a:lnTo>
                    <a:pt x="260" y="2824"/>
                  </a:lnTo>
                  <a:lnTo>
                    <a:pt x="336" y="2809"/>
                  </a:lnTo>
                  <a:lnTo>
                    <a:pt x="427" y="2794"/>
                  </a:lnTo>
                  <a:lnTo>
                    <a:pt x="626" y="2733"/>
                  </a:lnTo>
                  <a:lnTo>
                    <a:pt x="1007" y="2565"/>
                  </a:lnTo>
                  <a:lnTo>
                    <a:pt x="1007" y="2565"/>
                  </a:lnTo>
                  <a:lnTo>
                    <a:pt x="1099" y="2580"/>
                  </a:lnTo>
                  <a:lnTo>
                    <a:pt x="1175" y="2626"/>
                  </a:lnTo>
                  <a:lnTo>
                    <a:pt x="1267" y="2672"/>
                  </a:lnTo>
                  <a:lnTo>
                    <a:pt x="1343" y="2717"/>
                  </a:lnTo>
                  <a:lnTo>
                    <a:pt x="1496" y="2870"/>
                  </a:lnTo>
                  <a:lnTo>
                    <a:pt x="1633" y="3038"/>
                  </a:lnTo>
                  <a:lnTo>
                    <a:pt x="1892" y="3389"/>
                  </a:lnTo>
                  <a:lnTo>
                    <a:pt x="2030" y="3557"/>
                  </a:lnTo>
                  <a:lnTo>
                    <a:pt x="2091" y="3618"/>
                  </a:lnTo>
                  <a:lnTo>
                    <a:pt x="2167" y="3663"/>
                  </a:lnTo>
                  <a:lnTo>
                    <a:pt x="2167" y="3663"/>
                  </a:lnTo>
                  <a:lnTo>
                    <a:pt x="2228" y="3709"/>
                  </a:lnTo>
                  <a:lnTo>
                    <a:pt x="2289" y="3740"/>
                  </a:lnTo>
                  <a:lnTo>
                    <a:pt x="2350" y="3755"/>
                  </a:lnTo>
                  <a:lnTo>
                    <a:pt x="2411" y="3755"/>
                  </a:lnTo>
                  <a:lnTo>
                    <a:pt x="2411" y="3755"/>
                  </a:lnTo>
                  <a:lnTo>
                    <a:pt x="2488" y="3755"/>
                  </a:lnTo>
                  <a:lnTo>
                    <a:pt x="2564" y="3725"/>
                  </a:lnTo>
                  <a:lnTo>
                    <a:pt x="2640" y="3694"/>
                  </a:lnTo>
                  <a:lnTo>
                    <a:pt x="2701" y="3633"/>
                  </a:lnTo>
                  <a:lnTo>
                    <a:pt x="2701" y="3633"/>
                  </a:lnTo>
                  <a:lnTo>
                    <a:pt x="2716" y="3602"/>
                  </a:lnTo>
                  <a:lnTo>
                    <a:pt x="2716" y="3602"/>
                  </a:lnTo>
                  <a:lnTo>
                    <a:pt x="2793" y="3496"/>
                  </a:lnTo>
                  <a:lnTo>
                    <a:pt x="2839" y="3389"/>
                  </a:lnTo>
                  <a:lnTo>
                    <a:pt x="2869" y="3282"/>
                  </a:lnTo>
                  <a:lnTo>
                    <a:pt x="2869" y="3175"/>
                  </a:lnTo>
                  <a:lnTo>
                    <a:pt x="2869" y="3175"/>
                  </a:lnTo>
                  <a:lnTo>
                    <a:pt x="2854" y="3007"/>
                  </a:lnTo>
                  <a:lnTo>
                    <a:pt x="2808" y="2855"/>
                  </a:lnTo>
                  <a:lnTo>
                    <a:pt x="2732" y="2687"/>
                  </a:lnTo>
                  <a:lnTo>
                    <a:pt x="2640" y="2534"/>
                  </a:lnTo>
                  <a:lnTo>
                    <a:pt x="2533" y="2382"/>
                  </a:lnTo>
                  <a:lnTo>
                    <a:pt x="2411" y="2244"/>
                  </a:lnTo>
                  <a:lnTo>
                    <a:pt x="2274" y="2107"/>
                  </a:lnTo>
                  <a:lnTo>
                    <a:pt x="2137" y="2000"/>
                  </a:lnTo>
                  <a:lnTo>
                    <a:pt x="2137" y="2000"/>
                  </a:lnTo>
                  <a:lnTo>
                    <a:pt x="2137" y="2000"/>
                  </a:lnTo>
                  <a:lnTo>
                    <a:pt x="2137" y="2000"/>
                  </a:lnTo>
                  <a:lnTo>
                    <a:pt x="2274" y="2061"/>
                  </a:lnTo>
                  <a:lnTo>
                    <a:pt x="2396" y="2137"/>
                  </a:lnTo>
                  <a:lnTo>
                    <a:pt x="2640" y="2275"/>
                  </a:lnTo>
                  <a:lnTo>
                    <a:pt x="2884" y="2412"/>
                  </a:lnTo>
                  <a:lnTo>
                    <a:pt x="3022" y="2473"/>
                  </a:lnTo>
                  <a:lnTo>
                    <a:pt x="3159" y="2519"/>
                  </a:lnTo>
                  <a:lnTo>
                    <a:pt x="3159" y="2519"/>
                  </a:lnTo>
                  <a:lnTo>
                    <a:pt x="3220" y="2534"/>
                  </a:lnTo>
                  <a:lnTo>
                    <a:pt x="3281" y="2534"/>
                  </a:lnTo>
                  <a:lnTo>
                    <a:pt x="3281" y="2534"/>
                  </a:lnTo>
                  <a:lnTo>
                    <a:pt x="3388" y="2519"/>
                  </a:lnTo>
                  <a:lnTo>
                    <a:pt x="3495" y="2473"/>
                  </a:lnTo>
                  <a:lnTo>
                    <a:pt x="3571" y="2397"/>
                  </a:lnTo>
                  <a:lnTo>
                    <a:pt x="3602" y="2351"/>
                  </a:lnTo>
                  <a:lnTo>
                    <a:pt x="3632" y="2290"/>
                  </a:lnTo>
                  <a:lnTo>
                    <a:pt x="3632" y="2290"/>
                  </a:lnTo>
                  <a:lnTo>
                    <a:pt x="3632" y="2244"/>
                  </a:lnTo>
                  <a:lnTo>
                    <a:pt x="3632" y="2244"/>
                  </a:lnTo>
                  <a:lnTo>
                    <a:pt x="3663" y="2153"/>
                  </a:lnTo>
                  <a:lnTo>
                    <a:pt x="3663" y="2061"/>
                  </a:lnTo>
                  <a:lnTo>
                    <a:pt x="3663" y="2061"/>
                  </a:lnTo>
                  <a:lnTo>
                    <a:pt x="3663" y="1939"/>
                  </a:lnTo>
                  <a:lnTo>
                    <a:pt x="3632" y="1847"/>
                  </a:lnTo>
                  <a:lnTo>
                    <a:pt x="3586" y="1756"/>
                  </a:lnTo>
                  <a:lnTo>
                    <a:pt x="3540" y="1664"/>
                  </a:lnTo>
                  <a:lnTo>
                    <a:pt x="3464" y="1573"/>
                  </a:lnTo>
                  <a:lnTo>
                    <a:pt x="3388" y="1512"/>
                  </a:lnTo>
                  <a:lnTo>
                    <a:pt x="3296" y="1435"/>
                  </a:lnTo>
                  <a:lnTo>
                    <a:pt x="3189" y="1374"/>
                  </a:lnTo>
                  <a:lnTo>
                    <a:pt x="2976" y="1268"/>
                  </a:lnTo>
                  <a:lnTo>
                    <a:pt x="2747" y="1191"/>
                  </a:lnTo>
                  <a:lnTo>
                    <a:pt x="2518" y="1146"/>
                  </a:lnTo>
                  <a:lnTo>
                    <a:pt x="2289" y="1115"/>
                  </a:lnTo>
                  <a:lnTo>
                    <a:pt x="2289" y="1115"/>
                  </a:lnTo>
                  <a:lnTo>
                    <a:pt x="2289" y="1115"/>
                  </a:lnTo>
                  <a:lnTo>
                    <a:pt x="2289" y="1115"/>
                  </a:lnTo>
                  <a:lnTo>
                    <a:pt x="2533" y="962"/>
                  </a:lnTo>
                  <a:lnTo>
                    <a:pt x="2686" y="856"/>
                  </a:lnTo>
                  <a:lnTo>
                    <a:pt x="2839" y="749"/>
                  </a:lnTo>
                  <a:lnTo>
                    <a:pt x="2961" y="627"/>
                  </a:lnTo>
                  <a:lnTo>
                    <a:pt x="3083" y="505"/>
                  </a:lnTo>
                  <a:lnTo>
                    <a:pt x="3159" y="383"/>
                  </a:lnTo>
                  <a:lnTo>
                    <a:pt x="3174" y="321"/>
                  </a:lnTo>
                  <a:lnTo>
                    <a:pt x="3174" y="260"/>
                  </a:lnTo>
                  <a:lnTo>
                    <a:pt x="3174" y="260"/>
                  </a:lnTo>
                  <a:lnTo>
                    <a:pt x="3174" y="215"/>
                  </a:lnTo>
                  <a:lnTo>
                    <a:pt x="3144" y="169"/>
                  </a:lnTo>
                  <a:lnTo>
                    <a:pt x="3113" y="108"/>
                  </a:lnTo>
                  <a:lnTo>
                    <a:pt x="3052" y="62"/>
                  </a:lnTo>
                  <a:lnTo>
                    <a:pt x="3052" y="62"/>
                  </a:lnTo>
                  <a:lnTo>
                    <a:pt x="2991" y="32"/>
                  </a:lnTo>
                  <a:lnTo>
                    <a:pt x="2930" y="16"/>
                  </a:lnTo>
                  <a:lnTo>
                    <a:pt x="279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6" name="Google Shape;5496;p63"/>
            <p:cNvSpPr/>
            <p:nvPr/>
          </p:nvSpPr>
          <p:spPr>
            <a:xfrm>
              <a:off x="2019375" y="3142475"/>
              <a:ext cx="75575" cy="54575"/>
            </a:xfrm>
            <a:custGeom>
              <a:avLst/>
              <a:gdLst/>
              <a:ahLst/>
              <a:cxnLst/>
              <a:rect l="l" t="t" r="r" b="b"/>
              <a:pathLst>
                <a:path w="3023" h="2183" extrusionOk="0">
                  <a:moveTo>
                    <a:pt x="2519" y="0"/>
                  </a:moveTo>
                  <a:lnTo>
                    <a:pt x="2366" y="16"/>
                  </a:lnTo>
                  <a:lnTo>
                    <a:pt x="2213" y="46"/>
                  </a:lnTo>
                  <a:lnTo>
                    <a:pt x="2030" y="92"/>
                  </a:lnTo>
                  <a:lnTo>
                    <a:pt x="1862" y="153"/>
                  </a:lnTo>
                  <a:lnTo>
                    <a:pt x="1496" y="290"/>
                  </a:lnTo>
                  <a:lnTo>
                    <a:pt x="1160" y="458"/>
                  </a:lnTo>
                  <a:lnTo>
                    <a:pt x="1008" y="550"/>
                  </a:lnTo>
                  <a:lnTo>
                    <a:pt x="855" y="657"/>
                  </a:lnTo>
                  <a:lnTo>
                    <a:pt x="703" y="779"/>
                  </a:lnTo>
                  <a:lnTo>
                    <a:pt x="550" y="901"/>
                  </a:lnTo>
                  <a:lnTo>
                    <a:pt x="428" y="1008"/>
                  </a:lnTo>
                  <a:lnTo>
                    <a:pt x="321" y="1130"/>
                  </a:lnTo>
                  <a:lnTo>
                    <a:pt x="245" y="1252"/>
                  </a:lnTo>
                  <a:lnTo>
                    <a:pt x="168" y="1359"/>
                  </a:lnTo>
                  <a:lnTo>
                    <a:pt x="107" y="1465"/>
                  </a:lnTo>
                  <a:lnTo>
                    <a:pt x="62" y="1572"/>
                  </a:lnTo>
                  <a:lnTo>
                    <a:pt x="31" y="1664"/>
                  </a:lnTo>
                  <a:lnTo>
                    <a:pt x="16" y="1755"/>
                  </a:lnTo>
                  <a:lnTo>
                    <a:pt x="1" y="1908"/>
                  </a:lnTo>
                  <a:lnTo>
                    <a:pt x="16" y="2030"/>
                  </a:lnTo>
                  <a:lnTo>
                    <a:pt x="31" y="2076"/>
                  </a:lnTo>
                  <a:lnTo>
                    <a:pt x="62" y="2106"/>
                  </a:lnTo>
                  <a:lnTo>
                    <a:pt x="107" y="2137"/>
                  </a:lnTo>
                  <a:lnTo>
                    <a:pt x="153" y="2152"/>
                  </a:lnTo>
                  <a:lnTo>
                    <a:pt x="260" y="2183"/>
                  </a:lnTo>
                  <a:lnTo>
                    <a:pt x="382" y="2167"/>
                  </a:lnTo>
                  <a:lnTo>
                    <a:pt x="504" y="2152"/>
                  </a:lnTo>
                  <a:lnTo>
                    <a:pt x="733" y="2076"/>
                  </a:lnTo>
                  <a:lnTo>
                    <a:pt x="886" y="2015"/>
                  </a:lnTo>
                  <a:lnTo>
                    <a:pt x="1008" y="1969"/>
                  </a:lnTo>
                  <a:lnTo>
                    <a:pt x="1145" y="1954"/>
                  </a:lnTo>
                  <a:lnTo>
                    <a:pt x="1298" y="1939"/>
                  </a:lnTo>
                  <a:lnTo>
                    <a:pt x="1450" y="1939"/>
                  </a:lnTo>
                  <a:lnTo>
                    <a:pt x="1771" y="1954"/>
                  </a:lnTo>
                  <a:lnTo>
                    <a:pt x="2076" y="1984"/>
                  </a:lnTo>
                  <a:lnTo>
                    <a:pt x="2351" y="2030"/>
                  </a:lnTo>
                  <a:lnTo>
                    <a:pt x="2595" y="2045"/>
                  </a:lnTo>
                  <a:lnTo>
                    <a:pt x="2686" y="2045"/>
                  </a:lnTo>
                  <a:lnTo>
                    <a:pt x="2778" y="2030"/>
                  </a:lnTo>
                  <a:lnTo>
                    <a:pt x="2824" y="2015"/>
                  </a:lnTo>
                  <a:lnTo>
                    <a:pt x="2854" y="1984"/>
                  </a:lnTo>
                  <a:lnTo>
                    <a:pt x="2885" y="1893"/>
                  </a:lnTo>
                  <a:lnTo>
                    <a:pt x="2900" y="1801"/>
                  </a:lnTo>
                  <a:lnTo>
                    <a:pt x="2870" y="1725"/>
                  </a:lnTo>
                  <a:lnTo>
                    <a:pt x="2839" y="1633"/>
                  </a:lnTo>
                  <a:lnTo>
                    <a:pt x="2778" y="1557"/>
                  </a:lnTo>
                  <a:lnTo>
                    <a:pt x="2702" y="1481"/>
                  </a:lnTo>
                  <a:lnTo>
                    <a:pt x="2610" y="1420"/>
                  </a:lnTo>
                  <a:lnTo>
                    <a:pt x="2519" y="1359"/>
                  </a:lnTo>
                  <a:lnTo>
                    <a:pt x="2290" y="1237"/>
                  </a:lnTo>
                  <a:lnTo>
                    <a:pt x="2045" y="1145"/>
                  </a:lnTo>
                  <a:lnTo>
                    <a:pt x="1817" y="1069"/>
                  </a:lnTo>
                  <a:lnTo>
                    <a:pt x="1588" y="1023"/>
                  </a:lnTo>
                  <a:lnTo>
                    <a:pt x="2030" y="931"/>
                  </a:lnTo>
                  <a:lnTo>
                    <a:pt x="2259" y="870"/>
                  </a:lnTo>
                  <a:lnTo>
                    <a:pt x="2503" y="779"/>
                  </a:lnTo>
                  <a:lnTo>
                    <a:pt x="2702" y="687"/>
                  </a:lnTo>
                  <a:lnTo>
                    <a:pt x="2793" y="626"/>
                  </a:lnTo>
                  <a:lnTo>
                    <a:pt x="2870" y="565"/>
                  </a:lnTo>
                  <a:lnTo>
                    <a:pt x="2931" y="504"/>
                  </a:lnTo>
                  <a:lnTo>
                    <a:pt x="2976" y="428"/>
                  </a:lnTo>
                  <a:lnTo>
                    <a:pt x="3007" y="351"/>
                  </a:lnTo>
                  <a:lnTo>
                    <a:pt x="3022" y="275"/>
                  </a:lnTo>
                  <a:lnTo>
                    <a:pt x="3007" y="168"/>
                  </a:lnTo>
                  <a:lnTo>
                    <a:pt x="2961" y="92"/>
                  </a:lnTo>
                  <a:lnTo>
                    <a:pt x="2885" y="46"/>
                  </a:lnTo>
                  <a:lnTo>
                    <a:pt x="2778" y="16"/>
                  </a:lnTo>
                  <a:lnTo>
                    <a:pt x="26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7" name="Google Shape;5497;p63"/>
            <p:cNvSpPr/>
            <p:nvPr/>
          </p:nvSpPr>
          <p:spPr>
            <a:xfrm>
              <a:off x="1895375" y="3105475"/>
              <a:ext cx="126700" cy="367025"/>
            </a:xfrm>
            <a:custGeom>
              <a:avLst/>
              <a:gdLst/>
              <a:ahLst/>
              <a:cxnLst/>
              <a:rect l="l" t="t" r="r" b="b"/>
              <a:pathLst>
                <a:path w="5068" h="14681" extrusionOk="0">
                  <a:moveTo>
                    <a:pt x="47" y="0"/>
                  </a:moveTo>
                  <a:lnTo>
                    <a:pt x="16" y="15"/>
                  </a:lnTo>
                  <a:lnTo>
                    <a:pt x="1" y="46"/>
                  </a:lnTo>
                  <a:lnTo>
                    <a:pt x="1" y="77"/>
                  </a:lnTo>
                  <a:lnTo>
                    <a:pt x="276" y="412"/>
                  </a:lnTo>
                  <a:lnTo>
                    <a:pt x="520" y="763"/>
                  </a:lnTo>
                  <a:lnTo>
                    <a:pt x="733" y="1129"/>
                  </a:lnTo>
                  <a:lnTo>
                    <a:pt x="947" y="1511"/>
                  </a:lnTo>
                  <a:lnTo>
                    <a:pt x="1145" y="1892"/>
                  </a:lnTo>
                  <a:lnTo>
                    <a:pt x="1313" y="2289"/>
                  </a:lnTo>
                  <a:lnTo>
                    <a:pt x="1466" y="2686"/>
                  </a:lnTo>
                  <a:lnTo>
                    <a:pt x="1603" y="3098"/>
                  </a:lnTo>
                  <a:lnTo>
                    <a:pt x="1741" y="3510"/>
                  </a:lnTo>
                  <a:lnTo>
                    <a:pt x="1847" y="3937"/>
                  </a:lnTo>
                  <a:lnTo>
                    <a:pt x="1939" y="4365"/>
                  </a:lnTo>
                  <a:lnTo>
                    <a:pt x="2015" y="4777"/>
                  </a:lnTo>
                  <a:lnTo>
                    <a:pt x="2092" y="5204"/>
                  </a:lnTo>
                  <a:lnTo>
                    <a:pt x="2137" y="5631"/>
                  </a:lnTo>
                  <a:lnTo>
                    <a:pt x="2183" y="6059"/>
                  </a:lnTo>
                  <a:lnTo>
                    <a:pt x="2214" y="6486"/>
                  </a:lnTo>
                  <a:lnTo>
                    <a:pt x="2229" y="7005"/>
                  </a:lnTo>
                  <a:lnTo>
                    <a:pt x="2229" y="7508"/>
                  </a:lnTo>
                  <a:lnTo>
                    <a:pt x="2214" y="8027"/>
                  </a:lnTo>
                  <a:lnTo>
                    <a:pt x="2198" y="8531"/>
                  </a:lnTo>
                  <a:lnTo>
                    <a:pt x="2168" y="9050"/>
                  </a:lnTo>
                  <a:lnTo>
                    <a:pt x="2107" y="9553"/>
                  </a:lnTo>
                  <a:lnTo>
                    <a:pt x="2046" y="10072"/>
                  </a:lnTo>
                  <a:lnTo>
                    <a:pt x="1985" y="10576"/>
                  </a:lnTo>
                  <a:lnTo>
                    <a:pt x="1893" y="11079"/>
                  </a:lnTo>
                  <a:lnTo>
                    <a:pt x="1802" y="11568"/>
                  </a:lnTo>
                  <a:lnTo>
                    <a:pt x="1603" y="12559"/>
                  </a:lnTo>
                  <a:lnTo>
                    <a:pt x="1390" y="13551"/>
                  </a:lnTo>
                  <a:lnTo>
                    <a:pt x="1298" y="14055"/>
                  </a:lnTo>
                  <a:lnTo>
                    <a:pt x="1222" y="14559"/>
                  </a:lnTo>
                  <a:lnTo>
                    <a:pt x="1222" y="14604"/>
                  </a:lnTo>
                  <a:lnTo>
                    <a:pt x="1237" y="14635"/>
                  </a:lnTo>
                  <a:lnTo>
                    <a:pt x="1268" y="14665"/>
                  </a:lnTo>
                  <a:lnTo>
                    <a:pt x="1298" y="14681"/>
                  </a:lnTo>
                  <a:lnTo>
                    <a:pt x="1344" y="14681"/>
                  </a:lnTo>
                  <a:lnTo>
                    <a:pt x="1390" y="14665"/>
                  </a:lnTo>
                  <a:lnTo>
                    <a:pt x="1420" y="14635"/>
                  </a:lnTo>
                  <a:lnTo>
                    <a:pt x="1435" y="14589"/>
                  </a:lnTo>
                  <a:lnTo>
                    <a:pt x="1588" y="14070"/>
                  </a:lnTo>
                  <a:lnTo>
                    <a:pt x="1725" y="13521"/>
                  </a:lnTo>
                  <a:lnTo>
                    <a:pt x="1863" y="12987"/>
                  </a:lnTo>
                  <a:lnTo>
                    <a:pt x="1985" y="12453"/>
                  </a:lnTo>
                  <a:lnTo>
                    <a:pt x="2092" y="11903"/>
                  </a:lnTo>
                  <a:lnTo>
                    <a:pt x="2198" y="11354"/>
                  </a:lnTo>
                  <a:lnTo>
                    <a:pt x="2290" y="10820"/>
                  </a:lnTo>
                  <a:lnTo>
                    <a:pt x="2366" y="10270"/>
                  </a:lnTo>
                  <a:lnTo>
                    <a:pt x="2458" y="9645"/>
                  </a:lnTo>
                  <a:lnTo>
                    <a:pt x="2534" y="9019"/>
                  </a:lnTo>
                  <a:lnTo>
                    <a:pt x="2809" y="8760"/>
                  </a:lnTo>
                  <a:lnTo>
                    <a:pt x="3068" y="8500"/>
                  </a:lnTo>
                  <a:lnTo>
                    <a:pt x="3312" y="8226"/>
                  </a:lnTo>
                  <a:lnTo>
                    <a:pt x="3526" y="7951"/>
                  </a:lnTo>
                  <a:lnTo>
                    <a:pt x="3740" y="7676"/>
                  </a:lnTo>
                  <a:lnTo>
                    <a:pt x="3938" y="7386"/>
                  </a:lnTo>
                  <a:lnTo>
                    <a:pt x="4106" y="7081"/>
                  </a:lnTo>
                  <a:lnTo>
                    <a:pt x="4274" y="6776"/>
                  </a:lnTo>
                  <a:lnTo>
                    <a:pt x="4411" y="6455"/>
                  </a:lnTo>
                  <a:lnTo>
                    <a:pt x="4549" y="6104"/>
                  </a:lnTo>
                  <a:lnTo>
                    <a:pt x="4671" y="5753"/>
                  </a:lnTo>
                  <a:lnTo>
                    <a:pt x="4762" y="5372"/>
                  </a:lnTo>
                  <a:lnTo>
                    <a:pt x="4869" y="4960"/>
                  </a:lnTo>
                  <a:lnTo>
                    <a:pt x="4945" y="4533"/>
                  </a:lnTo>
                  <a:lnTo>
                    <a:pt x="5006" y="4090"/>
                  </a:lnTo>
                  <a:lnTo>
                    <a:pt x="5067" y="3602"/>
                  </a:lnTo>
                  <a:lnTo>
                    <a:pt x="5067" y="3541"/>
                  </a:lnTo>
                  <a:lnTo>
                    <a:pt x="5052" y="3510"/>
                  </a:lnTo>
                  <a:lnTo>
                    <a:pt x="5006" y="3510"/>
                  </a:lnTo>
                  <a:lnTo>
                    <a:pt x="4961" y="3541"/>
                  </a:lnTo>
                  <a:lnTo>
                    <a:pt x="4686" y="3815"/>
                  </a:lnTo>
                  <a:lnTo>
                    <a:pt x="4426" y="4090"/>
                  </a:lnTo>
                  <a:lnTo>
                    <a:pt x="4182" y="4365"/>
                  </a:lnTo>
                  <a:lnTo>
                    <a:pt x="3984" y="4655"/>
                  </a:lnTo>
                  <a:lnTo>
                    <a:pt x="3786" y="4929"/>
                  </a:lnTo>
                  <a:lnTo>
                    <a:pt x="3618" y="5219"/>
                  </a:lnTo>
                  <a:lnTo>
                    <a:pt x="3465" y="5509"/>
                  </a:lnTo>
                  <a:lnTo>
                    <a:pt x="3312" y="5784"/>
                  </a:lnTo>
                  <a:lnTo>
                    <a:pt x="3190" y="6074"/>
                  </a:lnTo>
                  <a:lnTo>
                    <a:pt x="3068" y="6364"/>
                  </a:lnTo>
                  <a:lnTo>
                    <a:pt x="2870" y="6928"/>
                  </a:lnTo>
                  <a:lnTo>
                    <a:pt x="2702" y="7478"/>
                  </a:lnTo>
                  <a:lnTo>
                    <a:pt x="2534" y="8027"/>
                  </a:lnTo>
                  <a:lnTo>
                    <a:pt x="2549" y="7707"/>
                  </a:lnTo>
                  <a:lnTo>
                    <a:pt x="2565" y="7447"/>
                  </a:lnTo>
                  <a:lnTo>
                    <a:pt x="2565" y="7096"/>
                  </a:lnTo>
                  <a:lnTo>
                    <a:pt x="2565" y="6699"/>
                  </a:lnTo>
                  <a:lnTo>
                    <a:pt x="2534" y="6226"/>
                  </a:lnTo>
                  <a:lnTo>
                    <a:pt x="2488" y="5723"/>
                  </a:lnTo>
                  <a:lnTo>
                    <a:pt x="2412" y="5173"/>
                  </a:lnTo>
                  <a:lnTo>
                    <a:pt x="2305" y="4578"/>
                  </a:lnTo>
                  <a:lnTo>
                    <a:pt x="2229" y="4273"/>
                  </a:lnTo>
                  <a:lnTo>
                    <a:pt x="2153" y="3953"/>
                  </a:lnTo>
                  <a:lnTo>
                    <a:pt x="2046" y="3647"/>
                  </a:lnTo>
                  <a:lnTo>
                    <a:pt x="1954" y="3327"/>
                  </a:lnTo>
                  <a:lnTo>
                    <a:pt x="1832" y="2991"/>
                  </a:lnTo>
                  <a:lnTo>
                    <a:pt x="1695" y="2671"/>
                  </a:lnTo>
                  <a:lnTo>
                    <a:pt x="1558" y="2335"/>
                  </a:lnTo>
                  <a:lnTo>
                    <a:pt x="1390" y="1999"/>
                  </a:lnTo>
                  <a:lnTo>
                    <a:pt x="1222" y="1664"/>
                  </a:lnTo>
                  <a:lnTo>
                    <a:pt x="1023" y="1328"/>
                  </a:lnTo>
                  <a:lnTo>
                    <a:pt x="810" y="1007"/>
                  </a:lnTo>
                  <a:lnTo>
                    <a:pt x="581" y="672"/>
                  </a:lnTo>
                  <a:lnTo>
                    <a:pt x="337" y="336"/>
                  </a:lnTo>
                  <a:lnTo>
                    <a:pt x="77" y="1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8" name="Google Shape;5498;p63"/>
            <p:cNvSpPr/>
            <p:nvPr/>
          </p:nvSpPr>
          <p:spPr>
            <a:xfrm>
              <a:off x="1895375" y="3105475"/>
              <a:ext cx="126700" cy="367025"/>
            </a:xfrm>
            <a:custGeom>
              <a:avLst/>
              <a:gdLst/>
              <a:ahLst/>
              <a:cxnLst/>
              <a:rect l="l" t="t" r="r" b="b"/>
              <a:pathLst>
                <a:path w="5068" h="14681" fill="none" extrusionOk="0">
                  <a:moveTo>
                    <a:pt x="2366" y="10270"/>
                  </a:moveTo>
                  <a:lnTo>
                    <a:pt x="2366" y="10270"/>
                  </a:lnTo>
                  <a:lnTo>
                    <a:pt x="2290" y="10820"/>
                  </a:lnTo>
                  <a:lnTo>
                    <a:pt x="2198" y="11354"/>
                  </a:lnTo>
                  <a:lnTo>
                    <a:pt x="2092" y="11903"/>
                  </a:lnTo>
                  <a:lnTo>
                    <a:pt x="1985" y="12453"/>
                  </a:lnTo>
                  <a:lnTo>
                    <a:pt x="1863" y="12987"/>
                  </a:lnTo>
                  <a:lnTo>
                    <a:pt x="1725" y="13521"/>
                  </a:lnTo>
                  <a:lnTo>
                    <a:pt x="1588" y="14070"/>
                  </a:lnTo>
                  <a:lnTo>
                    <a:pt x="1435" y="14589"/>
                  </a:lnTo>
                  <a:lnTo>
                    <a:pt x="1435" y="14589"/>
                  </a:lnTo>
                  <a:lnTo>
                    <a:pt x="1420" y="14635"/>
                  </a:lnTo>
                  <a:lnTo>
                    <a:pt x="1390" y="14665"/>
                  </a:lnTo>
                  <a:lnTo>
                    <a:pt x="1344" y="14681"/>
                  </a:lnTo>
                  <a:lnTo>
                    <a:pt x="1298" y="14681"/>
                  </a:lnTo>
                  <a:lnTo>
                    <a:pt x="1298" y="14681"/>
                  </a:lnTo>
                  <a:lnTo>
                    <a:pt x="1268" y="14665"/>
                  </a:lnTo>
                  <a:lnTo>
                    <a:pt x="1237" y="14635"/>
                  </a:lnTo>
                  <a:lnTo>
                    <a:pt x="1222" y="14604"/>
                  </a:lnTo>
                  <a:lnTo>
                    <a:pt x="1222" y="14559"/>
                  </a:lnTo>
                  <a:lnTo>
                    <a:pt x="1222" y="14559"/>
                  </a:lnTo>
                  <a:lnTo>
                    <a:pt x="1298" y="14055"/>
                  </a:lnTo>
                  <a:lnTo>
                    <a:pt x="1390" y="13551"/>
                  </a:lnTo>
                  <a:lnTo>
                    <a:pt x="1603" y="12559"/>
                  </a:lnTo>
                  <a:lnTo>
                    <a:pt x="1802" y="11568"/>
                  </a:lnTo>
                  <a:lnTo>
                    <a:pt x="1893" y="11079"/>
                  </a:lnTo>
                  <a:lnTo>
                    <a:pt x="1985" y="10576"/>
                  </a:lnTo>
                  <a:lnTo>
                    <a:pt x="1985" y="10576"/>
                  </a:lnTo>
                  <a:lnTo>
                    <a:pt x="2046" y="10072"/>
                  </a:lnTo>
                  <a:lnTo>
                    <a:pt x="2107" y="9553"/>
                  </a:lnTo>
                  <a:lnTo>
                    <a:pt x="2168" y="9050"/>
                  </a:lnTo>
                  <a:lnTo>
                    <a:pt x="2198" y="8531"/>
                  </a:lnTo>
                  <a:lnTo>
                    <a:pt x="2214" y="8027"/>
                  </a:lnTo>
                  <a:lnTo>
                    <a:pt x="2229" y="7508"/>
                  </a:lnTo>
                  <a:lnTo>
                    <a:pt x="2229" y="7005"/>
                  </a:lnTo>
                  <a:lnTo>
                    <a:pt x="2214" y="6486"/>
                  </a:lnTo>
                  <a:lnTo>
                    <a:pt x="2214" y="6486"/>
                  </a:lnTo>
                  <a:lnTo>
                    <a:pt x="2183" y="6059"/>
                  </a:lnTo>
                  <a:lnTo>
                    <a:pt x="2137" y="5631"/>
                  </a:lnTo>
                  <a:lnTo>
                    <a:pt x="2092" y="5204"/>
                  </a:lnTo>
                  <a:lnTo>
                    <a:pt x="2015" y="4777"/>
                  </a:lnTo>
                  <a:lnTo>
                    <a:pt x="1939" y="4365"/>
                  </a:lnTo>
                  <a:lnTo>
                    <a:pt x="1847" y="3937"/>
                  </a:lnTo>
                  <a:lnTo>
                    <a:pt x="1741" y="3510"/>
                  </a:lnTo>
                  <a:lnTo>
                    <a:pt x="1603" y="3098"/>
                  </a:lnTo>
                  <a:lnTo>
                    <a:pt x="1466" y="2686"/>
                  </a:lnTo>
                  <a:lnTo>
                    <a:pt x="1313" y="2289"/>
                  </a:lnTo>
                  <a:lnTo>
                    <a:pt x="1145" y="1892"/>
                  </a:lnTo>
                  <a:lnTo>
                    <a:pt x="947" y="1511"/>
                  </a:lnTo>
                  <a:lnTo>
                    <a:pt x="733" y="1129"/>
                  </a:lnTo>
                  <a:lnTo>
                    <a:pt x="520" y="763"/>
                  </a:lnTo>
                  <a:lnTo>
                    <a:pt x="276" y="412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1" y="46"/>
                  </a:lnTo>
                  <a:lnTo>
                    <a:pt x="16" y="15"/>
                  </a:lnTo>
                  <a:lnTo>
                    <a:pt x="47" y="0"/>
                  </a:lnTo>
                  <a:lnTo>
                    <a:pt x="77" y="15"/>
                  </a:lnTo>
                  <a:lnTo>
                    <a:pt x="77" y="15"/>
                  </a:lnTo>
                  <a:lnTo>
                    <a:pt x="337" y="336"/>
                  </a:lnTo>
                  <a:lnTo>
                    <a:pt x="581" y="672"/>
                  </a:lnTo>
                  <a:lnTo>
                    <a:pt x="810" y="1007"/>
                  </a:lnTo>
                  <a:lnTo>
                    <a:pt x="1023" y="1328"/>
                  </a:lnTo>
                  <a:lnTo>
                    <a:pt x="1222" y="1664"/>
                  </a:lnTo>
                  <a:lnTo>
                    <a:pt x="1390" y="1999"/>
                  </a:lnTo>
                  <a:lnTo>
                    <a:pt x="1558" y="2335"/>
                  </a:lnTo>
                  <a:lnTo>
                    <a:pt x="1695" y="2671"/>
                  </a:lnTo>
                  <a:lnTo>
                    <a:pt x="1832" y="2991"/>
                  </a:lnTo>
                  <a:lnTo>
                    <a:pt x="1954" y="3327"/>
                  </a:lnTo>
                  <a:lnTo>
                    <a:pt x="2046" y="3647"/>
                  </a:lnTo>
                  <a:lnTo>
                    <a:pt x="2153" y="3953"/>
                  </a:lnTo>
                  <a:lnTo>
                    <a:pt x="2229" y="4273"/>
                  </a:lnTo>
                  <a:lnTo>
                    <a:pt x="2305" y="4578"/>
                  </a:lnTo>
                  <a:lnTo>
                    <a:pt x="2412" y="5173"/>
                  </a:lnTo>
                  <a:lnTo>
                    <a:pt x="2488" y="5723"/>
                  </a:lnTo>
                  <a:lnTo>
                    <a:pt x="2534" y="6226"/>
                  </a:lnTo>
                  <a:lnTo>
                    <a:pt x="2565" y="6699"/>
                  </a:lnTo>
                  <a:lnTo>
                    <a:pt x="2565" y="7096"/>
                  </a:lnTo>
                  <a:lnTo>
                    <a:pt x="2565" y="7447"/>
                  </a:lnTo>
                  <a:lnTo>
                    <a:pt x="2549" y="7707"/>
                  </a:lnTo>
                  <a:lnTo>
                    <a:pt x="2534" y="8027"/>
                  </a:lnTo>
                  <a:lnTo>
                    <a:pt x="2534" y="8027"/>
                  </a:lnTo>
                  <a:lnTo>
                    <a:pt x="2702" y="7478"/>
                  </a:lnTo>
                  <a:lnTo>
                    <a:pt x="2870" y="6928"/>
                  </a:lnTo>
                  <a:lnTo>
                    <a:pt x="3068" y="6364"/>
                  </a:lnTo>
                  <a:lnTo>
                    <a:pt x="3190" y="6074"/>
                  </a:lnTo>
                  <a:lnTo>
                    <a:pt x="3312" y="5784"/>
                  </a:lnTo>
                  <a:lnTo>
                    <a:pt x="3465" y="5509"/>
                  </a:lnTo>
                  <a:lnTo>
                    <a:pt x="3618" y="5219"/>
                  </a:lnTo>
                  <a:lnTo>
                    <a:pt x="3786" y="4929"/>
                  </a:lnTo>
                  <a:lnTo>
                    <a:pt x="3984" y="4655"/>
                  </a:lnTo>
                  <a:lnTo>
                    <a:pt x="4182" y="4365"/>
                  </a:lnTo>
                  <a:lnTo>
                    <a:pt x="4426" y="4090"/>
                  </a:lnTo>
                  <a:lnTo>
                    <a:pt x="4686" y="3815"/>
                  </a:lnTo>
                  <a:lnTo>
                    <a:pt x="4961" y="3541"/>
                  </a:lnTo>
                  <a:lnTo>
                    <a:pt x="4961" y="3541"/>
                  </a:lnTo>
                  <a:lnTo>
                    <a:pt x="5006" y="3510"/>
                  </a:lnTo>
                  <a:lnTo>
                    <a:pt x="5052" y="3510"/>
                  </a:lnTo>
                  <a:lnTo>
                    <a:pt x="5067" y="3541"/>
                  </a:lnTo>
                  <a:lnTo>
                    <a:pt x="5067" y="3602"/>
                  </a:lnTo>
                  <a:lnTo>
                    <a:pt x="5067" y="3602"/>
                  </a:lnTo>
                  <a:lnTo>
                    <a:pt x="5006" y="4090"/>
                  </a:lnTo>
                  <a:lnTo>
                    <a:pt x="4945" y="4533"/>
                  </a:lnTo>
                  <a:lnTo>
                    <a:pt x="4869" y="4960"/>
                  </a:lnTo>
                  <a:lnTo>
                    <a:pt x="4762" y="5372"/>
                  </a:lnTo>
                  <a:lnTo>
                    <a:pt x="4671" y="5753"/>
                  </a:lnTo>
                  <a:lnTo>
                    <a:pt x="4549" y="6104"/>
                  </a:lnTo>
                  <a:lnTo>
                    <a:pt x="4411" y="6455"/>
                  </a:lnTo>
                  <a:lnTo>
                    <a:pt x="4274" y="6776"/>
                  </a:lnTo>
                  <a:lnTo>
                    <a:pt x="4106" y="7081"/>
                  </a:lnTo>
                  <a:lnTo>
                    <a:pt x="3938" y="7386"/>
                  </a:lnTo>
                  <a:lnTo>
                    <a:pt x="3740" y="7676"/>
                  </a:lnTo>
                  <a:lnTo>
                    <a:pt x="3526" y="7951"/>
                  </a:lnTo>
                  <a:lnTo>
                    <a:pt x="3312" y="8226"/>
                  </a:lnTo>
                  <a:lnTo>
                    <a:pt x="3068" y="8500"/>
                  </a:lnTo>
                  <a:lnTo>
                    <a:pt x="2809" y="8760"/>
                  </a:lnTo>
                  <a:lnTo>
                    <a:pt x="2534" y="9019"/>
                  </a:lnTo>
                  <a:lnTo>
                    <a:pt x="2534" y="9019"/>
                  </a:lnTo>
                  <a:lnTo>
                    <a:pt x="2458" y="9645"/>
                  </a:lnTo>
                  <a:lnTo>
                    <a:pt x="2366" y="1027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9" name="Google Shape;5499;p63"/>
            <p:cNvSpPr/>
            <p:nvPr/>
          </p:nvSpPr>
          <p:spPr>
            <a:xfrm>
              <a:off x="1831300" y="3026125"/>
              <a:ext cx="93875" cy="108750"/>
            </a:xfrm>
            <a:custGeom>
              <a:avLst/>
              <a:gdLst/>
              <a:ahLst/>
              <a:cxnLst/>
              <a:rect l="l" t="t" r="r" b="b"/>
              <a:pathLst>
                <a:path w="3755" h="4350" extrusionOk="0">
                  <a:moveTo>
                    <a:pt x="1801" y="0"/>
                  </a:moveTo>
                  <a:lnTo>
                    <a:pt x="1694" y="15"/>
                  </a:lnTo>
                  <a:lnTo>
                    <a:pt x="1618" y="61"/>
                  </a:lnTo>
                  <a:lnTo>
                    <a:pt x="1572" y="122"/>
                  </a:lnTo>
                  <a:lnTo>
                    <a:pt x="1542" y="198"/>
                  </a:lnTo>
                  <a:lnTo>
                    <a:pt x="1526" y="290"/>
                  </a:lnTo>
                  <a:lnTo>
                    <a:pt x="1542" y="397"/>
                  </a:lnTo>
                  <a:lnTo>
                    <a:pt x="1557" y="504"/>
                  </a:lnTo>
                  <a:lnTo>
                    <a:pt x="1587" y="610"/>
                  </a:lnTo>
                  <a:lnTo>
                    <a:pt x="1679" y="855"/>
                  </a:lnTo>
                  <a:lnTo>
                    <a:pt x="1801" y="1099"/>
                  </a:lnTo>
                  <a:lnTo>
                    <a:pt x="1999" y="1480"/>
                  </a:lnTo>
                  <a:lnTo>
                    <a:pt x="1740" y="1373"/>
                  </a:lnTo>
                  <a:lnTo>
                    <a:pt x="1450" y="1297"/>
                  </a:lnTo>
                  <a:lnTo>
                    <a:pt x="1297" y="1267"/>
                  </a:lnTo>
                  <a:lnTo>
                    <a:pt x="1129" y="1251"/>
                  </a:lnTo>
                  <a:lnTo>
                    <a:pt x="840" y="1251"/>
                  </a:lnTo>
                  <a:lnTo>
                    <a:pt x="702" y="1282"/>
                  </a:lnTo>
                  <a:lnTo>
                    <a:pt x="565" y="1312"/>
                  </a:lnTo>
                  <a:lnTo>
                    <a:pt x="428" y="1358"/>
                  </a:lnTo>
                  <a:lnTo>
                    <a:pt x="321" y="1435"/>
                  </a:lnTo>
                  <a:lnTo>
                    <a:pt x="214" y="1526"/>
                  </a:lnTo>
                  <a:lnTo>
                    <a:pt x="138" y="1618"/>
                  </a:lnTo>
                  <a:lnTo>
                    <a:pt x="77" y="1755"/>
                  </a:lnTo>
                  <a:lnTo>
                    <a:pt x="15" y="1908"/>
                  </a:lnTo>
                  <a:lnTo>
                    <a:pt x="15" y="1953"/>
                  </a:lnTo>
                  <a:lnTo>
                    <a:pt x="0" y="2045"/>
                  </a:lnTo>
                  <a:lnTo>
                    <a:pt x="15" y="2121"/>
                  </a:lnTo>
                  <a:lnTo>
                    <a:pt x="46" y="2198"/>
                  </a:lnTo>
                  <a:lnTo>
                    <a:pt x="92" y="2274"/>
                  </a:lnTo>
                  <a:lnTo>
                    <a:pt x="153" y="2320"/>
                  </a:lnTo>
                  <a:lnTo>
                    <a:pt x="214" y="2365"/>
                  </a:lnTo>
                  <a:lnTo>
                    <a:pt x="290" y="2411"/>
                  </a:lnTo>
                  <a:lnTo>
                    <a:pt x="366" y="2426"/>
                  </a:lnTo>
                  <a:lnTo>
                    <a:pt x="565" y="2472"/>
                  </a:lnTo>
                  <a:lnTo>
                    <a:pt x="778" y="2487"/>
                  </a:lnTo>
                  <a:lnTo>
                    <a:pt x="977" y="2472"/>
                  </a:lnTo>
                  <a:lnTo>
                    <a:pt x="1175" y="2472"/>
                  </a:lnTo>
                  <a:lnTo>
                    <a:pt x="1435" y="2457"/>
                  </a:lnTo>
                  <a:lnTo>
                    <a:pt x="1679" y="2457"/>
                  </a:lnTo>
                  <a:lnTo>
                    <a:pt x="1419" y="2518"/>
                  </a:lnTo>
                  <a:lnTo>
                    <a:pt x="1145" y="2610"/>
                  </a:lnTo>
                  <a:lnTo>
                    <a:pt x="885" y="2732"/>
                  </a:lnTo>
                  <a:lnTo>
                    <a:pt x="763" y="2808"/>
                  </a:lnTo>
                  <a:lnTo>
                    <a:pt x="641" y="2884"/>
                  </a:lnTo>
                  <a:lnTo>
                    <a:pt x="534" y="2961"/>
                  </a:lnTo>
                  <a:lnTo>
                    <a:pt x="443" y="3052"/>
                  </a:lnTo>
                  <a:lnTo>
                    <a:pt x="366" y="3159"/>
                  </a:lnTo>
                  <a:lnTo>
                    <a:pt x="305" y="3266"/>
                  </a:lnTo>
                  <a:lnTo>
                    <a:pt x="260" y="3373"/>
                  </a:lnTo>
                  <a:lnTo>
                    <a:pt x="229" y="3495"/>
                  </a:lnTo>
                  <a:lnTo>
                    <a:pt x="214" y="3632"/>
                  </a:lnTo>
                  <a:lnTo>
                    <a:pt x="229" y="3769"/>
                  </a:lnTo>
                  <a:lnTo>
                    <a:pt x="260" y="3861"/>
                  </a:lnTo>
                  <a:lnTo>
                    <a:pt x="290" y="3952"/>
                  </a:lnTo>
                  <a:lnTo>
                    <a:pt x="351" y="4014"/>
                  </a:lnTo>
                  <a:lnTo>
                    <a:pt x="412" y="4059"/>
                  </a:lnTo>
                  <a:lnTo>
                    <a:pt x="489" y="4105"/>
                  </a:lnTo>
                  <a:lnTo>
                    <a:pt x="565" y="4120"/>
                  </a:lnTo>
                  <a:lnTo>
                    <a:pt x="656" y="4136"/>
                  </a:lnTo>
                  <a:lnTo>
                    <a:pt x="763" y="4136"/>
                  </a:lnTo>
                  <a:lnTo>
                    <a:pt x="855" y="4120"/>
                  </a:lnTo>
                  <a:lnTo>
                    <a:pt x="962" y="4090"/>
                  </a:lnTo>
                  <a:lnTo>
                    <a:pt x="1175" y="4014"/>
                  </a:lnTo>
                  <a:lnTo>
                    <a:pt x="1648" y="3785"/>
                  </a:lnTo>
                  <a:lnTo>
                    <a:pt x="1877" y="3693"/>
                  </a:lnTo>
                  <a:lnTo>
                    <a:pt x="1999" y="3647"/>
                  </a:lnTo>
                  <a:lnTo>
                    <a:pt x="2106" y="3617"/>
                  </a:lnTo>
                  <a:lnTo>
                    <a:pt x="2228" y="3601"/>
                  </a:lnTo>
                  <a:lnTo>
                    <a:pt x="2335" y="3601"/>
                  </a:lnTo>
                  <a:lnTo>
                    <a:pt x="2442" y="3617"/>
                  </a:lnTo>
                  <a:lnTo>
                    <a:pt x="2533" y="3647"/>
                  </a:lnTo>
                  <a:lnTo>
                    <a:pt x="2793" y="3968"/>
                  </a:lnTo>
                  <a:lnTo>
                    <a:pt x="2945" y="4120"/>
                  </a:lnTo>
                  <a:lnTo>
                    <a:pt x="3083" y="4258"/>
                  </a:lnTo>
                  <a:lnTo>
                    <a:pt x="3159" y="4303"/>
                  </a:lnTo>
                  <a:lnTo>
                    <a:pt x="3220" y="4334"/>
                  </a:lnTo>
                  <a:lnTo>
                    <a:pt x="3296" y="4349"/>
                  </a:lnTo>
                  <a:lnTo>
                    <a:pt x="3373" y="4334"/>
                  </a:lnTo>
                  <a:lnTo>
                    <a:pt x="3434" y="4303"/>
                  </a:lnTo>
                  <a:lnTo>
                    <a:pt x="3510" y="4242"/>
                  </a:lnTo>
                  <a:lnTo>
                    <a:pt x="3571" y="4151"/>
                  </a:lnTo>
                  <a:lnTo>
                    <a:pt x="3632" y="4029"/>
                  </a:lnTo>
                  <a:lnTo>
                    <a:pt x="3678" y="3891"/>
                  </a:lnTo>
                  <a:lnTo>
                    <a:pt x="3724" y="3769"/>
                  </a:lnTo>
                  <a:lnTo>
                    <a:pt x="3739" y="3632"/>
                  </a:lnTo>
                  <a:lnTo>
                    <a:pt x="3754" y="3479"/>
                  </a:lnTo>
                  <a:lnTo>
                    <a:pt x="3754" y="3342"/>
                  </a:lnTo>
                  <a:lnTo>
                    <a:pt x="3739" y="3189"/>
                  </a:lnTo>
                  <a:lnTo>
                    <a:pt x="3693" y="2900"/>
                  </a:lnTo>
                  <a:lnTo>
                    <a:pt x="3617" y="2594"/>
                  </a:lnTo>
                  <a:lnTo>
                    <a:pt x="3525" y="2304"/>
                  </a:lnTo>
                  <a:lnTo>
                    <a:pt x="3419" y="2030"/>
                  </a:lnTo>
                  <a:lnTo>
                    <a:pt x="3312" y="1770"/>
                  </a:lnTo>
                  <a:lnTo>
                    <a:pt x="3068" y="1297"/>
                  </a:lnTo>
                  <a:lnTo>
                    <a:pt x="2900" y="992"/>
                  </a:lnTo>
                  <a:lnTo>
                    <a:pt x="2717" y="687"/>
                  </a:lnTo>
                  <a:lnTo>
                    <a:pt x="2610" y="549"/>
                  </a:lnTo>
                  <a:lnTo>
                    <a:pt x="2503" y="412"/>
                  </a:lnTo>
                  <a:lnTo>
                    <a:pt x="2381" y="290"/>
                  </a:lnTo>
                  <a:lnTo>
                    <a:pt x="2274" y="183"/>
                  </a:lnTo>
                  <a:lnTo>
                    <a:pt x="2152" y="92"/>
                  </a:lnTo>
                  <a:lnTo>
                    <a:pt x="2045" y="31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0" name="Google Shape;5500;p63"/>
            <p:cNvSpPr/>
            <p:nvPr/>
          </p:nvSpPr>
          <p:spPr>
            <a:xfrm>
              <a:off x="1831300" y="3026125"/>
              <a:ext cx="93875" cy="108750"/>
            </a:xfrm>
            <a:custGeom>
              <a:avLst/>
              <a:gdLst/>
              <a:ahLst/>
              <a:cxnLst/>
              <a:rect l="l" t="t" r="r" b="b"/>
              <a:pathLst>
                <a:path w="3755" h="4350" fill="none" extrusionOk="0">
                  <a:moveTo>
                    <a:pt x="2533" y="3647"/>
                  </a:moveTo>
                  <a:lnTo>
                    <a:pt x="2533" y="3647"/>
                  </a:lnTo>
                  <a:lnTo>
                    <a:pt x="2442" y="3617"/>
                  </a:lnTo>
                  <a:lnTo>
                    <a:pt x="2335" y="3601"/>
                  </a:lnTo>
                  <a:lnTo>
                    <a:pt x="2228" y="3601"/>
                  </a:lnTo>
                  <a:lnTo>
                    <a:pt x="2106" y="3617"/>
                  </a:lnTo>
                  <a:lnTo>
                    <a:pt x="1999" y="3647"/>
                  </a:lnTo>
                  <a:lnTo>
                    <a:pt x="1877" y="3693"/>
                  </a:lnTo>
                  <a:lnTo>
                    <a:pt x="1648" y="3785"/>
                  </a:lnTo>
                  <a:lnTo>
                    <a:pt x="1175" y="4014"/>
                  </a:lnTo>
                  <a:lnTo>
                    <a:pt x="962" y="4090"/>
                  </a:lnTo>
                  <a:lnTo>
                    <a:pt x="855" y="4120"/>
                  </a:lnTo>
                  <a:lnTo>
                    <a:pt x="763" y="4136"/>
                  </a:lnTo>
                  <a:lnTo>
                    <a:pt x="763" y="4136"/>
                  </a:lnTo>
                  <a:lnTo>
                    <a:pt x="656" y="4136"/>
                  </a:lnTo>
                  <a:lnTo>
                    <a:pt x="565" y="4120"/>
                  </a:lnTo>
                  <a:lnTo>
                    <a:pt x="489" y="4105"/>
                  </a:lnTo>
                  <a:lnTo>
                    <a:pt x="412" y="4059"/>
                  </a:lnTo>
                  <a:lnTo>
                    <a:pt x="351" y="4014"/>
                  </a:lnTo>
                  <a:lnTo>
                    <a:pt x="290" y="3952"/>
                  </a:lnTo>
                  <a:lnTo>
                    <a:pt x="260" y="3861"/>
                  </a:lnTo>
                  <a:lnTo>
                    <a:pt x="229" y="3769"/>
                  </a:lnTo>
                  <a:lnTo>
                    <a:pt x="229" y="3769"/>
                  </a:lnTo>
                  <a:lnTo>
                    <a:pt x="214" y="3632"/>
                  </a:lnTo>
                  <a:lnTo>
                    <a:pt x="229" y="3495"/>
                  </a:lnTo>
                  <a:lnTo>
                    <a:pt x="260" y="3373"/>
                  </a:lnTo>
                  <a:lnTo>
                    <a:pt x="305" y="3266"/>
                  </a:lnTo>
                  <a:lnTo>
                    <a:pt x="366" y="3159"/>
                  </a:lnTo>
                  <a:lnTo>
                    <a:pt x="443" y="3052"/>
                  </a:lnTo>
                  <a:lnTo>
                    <a:pt x="534" y="2961"/>
                  </a:lnTo>
                  <a:lnTo>
                    <a:pt x="641" y="2884"/>
                  </a:lnTo>
                  <a:lnTo>
                    <a:pt x="763" y="2808"/>
                  </a:lnTo>
                  <a:lnTo>
                    <a:pt x="885" y="2732"/>
                  </a:lnTo>
                  <a:lnTo>
                    <a:pt x="1145" y="2610"/>
                  </a:lnTo>
                  <a:lnTo>
                    <a:pt x="1419" y="2518"/>
                  </a:lnTo>
                  <a:lnTo>
                    <a:pt x="1679" y="2457"/>
                  </a:lnTo>
                  <a:lnTo>
                    <a:pt x="1679" y="2457"/>
                  </a:lnTo>
                  <a:lnTo>
                    <a:pt x="1435" y="2457"/>
                  </a:lnTo>
                  <a:lnTo>
                    <a:pt x="1175" y="2472"/>
                  </a:lnTo>
                  <a:lnTo>
                    <a:pt x="1175" y="2472"/>
                  </a:lnTo>
                  <a:lnTo>
                    <a:pt x="977" y="2472"/>
                  </a:lnTo>
                  <a:lnTo>
                    <a:pt x="778" y="2487"/>
                  </a:lnTo>
                  <a:lnTo>
                    <a:pt x="565" y="2472"/>
                  </a:lnTo>
                  <a:lnTo>
                    <a:pt x="366" y="2426"/>
                  </a:lnTo>
                  <a:lnTo>
                    <a:pt x="366" y="2426"/>
                  </a:lnTo>
                  <a:lnTo>
                    <a:pt x="290" y="2411"/>
                  </a:lnTo>
                  <a:lnTo>
                    <a:pt x="214" y="2365"/>
                  </a:lnTo>
                  <a:lnTo>
                    <a:pt x="153" y="2320"/>
                  </a:lnTo>
                  <a:lnTo>
                    <a:pt x="92" y="2274"/>
                  </a:lnTo>
                  <a:lnTo>
                    <a:pt x="46" y="2198"/>
                  </a:lnTo>
                  <a:lnTo>
                    <a:pt x="15" y="2121"/>
                  </a:lnTo>
                  <a:lnTo>
                    <a:pt x="0" y="2045"/>
                  </a:lnTo>
                  <a:lnTo>
                    <a:pt x="15" y="1953"/>
                  </a:lnTo>
                  <a:lnTo>
                    <a:pt x="15" y="1953"/>
                  </a:lnTo>
                  <a:lnTo>
                    <a:pt x="15" y="1908"/>
                  </a:lnTo>
                  <a:lnTo>
                    <a:pt x="15" y="1908"/>
                  </a:lnTo>
                  <a:lnTo>
                    <a:pt x="77" y="1755"/>
                  </a:lnTo>
                  <a:lnTo>
                    <a:pt x="138" y="1618"/>
                  </a:lnTo>
                  <a:lnTo>
                    <a:pt x="214" y="1526"/>
                  </a:lnTo>
                  <a:lnTo>
                    <a:pt x="321" y="1435"/>
                  </a:lnTo>
                  <a:lnTo>
                    <a:pt x="428" y="1358"/>
                  </a:lnTo>
                  <a:lnTo>
                    <a:pt x="565" y="1312"/>
                  </a:lnTo>
                  <a:lnTo>
                    <a:pt x="702" y="1282"/>
                  </a:lnTo>
                  <a:lnTo>
                    <a:pt x="840" y="1251"/>
                  </a:lnTo>
                  <a:lnTo>
                    <a:pt x="992" y="1251"/>
                  </a:lnTo>
                  <a:lnTo>
                    <a:pt x="1129" y="1251"/>
                  </a:lnTo>
                  <a:lnTo>
                    <a:pt x="1297" y="1267"/>
                  </a:lnTo>
                  <a:lnTo>
                    <a:pt x="1450" y="1297"/>
                  </a:lnTo>
                  <a:lnTo>
                    <a:pt x="1740" y="1373"/>
                  </a:lnTo>
                  <a:lnTo>
                    <a:pt x="1999" y="1480"/>
                  </a:lnTo>
                  <a:lnTo>
                    <a:pt x="1999" y="1480"/>
                  </a:lnTo>
                  <a:lnTo>
                    <a:pt x="1801" y="1099"/>
                  </a:lnTo>
                  <a:lnTo>
                    <a:pt x="1679" y="855"/>
                  </a:lnTo>
                  <a:lnTo>
                    <a:pt x="1587" y="610"/>
                  </a:lnTo>
                  <a:lnTo>
                    <a:pt x="1557" y="504"/>
                  </a:lnTo>
                  <a:lnTo>
                    <a:pt x="1542" y="397"/>
                  </a:lnTo>
                  <a:lnTo>
                    <a:pt x="1526" y="290"/>
                  </a:lnTo>
                  <a:lnTo>
                    <a:pt x="1542" y="198"/>
                  </a:lnTo>
                  <a:lnTo>
                    <a:pt x="1572" y="122"/>
                  </a:lnTo>
                  <a:lnTo>
                    <a:pt x="1618" y="61"/>
                  </a:lnTo>
                  <a:lnTo>
                    <a:pt x="1694" y="15"/>
                  </a:lnTo>
                  <a:lnTo>
                    <a:pt x="1801" y="0"/>
                  </a:lnTo>
                  <a:lnTo>
                    <a:pt x="1801" y="0"/>
                  </a:lnTo>
                  <a:lnTo>
                    <a:pt x="1923" y="0"/>
                  </a:lnTo>
                  <a:lnTo>
                    <a:pt x="2045" y="31"/>
                  </a:lnTo>
                  <a:lnTo>
                    <a:pt x="2152" y="92"/>
                  </a:lnTo>
                  <a:lnTo>
                    <a:pt x="2274" y="183"/>
                  </a:lnTo>
                  <a:lnTo>
                    <a:pt x="2381" y="290"/>
                  </a:lnTo>
                  <a:lnTo>
                    <a:pt x="2503" y="412"/>
                  </a:lnTo>
                  <a:lnTo>
                    <a:pt x="2610" y="549"/>
                  </a:lnTo>
                  <a:lnTo>
                    <a:pt x="2717" y="687"/>
                  </a:lnTo>
                  <a:lnTo>
                    <a:pt x="2900" y="992"/>
                  </a:lnTo>
                  <a:lnTo>
                    <a:pt x="3068" y="1297"/>
                  </a:lnTo>
                  <a:lnTo>
                    <a:pt x="3312" y="1770"/>
                  </a:lnTo>
                  <a:lnTo>
                    <a:pt x="3312" y="1770"/>
                  </a:lnTo>
                  <a:lnTo>
                    <a:pt x="3419" y="2030"/>
                  </a:lnTo>
                  <a:lnTo>
                    <a:pt x="3525" y="2304"/>
                  </a:lnTo>
                  <a:lnTo>
                    <a:pt x="3617" y="2594"/>
                  </a:lnTo>
                  <a:lnTo>
                    <a:pt x="3693" y="2900"/>
                  </a:lnTo>
                  <a:lnTo>
                    <a:pt x="3739" y="3189"/>
                  </a:lnTo>
                  <a:lnTo>
                    <a:pt x="3754" y="3342"/>
                  </a:lnTo>
                  <a:lnTo>
                    <a:pt x="3754" y="3479"/>
                  </a:lnTo>
                  <a:lnTo>
                    <a:pt x="3739" y="3632"/>
                  </a:lnTo>
                  <a:lnTo>
                    <a:pt x="3724" y="3769"/>
                  </a:lnTo>
                  <a:lnTo>
                    <a:pt x="3678" y="3891"/>
                  </a:lnTo>
                  <a:lnTo>
                    <a:pt x="3632" y="4029"/>
                  </a:lnTo>
                  <a:lnTo>
                    <a:pt x="3632" y="4029"/>
                  </a:lnTo>
                  <a:lnTo>
                    <a:pt x="3571" y="4151"/>
                  </a:lnTo>
                  <a:lnTo>
                    <a:pt x="3510" y="4242"/>
                  </a:lnTo>
                  <a:lnTo>
                    <a:pt x="3434" y="4303"/>
                  </a:lnTo>
                  <a:lnTo>
                    <a:pt x="3373" y="4334"/>
                  </a:lnTo>
                  <a:lnTo>
                    <a:pt x="3296" y="4349"/>
                  </a:lnTo>
                  <a:lnTo>
                    <a:pt x="3220" y="4334"/>
                  </a:lnTo>
                  <a:lnTo>
                    <a:pt x="3159" y="4303"/>
                  </a:lnTo>
                  <a:lnTo>
                    <a:pt x="3083" y="4258"/>
                  </a:lnTo>
                  <a:lnTo>
                    <a:pt x="2945" y="4120"/>
                  </a:lnTo>
                  <a:lnTo>
                    <a:pt x="2793" y="3968"/>
                  </a:lnTo>
                  <a:lnTo>
                    <a:pt x="2533" y="36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1" name="Google Shape;5501;p63"/>
            <p:cNvSpPr/>
            <p:nvPr/>
          </p:nvSpPr>
          <p:spPr>
            <a:xfrm>
              <a:off x="1831300" y="3025725"/>
              <a:ext cx="93875" cy="109150"/>
            </a:xfrm>
            <a:custGeom>
              <a:avLst/>
              <a:gdLst/>
              <a:ahLst/>
              <a:cxnLst/>
              <a:rect l="l" t="t" r="r" b="b"/>
              <a:pathLst>
                <a:path w="3755" h="4366" extrusionOk="0">
                  <a:moveTo>
                    <a:pt x="1847" y="1"/>
                  </a:moveTo>
                  <a:lnTo>
                    <a:pt x="1801" y="16"/>
                  </a:lnTo>
                  <a:lnTo>
                    <a:pt x="1740" y="16"/>
                  </a:lnTo>
                  <a:lnTo>
                    <a:pt x="1679" y="47"/>
                  </a:lnTo>
                  <a:lnTo>
                    <a:pt x="1633" y="77"/>
                  </a:lnTo>
                  <a:lnTo>
                    <a:pt x="1587" y="108"/>
                  </a:lnTo>
                  <a:lnTo>
                    <a:pt x="1557" y="153"/>
                  </a:lnTo>
                  <a:lnTo>
                    <a:pt x="1542" y="199"/>
                  </a:lnTo>
                  <a:lnTo>
                    <a:pt x="1526" y="321"/>
                  </a:lnTo>
                  <a:lnTo>
                    <a:pt x="1542" y="459"/>
                  </a:lnTo>
                  <a:lnTo>
                    <a:pt x="1587" y="611"/>
                  </a:lnTo>
                  <a:lnTo>
                    <a:pt x="1648" y="779"/>
                  </a:lnTo>
                  <a:lnTo>
                    <a:pt x="1709" y="947"/>
                  </a:lnTo>
                  <a:lnTo>
                    <a:pt x="1877" y="1252"/>
                  </a:lnTo>
                  <a:lnTo>
                    <a:pt x="1999" y="1496"/>
                  </a:lnTo>
                  <a:lnTo>
                    <a:pt x="1770" y="1405"/>
                  </a:lnTo>
                  <a:lnTo>
                    <a:pt x="1526" y="1328"/>
                  </a:lnTo>
                  <a:lnTo>
                    <a:pt x="1267" y="1283"/>
                  </a:lnTo>
                  <a:lnTo>
                    <a:pt x="992" y="1267"/>
                  </a:lnTo>
                  <a:lnTo>
                    <a:pt x="824" y="1267"/>
                  </a:lnTo>
                  <a:lnTo>
                    <a:pt x="672" y="1298"/>
                  </a:lnTo>
                  <a:lnTo>
                    <a:pt x="519" y="1344"/>
                  </a:lnTo>
                  <a:lnTo>
                    <a:pt x="382" y="1405"/>
                  </a:lnTo>
                  <a:lnTo>
                    <a:pt x="260" y="1496"/>
                  </a:lnTo>
                  <a:lnTo>
                    <a:pt x="153" y="1603"/>
                  </a:lnTo>
                  <a:lnTo>
                    <a:pt x="77" y="1756"/>
                  </a:lnTo>
                  <a:lnTo>
                    <a:pt x="15" y="1924"/>
                  </a:lnTo>
                  <a:lnTo>
                    <a:pt x="15" y="1969"/>
                  </a:lnTo>
                  <a:lnTo>
                    <a:pt x="0" y="2030"/>
                  </a:lnTo>
                  <a:lnTo>
                    <a:pt x="15" y="2107"/>
                  </a:lnTo>
                  <a:lnTo>
                    <a:pt x="31" y="2183"/>
                  </a:lnTo>
                  <a:lnTo>
                    <a:pt x="61" y="2244"/>
                  </a:lnTo>
                  <a:lnTo>
                    <a:pt x="107" y="2305"/>
                  </a:lnTo>
                  <a:lnTo>
                    <a:pt x="168" y="2351"/>
                  </a:lnTo>
                  <a:lnTo>
                    <a:pt x="229" y="2397"/>
                  </a:lnTo>
                  <a:lnTo>
                    <a:pt x="290" y="2427"/>
                  </a:lnTo>
                  <a:lnTo>
                    <a:pt x="366" y="2442"/>
                  </a:lnTo>
                  <a:lnTo>
                    <a:pt x="473" y="2473"/>
                  </a:lnTo>
                  <a:lnTo>
                    <a:pt x="595" y="2488"/>
                  </a:lnTo>
                  <a:lnTo>
                    <a:pt x="824" y="2503"/>
                  </a:lnTo>
                  <a:lnTo>
                    <a:pt x="1175" y="2488"/>
                  </a:lnTo>
                  <a:lnTo>
                    <a:pt x="1542" y="2473"/>
                  </a:lnTo>
                  <a:lnTo>
                    <a:pt x="1679" y="2473"/>
                  </a:lnTo>
                  <a:lnTo>
                    <a:pt x="1435" y="2534"/>
                  </a:lnTo>
                  <a:lnTo>
                    <a:pt x="1175" y="2610"/>
                  </a:lnTo>
                  <a:lnTo>
                    <a:pt x="931" y="2717"/>
                  </a:lnTo>
                  <a:lnTo>
                    <a:pt x="702" y="2854"/>
                  </a:lnTo>
                  <a:lnTo>
                    <a:pt x="595" y="2931"/>
                  </a:lnTo>
                  <a:lnTo>
                    <a:pt x="504" y="3007"/>
                  </a:lnTo>
                  <a:lnTo>
                    <a:pt x="428" y="3099"/>
                  </a:lnTo>
                  <a:lnTo>
                    <a:pt x="351" y="3190"/>
                  </a:lnTo>
                  <a:lnTo>
                    <a:pt x="290" y="3297"/>
                  </a:lnTo>
                  <a:lnTo>
                    <a:pt x="244" y="3404"/>
                  </a:lnTo>
                  <a:lnTo>
                    <a:pt x="229" y="3511"/>
                  </a:lnTo>
                  <a:lnTo>
                    <a:pt x="214" y="3633"/>
                  </a:lnTo>
                  <a:lnTo>
                    <a:pt x="229" y="3785"/>
                  </a:lnTo>
                  <a:lnTo>
                    <a:pt x="244" y="3877"/>
                  </a:lnTo>
                  <a:lnTo>
                    <a:pt x="290" y="3953"/>
                  </a:lnTo>
                  <a:lnTo>
                    <a:pt x="321" y="4014"/>
                  </a:lnTo>
                  <a:lnTo>
                    <a:pt x="382" y="4060"/>
                  </a:lnTo>
                  <a:lnTo>
                    <a:pt x="443" y="4106"/>
                  </a:lnTo>
                  <a:lnTo>
                    <a:pt x="519" y="4136"/>
                  </a:lnTo>
                  <a:lnTo>
                    <a:pt x="595" y="4152"/>
                  </a:lnTo>
                  <a:lnTo>
                    <a:pt x="763" y="4152"/>
                  </a:lnTo>
                  <a:lnTo>
                    <a:pt x="931" y="4121"/>
                  </a:lnTo>
                  <a:lnTo>
                    <a:pt x="1114" y="4045"/>
                  </a:lnTo>
                  <a:lnTo>
                    <a:pt x="1313" y="3968"/>
                  </a:lnTo>
                  <a:lnTo>
                    <a:pt x="1511" y="3862"/>
                  </a:lnTo>
                  <a:lnTo>
                    <a:pt x="1709" y="3770"/>
                  </a:lnTo>
                  <a:lnTo>
                    <a:pt x="1908" y="3694"/>
                  </a:lnTo>
                  <a:lnTo>
                    <a:pt x="2106" y="3633"/>
                  </a:lnTo>
                  <a:lnTo>
                    <a:pt x="2198" y="3617"/>
                  </a:lnTo>
                  <a:lnTo>
                    <a:pt x="2289" y="3617"/>
                  </a:lnTo>
                  <a:lnTo>
                    <a:pt x="2411" y="3633"/>
                  </a:lnTo>
                  <a:lnTo>
                    <a:pt x="2533" y="3663"/>
                  </a:lnTo>
                  <a:lnTo>
                    <a:pt x="2717" y="3877"/>
                  </a:lnTo>
                  <a:lnTo>
                    <a:pt x="2900" y="4106"/>
                  </a:lnTo>
                  <a:lnTo>
                    <a:pt x="3007" y="4213"/>
                  </a:lnTo>
                  <a:lnTo>
                    <a:pt x="3098" y="4289"/>
                  </a:lnTo>
                  <a:lnTo>
                    <a:pt x="3205" y="4350"/>
                  </a:lnTo>
                  <a:lnTo>
                    <a:pt x="3251" y="4365"/>
                  </a:lnTo>
                  <a:lnTo>
                    <a:pt x="3342" y="4365"/>
                  </a:lnTo>
                  <a:lnTo>
                    <a:pt x="3388" y="4350"/>
                  </a:lnTo>
                  <a:lnTo>
                    <a:pt x="3434" y="4319"/>
                  </a:lnTo>
                  <a:lnTo>
                    <a:pt x="3480" y="4289"/>
                  </a:lnTo>
                  <a:lnTo>
                    <a:pt x="3556" y="4197"/>
                  </a:lnTo>
                  <a:lnTo>
                    <a:pt x="3632" y="4045"/>
                  </a:lnTo>
                  <a:lnTo>
                    <a:pt x="3693" y="3892"/>
                  </a:lnTo>
                  <a:lnTo>
                    <a:pt x="3724" y="3740"/>
                  </a:lnTo>
                  <a:lnTo>
                    <a:pt x="3739" y="3587"/>
                  </a:lnTo>
                  <a:lnTo>
                    <a:pt x="3754" y="3434"/>
                  </a:lnTo>
                  <a:lnTo>
                    <a:pt x="3739" y="3221"/>
                  </a:lnTo>
                  <a:lnTo>
                    <a:pt x="3708" y="3007"/>
                  </a:lnTo>
                  <a:lnTo>
                    <a:pt x="3678" y="2793"/>
                  </a:lnTo>
                  <a:lnTo>
                    <a:pt x="3617" y="2580"/>
                  </a:lnTo>
                  <a:lnTo>
                    <a:pt x="3541" y="2366"/>
                  </a:lnTo>
                  <a:lnTo>
                    <a:pt x="3464" y="2168"/>
                  </a:lnTo>
                  <a:lnTo>
                    <a:pt x="3312" y="1786"/>
                  </a:lnTo>
                  <a:lnTo>
                    <a:pt x="3083" y="1328"/>
                  </a:lnTo>
                  <a:lnTo>
                    <a:pt x="2915" y="1023"/>
                  </a:lnTo>
                  <a:lnTo>
                    <a:pt x="2732" y="733"/>
                  </a:lnTo>
                  <a:lnTo>
                    <a:pt x="2518" y="459"/>
                  </a:lnTo>
                  <a:lnTo>
                    <a:pt x="2411" y="337"/>
                  </a:lnTo>
                  <a:lnTo>
                    <a:pt x="2305" y="230"/>
                  </a:lnTo>
                  <a:lnTo>
                    <a:pt x="2182" y="138"/>
                  </a:lnTo>
                  <a:lnTo>
                    <a:pt x="2076" y="62"/>
                  </a:lnTo>
                  <a:lnTo>
                    <a:pt x="1954" y="16"/>
                  </a:lnTo>
                  <a:lnTo>
                    <a:pt x="18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2" name="Google Shape;5502;p63"/>
            <p:cNvSpPr/>
            <p:nvPr/>
          </p:nvSpPr>
          <p:spPr>
            <a:xfrm>
              <a:off x="1831300" y="3025725"/>
              <a:ext cx="93875" cy="109150"/>
            </a:xfrm>
            <a:custGeom>
              <a:avLst/>
              <a:gdLst/>
              <a:ahLst/>
              <a:cxnLst/>
              <a:rect l="l" t="t" r="r" b="b"/>
              <a:pathLst>
                <a:path w="3755" h="4366" fill="none" extrusionOk="0">
                  <a:moveTo>
                    <a:pt x="1847" y="1"/>
                  </a:moveTo>
                  <a:lnTo>
                    <a:pt x="1847" y="1"/>
                  </a:lnTo>
                  <a:lnTo>
                    <a:pt x="1801" y="16"/>
                  </a:lnTo>
                  <a:lnTo>
                    <a:pt x="1801" y="16"/>
                  </a:lnTo>
                  <a:lnTo>
                    <a:pt x="1740" y="16"/>
                  </a:lnTo>
                  <a:lnTo>
                    <a:pt x="1679" y="47"/>
                  </a:lnTo>
                  <a:lnTo>
                    <a:pt x="1633" y="77"/>
                  </a:lnTo>
                  <a:lnTo>
                    <a:pt x="1587" y="108"/>
                  </a:lnTo>
                  <a:lnTo>
                    <a:pt x="1557" y="153"/>
                  </a:lnTo>
                  <a:lnTo>
                    <a:pt x="1542" y="199"/>
                  </a:lnTo>
                  <a:lnTo>
                    <a:pt x="1526" y="321"/>
                  </a:lnTo>
                  <a:lnTo>
                    <a:pt x="1526" y="321"/>
                  </a:lnTo>
                  <a:lnTo>
                    <a:pt x="1542" y="459"/>
                  </a:lnTo>
                  <a:lnTo>
                    <a:pt x="1587" y="611"/>
                  </a:lnTo>
                  <a:lnTo>
                    <a:pt x="1648" y="779"/>
                  </a:lnTo>
                  <a:lnTo>
                    <a:pt x="1709" y="947"/>
                  </a:lnTo>
                  <a:lnTo>
                    <a:pt x="1877" y="1252"/>
                  </a:lnTo>
                  <a:lnTo>
                    <a:pt x="1999" y="1496"/>
                  </a:lnTo>
                  <a:lnTo>
                    <a:pt x="1999" y="1496"/>
                  </a:lnTo>
                  <a:lnTo>
                    <a:pt x="1999" y="1496"/>
                  </a:lnTo>
                  <a:lnTo>
                    <a:pt x="1999" y="1496"/>
                  </a:lnTo>
                  <a:lnTo>
                    <a:pt x="1770" y="1405"/>
                  </a:lnTo>
                  <a:lnTo>
                    <a:pt x="1526" y="1328"/>
                  </a:lnTo>
                  <a:lnTo>
                    <a:pt x="1267" y="1283"/>
                  </a:lnTo>
                  <a:lnTo>
                    <a:pt x="992" y="1267"/>
                  </a:lnTo>
                  <a:lnTo>
                    <a:pt x="992" y="1267"/>
                  </a:lnTo>
                  <a:lnTo>
                    <a:pt x="824" y="1267"/>
                  </a:lnTo>
                  <a:lnTo>
                    <a:pt x="672" y="1298"/>
                  </a:lnTo>
                  <a:lnTo>
                    <a:pt x="519" y="1344"/>
                  </a:lnTo>
                  <a:lnTo>
                    <a:pt x="382" y="1405"/>
                  </a:lnTo>
                  <a:lnTo>
                    <a:pt x="260" y="1496"/>
                  </a:lnTo>
                  <a:lnTo>
                    <a:pt x="153" y="1603"/>
                  </a:lnTo>
                  <a:lnTo>
                    <a:pt x="77" y="1756"/>
                  </a:lnTo>
                  <a:lnTo>
                    <a:pt x="15" y="1924"/>
                  </a:lnTo>
                  <a:lnTo>
                    <a:pt x="15" y="1924"/>
                  </a:lnTo>
                  <a:lnTo>
                    <a:pt x="15" y="1969"/>
                  </a:lnTo>
                  <a:lnTo>
                    <a:pt x="15" y="1969"/>
                  </a:lnTo>
                  <a:lnTo>
                    <a:pt x="0" y="2030"/>
                  </a:lnTo>
                  <a:lnTo>
                    <a:pt x="0" y="2030"/>
                  </a:lnTo>
                  <a:lnTo>
                    <a:pt x="15" y="2107"/>
                  </a:lnTo>
                  <a:lnTo>
                    <a:pt x="31" y="2183"/>
                  </a:lnTo>
                  <a:lnTo>
                    <a:pt x="61" y="2244"/>
                  </a:lnTo>
                  <a:lnTo>
                    <a:pt x="107" y="2305"/>
                  </a:lnTo>
                  <a:lnTo>
                    <a:pt x="168" y="2351"/>
                  </a:lnTo>
                  <a:lnTo>
                    <a:pt x="229" y="2397"/>
                  </a:lnTo>
                  <a:lnTo>
                    <a:pt x="290" y="2427"/>
                  </a:lnTo>
                  <a:lnTo>
                    <a:pt x="366" y="2442"/>
                  </a:lnTo>
                  <a:lnTo>
                    <a:pt x="366" y="2442"/>
                  </a:lnTo>
                  <a:lnTo>
                    <a:pt x="473" y="2473"/>
                  </a:lnTo>
                  <a:lnTo>
                    <a:pt x="595" y="2488"/>
                  </a:lnTo>
                  <a:lnTo>
                    <a:pt x="824" y="2503"/>
                  </a:lnTo>
                  <a:lnTo>
                    <a:pt x="824" y="2503"/>
                  </a:lnTo>
                  <a:lnTo>
                    <a:pt x="1175" y="2488"/>
                  </a:lnTo>
                  <a:lnTo>
                    <a:pt x="1175" y="2488"/>
                  </a:lnTo>
                  <a:lnTo>
                    <a:pt x="1542" y="2473"/>
                  </a:lnTo>
                  <a:lnTo>
                    <a:pt x="1542" y="2473"/>
                  </a:lnTo>
                  <a:lnTo>
                    <a:pt x="1679" y="2473"/>
                  </a:lnTo>
                  <a:lnTo>
                    <a:pt x="1679" y="2473"/>
                  </a:lnTo>
                  <a:lnTo>
                    <a:pt x="1679" y="2473"/>
                  </a:lnTo>
                  <a:lnTo>
                    <a:pt x="1679" y="2473"/>
                  </a:lnTo>
                  <a:lnTo>
                    <a:pt x="1435" y="2534"/>
                  </a:lnTo>
                  <a:lnTo>
                    <a:pt x="1175" y="2610"/>
                  </a:lnTo>
                  <a:lnTo>
                    <a:pt x="931" y="2717"/>
                  </a:lnTo>
                  <a:lnTo>
                    <a:pt x="702" y="2854"/>
                  </a:lnTo>
                  <a:lnTo>
                    <a:pt x="595" y="2931"/>
                  </a:lnTo>
                  <a:lnTo>
                    <a:pt x="504" y="3007"/>
                  </a:lnTo>
                  <a:lnTo>
                    <a:pt x="428" y="3099"/>
                  </a:lnTo>
                  <a:lnTo>
                    <a:pt x="351" y="3190"/>
                  </a:lnTo>
                  <a:lnTo>
                    <a:pt x="290" y="3297"/>
                  </a:lnTo>
                  <a:lnTo>
                    <a:pt x="244" y="3404"/>
                  </a:lnTo>
                  <a:lnTo>
                    <a:pt x="229" y="3511"/>
                  </a:lnTo>
                  <a:lnTo>
                    <a:pt x="214" y="3633"/>
                  </a:lnTo>
                  <a:lnTo>
                    <a:pt x="214" y="3633"/>
                  </a:lnTo>
                  <a:lnTo>
                    <a:pt x="229" y="3785"/>
                  </a:lnTo>
                  <a:lnTo>
                    <a:pt x="229" y="3785"/>
                  </a:lnTo>
                  <a:lnTo>
                    <a:pt x="244" y="3877"/>
                  </a:lnTo>
                  <a:lnTo>
                    <a:pt x="290" y="3953"/>
                  </a:lnTo>
                  <a:lnTo>
                    <a:pt x="321" y="4014"/>
                  </a:lnTo>
                  <a:lnTo>
                    <a:pt x="382" y="4060"/>
                  </a:lnTo>
                  <a:lnTo>
                    <a:pt x="443" y="4106"/>
                  </a:lnTo>
                  <a:lnTo>
                    <a:pt x="519" y="4136"/>
                  </a:lnTo>
                  <a:lnTo>
                    <a:pt x="595" y="4152"/>
                  </a:lnTo>
                  <a:lnTo>
                    <a:pt x="687" y="4152"/>
                  </a:lnTo>
                  <a:lnTo>
                    <a:pt x="687" y="4152"/>
                  </a:lnTo>
                  <a:lnTo>
                    <a:pt x="763" y="4152"/>
                  </a:lnTo>
                  <a:lnTo>
                    <a:pt x="763" y="4152"/>
                  </a:lnTo>
                  <a:lnTo>
                    <a:pt x="931" y="4121"/>
                  </a:lnTo>
                  <a:lnTo>
                    <a:pt x="1114" y="4045"/>
                  </a:lnTo>
                  <a:lnTo>
                    <a:pt x="1313" y="3968"/>
                  </a:lnTo>
                  <a:lnTo>
                    <a:pt x="1511" y="3862"/>
                  </a:lnTo>
                  <a:lnTo>
                    <a:pt x="1709" y="3770"/>
                  </a:lnTo>
                  <a:lnTo>
                    <a:pt x="1908" y="3694"/>
                  </a:lnTo>
                  <a:lnTo>
                    <a:pt x="2106" y="3633"/>
                  </a:lnTo>
                  <a:lnTo>
                    <a:pt x="2198" y="3617"/>
                  </a:lnTo>
                  <a:lnTo>
                    <a:pt x="2289" y="3617"/>
                  </a:lnTo>
                  <a:lnTo>
                    <a:pt x="2289" y="3617"/>
                  </a:lnTo>
                  <a:lnTo>
                    <a:pt x="2411" y="3633"/>
                  </a:lnTo>
                  <a:lnTo>
                    <a:pt x="2533" y="3663"/>
                  </a:lnTo>
                  <a:lnTo>
                    <a:pt x="2533" y="3663"/>
                  </a:lnTo>
                  <a:lnTo>
                    <a:pt x="2717" y="3877"/>
                  </a:lnTo>
                  <a:lnTo>
                    <a:pt x="2900" y="4106"/>
                  </a:lnTo>
                  <a:lnTo>
                    <a:pt x="3007" y="4213"/>
                  </a:lnTo>
                  <a:lnTo>
                    <a:pt x="3098" y="4289"/>
                  </a:lnTo>
                  <a:lnTo>
                    <a:pt x="3205" y="4350"/>
                  </a:lnTo>
                  <a:lnTo>
                    <a:pt x="3251" y="4365"/>
                  </a:lnTo>
                  <a:lnTo>
                    <a:pt x="3296" y="4365"/>
                  </a:lnTo>
                  <a:lnTo>
                    <a:pt x="3296" y="4365"/>
                  </a:lnTo>
                  <a:lnTo>
                    <a:pt x="3342" y="4365"/>
                  </a:lnTo>
                  <a:lnTo>
                    <a:pt x="3388" y="4350"/>
                  </a:lnTo>
                  <a:lnTo>
                    <a:pt x="3434" y="4319"/>
                  </a:lnTo>
                  <a:lnTo>
                    <a:pt x="3480" y="4289"/>
                  </a:lnTo>
                  <a:lnTo>
                    <a:pt x="3556" y="4197"/>
                  </a:lnTo>
                  <a:lnTo>
                    <a:pt x="3632" y="4045"/>
                  </a:lnTo>
                  <a:lnTo>
                    <a:pt x="3632" y="4045"/>
                  </a:lnTo>
                  <a:lnTo>
                    <a:pt x="3693" y="3892"/>
                  </a:lnTo>
                  <a:lnTo>
                    <a:pt x="3724" y="3740"/>
                  </a:lnTo>
                  <a:lnTo>
                    <a:pt x="3739" y="3587"/>
                  </a:lnTo>
                  <a:lnTo>
                    <a:pt x="3754" y="3434"/>
                  </a:lnTo>
                  <a:lnTo>
                    <a:pt x="3754" y="3434"/>
                  </a:lnTo>
                  <a:lnTo>
                    <a:pt x="3739" y="3221"/>
                  </a:lnTo>
                  <a:lnTo>
                    <a:pt x="3708" y="3007"/>
                  </a:lnTo>
                  <a:lnTo>
                    <a:pt x="3678" y="2793"/>
                  </a:lnTo>
                  <a:lnTo>
                    <a:pt x="3617" y="2580"/>
                  </a:lnTo>
                  <a:lnTo>
                    <a:pt x="3541" y="2366"/>
                  </a:lnTo>
                  <a:lnTo>
                    <a:pt x="3464" y="2168"/>
                  </a:lnTo>
                  <a:lnTo>
                    <a:pt x="3312" y="1786"/>
                  </a:lnTo>
                  <a:lnTo>
                    <a:pt x="3312" y="1786"/>
                  </a:lnTo>
                  <a:lnTo>
                    <a:pt x="3083" y="1328"/>
                  </a:lnTo>
                  <a:lnTo>
                    <a:pt x="2915" y="1023"/>
                  </a:lnTo>
                  <a:lnTo>
                    <a:pt x="2732" y="733"/>
                  </a:lnTo>
                  <a:lnTo>
                    <a:pt x="2518" y="459"/>
                  </a:lnTo>
                  <a:lnTo>
                    <a:pt x="2411" y="337"/>
                  </a:lnTo>
                  <a:lnTo>
                    <a:pt x="2305" y="230"/>
                  </a:lnTo>
                  <a:lnTo>
                    <a:pt x="2182" y="138"/>
                  </a:lnTo>
                  <a:lnTo>
                    <a:pt x="2076" y="62"/>
                  </a:lnTo>
                  <a:lnTo>
                    <a:pt x="1954" y="16"/>
                  </a:lnTo>
                  <a:lnTo>
                    <a:pt x="184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3" name="Google Shape;5503;p63"/>
            <p:cNvSpPr/>
            <p:nvPr/>
          </p:nvSpPr>
          <p:spPr>
            <a:xfrm>
              <a:off x="1847325" y="3045200"/>
              <a:ext cx="76700" cy="90825"/>
            </a:xfrm>
            <a:custGeom>
              <a:avLst/>
              <a:gdLst/>
              <a:ahLst/>
              <a:cxnLst/>
              <a:rect l="l" t="t" r="r" b="b"/>
              <a:pathLst>
                <a:path w="3068" h="3633" extrusionOk="0">
                  <a:moveTo>
                    <a:pt x="1023" y="0"/>
                  </a:moveTo>
                  <a:lnTo>
                    <a:pt x="916" y="15"/>
                  </a:lnTo>
                  <a:lnTo>
                    <a:pt x="870" y="31"/>
                  </a:lnTo>
                  <a:lnTo>
                    <a:pt x="824" y="61"/>
                  </a:lnTo>
                  <a:lnTo>
                    <a:pt x="794" y="92"/>
                  </a:lnTo>
                  <a:lnTo>
                    <a:pt x="763" y="153"/>
                  </a:lnTo>
                  <a:lnTo>
                    <a:pt x="717" y="244"/>
                  </a:lnTo>
                  <a:lnTo>
                    <a:pt x="702" y="336"/>
                  </a:lnTo>
                  <a:lnTo>
                    <a:pt x="717" y="427"/>
                  </a:lnTo>
                  <a:lnTo>
                    <a:pt x="748" y="534"/>
                  </a:lnTo>
                  <a:lnTo>
                    <a:pt x="794" y="641"/>
                  </a:lnTo>
                  <a:lnTo>
                    <a:pt x="855" y="748"/>
                  </a:lnTo>
                  <a:lnTo>
                    <a:pt x="1007" y="961"/>
                  </a:lnTo>
                  <a:lnTo>
                    <a:pt x="1206" y="1160"/>
                  </a:lnTo>
                  <a:lnTo>
                    <a:pt x="1404" y="1358"/>
                  </a:lnTo>
                  <a:lnTo>
                    <a:pt x="1801" y="1694"/>
                  </a:lnTo>
                  <a:lnTo>
                    <a:pt x="1557" y="1633"/>
                  </a:lnTo>
                  <a:lnTo>
                    <a:pt x="1267" y="1572"/>
                  </a:lnTo>
                  <a:lnTo>
                    <a:pt x="977" y="1541"/>
                  </a:lnTo>
                  <a:lnTo>
                    <a:pt x="687" y="1526"/>
                  </a:lnTo>
                  <a:lnTo>
                    <a:pt x="550" y="1541"/>
                  </a:lnTo>
                  <a:lnTo>
                    <a:pt x="427" y="1557"/>
                  </a:lnTo>
                  <a:lnTo>
                    <a:pt x="305" y="1587"/>
                  </a:lnTo>
                  <a:lnTo>
                    <a:pt x="199" y="1648"/>
                  </a:lnTo>
                  <a:lnTo>
                    <a:pt x="122" y="1694"/>
                  </a:lnTo>
                  <a:lnTo>
                    <a:pt x="61" y="1770"/>
                  </a:lnTo>
                  <a:lnTo>
                    <a:pt x="15" y="1862"/>
                  </a:lnTo>
                  <a:lnTo>
                    <a:pt x="0" y="1969"/>
                  </a:lnTo>
                  <a:lnTo>
                    <a:pt x="15" y="2030"/>
                  </a:lnTo>
                  <a:lnTo>
                    <a:pt x="61" y="2075"/>
                  </a:lnTo>
                  <a:lnTo>
                    <a:pt x="122" y="2137"/>
                  </a:lnTo>
                  <a:lnTo>
                    <a:pt x="229" y="2182"/>
                  </a:lnTo>
                  <a:lnTo>
                    <a:pt x="488" y="2289"/>
                  </a:lnTo>
                  <a:lnTo>
                    <a:pt x="794" y="2411"/>
                  </a:lnTo>
                  <a:lnTo>
                    <a:pt x="1129" y="2549"/>
                  </a:lnTo>
                  <a:lnTo>
                    <a:pt x="1450" y="2686"/>
                  </a:lnTo>
                  <a:lnTo>
                    <a:pt x="1602" y="2777"/>
                  </a:lnTo>
                  <a:lnTo>
                    <a:pt x="1755" y="2869"/>
                  </a:lnTo>
                  <a:lnTo>
                    <a:pt x="1877" y="2976"/>
                  </a:lnTo>
                  <a:lnTo>
                    <a:pt x="1984" y="3083"/>
                  </a:lnTo>
                  <a:lnTo>
                    <a:pt x="2106" y="3220"/>
                  </a:lnTo>
                  <a:lnTo>
                    <a:pt x="2198" y="3327"/>
                  </a:lnTo>
                  <a:lnTo>
                    <a:pt x="2304" y="3418"/>
                  </a:lnTo>
                  <a:lnTo>
                    <a:pt x="2411" y="3510"/>
                  </a:lnTo>
                  <a:lnTo>
                    <a:pt x="2533" y="3586"/>
                  </a:lnTo>
                  <a:lnTo>
                    <a:pt x="2594" y="3617"/>
                  </a:lnTo>
                  <a:lnTo>
                    <a:pt x="2655" y="3632"/>
                  </a:lnTo>
                  <a:lnTo>
                    <a:pt x="2716" y="3632"/>
                  </a:lnTo>
                  <a:lnTo>
                    <a:pt x="2778" y="3617"/>
                  </a:lnTo>
                  <a:lnTo>
                    <a:pt x="2823" y="3602"/>
                  </a:lnTo>
                  <a:lnTo>
                    <a:pt x="2869" y="3571"/>
                  </a:lnTo>
                  <a:lnTo>
                    <a:pt x="2900" y="3525"/>
                  </a:lnTo>
                  <a:lnTo>
                    <a:pt x="2945" y="3464"/>
                  </a:lnTo>
                  <a:lnTo>
                    <a:pt x="2991" y="3388"/>
                  </a:lnTo>
                  <a:lnTo>
                    <a:pt x="3022" y="3296"/>
                  </a:lnTo>
                  <a:lnTo>
                    <a:pt x="3052" y="3189"/>
                  </a:lnTo>
                  <a:lnTo>
                    <a:pt x="3067" y="3083"/>
                  </a:lnTo>
                  <a:lnTo>
                    <a:pt x="3067" y="2945"/>
                  </a:lnTo>
                  <a:lnTo>
                    <a:pt x="3067" y="2808"/>
                  </a:lnTo>
                  <a:lnTo>
                    <a:pt x="3067" y="2655"/>
                  </a:lnTo>
                  <a:lnTo>
                    <a:pt x="3037" y="2488"/>
                  </a:lnTo>
                  <a:lnTo>
                    <a:pt x="2991" y="2320"/>
                  </a:lnTo>
                  <a:lnTo>
                    <a:pt x="2930" y="2121"/>
                  </a:lnTo>
                  <a:lnTo>
                    <a:pt x="2854" y="1923"/>
                  </a:lnTo>
                  <a:lnTo>
                    <a:pt x="2747" y="1709"/>
                  </a:lnTo>
                  <a:lnTo>
                    <a:pt x="2655" y="1541"/>
                  </a:lnTo>
                  <a:lnTo>
                    <a:pt x="2549" y="1358"/>
                  </a:lnTo>
                  <a:lnTo>
                    <a:pt x="2427" y="1175"/>
                  </a:lnTo>
                  <a:lnTo>
                    <a:pt x="2289" y="992"/>
                  </a:lnTo>
                  <a:lnTo>
                    <a:pt x="2152" y="824"/>
                  </a:lnTo>
                  <a:lnTo>
                    <a:pt x="1999" y="656"/>
                  </a:lnTo>
                  <a:lnTo>
                    <a:pt x="1847" y="504"/>
                  </a:lnTo>
                  <a:lnTo>
                    <a:pt x="1709" y="366"/>
                  </a:lnTo>
                  <a:lnTo>
                    <a:pt x="1557" y="244"/>
                  </a:lnTo>
                  <a:lnTo>
                    <a:pt x="1404" y="137"/>
                  </a:lnTo>
                  <a:lnTo>
                    <a:pt x="1267" y="61"/>
                  </a:lnTo>
                  <a:lnTo>
                    <a:pt x="1145" y="15"/>
                  </a:lnTo>
                  <a:lnTo>
                    <a:pt x="10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4" name="Google Shape;5504;p63"/>
            <p:cNvSpPr/>
            <p:nvPr/>
          </p:nvSpPr>
          <p:spPr>
            <a:xfrm>
              <a:off x="1838150" y="3381675"/>
              <a:ext cx="197275" cy="248000"/>
            </a:xfrm>
            <a:custGeom>
              <a:avLst/>
              <a:gdLst/>
              <a:ahLst/>
              <a:cxnLst/>
              <a:rect l="l" t="t" r="r" b="b"/>
              <a:pathLst>
                <a:path w="7891" h="9920" extrusionOk="0">
                  <a:moveTo>
                    <a:pt x="1634" y="1"/>
                  </a:moveTo>
                  <a:lnTo>
                    <a:pt x="871" y="4625"/>
                  </a:lnTo>
                  <a:lnTo>
                    <a:pt x="321" y="7997"/>
                  </a:lnTo>
                  <a:lnTo>
                    <a:pt x="1" y="9920"/>
                  </a:lnTo>
                  <a:lnTo>
                    <a:pt x="7890" y="9920"/>
                  </a:lnTo>
                  <a:lnTo>
                    <a:pt x="65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5" name="Google Shape;5505;p63"/>
            <p:cNvSpPr/>
            <p:nvPr/>
          </p:nvSpPr>
          <p:spPr>
            <a:xfrm>
              <a:off x="238125" y="3627000"/>
              <a:ext cx="1943425" cy="4600"/>
            </a:xfrm>
            <a:custGeom>
              <a:avLst/>
              <a:gdLst/>
              <a:ahLst/>
              <a:cxnLst/>
              <a:rect l="l" t="t" r="r" b="b"/>
              <a:pathLst>
                <a:path w="77737" h="184" extrusionOk="0">
                  <a:moveTo>
                    <a:pt x="38868" y="0"/>
                  </a:moveTo>
                  <a:lnTo>
                    <a:pt x="19442" y="31"/>
                  </a:lnTo>
                  <a:lnTo>
                    <a:pt x="9721" y="46"/>
                  </a:lnTo>
                  <a:lnTo>
                    <a:pt x="0" y="92"/>
                  </a:lnTo>
                  <a:lnTo>
                    <a:pt x="9721" y="137"/>
                  </a:lnTo>
                  <a:lnTo>
                    <a:pt x="19442" y="153"/>
                  </a:lnTo>
                  <a:lnTo>
                    <a:pt x="38868" y="183"/>
                  </a:lnTo>
                  <a:lnTo>
                    <a:pt x="58295" y="153"/>
                  </a:lnTo>
                  <a:lnTo>
                    <a:pt x="68015" y="137"/>
                  </a:lnTo>
                  <a:lnTo>
                    <a:pt x="77736" y="92"/>
                  </a:lnTo>
                  <a:lnTo>
                    <a:pt x="68015" y="46"/>
                  </a:lnTo>
                  <a:lnTo>
                    <a:pt x="58295" y="31"/>
                  </a:lnTo>
                  <a:lnTo>
                    <a:pt x="388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6" name="Google Shape;5506;p63"/>
            <p:cNvSpPr/>
            <p:nvPr/>
          </p:nvSpPr>
          <p:spPr>
            <a:xfrm>
              <a:off x="238125" y="3627000"/>
              <a:ext cx="1943425" cy="4600"/>
            </a:xfrm>
            <a:custGeom>
              <a:avLst/>
              <a:gdLst/>
              <a:ahLst/>
              <a:cxnLst/>
              <a:rect l="l" t="t" r="r" b="b"/>
              <a:pathLst>
                <a:path w="77737" h="184" fill="none" extrusionOk="0">
                  <a:moveTo>
                    <a:pt x="0" y="92"/>
                  </a:moveTo>
                  <a:lnTo>
                    <a:pt x="9721" y="46"/>
                  </a:lnTo>
                  <a:lnTo>
                    <a:pt x="19442" y="31"/>
                  </a:lnTo>
                  <a:lnTo>
                    <a:pt x="38868" y="0"/>
                  </a:lnTo>
                  <a:lnTo>
                    <a:pt x="58295" y="31"/>
                  </a:lnTo>
                  <a:lnTo>
                    <a:pt x="68015" y="46"/>
                  </a:lnTo>
                  <a:lnTo>
                    <a:pt x="77736" y="92"/>
                  </a:lnTo>
                  <a:lnTo>
                    <a:pt x="68015" y="137"/>
                  </a:lnTo>
                  <a:lnTo>
                    <a:pt x="58295" y="153"/>
                  </a:lnTo>
                  <a:lnTo>
                    <a:pt x="38868" y="183"/>
                  </a:lnTo>
                  <a:lnTo>
                    <a:pt x="19442" y="153"/>
                  </a:lnTo>
                  <a:lnTo>
                    <a:pt x="9721" y="137"/>
                  </a:lnTo>
                  <a:lnTo>
                    <a:pt x="0" y="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7" name="Google Shape;5507;p63"/>
            <p:cNvSpPr/>
            <p:nvPr/>
          </p:nvSpPr>
          <p:spPr>
            <a:xfrm>
              <a:off x="1432625" y="1926225"/>
              <a:ext cx="716875" cy="917925"/>
            </a:xfrm>
            <a:custGeom>
              <a:avLst/>
              <a:gdLst/>
              <a:ahLst/>
              <a:cxnLst/>
              <a:rect l="l" t="t" r="r" b="b"/>
              <a:pathLst>
                <a:path w="28675" h="36717" extrusionOk="0">
                  <a:moveTo>
                    <a:pt x="0" y="1"/>
                  </a:moveTo>
                  <a:lnTo>
                    <a:pt x="0" y="36717"/>
                  </a:lnTo>
                  <a:lnTo>
                    <a:pt x="28674" y="36717"/>
                  </a:lnTo>
                  <a:lnTo>
                    <a:pt x="286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8" name="Google Shape;5508;p63"/>
            <p:cNvSpPr/>
            <p:nvPr/>
          </p:nvSpPr>
          <p:spPr>
            <a:xfrm>
              <a:off x="1432625" y="1977725"/>
              <a:ext cx="716875" cy="53450"/>
            </a:xfrm>
            <a:custGeom>
              <a:avLst/>
              <a:gdLst/>
              <a:ahLst/>
              <a:cxnLst/>
              <a:rect l="l" t="t" r="r" b="b"/>
              <a:pathLst>
                <a:path w="28675" h="2138" extrusionOk="0">
                  <a:moveTo>
                    <a:pt x="0" y="1"/>
                  </a:moveTo>
                  <a:lnTo>
                    <a:pt x="0" y="2137"/>
                  </a:lnTo>
                  <a:lnTo>
                    <a:pt x="28674" y="2137"/>
                  </a:lnTo>
                  <a:lnTo>
                    <a:pt x="286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9" name="Google Shape;5509;p63"/>
            <p:cNvSpPr/>
            <p:nvPr/>
          </p:nvSpPr>
          <p:spPr>
            <a:xfrm>
              <a:off x="1432625" y="2031150"/>
              <a:ext cx="391450" cy="57625"/>
            </a:xfrm>
            <a:custGeom>
              <a:avLst/>
              <a:gdLst/>
              <a:ahLst/>
              <a:cxnLst/>
              <a:rect l="l" t="t" r="r" b="b"/>
              <a:pathLst>
                <a:path w="15658" h="2305" extrusionOk="0">
                  <a:moveTo>
                    <a:pt x="0" y="0"/>
                  </a:moveTo>
                  <a:lnTo>
                    <a:pt x="0" y="2304"/>
                  </a:lnTo>
                  <a:lnTo>
                    <a:pt x="14345" y="2304"/>
                  </a:lnTo>
                  <a:lnTo>
                    <a:pt x="156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0" name="Google Shape;5510;p63"/>
            <p:cNvSpPr/>
            <p:nvPr/>
          </p:nvSpPr>
          <p:spPr>
            <a:xfrm>
              <a:off x="1432625" y="1967050"/>
              <a:ext cx="391450" cy="21400"/>
            </a:xfrm>
            <a:custGeom>
              <a:avLst/>
              <a:gdLst/>
              <a:ahLst/>
              <a:cxnLst/>
              <a:rect l="l" t="t" r="r" b="b"/>
              <a:pathLst>
                <a:path w="15658" h="856" extrusionOk="0">
                  <a:moveTo>
                    <a:pt x="0" y="0"/>
                  </a:moveTo>
                  <a:lnTo>
                    <a:pt x="0" y="855"/>
                  </a:lnTo>
                  <a:lnTo>
                    <a:pt x="15016" y="855"/>
                  </a:lnTo>
                  <a:lnTo>
                    <a:pt x="156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1" name="Google Shape;5511;p63"/>
            <p:cNvSpPr/>
            <p:nvPr/>
          </p:nvSpPr>
          <p:spPr>
            <a:xfrm>
              <a:off x="1432625" y="1998325"/>
              <a:ext cx="209075" cy="21400"/>
            </a:xfrm>
            <a:custGeom>
              <a:avLst/>
              <a:gdLst/>
              <a:ahLst/>
              <a:cxnLst/>
              <a:rect l="l" t="t" r="r" b="b"/>
              <a:pathLst>
                <a:path w="8363" h="856" extrusionOk="0">
                  <a:moveTo>
                    <a:pt x="0" y="1"/>
                  </a:moveTo>
                  <a:lnTo>
                    <a:pt x="0" y="855"/>
                  </a:lnTo>
                  <a:lnTo>
                    <a:pt x="7722" y="855"/>
                  </a:lnTo>
                  <a:lnTo>
                    <a:pt x="83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2" name="Google Shape;5512;p63"/>
            <p:cNvSpPr/>
            <p:nvPr/>
          </p:nvSpPr>
          <p:spPr>
            <a:xfrm>
              <a:off x="1868300" y="2050600"/>
              <a:ext cx="6125" cy="38175"/>
            </a:xfrm>
            <a:custGeom>
              <a:avLst/>
              <a:gdLst/>
              <a:ahLst/>
              <a:cxnLst/>
              <a:rect l="l" t="t" r="r" b="b"/>
              <a:pathLst>
                <a:path w="245" h="1527" extrusionOk="0">
                  <a:moveTo>
                    <a:pt x="123" y="0"/>
                  </a:moveTo>
                  <a:lnTo>
                    <a:pt x="77" y="16"/>
                  </a:lnTo>
                  <a:lnTo>
                    <a:pt x="46" y="31"/>
                  </a:lnTo>
                  <a:lnTo>
                    <a:pt x="16" y="77"/>
                  </a:lnTo>
                  <a:lnTo>
                    <a:pt x="0" y="123"/>
                  </a:lnTo>
                  <a:lnTo>
                    <a:pt x="0" y="1404"/>
                  </a:lnTo>
                  <a:lnTo>
                    <a:pt x="16" y="1450"/>
                  </a:lnTo>
                  <a:lnTo>
                    <a:pt x="46" y="1496"/>
                  </a:lnTo>
                  <a:lnTo>
                    <a:pt x="77" y="1526"/>
                  </a:lnTo>
                  <a:lnTo>
                    <a:pt x="123" y="1526"/>
                  </a:lnTo>
                  <a:lnTo>
                    <a:pt x="168" y="1511"/>
                  </a:lnTo>
                  <a:lnTo>
                    <a:pt x="214" y="1496"/>
                  </a:lnTo>
                  <a:lnTo>
                    <a:pt x="245" y="1450"/>
                  </a:lnTo>
                  <a:lnTo>
                    <a:pt x="245" y="1404"/>
                  </a:lnTo>
                  <a:lnTo>
                    <a:pt x="245" y="123"/>
                  </a:lnTo>
                  <a:lnTo>
                    <a:pt x="245" y="77"/>
                  </a:lnTo>
                  <a:lnTo>
                    <a:pt x="214" y="31"/>
                  </a:lnTo>
                  <a:lnTo>
                    <a:pt x="168" y="16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3" name="Google Shape;5513;p63"/>
            <p:cNvSpPr/>
            <p:nvPr/>
          </p:nvSpPr>
          <p:spPr>
            <a:xfrm>
              <a:off x="1884700" y="2050975"/>
              <a:ext cx="29025" cy="38175"/>
            </a:xfrm>
            <a:custGeom>
              <a:avLst/>
              <a:gdLst/>
              <a:ahLst/>
              <a:cxnLst/>
              <a:rect l="l" t="t" r="r" b="b"/>
              <a:pathLst>
                <a:path w="1161" h="1527" extrusionOk="0">
                  <a:moveTo>
                    <a:pt x="92" y="1"/>
                  </a:moveTo>
                  <a:lnTo>
                    <a:pt x="46" y="16"/>
                  </a:lnTo>
                  <a:lnTo>
                    <a:pt x="16" y="62"/>
                  </a:lnTo>
                  <a:lnTo>
                    <a:pt x="1" y="123"/>
                  </a:lnTo>
                  <a:lnTo>
                    <a:pt x="1" y="1389"/>
                  </a:lnTo>
                  <a:lnTo>
                    <a:pt x="16" y="1435"/>
                  </a:lnTo>
                  <a:lnTo>
                    <a:pt x="46" y="1481"/>
                  </a:lnTo>
                  <a:lnTo>
                    <a:pt x="77" y="1511"/>
                  </a:lnTo>
                  <a:lnTo>
                    <a:pt x="123" y="1511"/>
                  </a:lnTo>
                  <a:lnTo>
                    <a:pt x="169" y="1496"/>
                  </a:lnTo>
                  <a:lnTo>
                    <a:pt x="199" y="1481"/>
                  </a:lnTo>
                  <a:lnTo>
                    <a:pt x="230" y="1435"/>
                  </a:lnTo>
                  <a:lnTo>
                    <a:pt x="245" y="1389"/>
                  </a:lnTo>
                  <a:lnTo>
                    <a:pt x="245" y="489"/>
                  </a:lnTo>
                  <a:lnTo>
                    <a:pt x="947" y="1466"/>
                  </a:lnTo>
                  <a:lnTo>
                    <a:pt x="947" y="1481"/>
                  </a:lnTo>
                  <a:lnTo>
                    <a:pt x="993" y="1511"/>
                  </a:lnTo>
                  <a:lnTo>
                    <a:pt x="1038" y="1527"/>
                  </a:lnTo>
                  <a:lnTo>
                    <a:pt x="1084" y="1511"/>
                  </a:lnTo>
                  <a:lnTo>
                    <a:pt x="1130" y="1481"/>
                  </a:lnTo>
                  <a:lnTo>
                    <a:pt x="1145" y="1450"/>
                  </a:lnTo>
                  <a:lnTo>
                    <a:pt x="1160" y="1405"/>
                  </a:lnTo>
                  <a:lnTo>
                    <a:pt x="1160" y="123"/>
                  </a:lnTo>
                  <a:lnTo>
                    <a:pt x="1145" y="77"/>
                  </a:lnTo>
                  <a:lnTo>
                    <a:pt x="1130" y="47"/>
                  </a:lnTo>
                  <a:lnTo>
                    <a:pt x="1084" y="16"/>
                  </a:lnTo>
                  <a:lnTo>
                    <a:pt x="1038" y="1"/>
                  </a:lnTo>
                  <a:lnTo>
                    <a:pt x="993" y="16"/>
                  </a:lnTo>
                  <a:lnTo>
                    <a:pt x="962" y="47"/>
                  </a:lnTo>
                  <a:lnTo>
                    <a:pt x="932" y="77"/>
                  </a:lnTo>
                  <a:lnTo>
                    <a:pt x="916" y="123"/>
                  </a:lnTo>
                  <a:lnTo>
                    <a:pt x="916" y="1023"/>
                  </a:lnTo>
                  <a:lnTo>
                    <a:pt x="214" y="47"/>
                  </a:lnTo>
                  <a:lnTo>
                    <a:pt x="184" y="16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4" name="Google Shape;5514;p63"/>
            <p:cNvSpPr/>
            <p:nvPr/>
          </p:nvSpPr>
          <p:spPr>
            <a:xfrm>
              <a:off x="1924750" y="2050975"/>
              <a:ext cx="32850" cy="37425"/>
            </a:xfrm>
            <a:custGeom>
              <a:avLst/>
              <a:gdLst/>
              <a:ahLst/>
              <a:cxnLst/>
              <a:rect l="l" t="t" r="r" b="b"/>
              <a:pathLst>
                <a:path w="1314" h="1497" extrusionOk="0">
                  <a:moveTo>
                    <a:pt x="1191" y="1"/>
                  </a:moveTo>
                  <a:lnTo>
                    <a:pt x="1146" y="16"/>
                  </a:lnTo>
                  <a:lnTo>
                    <a:pt x="1100" y="31"/>
                  </a:lnTo>
                  <a:lnTo>
                    <a:pt x="1084" y="77"/>
                  </a:lnTo>
                  <a:lnTo>
                    <a:pt x="657" y="1084"/>
                  </a:lnTo>
                  <a:lnTo>
                    <a:pt x="230" y="77"/>
                  </a:lnTo>
                  <a:lnTo>
                    <a:pt x="215" y="47"/>
                  </a:lnTo>
                  <a:lnTo>
                    <a:pt x="169" y="16"/>
                  </a:lnTo>
                  <a:lnTo>
                    <a:pt x="77" y="16"/>
                  </a:lnTo>
                  <a:lnTo>
                    <a:pt x="32" y="47"/>
                  </a:lnTo>
                  <a:lnTo>
                    <a:pt x="16" y="92"/>
                  </a:lnTo>
                  <a:lnTo>
                    <a:pt x="1" y="123"/>
                  </a:lnTo>
                  <a:lnTo>
                    <a:pt x="16" y="169"/>
                  </a:lnTo>
                  <a:lnTo>
                    <a:pt x="550" y="1450"/>
                  </a:lnTo>
                  <a:lnTo>
                    <a:pt x="566" y="1466"/>
                  </a:lnTo>
                  <a:lnTo>
                    <a:pt x="566" y="1481"/>
                  </a:lnTo>
                  <a:lnTo>
                    <a:pt x="581" y="1496"/>
                  </a:lnTo>
                  <a:lnTo>
                    <a:pt x="611" y="1481"/>
                  </a:lnTo>
                  <a:lnTo>
                    <a:pt x="627" y="1496"/>
                  </a:lnTo>
                  <a:lnTo>
                    <a:pt x="718" y="1496"/>
                  </a:lnTo>
                  <a:lnTo>
                    <a:pt x="733" y="1481"/>
                  </a:lnTo>
                  <a:lnTo>
                    <a:pt x="749" y="1466"/>
                  </a:lnTo>
                  <a:lnTo>
                    <a:pt x="749" y="1450"/>
                  </a:lnTo>
                  <a:lnTo>
                    <a:pt x="1298" y="169"/>
                  </a:lnTo>
                  <a:lnTo>
                    <a:pt x="1313" y="123"/>
                  </a:lnTo>
                  <a:lnTo>
                    <a:pt x="1298" y="77"/>
                  </a:lnTo>
                  <a:lnTo>
                    <a:pt x="1283" y="31"/>
                  </a:lnTo>
                  <a:lnTo>
                    <a:pt x="1237" y="16"/>
                  </a:lnTo>
                  <a:lnTo>
                    <a:pt x="11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5" name="Google Shape;5515;p63"/>
            <p:cNvSpPr/>
            <p:nvPr/>
          </p:nvSpPr>
          <p:spPr>
            <a:xfrm>
              <a:off x="1964050" y="2049450"/>
              <a:ext cx="37425" cy="39325"/>
            </a:xfrm>
            <a:custGeom>
              <a:avLst/>
              <a:gdLst/>
              <a:ahLst/>
              <a:cxnLst/>
              <a:rect l="l" t="t" r="r" b="b"/>
              <a:pathLst>
                <a:path w="1497" h="1573" extrusionOk="0">
                  <a:moveTo>
                    <a:pt x="749" y="245"/>
                  </a:moveTo>
                  <a:lnTo>
                    <a:pt x="840" y="260"/>
                  </a:lnTo>
                  <a:lnTo>
                    <a:pt x="932" y="291"/>
                  </a:lnTo>
                  <a:lnTo>
                    <a:pt x="1023" y="336"/>
                  </a:lnTo>
                  <a:lnTo>
                    <a:pt x="1100" y="397"/>
                  </a:lnTo>
                  <a:lnTo>
                    <a:pt x="1161" y="489"/>
                  </a:lnTo>
                  <a:lnTo>
                    <a:pt x="1206" y="581"/>
                  </a:lnTo>
                  <a:lnTo>
                    <a:pt x="1237" y="687"/>
                  </a:lnTo>
                  <a:lnTo>
                    <a:pt x="1237" y="779"/>
                  </a:lnTo>
                  <a:lnTo>
                    <a:pt x="1237" y="886"/>
                  </a:lnTo>
                  <a:lnTo>
                    <a:pt x="1206" y="993"/>
                  </a:lnTo>
                  <a:lnTo>
                    <a:pt x="1161" y="1084"/>
                  </a:lnTo>
                  <a:lnTo>
                    <a:pt x="1100" y="1160"/>
                  </a:lnTo>
                  <a:lnTo>
                    <a:pt x="1054" y="1206"/>
                  </a:lnTo>
                  <a:lnTo>
                    <a:pt x="977" y="1267"/>
                  </a:lnTo>
                  <a:lnTo>
                    <a:pt x="886" y="1298"/>
                  </a:lnTo>
                  <a:lnTo>
                    <a:pt x="794" y="1313"/>
                  </a:lnTo>
                  <a:lnTo>
                    <a:pt x="718" y="1328"/>
                  </a:lnTo>
                  <a:lnTo>
                    <a:pt x="626" y="1313"/>
                  </a:lnTo>
                  <a:lnTo>
                    <a:pt x="535" y="1283"/>
                  </a:lnTo>
                  <a:lnTo>
                    <a:pt x="459" y="1222"/>
                  </a:lnTo>
                  <a:lnTo>
                    <a:pt x="398" y="1160"/>
                  </a:lnTo>
                  <a:lnTo>
                    <a:pt x="337" y="1084"/>
                  </a:lnTo>
                  <a:lnTo>
                    <a:pt x="291" y="993"/>
                  </a:lnTo>
                  <a:lnTo>
                    <a:pt x="260" y="886"/>
                  </a:lnTo>
                  <a:lnTo>
                    <a:pt x="245" y="779"/>
                  </a:lnTo>
                  <a:lnTo>
                    <a:pt x="260" y="672"/>
                  </a:lnTo>
                  <a:lnTo>
                    <a:pt x="291" y="581"/>
                  </a:lnTo>
                  <a:lnTo>
                    <a:pt x="337" y="489"/>
                  </a:lnTo>
                  <a:lnTo>
                    <a:pt x="398" y="397"/>
                  </a:lnTo>
                  <a:lnTo>
                    <a:pt x="474" y="336"/>
                  </a:lnTo>
                  <a:lnTo>
                    <a:pt x="550" y="291"/>
                  </a:lnTo>
                  <a:lnTo>
                    <a:pt x="642" y="260"/>
                  </a:lnTo>
                  <a:lnTo>
                    <a:pt x="749" y="245"/>
                  </a:lnTo>
                  <a:close/>
                  <a:moveTo>
                    <a:pt x="749" y="1"/>
                  </a:moveTo>
                  <a:lnTo>
                    <a:pt x="596" y="16"/>
                  </a:lnTo>
                  <a:lnTo>
                    <a:pt x="459" y="62"/>
                  </a:lnTo>
                  <a:lnTo>
                    <a:pt x="321" y="138"/>
                  </a:lnTo>
                  <a:lnTo>
                    <a:pt x="214" y="245"/>
                  </a:lnTo>
                  <a:lnTo>
                    <a:pt x="123" y="367"/>
                  </a:lnTo>
                  <a:lnTo>
                    <a:pt x="47" y="504"/>
                  </a:lnTo>
                  <a:lnTo>
                    <a:pt x="16" y="642"/>
                  </a:lnTo>
                  <a:lnTo>
                    <a:pt x="1" y="794"/>
                  </a:lnTo>
                  <a:lnTo>
                    <a:pt x="16" y="947"/>
                  </a:lnTo>
                  <a:lnTo>
                    <a:pt x="47" y="1084"/>
                  </a:lnTo>
                  <a:lnTo>
                    <a:pt x="123" y="1222"/>
                  </a:lnTo>
                  <a:lnTo>
                    <a:pt x="214" y="1344"/>
                  </a:lnTo>
                  <a:lnTo>
                    <a:pt x="321" y="1450"/>
                  </a:lnTo>
                  <a:lnTo>
                    <a:pt x="459" y="1511"/>
                  </a:lnTo>
                  <a:lnTo>
                    <a:pt x="596" y="1557"/>
                  </a:lnTo>
                  <a:lnTo>
                    <a:pt x="749" y="1572"/>
                  </a:lnTo>
                  <a:lnTo>
                    <a:pt x="901" y="1557"/>
                  </a:lnTo>
                  <a:lnTo>
                    <a:pt x="1039" y="1511"/>
                  </a:lnTo>
                  <a:lnTo>
                    <a:pt x="1161" y="1435"/>
                  </a:lnTo>
                  <a:lnTo>
                    <a:pt x="1267" y="1344"/>
                  </a:lnTo>
                  <a:lnTo>
                    <a:pt x="1374" y="1222"/>
                  </a:lnTo>
                  <a:lnTo>
                    <a:pt x="1435" y="1084"/>
                  </a:lnTo>
                  <a:lnTo>
                    <a:pt x="1481" y="947"/>
                  </a:lnTo>
                  <a:lnTo>
                    <a:pt x="1496" y="794"/>
                  </a:lnTo>
                  <a:lnTo>
                    <a:pt x="1481" y="642"/>
                  </a:lnTo>
                  <a:lnTo>
                    <a:pt x="1435" y="504"/>
                  </a:lnTo>
                  <a:lnTo>
                    <a:pt x="1374" y="367"/>
                  </a:lnTo>
                  <a:lnTo>
                    <a:pt x="1267" y="245"/>
                  </a:lnTo>
                  <a:lnTo>
                    <a:pt x="1161" y="138"/>
                  </a:lnTo>
                  <a:lnTo>
                    <a:pt x="1039" y="62"/>
                  </a:lnTo>
                  <a:lnTo>
                    <a:pt x="901" y="1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6" name="Google Shape;5516;p63"/>
            <p:cNvSpPr/>
            <p:nvPr/>
          </p:nvSpPr>
          <p:spPr>
            <a:xfrm>
              <a:off x="2009850" y="2050600"/>
              <a:ext cx="6125" cy="38175"/>
            </a:xfrm>
            <a:custGeom>
              <a:avLst/>
              <a:gdLst/>
              <a:ahLst/>
              <a:cxnLst/>
              <a:rect l="l" t="t" r="r" b="b"/>
              <a:pathLst>
                <a:path w="245" h="1527" extrusionOk="0">
                  <a:moveTo>
                    <a:pt x="107" y="0"/>
                  </a:moveTo>
                  <a:lnTo>
                    <a:pt x="61" y="16"/>
                  </a:lnTo>
                  <a:lnTo>
                    <a:pt x="31" y="31"/>
                  </a:lnTo>
                  <a:lnTo>
                    <a:pt x="0" y="77"/>
                  </a:lnTo>
                  <a:lnTo>
                    <a:pt x="0" y="123"/>
                  </a:lnTo>
                  <a:lnTo>
                    <a:pt x="0" y="1404"/>
                  </a:lnTo>
                  <a:lnTo>
                    <a:pt x="0" y="1450"/>
                  </a:lnTo>
                  <a:lnTo>
                    <a:pt x="31" y="1496"/>
                  </a:lnTo>
                  <a:lnTo>
                    <a:pt x="76" y="1526"/>
                  </a:lnTo>
                  <a:lnTo>
                    <a:pt x="122" y="1526"/>
                  </a:lnTo>
                  <a:lnTo>
                    <a:pt x="168" y="1511"/>
                  </a:lnTo>
                  <a:lnTo>
                    <a:pt x="198" y="1496"/>
                  </a:lnTo>
                  <a:lnTo>
                    <a:pt x="229" y="1450"/>
                  </a:lnTo>
                  <a:lnTo>
                    <a:pt x="244" y="1404"/>
                  </a:lnTo>
                  <a:lnTo>
                    <a:pt x="244" y="123"/>
                  </a:lnTo>
                  <a:lnTo>
                    <a:pt x="229" y="77"/>
                  </a:lnTo>
                  <a:lnTo>
                    <a:pt x="198" y="31"/>
                  </a:lnTo>
                  <a:lnTo>
                    <a:pt x="168" y="16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7" name="Google Shape;5517;p63"/>
            <p:cNvSpPr/>
            <p:nvPr/>
          </p:nvSpPr>
          <p:spPr>
            <a:xfrm>
              <a:off x="2024325" y="2049450"/>
              <a:ext cx="34000" cy="39325"/>
            </a:xfrm>
            <a:custGeom>
              <a:avLst/>
              <a:gdLst/>
              <a:ahLst/>
              <a:cxnLst/>
              <a:rect l="l" t="t" r="r" b="b"/>
              <a:pathLst>
                <a:path w="1360" h="1573" extrusionOk="0">
                  <a:moveTo>
                    <a:pt x="810" y="1"/>
                  </a:moveTo>
                  <a:lnTo>
                    <a:pt x="642" y="16"/>
                  </a:lnTo>
                  <a:lnTo>
                    <a:pt x="489" y="62"/>
                  </a:lnTo>
                  <a:lnTo>
                    <a:pt x="367" y="138"/>
                  </a:lnTo>
                  <a:lnTo>
                    <a:pt x="245" y="230"/>
                  </a:lnTo>
                  <a:lnTo>
                    <a:pt x="138" y="336"/>
                  </a:lnTo>
                  <a:lnTo>
                    <a:pt x="62" y="474"/>
                  </a:lnTo>
                  <a:lnTo>
                    <a:pt x="16" y="626"/>
                  </a:lnTo>
                  <a:lnTo>
                    <a:pt x="1" y="779"/>
                  </a:lnTo>
                  <a:lnTo>
                    <a:pt x="16" y="947"/>
                  </a:lnTo>
                  <a:lnTo>
                    <a:pt x="62" y="1099"/>
                  </a:lnTo>
                  <a:lnTo>
                    <a:pt x="138" y="1222"/>
                  </a:lnTo>
                  <a:lnTo>
                    <a:pt x="245" y="1344"/>
                  </a:lnTo>
                  <a:lnTo>
                    <a:pt x="367" y="1435"/>
                  </a:lnTo>
                  <a:lnTo>
                    <a:pt x="489" y="1511"/>
                  </a:lnTo>
                  <a:lnTo>
                    <a:pt x="642" y="1557"/>
                  </a:lnTo>
                  <a:lnTo>
                    <a:pt x="810" y="1572"/>
                  </a:lnTo>
                  <a:lnTo>
                    <a:pt x="947" y="1557"/>
                  </a:lnTo>
                  <a:lnTo>
                    <a:pt x="1069" y="1527"/>
                  </a:lnTo>
                  <a:lnTo>
                    <a:pt x="1191" y="1481"/>
                  </a:lnTo>
                  <a:lnTo>
                    <a:pt x="1313" y="1405"/>
                  </a:lnTo>
                  <a:lnTo>
                    <a:pt x="1344" y="1359"/>
                  </a:lnTo>
                  <a:lnTo>
                    <a:pt x="1359" y="1313"/>
                  </a:lnTo>
                  <a:lnTo>
                    <a:pt x="1344" y="1267"/>
                  </a:lnTo>
                  <a:lnTo>
                    <a:pt x="1329" y="1222"/>
                  </a:lnTo>
                  <a:lnTo>
                    <a:pt x="1283" y="1191"/>
                  </a:lnTo>
                  <a:lnTo>
                    <a:pt x="1237" y="1176"/>
                  </a:lnTo>
                  <a:lnTo>
                    <a:pt x="1191" y="1191"/>
                  </a:lnTo>
                  <a:lnTo>
                    <a:pt x="1145" y="1206"/>
                  </a:lnTo>
                  <a:lnTo>
                    <a:pt x="1069" y="1267"/>
                  </a:lnTo>
                  <a:lnTo>
                    <a:pt x="978" y="1298"/>
                  </a:lnTo>
                  <a:lnTo>
                    <a:pt x="886" y="1328"/>
                  </a:lnTo>
                  <a:lnTo>
                    <a:pt x="794" y="1328"/>
                  </a:lnTo>
                  <a:lnTo>
                    <a:pt x="688" y="1313"/>
                  </a:lnTo>
                  <a:lnTo>
                    <a:pt x="581" y="1283"/>
                  </a:lnTo>
                  <a:lnTo>
                    <a:pt x="489" y="1237"/>
                  </a:lnTo>
                  <a:lnTo>
                    <a:pt x="398" y="1176"/>
                  </a:lnTo>
                  <a:lnTo>
                    <a:pt x="337" y="1084"/>
                  </a:lnTo>
                  <a:lnTo>
                    <a:pt x="291" y="993"/>
                  </a:lnTo>
                  <a:lnTo>
                    <a:pt x="260" y="901"/>
                  </a:lnTo>
                  <a:lnTo>
                    <a:pt x="245" y="794"/>
                  </a:lnTo>
                  <a:lnTo>
                    <a:pt x="260" y="687"/>
                  </a:lnTo>
                  <a:lnTo>
                    <a:pt x="291" y="581"/>
                  </a:lnTo>
                  <a:lnTo>
                    <a:pt x="337" y="489"/>
                  </a:lnTo>
                  <a:lnTo>
                    <a:pt x="398" y="413"/>
                  </a:lnTo>
                  <a:lnTo>
                    <a:pt x="489" y="352"/>
                  </a:lnTo>
                  <a:lnTo>
                    <a:pt x="581" y="291"/>
                  </a:lnTo>
                  <a:lnTo>
                    <a:pt x="688" y="260"/>
                  </a:lnTo>
                  <a:lnTo>
                    <a:pt x="886" y="260"/>
                  </a:lnTo>
                  <a:lnTo>
                    <a:pt x="978" y="275"/>
                  </a:lnTo>
                  <a:lnTo>
                    <a:pt x="1069" y="321"/>
                  </a:lnTo>
                  <a:lnTo>
                    <a:pt x="1145" y="367"/>
                  </a:lnTo>
                  <a:lnTo>
                    <a:pt x="1145" y="382"/>
                  </a:lnTo>
                  <a:lnTo>
                    <a:pt x="1207" y="397"/>
                  </a:lnTo>
                  <a:lnTo>
                    <a:pt x="1252" y="397"/>
                  </a:lnTo>
                  <a:lnTo>
                    <a:pt x="1298" y="382"/>
                  </a:lnTo>
                  <a:lnTo>
                    <a:pt x="1329" y="352"/>
                  </a:lnTo>
                  <a:lnTo>
                    <a:pt x="1359" y="306"/>
                  </a:lnTo>
                  <a:lnTo>
                    <a:pt x="1359" y="260"/>
                  </a:lnTo>
                  <a:lnTo>
                    <a:pt x="1344" y="199"/>
                  </a:lnTo>
                  <a:lnTo>
                    <a:pt x="1313" y="169"/>
                  </a:lnTo>
                  <a:lnTo>
                    <a:pt x="1191" y="92"/>
                  </a:lnTo>
                  <a:lnTo>
                    <a:pt x="1069" y="46"/>
                  </a:lnTo>
                  <a:lnTo>
                    <a:pt x="947" y="16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8" name="Google Shape;5518;p63"/>
            <p:cNvSpPr/>
            <p:nvPr/>
          </p:nvSpPr>
          <p:spPr>
            <a:xfrm>
              <a:off x="2068200" y="2050600"/>
              <a:ext cx="23700" cy="38175"/>
            </a:xfrm>
            <a:custGeom>
              <a:avLst/>
              <a:gdLst/>
              <a:ahLst/>
              <a:cxnLst/>
              <a:rect l="l" t="t" r="r" b="b"/>
              <a:pathLst>
                <a:path w="948" h="1527" extrusionOk="0">
                  <a:moveTo>
                    <a:pt x="123" y="0"/>
                  </a:moveTo>
                  <a:lnTo>
                    <a:pt x="77" y="16"/>
                  </a:lnTo>
                  <a:lnTo>
                    <a:pt x="31" y="31"/>
                  </a:lnTo>
                  <a:lnTo>
                    <a:pt x="16" y="77"/>
                  </a:lnTo>
                  <a:lnTo>
                    <a:pt x="1" y="123"/>
                  </a:lnTo>
                  <a:lnTo>
                    <a:pt x="1" y="1404"/>
                  </a:lnTo>
                  <a:lnTo>
                    <a:pt x="16" y="1450"/>
                  </a:lnTo>
                  <a:lnTo>
                    <a:pt x="31" y="1496"/>
                  </a:lnTo>
                  <a:lnTo>
                    <a:pt x="77" y="1511"/>
                  </a:lnTo>
                  <a:lnTo>
                    <a:pt x="123" y="1526"/>
                  </a:lnTo>
                  <a:lnTo>
                    <a:pt x="825" y="1526"/>
                  </a:lnTo>
                  <a:lnTo>
                    <a:pt x="871" y="1511"/>
                  </a:lnTo>
                  <a:lnTo>
                    <a:pt x="901" y="1496"/>
                  </a:lnTo>
                  <a:lnTo>
                    <a:pt x="932" y="1465"/>
                  </a:lnTo>
                  <a:lnTo>
                    <a:pt x="932" y="1420"/>
                  </a:lnTo>
                  <a:lnTo>
                    <a:pt x="932" y="1374"/>
                  </a:lnTo>
                  <a:lnTo>
                    <a:pt x="917" y="1328"/>
                  </a:lnTo>
                  <a:lnTo>
                    <a:pt x="871" y="1298"/>
                  </a:lnTo>
                  <a:lnTo>
                    <a:pt x="825" y="1282"/>
                  </a:lnTo>
                  <a:lnTo>
                    <a:pt x="245" y="1282"/>
                  </a:lnTo>
                  <a:lnTo>
                    <a:pt x="245" y="886"/>
                  </a:lnTo>
                  <a:lnTo>
                    <a:pt x="749" y="886"/>
                  </a:lnTo>
                  <a:lnTo>
                    <a:pt x="794" y="870"/>
                  </a:lnTo>
                  <a:lnTo>
                    <a:pt x="825" y="840"/>
                  </a:lnTo>
                  <a:lnTo>
                    <a:pt x="855" y="809"/>
                  </a:lnTo>
                  <a:lnTo>
                    <a:pt x="871" y="763"/>
                  </a:lnTo>
                  <a:lnTo>
                    <a:pt x="855" y="718"/>
                  </a:lnTo>
                  <a:lnTo>
                    <a:pt x="825" y="672"/>
                  </a:lnTo>
                  <a:lnTo>
                    <a:pt x="794" y="657"/>
                  </a:lnTo>
                  <a:lnTo>
                    <a:pt x="749" y="641"/>
                  </a:lnTo>
                  <a:lnTo>
                    <a:pt x="245" y="641"/>
                  </a:lnTo>
                  <a:lnTo>
                    <a:pt x="245" y="245"/>
                  </a:lnTo>
                  <a:lnTo>
                    <a:pt x="825" y="245"/>
                  </a:lnTo>
                  <a:lnTo>
                    <a:pt x="871" y="229"/>
                  </a:lnTo>
                  <a:lnTo>
                    <a:pt x="917" y="199"/>
                  </a:lnTo>
                  <a:lnTo>
                    <a:pt x="947" y="168"/>
                  </a:lnTo>
                  <a:lnTo>
                    <a:pt x="947" y="123"/>
                  </a:lnTo>
                  <a:lnTo>
                    <a:pt x="947" y="77"/>
                  </a:lnTo>
                  <a:lnTo>
                    <a:pt x="917" y="31"/>
                  </a:lnTo>
                  <a:lnTo>
                    <a:pt x="871" y="16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9" name="Google Shape;5519;p63"/>
            <p:cNvSpPr/>
            <p:nvPr/>
          </p:nvSpPr>
          <p:spPr>
            <a:xfrm>
              <a:off x="1498225" y="2301250"/>
              <a:ext cx="585650" cy="45050"/>
            </a:xfrm>
            <a:custGeom>
              <a:avLst/>
              <a:gdLst/>
              <a:ahLst/>
              <a:cxnLst/>
              <a:rect l="l" t="t" r="r" b="b"/>
              <a:pathLst>
                <a:path w="23426" h="1802" extrusionOk="0">
                  <a:moveTo>
                    <a:pt x="1" y="0"/>
                  </a:moveTo>
                  <a:lnTo>
                    <a:pt x="1" y="1801"/>
                  </a:lnTo>
                  <a:lnTo>
                    <a:pt x="23426" y="1801"/>
                  </a:lnTo>
                  <a:lnTo>
                    <a:pt x="23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0" name="Google Shape;5520;p63"/>
            <p:cNvSpPr/>
            <p:nvPr/>
          </p:nvSpPr>
          <p:spPr>
            <a:xfrm>
              <a:off x="1498225" y="2256225"/>
              <a:ext cx="585650" cy="45050"/>
            </a:xfrm>
            <a:custGeom>
              <a:avLst/>
              <a:gdLst/>
              <a:ahLst/>
              <a:cxnLst/>
              <a:rect l="l" t="t" r="r" b="b"/>
              <a:pathLst>
                <a:path w="23426" h="1802" extrusionOk="0">
                  <a:moveTo>
                    <a:pt x="1" y="1"/>
                  </a:moveTo>
                  <a:lnTo>
                    <a:pt x="1" y="1801"/>
                  </a:lnTo>
                  <a:lnTo>
                    <a:pt x="23426" y="1801"/>
                  </a:lnTo>
                  <a:lnTo>
                    <a:pt x="234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1" name="Google Shape;5521;p63"/>
            <p:cNvSpPr/>
            <p:nvPr/>
          </p:nvSpPr>
          <p:spPr>
            <a:xfrm>
              <a:off x="1498225" y="2346275"/>
              <a:ext cx="585650" cy="45025"/>
            </a:xfrm>
            <a:custGeom>
              <a:avLst/>
              <a:gdLst/>
              <a:ahLst/>
              <a:cxnLst/>
              <a:rect l="l" t="t" r="r" b="b"/>
              <a:pathLst>
                <a:path w="23426" h="1801" extrusionOk="0">
                  <a:moveTo>
                    <a:pt x="1" y="0"/>
                  </a:moveTo>
                  <a:lnTo>
                    <a:pt x="1" y="1801"/>
                  </a:lnTo>
                  <a:lnTo>
                    <a:pt x="23426" y="1801"/>
                  </a:lnTo>
                  <a:lnTo>
                    <a:pt x="23426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2" name="Google Shape;5522;p63"/>
            <p:cNvSpPr/>
            <p:nvPr/>
          </p:nvSpPr>
          <p:spPr>
            <a:xfrm>
              <a:off x="1498225" y="2391275"/>
              <a:ext cx="585650" cy="45050"/>
            </a:xfrm>
            <a:custGeom>
              <a:avLst/>
              <a:gdLst/>
              <a:ahLst/>
              <a:cxnLst/>
              <a:rect l="l" t="t" r="r" b="b"/>
              <a:pathLst>
                <a:path w="23426" h="1802" extrusionOk="0">
                  <a:moveTo>
                    <a:pt x="1" y="1"/>
                  </a:moveTo>
                  <a:lnTo>
                    <a:pt x="1" y="1802"/>
                  </a:lnTo>
                  <a:lnTo>
                    <a:pt x="23426" y="1802"/>
                  </a:lnTo>
                  <a:lnTo>
                    <a:pt x="23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3" name="Google Shape;5523;p63"/>
            <p:cNvSpPr/>
            <p:nvPr/>
          </p:nvSpPr>
          <p:spPr>
            <a:xfrm>
              <a:off x="1498225" y="2436300"/>
              <a:ext cx="585650" cy="45050"/>
            </a:xfrm>
            <a:custGeom>
              <a:avLst/>
              <a:gdLst/>
              <a:ahLst/>
              <a:cxnLst/>
              <a:rect l="l" t="t" r="r" b="b"/>
              <a:pathLst>
                <a:path w="23426" h="1802" extrusionOk="0">
                  <a:moveTo>
                    <a:pt x="1" y="1"/>
                  </a:moveTo>
                  <a:lnTo>
                    <a:pt x="1" y="1801"/>
                  </a:lnTo>
                  <a:lnTo>
                    <a:pt x="23426" y="1801"/>
                  </a:lnTo>
                  <a:lnTo>
                    <a:pt x="2342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4" name="Google Shape;5524;p63"/>
            <p:cNvSpPr/>
            <p:nvPr/>
          </p:nvSpPr>
          <p:spPr>
            <a:xfrm>
              <a:off x="1498225" y="2481325"/>
              <a:ext cx="585650" cy="45050"/>
            </a:xfrm>
            <a:custGeom>
              <a:avLst/>
              <a:gdLst/>
              <a:ahLst/>
              <a:cxnLst/>
              <a:rect l="l" t="t" r="r" b="b"/>
              <a:pathLst>
                <a:path w="23426" h="1802" extrusionOk="0">
                  <a:moveTo>
                    <a:pt x="1" y="0"/>
                  </a:moveTo>
                  <a:lnTo>
                    <a:pt x="1" y="1801"/>
                  </a:lnTo>
                  <a:lnTo>
                    <a:pt x="23426" y="1801"/>
                  </a:lnTo>
                  <a:lnTo>
                    <a:pt x="23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5" name="Google Shape;5525;p63"/>
            <p:cNvSpPr/>
            <p:nvPr/>
          </p:nvSpPr>
          <p:spPr>
            <a:xfrm>
              <a:off x="1498225" y="2526350"/>
              <a:ext cx="585650" cy="45025"/>
            </a:xfrm>
            <a:custGeom>
              <a:avLst/>
              <a:gdLst/>
              <a:ahLst/>
              <a:cxnLst/>
              <a:rect l="l" t="t" r="r" b="b"/>
              <a:pathLst>
                <a:path w="23426" h="1801" extrusionOk="0">
                  <a:moveTo>
                    <a:pt x="1" y="0"/>
                  </a:moveTo>
                  <a:lnTo>
                    <a:pt x="1" y="1801"/>
                  </a:lnTo>
                  <a:lnTo>
                    <a:pt x="23426" y="1801"/>
                  </a:lnTo>
                  <a:lnTo>
                    <a:pt x="23426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6" name="Google Shape;5526;p63"/>
            <p:cNvSpPr/>
            <p:nvPr/>
          </p:nvSpPr>
          <p:spPr>
            <a:xfrm>
              <a:off x="1673725" y="2571350"/>
              <a:ext cx="410150" cy="45050"/>
            </a:xfrm>
            <a:custGeom>
              <a:avLst/>
              <a:gdLst/>
              <a:ahLst/>
              <a:cxnLst/>
              <a:rect l="l" t="t" r="r" b="b"/>
              <a:pathLst>
                <a:path w="16406" h="1802" extrusionOk="0">
                  <a:moveTo>
                    <a:pt x="1" y="1"/>
                  </a:moveTo>
                  <a:lnTo>
                    <a:pt x="1" y="1801"/>
                  </a:lnTo>
                  <a:lnTo>
                    <a:pt x="16406" y="1801"/>
                  </a:lnTo>
                  <a:lnTo>
                    <a:pt x="164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7" name="Google Shape;5527;p63"/>
            <p:cNvSpPr/>
            <p:nvPr/>
          </p:nvSpPr>
          <p:spPr>
            <a:xfrm>
              <a:off x="1498225" y="2256225"/>
              <a:ext cx="175525" cy="315150"/>
            </a:xfrm>
            <a:custGeom>
              <a:avLst/>
              <a:gdLst/>
              <a:ahLst/>
              <a:cxnLst/>
              <a:rect l="l" t="t" r="r" b="b"/>
              <a:pathLst>
                <a:path w="7021" h="12606" extrusionOk="0">
                  <a:moveTo>
                    <a:pt x="1" y="1"/>
                  </a:moveTo>
                  <a:lnTo>
                    <a:pt x="1" y="12606"/>
                  </a:lnTo>
                  <a:lnTo>
                    <a:pt x="7021" y="12606"/>
                  </a:lnTo>
                  <a:lnTo>
                    <a:pt x="702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8" name="Google Shape;5528;p63"/>
            <p:cNvSpPr/>
            <p:nvPr/>
          </p:nvSpPr>
          <p:spPr>
            <a:xfrm>
              <a:off x="1498225" y="2345875"/>
              <a:ext cx="585650" cy="800"/>
            </a:xfrm>
            <a:custGeom>
              <a:avLst/>
              <a:gdLst/>
              <a:ahLst/>
              <a:cxnLst/>
              <a:rect l="l" t="t" r="r" b="b"/>
              <a:pathLst>
                <a:path w="23426" h="32" extrusionOk="0">
                  <a:moveTo>
                    <a:pt x="11721" y="1"/>
                  </a:moveTo>
                  <a:lnTo>
                    <a:pt x="1" y="16"/>
                  </a:lnTo>
                  <a:lnTo>
                    <a:pt x="11721" y="31"/>
                  </a:lnTo>
                  <a:lnTo>
                    <a:pt x="23426" y="16"/>
                  </a:lnTo>
                  <a:lnTo>
                    <a:pt x="117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9" name="Google Shape;5529;p63"/>
            <p:cNvSpPr/>
            <p:nvPr/>
          </p:nvSpPr>
          <p:spPr>
            <a:xfrm>
              <a:off x="1498225" y="2390900"/>
              <a:ext cx="585650" cy="1175"/>
            </a:xfrm>
            <a:custGeom>
              <a:avLst/>
              <a:gdLst/>
              <a:ahLst/>
              <a:cxnLst/>
              <a:rect l="l" t="t" r="r" b="b"/>
              <a:pathLst>
                <a:path w="23426" h="47" extrusionOk="0">
                  <a:moveTo>
                    <a:pt x="11721" y="1"/>
                  </a:moveTo>
                  <a:lnTo>
                    <a:pt x="1" y="16"/>
                  </a:lnTo>
                  <a:lnTo>
                    <a:pt x="11721" y="46"/>
                  </a:lnTo>
                  <a:lnTo>
                    <a:pt x="23426" y="16"/>
                  </a:lnTo>
                  <a:lnTo>
                    <a:pt x="117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0" name="Google Shape;5530;p63"/>
            <p:cNvSpPr/>
            <p:nvPr/>
          </p:nvSpPr>
          <p:spPr>
            <a:xfrm>
              <a:off x="1498225" y="2435925"/>
              <a:ext cx="585650" cy="1175"/>
            </a:xfrm>
            <a:custGeom>
              <a:avLst/>
              <a:gdLst/>
              <a:ahLst/>
              <a:cxnLst/>
              <a:rect l="l" t="t" r="r" b="b"/>
              <a:pathLst>
                <a:path w="23426" h="47" extrusionOk="0">
                  <a:moveTo>
                    <a:pt x="11721" y="0"/>
                  </a:moveTo>
                  <a:lnTo>
                    <a:pt x="1" y="16"/>
                  </a:lnTo>
                  <a:lnTo>
                    <a:pt x="11721" y="46"/>
                  </a:lnTo>
                  <a:lnTo>
                    <a:pt x="23426" y="16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1" name="Google Shape;5531;p63"/>
            <p:cNvSpPr/>
            <p:nvPr/>
          </p:nvSpPr>
          <p:spPr>
            <a:xfrm>
              <a:off x="1498225" y="2480950"/>
              <a:ext cx="585650" cy="1150"/>
            </a:xfrm>
            <a:custGeom>
              <a:avLst/>
              <a:gdLst/>
              <a:ahLst/>
              <a:cxnLst/>
              <a:rect l="l" t="t" r="r" b="b"/>
              <a:pathLst>
                <a:path w="23426" h="46" extrusionOk="0">
                  <a:moveTo>
                    <a:pt x="11721" y="0"/>
                  </a:moveTo>
                  <a:lnTo>
                    <a:pt x="1" y="15"/>
                  </a:lnTo>
                  <a:lnTo>
                    <a:pt x="11721" y="46"/>
                  </a:lnTo>
                  <a:lnTo>
                    <a:pt x="23426" y="15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2" name="Google Shape;5532;p63"/>
            <p:cNvSpPr/>
            <p:nvPr/>
          </p:nvSpPr>
          <p:spPr>
            <a:xfrm>
              <a:off x="1498225" y="2525950"/>
              <a:ext cx="585650" cy="1175"/>
            </a:xfrm>
            <a:custGeom>
              <a:avLst/>
              <a:gdLst/>
              <a:ahLst/>
              <a:cxnLst/>
              <a:rect l="l" t="t" r="r" b="b"/>
              <a:pathLst>
                <a:path w="23426" h="47" extrusionOk="0">
                  <a:moveTo>
                    <a:pt x="11721" y="1"/>
                  </a:moveTo>
                  <a:lnTo>
                    <a:pt x="1" y="16"/>
                  </a:lnTo>
                  <a:lnTo>
                    <a:pt x="11721" y="47"/>
                  </a:lnTo>
                  <a:lnTo>
                    <a:pt x="23426" y="16"/>
                  </a:lnTo>
                  <a:lnTo>
                    <a:pt x="117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3" name="Google Shape;5533;p63"/>
            <p:cNvSpPr/>
            <p:nvPr/>
          </p:nvSpPr>
          <p:spPr>
            <a:xfrm>
              <a:off x="1498225" y="2570975"/>
              <a:ext cx="585650" cy="1175"/>
            </a:xfrm>
            <a:custGeom>
              <a:avLst/>
              <a:gdLst/>
              <a:ahLst/>
              <a:cxnLst/>
              <a:rect l="l" t="t" r="r" b="b"/>
              <a:pathLst>
                <a:path w="23426" h="47" extrusionOk="0">
                  <a:moveTo>
                    <a:pt x="11721" y="1"/>
                  </a:moveTo>
                  <a:lnTo>
                    <a:pt x="1" y="16"/>
                  </a:lnTo>
                  <a:lnTo>
                    <a:pt x="11721" y="46"/>
                  </a:lnTo>
                  <a:lnTo>
                    <a:pt x="23426" y="16"/>
                  </a:lnTo>
                  <a:lnTo>
                    <a:pt x="117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4" name="Google Shape;5534;p63"/>
            <p:cNvSpPr/>
            <p:nvPr/>
          </p:nvSpPr>
          <p:spPr>
            <a:xfrm>
              <a:off x="1529525" y="2277600"/>
              <a:ext cx="112575" cy="2300"/>
            </a:xfrm>
            <a:custGeom>
              <a:avLst/>
              <a:gdLst/>
              <a:ahLst/>
              <a:cxnLst/>
              <a:rect l="l" t="t" r="r" b="b"/>
              <a:pathLst>
                <a:path w="4503" h="92" extrusionOk="0">
                  <a:moveTo>
                    <a:pt x="1130" y="0"/>
                  </a:moveTo>
                  <a:lnTo>
                    <a:pt x="565" y="16"/>
                  </a:lnTo>
                  <a:lnTo>
                    <a:pt x="0" y="46"/>
                  </a:lnTo>
                  <a:lnTo>
                    <a:pt x="565" y="61"/>
                  </a:lnTo>
                  <a:lnTo>
                    <a:pt x="1130" y="77"/>
                  </a:lnTo>
                  <a:lnTo>
                    <a:pt x="2244" y="92"/>
                  </a:lnTo>
                  <a:lnTo>
                    <a:pt x="3373" y="77"/>
                  </a:lnTo>
                  <a:lnTo>
                    <a:pt x="3937" y="61"/>
                  </a:lnTo>
                  <a:lnTo>
                    <a:pt x="4502" y="46"/>
                  </a:lnTo>
                  <a:lnTo>
                    <a:pt x="3937" y="16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5" name="Google Shape;5535;p63"/>
            <p:cNvSpPr/>
            <p:nvPr/>
          </p:nvSpPr>
          <p:spPr>
            <a:xfrm>
              <a:off x="1529525" y="2322625"/>
              <a:ext cx="85100" cy="2300"/>
            </a:xfrm>
            <a:custGeom>
              <a:avLst/>
              <a:gdLst/>
              <a:ahLst/>
              <a:cxnLst/>
              <a:rect l="l" t="t" r="r" b="b"/>
              <a:pathLst>
                <a:path w="3404" h="92" extrusionOk="0">
                  <a:moveTo>
                    <a:pt x="1709" y="0"/>
                  </a:moveTo>
                  <a:lnTo>
                    <a:pt x="855" y="15"/>
                  </a:lnTo>
                  <a:lnTo>
                    <a:pt x="428" y="15"/>
                  </a:lnTo>
                  <a:lnTo>
                    <a:pt x="0" y="46"/>
                  </a:lnTo>
                  <a:lnTo>
                    <a:pt x="855" y="92"/>
                  </a:lnTo>
                  <a:lnTo>
                    <a:pt x="1709" y="92"/>
                  </a:lnTo>
                  <a:lnTo>
                    <a:pt x="2549" y="76"/>
                  </a:lnTo>
                  <a:lnTo>
                    <a:pt x="2976" y="61"/>
                  </a:lnTo>
                  <a:lnTo>
                    <a:pt x="3403" y="46"/>
                  </a:lnTo>
                  <a:lnTo>
                    <a:pt x="2976" y="15"/>
                  </a:lnTo>
                  <a:lnTo>
                    <a:pt x="25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6" name="Google Shape;5536;p63"/>
            <p:cNvSpPr/>
            <p:nvPr/>
          </p:nvSpPr>
          <p:spPr>
            <a:xfrm>
              <a:off x="1529525" y="2367625"/>
              <a:ext cx="112575" cy="2325"/>
            </a:xfrm>
            <a:custGeom>
              <a:avLst/>
              <a:gdLst/>
              <a:ahLst/>
              <a:cxnLst/>
              <a:rect l="l" t="t" r="r" b="b"/>
              <a:pathLst>
                <a:path w="4503" h="93" extrusionOk="0">
                  <a:moveTo>
                    <a:pt x="2244" y="1"/>
                  </a:moveTo>
                  <a:lnTo>
                    <a:pt x="1130" y="16"/>
                  </a:lnTo>
                  <a:lnTo>
                    <a:pt x="565" y="31"/>
                  </a:lnTo>
                  <a:lnTo>
                    <a:pt x="0" y="47"/>
                  </a:lnTo>
                  <a:lnTo>
                    <a:pt x="1130" y="92"/>
                  </a:lnTo>
                  <a:lnTo>
                    <a:pt x="2244" y="92"/>
                  </a:lnTo>
                  <a:lnTo>
                    <a:pt x="3373" y="77"/>
                  </a:lnTo>
                  <a:lnTo>
                    <a:pt x="3937" y="77"/>
                  </a:lnTo>
                  <a:lnTo>
                    <a:pt x="4502" y="47"/>
                  </a:lnTo>
                  <a:lnTo>
                    <a:pt x="3937" y="16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7" name="Google Shape;5537;p63"/>
            <p:cNvSpPr/>
            <p:nvPr/>
          </p:nvSpPr>
          <p:spPr>
            <a:xfrm>
              <a:off x="1529525" y="2412650"/>
              <a:ext cx="92350" cy="2325"/>
            </a:xfrm>
            <a:custGeom>
              <a:avLst/>
              <a:gdLst/>
              <a:ahLst/>
              <a:cxnLst/>
              <a:rect l="l" t="t" r="r" b="b"/>
              <a:pathLst>
                <a:path w="3694" h="93" extrusionOk="0">
                  <a:moveTo>
                    <a:pt x="1847" y="0"/>
                  </a:moveTo>
                  <a:lnTo>
                    <a:pt x="931" y="16"/>
                  </a:lnTo>
                  <a:lnTo>
                    <a:pt x="473" y="31"/>
                  </a:lnTo>
                  <a:lnTo>
                    <a:pt x="0" y="46"/>
                  </a:lnTo>
                  <a:lnTo>
                    <a:pt x="931" y="92"/>
                  </a:lnTo>
                  <a:lnTo>
                    <a:pt x="1847" y="92"/>
                  </a:lnTo>
                  <a:lnTo>
                    <a:pt x="2778" y="77"/>
                  </a:lnTo>
                  <a:lnTo>
                    <a:pt x="3235" y="62"/>
                  </a:lnTo>
                  <a:lnTo>
                    <a:pt x="3693" y="46"/>
                  </a:lnTo>
                  <a:lnTo>
                    <a:pt x="3235" y="16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8" name="Google Shape;5538;p63"/>
            <p:cNvSpPr/>
            <p:nvPr/>
          </p:nvSpPr>
          <p:spPr>
            <a:xfrm>
              <a:off x="1529525" y="2457675"/>
              <a:ext cx="112575" cy="2300"/>
            </a:xfrm>
            <a:custGeom>
              <a:avLst/>
              <a:gdLst/>
              <a:ahLst/>
              <a:cxnLst/>
              <a:rect l="l" t="t" r="r" b="b"/>
              <a:pathLst>
                <a:path w="4503" h="92" extrusionOk="0">
                  <a:moveTo>
                    <a:pt x="2244" y="0"/>
                  </a:moveTo>
                  <a:lnTo>
                    <a:pt x="1130" y="15"/>
                  </a:lnTo>
                  <a:lnTo>
                    <a:pt x="565" y="31"/>
                  </a:lnTo>
                  <a:lnTo>
                    <a:pt x="0" y="46"/>
                  </a:lnTo>
                  <a:lnTo>
                    <a:pt x="1130" y="92"/>
                  </a:lnTo>
                  <a:lnTo>
                    <a:pt x="2244" y="92"/>
                  </a:lnTo>
                  <a:lnTo>
                    <a:pt x="3373" y="77"/>
                  </a:lnTo>
                  <a:lnTo>
                    <a:pt x="3937" y="77"/>
                  </a:lnTo>
                  <a:lnTo>
                    <a:pt x="4502" y="46"/>
                  </a:lnTo>
                  <a:lnTo>
                    <a:pt x="3937" y="15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9" name="Google Shape;5539;p63"/>
            <p:cNvSpPr/>
            <p:nvPr/>
          </p:nvSpPr>
          <p:spPr>
            <a:xfrm>
              <a:off x="1529525" y="2502675"/>
              <a:ext cx="112575" cy="2325"/>
            </a:xfrm>
            <a:custGeom>
              <a:avLst/>
              <a:gdLst/>
              <a:ahLst/>
              <a:cxnLst/>
              <a:rect l="l" t="t" r="r" b="b"/>
              <a:pathLst>
                <a:path w="4503" h="93" extrusionOk="0">
                  <a:moveTo>
                    <a:pt x="2244" y="1"/>
                  </a:moveTo>
                  <a:lnTo>
                    <a:pt x="1130" y="16"/>
                  </a:lnTo>
                  <a:lnTo>
                    <a:pt x="565" y="31"/>
                  </a:lnTo>
                  <a:lnTo>
                    <a:pt x="0" y="47"/>
                  </a:lnTo>
                  <a:lnTo>
                    <a:pt x="1130" y="92"/>
                  </a:lnTo>
                  <a:lnTo>
                    <a:pt x="2244" y="92"/>
                  </a:lnTo>
                  <a:lnTo>
                    <a:pt x="3373" y="77"/>
                  </a:lnTo>
                  <a:lnTo>
                    <a:pt x="3937" y="77"/>
                  </a:lnTo>
                  <a:lnTo>
                    <a:pt x="4502" y="47"/>
                  </a:lnTo>
                  <a:lnTo>
                    <a:pt x="3937" y="16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0" name="Google Shape;5540;p63"/>
            <p:cNvSpPr/>
            <p:nvPr/>
          </p:nvSpPr>
          <p:spPr>
            <a:xfrm>
              <a:off x="1529525" y="2547700"/>
              <a:ext cx="68300" cy="2325"/>
            </a:xfrm>
            <a:custGeom>
              <a:avLst/>
              <a:gdLst/>
              <a:ahLst/>
              <a:cxnLst/>
              <a:rect l="l" t="t" r="r" b="b"/>
              <a:pathLst>
                <a:path w="2732" h="93" extrusionOk="0">
                  <a:moveTo>
                    <a:pt x="1374" y="1"/>
                  </a:moveTo>
                  <a:lnTo>
                    <a:pt x="687" y="16"/>
                  </a:lnTo>
                  <a:lnTo>
                    <a:pt x="0" y="46"/>
                  </a:lnTo>
                  <a:lnTo>
                    <a:pt x="687" y="92"/>
                  </a:lnTo>
                  <a:lnTo>
                    <a:pt x="1374" y="92"/>
                  </a:lnTo>
                  <a:lnTo>
                    <a:pt x="2045" y="77"/>
                  </a:lnTo>
                  <a:lnTo>
                    <a:pt x="2396" y="77"/>
                  </a:lnTo>
                  <a:lnTo>
                    <a:pt x="2732" y="46"/>
                  </a:lnTo>
                  <a:lnTo>
                    <a:pt x="2045" y="16"/>
                  </a:lnTo>
                  <a:lnTo>
                    <a:pt x="13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1" name="Google Shape;5541;p63"/>
            <p:cNvSpPr/>
            <p:nvPr/>
          </p:nvSpPr>
          <p:spPr>
            <a:xfrm>
              <a:off x="1714925" y="2277600"/>
              <a:ext cx="84350" cy="2300"/>
            </a:xfrm>
            <a:custGeom>
              <a:avLst/>
              <a:gdLst/>
              <a:ahLst/>
              <a:cxnLst/>
              <a:rect l="l" t="t" r="r" b="b"/>
              <a:pathLst>
                <a:path w="3374" h="92" extrusionOk="0">
                  <a:moveTo>
                    <a:pt x="840" y="0"/>
                  </a:moveTo>
                  <a:lnTo>
                    <a:pt x="428" y="16"/>
                  </a:lnTo>
                  <a:lnTo>
                    <a:pt x="1" y="46"/>
                  </a:lnTo>
                  <a:lnTo>
                    <a:pt x="428" y="61"/>
                  </a:lnTo>
                  <a:lnTo>
                    <a:pt x="840" y="77"/>
                  </a:lnTo>
                  <a:lnTo>
                    <a:pt x="1695" y="92"/>
                  </a:lnTo>
                  <a:lnTo>
                    <a:pt x="2534" y="77"/>
                  </a:lnTo>
                  <a:lnTo>
                    <a:pt x="2946" y="61"/>
                  </a:lnTo>
                  <a:lnTo>
                    <a:pt x="3373" y="46"/>
                  </a:lnTo>
                  <a:lnTo>
                    <a:pt x="2946" y="16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2" name="Google Shape;5542;p63"/>
            <p:cNvSpPr/>
            <p:nvPr/>
          </p:nvSpPr>
          <p:spPr>
            <a:xfrm>
              <a:off x="1714925" y="2322625"/>
              <a:ext cx="84350" cy="2300"/>
            </a:xfrm>
            <a:custGeom>
              <a:avLst/>
              <a:gdLst/>
              <a:ahLst/>
              <a:cxnLst/>
              <a:rect l="l" t="t" r="r" b="b"/>
              <a:pathLst>
                <a:path w="3374" h="92" extrusionOk="0">
                  <a:moveTo>
                    <a:pt x="1695" y="0"/>
                  </a:moveTo>
                  <a:lnTo>
                    <a:pt x="840" y="15"/>
                  </a:lnTo>
                  <a:lnTo>
                    <a:pt x="428" y="15"/>
                  </a:lnTo>
                  <a:lnTo>
                    <a:pt x="1" y="46"/>
                  </a:lnTo>
                  <a:lnTo>
                    <a:pt x="840" y="92"/>
                  </a:lnTo>
                  <a:lnTo>
                    <a:pt x="1695" y="92"/>
                  </a:lnTo>
                  <a:lnTo>
                    <a:pt x="2534" y="76"/>
                  </a:lnTo>
                  <a:lnTo>
                    <a:pt x="2946" y="61"/>
                  </a:lnTo>
                  <a:lnTo>
                    <a:pt x="3373" y="46"/>
                  </a:lnTo>
                  <a:lnTo>
                    <a:pt x="2946" y="15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3" name="Google Shape;5543;p63"/>
            <p:cNvSpPr/>
            <p:nvPr/>
          </p:nvSpPr>
          <p:spPr>
            <a:xfrm>
              <a:off x="1714925" y="2367625"/>
              <a:ext cx="84350" cy="2325"/>
            </a:xfrm>
            <a:custGeom>
              <a:avLst/>
              <a:gdLst/>
              <a:ahLst/>
              <a:cxnLst/>
              <a:rect l="l" t="t" r="r" b="b"/>
              <a:pathLst>
                <a:path w="3374" h="93" extrusionOk="0">
                  <a:moveTo>
                    <a:pt x="1695" y="1"/>
                  </a:moveTo>
                  <a:lnTo>
                    <a:pt x="840" y="16"/>
                  </a:lnTo>
                  <a:lnTo>
                    <a:pt x="428" y="31"/>
                  </a:lnTo>
                  <a:lnTo>
                    <a:pt x="1" y="47"/>
                  </a:lnTo>
                  <a:lnTo>
                    <a:pt x="840" y="92"/>
                  </a:lnTo>
                  <a:lnTo>
                    <a:pt x="1695" y="92"/>
                  </a:lnTo>
                  <a:lnTo>
                    <a:pt x="2534" y="77"/>
                  </a:lnTo>
                  <a:lnTo>
                    <a:pt x="2946" y="77"/>
                  </a:lnTo>
                  <a:lnTo>
                    <a:pt x="3373" y="47"/>
                  </a:lnTo>
                  <a:lnTo>
                    <a:pt x="2946" y="16"/>
                  </a:lnTo>
                  <a:lnTo>
                    <a:pt x="25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4" name="Google Shape;5544;p63"/>
            <p:cNvSpPr/>
            <p:nvPr/>
          </p:nvSpPr>
          <p:spPr>
            <a:xfrm>
              <a:off x="1714925" y="2412650"/>
              <a:ext cx="84350" cy="2325"/>
            </a:xfrm>
            <a:custGeom>
              <a:avLst/>
              <a:gdLst/>
              <a:ahLst/>
              <a:cxnLst/>
              <a:rect l="l" t="t" r="r" b="b"/>
              <a:pathLst>
                <a:path w="3374" h="93" extrusionOk="0">
                  <a:moveTo>
                    <a:pt x="1695" y="0"/>
                  </a:moveTo>
                  <a:lnTo>
                    <a:pt x="840" y="16"/>
                  </a:lnTo>
                  <a:lnTo>
                    <a:pt x="428" y="31"/>
                  </a:lnTo>
                  <a:lnTo>
                    <a:pt x="1" y="46"/>
                  </a:lnTo>
                  <a:lnTo>
                    <a:pt x="840" y="92"/>
                  </a:lnTo>
                  <a:lnTo>
                    <a:pt x="1695" y="92"/>
                  </a:lnTo>
                  <a:lnTo>
                    <a:pt x="2534" y="77"/>
                  </a:lnTo>
                  <a:lnTo>
                    <a:pt x="2946" y="62"/>
                  </a:lnTo>
                  <a:lnTo>
                    <a:pt x="3373" y="46"/>
                  </a:lnTo>
                  <a:lnTo>
                    <a:pt x="2946" y="16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5" name="Google Shape;5545;p63"/>
            <p:cNvSpPr/>
            <p:nvPr/>
          </p:nvSpPr>
          <p:spPr>
            <a:xfrm>
              <a:off x="1714925" y="2457675"/>
              <a:ext cx="84350" cy="2300"/>
            </a:xfrm>
            <a:custGeom>
              <a:avLst/>
              <a:gdLst/>
              <a:ahLst/>
              <a:cxnLst/>
              <a:rect l="l" t="t" r="r" b="b"/>
              <a:pathLst>
                <a:path w="3374" h="92" extrusionOk="0">
                  <a:moveTo>
                    <a:pt x="1695" y="0"/>
                  </a:moveTo>
                  <a:lnTo>
                    <a:pt x="840" y="15"/>
                  </a:lnTo>
                  <a:lnTo>
                    <a:pt x="428" y="31"/>
                  </a:lnTo>
                  <a:lnTo>
                    <a:pt x="1" y="46"/>
                  </a:lnTo>
                  <a:lnTo>
                    <a:pt x="840" y="92"/>
                  </a:lnTo>
                  <a:lnTo>
                    <a:pt x="1695" y="92"/>
                  </a:lnTo>
                  <a:lnTo>
                    <a:pt x="2534" y="77"/>
                  </a:lnTo>
                  <a:lnTo>
                    <a:pt x="2946" y="77"/>
                  </a:lnTo>
                  <a:lnTo>
                    <a:pt x="3373" y="46"/>
                  </a:lnTo>
                  <a:lnTo>
                    <a:pt x="2946" y="15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6" name="Google Shape;5546;p63"/>
            <p:cNvSpPr/>
            <p:nvPr/>
          </p:nvSpPr>
          <p:spPr>
            <a:xfrm>
              <a:off x="1714925" y="2502675"/>
              <a:ext cx="84350" cy="2325"/>
            </a:xfrm>
            <a:custGeom>
              <a:avLst/>
              <a:gdLst/>
              <a:ahLst/>
              <a:cxnLst/>
              <a:rect l="l" t="t" r="r" b="b"/>
              <a:pathLst>
                <a:path w="3374" h="93" extrusionOk="0">
                  <a:moveTo>
                    <a:pt x="1695" y="1"/>
                  </a:moveTo>
                  <a:lnTo>
                    <a:pt x="840" y="16"/>
                  </a:lnTo>
                  <a:lnTo>
                    <a:pt x="428" y="31"/>
                  </a:lnTo>
                  <a:lnTo>
                    <a:pt x="1" y="47"/>
                  </a:lnTo>
                  <a:lnTo>
                    <a:pt x="840" y="92"/>
                  </a:lnTo>
                  <a:lnTo>
                    <a:pt x="1695" y="92"/>
                  </a:lnTo>
                  <a:lnTo>
                    <a:pt x="2534" y="77"/>
                  </a:lnTo>
                  <a:lnTo>
                    <a:pt x="2946" y="77"/>
                  </a:lnTo>
                  <a:lnTo>
                    <a:pt x="3373" y="47"/>
                  </a:lnTo>
                  <a:lnTo>
                    <a:pt x="2946" y="16"/>
                  </a:lnTo>
                  <a:lnTo>
                    <a:pt x="25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7" name="Google Shape;5547;p63"/>
            <p:cNvSpPr/>
            <p:nvPr/>
          </p:nvSpPr>
          <p:spPr>
            <a:xfrm>
              <a:off x="1714925" y="2547700"/>
              <a:ext cx="84350" cy="2325"/>
            </a:xfrm>
            <a:custGeom>
              <a:avLst/>
              <a:gdLst/>
              <a:ahLst/>
              <a:cxnLst/>
              <a:rect l="l" t="t" r="r" b="b"/>
              <a:pathLst>
                <a:path w="3374" h="93" extrusionOk="0">
                  <a:moveTo>
                    <a:pt x="1695" y="1"/>
                  </a:moveTo>
                  <a:lnTo>
                    <a:pt x="840" y="16"/>
                  </a:lnTo>
                  <a:lnTo>
                    <a:pt x="428" y="31"/>
                  </a:lnTo>
                  <a:lnTo>
                    <a:pt x="1" y="46"/>
                  </a:lnTo>
                  <a:lnTo>
                    <a:pt x="840" y="92"/>
                  </a:lnTo>
                  <a:lnTo>
                    <a:pt x="1695" y="92"/>
                  </a:lnTo>
                  <a:lnTo>
                    <a:pt x="2534" y="77"/>
                  </a:lnTo>
                  <a:lnTo>
                    <a:pt x="2946" y="77"/>
                  </a:lnTo>
                  <a:lnTo>
                    <a:pt x="3373" y="46"/>
                  </a:lnTo>
                  <a:lnTo>
                    <a:pt x="2946" y="16"/>
                  </a:lnTo>
                  <a:lnTo>
                    <a:pt x="25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8" name="Google Shape;5548;p63"/>
            <p:cNvSpPr/>
            <p:nvPr/>
          </p:nvSpPr>
          <p:spPr>
            <a:xfrm>
              <a:off x="1836625" y="2277600"/>
              <a:ext cx="84350" cy="2300"/>
            </a:xfrm>
            <a:custGeom>
              <a:avLst/>
              <a:gdLst/>
              <a:ahLst/>
              <a:cxnLst/>
              <a:rect l="l" t="t" r="r" b="b"/>
              <a:pathLst>
                <a:path w="3374" h="92" extrusionOk="0">
                  <a:moveTo>
                    <a:pt x="855" y="0"/>
                  </a:moveTo>
                  <a:lnTo>
                    <a:pt x="428" y="16"/>
                  </a:lnTo>
                  <a:lnTo>
                    <a:pt x="1" y="46"/>
                  </a:lnTo>
                  <a:lnTo>
                    <a:pt x="428" y="61"/>
                  </a:lnTo>
                  <a:lnTo>
                    <a:pt x="855" y="77"/>
                  </a:lnTo>
                  <a:lnTo>
                    <a:pt x="1695" y="92"/>
                  </a:lnTo>
                  <a:lnTo>
                    <a:pt x="2534" y="77"/>
                  </a:lnTo>
                  <a:lnTo>
                    <a:pt x="2961" y="61"/>
                  </a:lnTo>
                  <a:lnTo>
                    <a:pt x="3373" y="46"/>
                  </a:lnTo>
                  <a:lnTo>
                    <a:pt x="2961" y="16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9" name="Google Shape;5549;p63"/>
            <p:cNvSpPr/>
            <p:nvPr/>
          </p:nvSpPr>
          <p:spPr>
            <a:xfrm>
              <a:off x="1865625" y="2547700"/>
              <a:ext cx="27125" cy="2325"/>
            </a:xfrm>
            <a:custGeom>
              <a:avLst/>
              <a:gdLst/>
              <a:ahLst/>
              <a:cxnLst/>
              <a:rect l="l" t="t" r="r" b="b"/>
              <a:pathLst>
                <a:path w="1085" h="93" extrusionOk="0">
                  <a:moveTo>
                    <a:pt x="550" y="1"/>
                  </a:moveTo>
                  <a:lnTo>
                    <a:pt x="275" y="16"/>
                  </a:lnTo>
                  <a:lnTo>
                    <a:pt x="1" y="46"/>
                  </a:lnTo>
                  <a:lnTo>
                    <a:pt x="275" y="77"/>
                  </a:lnTo>
                  <a:lnTo>
                    <a:pt x="550" y="92"/>
                  </a:lnTo>
                  <a:lnTo>
                    <a:pt x="809" y="77"/>
                  </a:lnTo>
                  <a:lnTo>
                    <a:pt x="1084" y="46"/>
                  </a:lnTo>
                  <a:lnTo>
                    <a:pt x="809" y="16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0" name="Google Shape;5550;p63"/>
            <p:cNvSpPr/>
            <p:nvPr/>
          </p:nvSpPr>
          <p:spPr>
            <a:xfrm>
              <a:off x="1865625" y="2502675"/>
              <a:ext cx="27125" cy="2325"/>
            </a:xfrm>
            <a:custGeom>
              <a:avLst/>
              <a:gdLst/>
              <a:ahLst/>
              <a:cxnLst/>
              <a:rect l="l" t="t" r="r" b="b"/>
              <a:pathLst>
                <a:path w="1085" h="93" extrusionOk="0">
                  <a:moveTo>
                    <a:pt x="550" y="1"/>
                  </a:moveTo>
                  <a:lnTo>
                    <a:pt x="275" y="16"/>
                  </a:lnTo>
                  <a:lnTo>
                    <a:pt x="1" y="47"/>
                  </a:lnTo>
                  <a:lnTo>
                    <a:pt x="275" y="77"/>
                  </a:lnTo>
                  <a:lnTo>
                    <a:pt x="550" y="92"/>
                  </a:lnTo>
                  <a:lnTo>
                    <a:pt x="809" y="77"/>
                  </a:lnTo>
                  <a:lnTo>
                    <a:pt x="1084" y="47"/>
                  </a:lnTo>
                  <a:lnTo>
                    <a:pt x="809" y="16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1" name="Google Shape;5551;p63"/>
            <p:cNvSpPr/>
            <p:nvPr/>
          </p:nvSpPr>
          <p:spPr>
            <a:xfrm>
              <a:off x="1865625" y="2457675"/>
              <a:ext cx="27125" cy="2300"/>
            </a:xfrm>
            <a:custGeom>
              <a:avLst/>
              <a:gdLst/>
              <a:ahLst/>
              <a:cxnLst/>
              <a:rect l="l" t="t" r="r" b="b"/>
              <a:pathLst>
                <a:path w="1085" h="92" extrusionOk="0">
                  <a:moveTo>
                    <a:pt x="550" y="0"/>
                  </a:moveTo>
                  <a:lnTo>
                    <a:pt x="275" y="15"/>
                  </a:lnTo>
                  <a:lnTo>
                    <a:pt x="1" y="46"/>
                  </a:lnTo>
                  <a:lnTo>
                    <a:pt x="16" y="46"/>
                  </a:lnTo>
                  <a:lnTo>
                    <a:pt x="275" y="77"/>
                  </a:lnTo>
                  <a:lnTo>
                    <a:pt x="550" y="92"/>
                  </a:lnTo>
                  <a:lnTo>
                    <a:pt x="825" y="77"/>
                  </a:lnTo>
                  <a:lnTo>
                    <a:pt x="1084" y="46"/>
                  </a:lnTo>
                  <a:lnTo>
                    <a:pt x="825" y="15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2" name="Google Shape;5552;p63"/>
            <p:cNvSpPr/>
            <p:nvPr/>
          </p:nvSpPr>
          <p:spPr>
            <a:xfrm>
              <a:off x="1865625" y="2412650"/>
              <a:ext cx="27125" cy="2325"/>
            </a:xfrm>
            <a:custGeom>
              <a:avLst/>
              <a:gdLst/>
              <a:ahLst/>
              <a:cxnLst/>
              <a:rect l="l" t="t" r="r" b="b"/>
              <a:pathLst>
                <a:path w="1085" h="93" extrusionOk="0">
                  <a:moveTo>
                    <a:pt x="550" y="0"/>
                  </a:moveTo>
                  <a:lnTo>
                    <a:pt x="275" y="16"/>
                  </a:lnTo>
                  <a:lnTo>
                    <a:pt x="1" y="46"/>
                  </a:lnTo>
                  <a:lnTo>
                    <a:pt x="275" y="77"/>
                  </a:lnTo>
                  <a:lnTo>
                    <a:pt x="550" y="92"/>
                  </a:lnTo>
                  <a:lnTo>
                    <a:pt x="809" y="77"/>
                  </a:lnTo>
                  <a:lnTo>
                    <a:pt x="1084" y="46"/>
                  </a:lnTo>
                  <a:lnTo>
                    <a:pt x="809" y="16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3" name="Google Shape;5553;p63"/>
            <p:cNvSpPr/>
            <p:nvPr/>
          </p:nvSpPr>
          <p:spPr>
            <a:xfrm>
              <a:off x="1865625" y="2367625"/>
              <a:ext cx="27125" cy="2325"/>
            </a:xfrm>
            <a:custGeom>
              <a:avLst/>
              <a:gdLst/>
              <a:ahLst/>
              <a:cxnLst/>
              <a:rect l="l" t="t" r="r" b="b"/>
              <a:pathLst>
                <a:path w="1085" h="93" extrusionOk="0">
                  <a:moveTo>
                    <a:pt x="550" y="1"/>
                  </a:moveTo>
                  <a:lnTo>
                    <a:pt x="275" y="16"/>
                  </a:lnTo>
                  <a:lnTo>
                    <a:pt x="1" y="47"/>
                  </a:lnTo>
                  <a:lnTo>
                    <a:pt x="275" y="77"/>
                  </a:lnTo>
                  <a:lnTo>
                    <a:pt x="550" y="92"/>
                  </a:lnTo>
                  <a:lnTo>
                    <a:pt x="809" y="77"/>
                  </a:lnTo>
                  <a:lnTo>
                    <a:pt x="1084" y="47"/>
                  </a:lnTo>
                  <a:lnTo>
                    <a:pt x="809" y="16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4" name="Google Shape;5554;p63"/>
            <p:cNvSpPr/>
            <p:nvPr/>
          </p:nvSpPr>
          <p:spPr>
            <a:xfrm>
              <a:off x="1865625" y="2322625"/>
              <a:ext cx="27125" cy="2300"/>
            </a:xfrm>
            <a:custGeom>
              <a:avLst/>
              <a:gdLst/>
              <a:ahLst/>
              <a:cxnLst/>
              <a:rect l="l" t="t" r="r" b="b"/>
              <a:pathLst>
                <a:path w="1085" h="92" extrusionOk="0">
                  <a:moveTo>
                    <a:pt x="550" y="0"/>
                  </a:moveTo>
                  <a:lnTo>
                    <a:pt x="275" y="15"/>
                  </a:lnTo>
                  <a:lnTo>
                    <a:pt x="1" y="46"/>
                  </a:lnTo>
                  <a:lnTo>
                    <a:pt x="275" y="76"/>
                  </a:lnTo>
                  <a:lnTo>
                    <a:pt x="550" y="92"/>
                  </a:lnTo>
                  <a:lnTo>
                    <a:pt x="825" y="76"/>
                  </a:lnTo>
                  <a:lnTo>
                    <a:pt x="1084" y="46"/>
                  </a:lnTo>
                  <a:lnTo>
                    <a:pt x="825" y="15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5" name="Google Shape;5555;p63"/>
            <p:cNvSpPr/>
            <p:nvPr/>
          </p:nvSpPr>
          <p:spPr>
            <a:xfrm>
              <a:off x="1873650" y="2592725"/>
              <a:ext cx="47325" cy="2300"/>
            </a:xfrm>
            <a:custGeom>
              <a:avLst/>
              <a:gdLst/>
              <a:ahLst/>
              <a:cxnLst/>
              <a:rect l="l" t="t" r="r" b="b"/>
              <a:pathLst>
                <a:path w="1893" h="92" extrusionOk="0">
                  <a:moveTo>
                    <a:pt x="946" y="0"/>
                  </a:moveTo>
                  <a:lnTo>
                    <a:pt x="473" y="16"/>
                  </a:lnTo>
                  <a:lnTo>
                    <a:pt x="0" y="46"/>
                  </a:lnTo>
                  <a:lnTo>
                    <a:pt x="473" y="77"/>
                  </a:lnTo>
                  <a:lnTo>
                    <a:pt x="946" y="92"/>
                  </a:lnTo>
                  <a:lnTo>
                    <a:pt x="1419" y="77"/>
                  </a:lnTo>
                  <a:lnTo>
                    <a:pt x="1892" y="46"/>
                  </a:lnTo>
                  <a:lnTo>
                    <a:pt x="1419" y="16"/>
                  </a:lnTo>
                  <a:lnTo>
                    <a:pt x="9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6" name="Google Shape;5556;p63"/>
            <p:cNvSpPr/>
            <p:nvPr/>
          </p:nvSpPr>
          <p:spPr>
            <a:xfrm>
              <a:off x="1958725" y="2277600"/>
              <a:ext cx="84325" cy="2300"/>
            </a:xfrm>
            <a:custGeom>
              <a:avLst/>
              <a:gdLst/>
              <a:ahLst/>
              <a:cxnLst/>
              <a:rect l="l" t="t" r="r" b="b"/>
              <a:pathLst>
                <a:path w="3373" h="92" extrusionOk="0">
                  <a:moveTo>
                    <a:pt x="839" y="0"/>
                  </a:moveTo>
                  <a:lnTo>
                    <a:pt x="427" y="16"/>
                  </a:lnTo>
                  <a:lnTo>
                    <a:pt x="0" y="46"/>
                  </a:lnTo>
                  <a:lnTo>
                    <a:pt x="427" y="61"/>
                  </a:lnTo>
                  <a:lnTo>
                    <a:pt x="839" y="77"/>
                  </a:lnTo>
                  <a:lnTo>
                    <a:pt x="1679" y="92"/>
                  </a:lnTo>
                  <a:lnTo>
                    <a:pt x="2533" y="77"/>
                  </a:lnTo>
                  <a:lnTo>
                    <a:pt x="2945" y="61"/>
                  </a:lnTo>
                  <a:lnTo>
                    <a:pt x="3373" y="46"/>
                  </a:lnTo>
                  <a:lnTo>
                    <a:pt x="2945" y="16"/>
                  </a:lnTo>
                  <a:lnTo>
                    <a:pt x="25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7" name="Google Shape;5557;p63"/>
            <p:cNvSpPr/>
            <p:nvPr/>
          </p:nvSpPr>
          <p:spPr>
            <a:xfrm>
              <a:off x="1958725" y="2322625"/>
              <a:ext cx="84325" cy="2300"/>
            </a:xfrm>
            <a:custGeom>
              <a:avLst/>
              <a:gdLst/>
              <a:ahLst/>
              <a:cxnLst/>
              <a:rect l="l" t="t" r="r" b="b"/>
              <a:pathLst>
                <a:path w="3373" h="92" extrusionOk="0">
                  <a:moveTo>
                    <a:pt x="1679" y="0"/>
                  </a:moveTo>
                  <a:lnTo>
                    <a:pt x="839" y="15"/>
                  </a:lnTo>
                  <a:lnTo>
                    <a:pt x="427" y="15"/>
                  </a:lnTo>
                  <a:lnTo>
                    <a:pt x="0" y="46"/>
                  </a:lnTo>
                  <a:lnTo>
                    <a:pt x="839" y="92"/>
                  </a:lnTo>
                  <a:lnTo>
                    <a:pt x="1679" y="92"/>
                  </a:lnTo>
                  <a:lnTo>
                    <a:pt x="2533" y="76"/>
                  </a:lnTo>
                  <a:lnTo>
                    <a:pt x="2945" y="61"/>
                  </a:lnTo>
                  <a:lnTo>
                    <a:pt x="3373" y="46"/>
                  </a:lnTo>
                  <a:lnTo>
                    <a:pt x="2945" y="15"/>
                  </a:lnTo>
                  <a:lnTo>
                    <a:pt x="25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8" name="Google Shape;5558;p63"/>
            <p:cNvSpPr/>
            <p:nvPr/>
          </p:nvSpPr>
          <p:spPr>
            <a:xfrm>
              <a:off x="1958725" y="2367625"/>
              <a:ext cx="84325" cy="2325"/>
            </a:xfrm>
            <a:custGeom>
              <a:avLst/>
              <a:gdLst/>
              <a:ahLst/>
              <a:cxnLst/>
              <a:rect l="l" t="t" r="r" b="b"/>
              <a:pathLst>
                <a:path w="3373" h="93" extrusionOk="0">
                  <a:moveTo>
                    <a:pt x="1679" y="1"/>
                  </a:moveTo>
                  <a:lnTo>
                    <a:pt x="839" y="16"/>
                  </a:lnTo>
                  <a:lnTo>
                    <a:pt x="427" y="31"/>
                  </a:lnTo>
                  <a:lnTo>
                    <a:pt x="0" y="47"/>
                  </a:lnTo>
                  <a:lnTo>
                    <a:pt x="839" y="92"/>
                  </a:lnTo>
                  <a:lnTo>
                    <a:pt x="1679" y="92"/>
                  </a:lnTo>
                  <a:lnTo>
                    <a:pt x="2533" y="77"/>
                  </a:lnTo>
                  <a:lnTo>
                    <a:pt x="2945" y="77"/>
                  </a:lnTo>
                  <a:lnTo>
                    <a:pt x="3373" y="47"/>
                  </a:lnTo>
                  <a:lnTo>
                    <a:pt x="2945" y="16"/>
                  </a:lnTo>
                  <a:lnTo>
                    <a:pt x="25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9" name="Google Shape;5559;p63"/>
            <p:cNvSpPr/>
            <p:nvPr/>
          </p:nvSpPr>
          <p:spPr>
            <a:xfrm>
              <a:off x="1958725" y="2412650"/>
              <a:ext cx="84325" cy="2325"/>
            </a:xfrm>
            <a:custGeom>
              <a:avLst/>
              <a:gdLst/>
              <a:ahLst/>
              <a:cxnLst/>
              <a:rect l="l" t="t" r="r" b="b"/>
              <a:pathLst>
                <a:path w="3373" h="93" extrusionOk="0">
                  <a:moveTo>
                    <a:pt x="1679" y="0"/>
                  </a:moveTo>
                  <a:lnTo>
                    <a:pt x="839" y="16"/>
                  </a:lnTo>
                  <a:lnTo>
                    <a:pt x="427" y="31"/>
                  </a:lnTo>
                  <a:lnTo>
                    <a:pt x="0" y="46"/>
                  </a:lnTo>
                  <a:lnTo>
                    <a:pt x="839" y="92"/>
                  </a:lnTo>
                  <a:lnTo>
                    <a:pt x="1679" y="92"/>
                  </a:lnTo>
                  <a:lnTo>
                    <a:pt x="2533" y="77"/>
                  </a:lnTo>
                  <a:lnTo>
                    <a:pt x="2945" y="62"/>
                  </a:lnTo>
                  <a:lnTo>
                    <a:pt x="3373" y="46"/>
                  </a:lnTo>
                  <a:lnTo>
                    <a:pt x="2945" y="16"/>
                  </a:lnTo>
                  <a:lnTo>
                    <a:pt x="25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0" name="Google Shape;5560;p63"/>
            <p:cNvSpPr/>
            <p:nvPr/>
          </p:nvSpPr>
          <p:spPr>
            <a:xfrm>
              <a:off x="1958725" y="2457675"/>
              <a:ext cx="84325" cy="2300"/>
            </a:xfrm>
            <a:custGeom>
              <a:avLst/>
              <a:gdLst/>
              <a:ahLst/>
              <a:cxnLst/>
              <a:rect l="l" t="t" r="r" b="b"/>
              <a:pathLst>
                <a:path w="3373" h="92" extrusionOk="0">
                  <a:moveTo>
                    <a:pt x="1679" y="0"/>
                  </a:moveTo>
                  <a:lnTo>
                    <a:pt x="839" y="15"/>
                  </a:lnTo>
                  <a:lnTo>
                    <a:pt x="427" y="31"/>
                  </a:lnTo>
                  <a:lnTo>
                    <a:pt x="0" y="46"/>
                  </a:lnTo>
                  <a:lnTo>
                    <a:pt x="839" y="92"/>
                  </a:lnTo>
                  <a:lnTo>
                    <a:pt x="1679" y="92"/>
                  </a:lnTo>
                  <a:lnTo>
                    <a:pt x="2533" y="77"/>
                  </a:lnTo>
                  <a:lnTo>
                    <a:pt x="2945" y="77"/>
                  </a:lnTo>
                  <a:lnTo>
                    <a:pt x="3373" y="46"/>
                  </a:lnTo>
                  <a:lnTo>
                    <a:pt x="2945" y="15"/>
                  </a:lnTo>
                  <a:lnTo>
                    <a:pt x="25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1" name="Google Shape;5561;p63"/>
            <p:cNvSpPr/>
            <p:nvPr/>
          </p:nvSpPr>
          <p:spPr>
            <a:xfrm>
              <a:off x="1958725" y="2502675"/>
              <a:ext cx="84325" cy="2325"/>
            </a:xfrm>
            <a:custGeom>
              <a:avLst/>
              <a:gdLst/>
              <a:ahLst/>
              <a:cxnLst/>
              <a:rect l="l" t="t" r="r" b="b"/>
              <a:pathLst>
                <a:path w="3373" h="93" extrusionOk="0">
                  <a:moveTo>
                    <a:pt x="1679" y="1"/>
                  </a:moveTo>
                  <a:lnTo>
                    <a:pt x="839" y="16"/>
                  </a:lnTo>
                  <a:lnTo>
                    <a:pt x="427" y="31"/>
                  </a:lnTo>
                  <a:lnTo>
                    <a:pt x="0" y="47"/>
                  </a:lnTo>
                  <a:lnTo>
                    <a:pt x="839" y="92"/>
                  </a:lnTo>
                  <a:lnTo>
                    <a:pt x="1679" y="92"/>
                  </a:lnTo>
                  <a:lnTo>
                    <a:pt x="2533" y="77"/>
                  </a:lnTo>
                  <a:lnTo>
                    <a:pt x="2945" y="77"/>
                  </a:lnTo>
                  <a:lnTo>
                    <a:pt x="3373" y="47"/>
                  </a:lnTo>
                  <a:lnTo>
                    <a:pt x="2945" y="16"/>
                  </a:lnTo>
                  <a:lnTo>
                    <a:pt x="25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2" name="Google Shape;5562;p63"/>
            <p:cNvSpPr/>
            <p:nvPr/>
          </p:nvSpPr>
          <p:spPr>
            <a:xfrm>
              <a:off x="1958725" y="2547700"/>
              <a:ext cx="84325" cy="2325"/>
            </a:xfrm>
            <a:custGeom>
              <a:avLst/>
              <a:gdLst/>
              <a:ahLst/>
              <a:cxnLst/>
              <a:rect l="l" t="t" r="r" b="b"/>
              <a:pathLst>
                <a:path w="3373" h="93" extrusionOk="0">
                  <a:moveTo>
                    <a:pt x="1679" y="1"/>
                  </a:moveTo>
                  <a:lnTo>
                    <a:pt x="839" y="16"/>
                  </a:lnTo>
                  <a:lnTo>
                    <a:pt x="427" y="31"/>
                  </a:lnTo>
                  <a:lnTo>
                    <a:pt x="0" y="46"/>
                  </a:lnTo>
                  <a:lnTo>
                    <a:pt x="839" y="92"/>
                  </a:lnTo>
                  <a:lnTo>
                    <a:pt x="1679" y="92"/>
                  </a:lnTo>
                  <a:lnTo>
                    <a:pt x="2533" y="77"/>
                  </a:lnTo>
                  <a:lnTo>
                    <a:pt x="2945" y="77"/>
                  </a:lnTo>
                  <a:lnTo>
                    <a:pt x="3373" y="46"/>
                  </a:lnTo>
                  <a:lnTo>
                    <a:pt x="2945" y="16"/>
                  </a:lnTo>
                  <a:lnTo>
                    <a:pt x="25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3" name="Google Shape;5563;p63"/>
            <p:cNvSpPr/>
            <p:nvPr/>
          </p:nvSpPr>
          <p:spPr>
            <a:xfrm>
              <a:off x="1958725" y="2592725"/>
              <a:ext cx="84325" cy="2300"/>
            </a:xfrm>
            <a:custGeom>
              <a:avLst/>
              <a:gdLst/>
              <a:ahLst/>
              <a:cxnLst/>
              <a:rect l="l" t="t" r="r" b="b"/>
              <a:pathLst>
                <a:path w="3373" h="92" extrusionOk="0">
                  <a:moveTo>
                    <a:pt x="1679" y="0"/>
                  </a:moveTo>
                  <a:lnTo>
                    <a:pt x="839" y="16"/>
                  </a:lnTo>
                  <a:lnTo>
                    <a:pt x="427" y="31"/>
                  </a:lnTo>
                  <a:lnTo>
                    <a:pt x="0" y="46"/>
                  </a:lnTo>
                  <a:lnTo>
                    <a:pt x="839" y="92"/>
                  </a:lnTo>
                  <a:lnTo>
                    <a:pt x="2533" y="92"/>
                  </a:lnTo>
                  <a:lnTo>
                    <a:pt x="2945" y="77"/>
                  </a:lnTo>
                  <a:lnTo>
                    <a:pt x="3373" y="46"/>
                  </a:lnTo>
                  <a:lnTo>
                    <a:pt x="2945" y="16"/>
                  </a:lnTo>
                  <a:lnTo>
                    <a:pt x="25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4" name="Google Shape;5564;p63"/>
            <p:cNvSpPr/>
            <p:nvPr/>
          </p:nvSpPr>
          <p:spPr>
            <a:xfrm>
              <a:off x="1498225" y="2062050"/>
              <a:ext cx="208725" cy="4600"/>
            </a:xfrm>
            <a:custGeom>
              <a:avLst/>
              <a:gdLst/>
              <a:ahLst/>
              <a:cxnLst/>
              <a:rect l="l" t="t" r="r" b="b"/>
              <a:pathLst>
                <a:path w="8349" h="184" extrusionOk="0">
                  <a:moveTo>
                    <a:pt x="4182" y="0"/>
                  </a:moveTo>
                  <a:lnTo>
                    <a:pt x="3129" y="16"/>
                  </a:lnTo>
                  <a:lnTo>
                    <a:pt x="2092" y="31"/>
                  </a:lnTo>
                  <a:lnTo>
                    <a:pt x="1054" y="61"/>
                  </a:lnTo>
                  <a:lnTo>
                    <a:pt x="1" y="92"/>
                  </a:lnTo>
                  <a:lnTo>
                    <a:pt x="1054" y="138"/>
                  </a:lnTo>
                  <a:lnTo>
                    <a:pt x="2092" y="168"/>
                  </a:lnTo>
                  <a:lnTo>
                    <a:pt x="3129" y="183"/>
                  </a:lnTo>
                  <a:lnTo>
                    <a:pt x="5220" y="183"/>
                  </a:lnTo>
                  <a:lnTo>
                    <a:pt x="6258" y="168"/>
                  </a:lnTo>
                  <a:lnTo>
                    <a:pt x="7311" y="138"/>
                  </a:lnTo>
                  <a:lnTo>
                    <a:pt x="7829" y="122"/>
                  </a:lnTo>
                  <a:lnTo>
                    <a:pt x="8348" y="92"/>
                  </a:lnTo>
                  <a:lnTo>
                    <a:pt x="7311" y="61"/>
                  </a:lnTo>
                  <a:lnTo>
                    <a:pt x="6258" y="31"/>
                  </a:lnTo>
                  <a:lnTo>
                    <a:pt x="5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5" name="Google Shape;5565;p63"/>
            <p:cNvSpPr/>
            <p:nvPr/>
          </p:nvSpPr>
          <p:spPr>
            <a:xfrm>
              <a:off x="1498225" y="2039925"/>
              <a:ext cx="236950" cy="4600"/>
            </a:xfrm>
            <a:custGeom>
              <a:avLst/>
              <a:gdLst/>
              <a:ahLst/>
              <a:cxnLst/>
              <a:rect l="l" t="t" r="r" b="b"/>
              <a:pathLst>
                <a:path w="9478" h="184" extrusionOk="0">
                  <a:moveTo>
                    <a:pt x="4747" y="0"/>
                  </a:moveTo>
                  <a:lnTo>
                    <a:pt x="3557" y="15"/>
                  </a:lnTo>
                  <a:lnTo>
                    <a:pt x="2366" y="31"/>
                  </a:lnTo>
                  <a:lnTo>
                    <a:pt x="1191" y="61"/>
                  </a:lnTo>
                  <a:lnTo>
                    <a:pt x="1" y="92"/>
                  </a:lnTo>
                  <a:lnTo>
                    <a:pt x="1191" y="138"/>
                  </a:lnTo>
                  <a:lnTo>
                    <a:pt x="2366" y="168"/>
                  </a:lnTo>
                  <a:lnTo>
                    <a:pt x="3557" y="183"/>
                  </a:lnTo>
                  <a:lnTo>
                    <a:pt x="5922" y="183"/>
                  </a:lnTo>
                  <a:lnTo>
                    <a:pt x="7112" y="168"/>
                  </a:lnTo>
                  <a:lnTo>
                    <a:pt x="8287" y="138"/>
                  </a:lnTo>
                  <a:lnTo>
                    <a:pt x="9478" y="92"/>
                  </a:lnTo>
                  <a:lnTo>
                    <a:pt x="8882" y="76"/>
                  </a:lnTo>
                  <a:lnTo>
                    <a:pt x="8287" y="46"/>
                  </a:lnTo>
                  <a:lnTo>
                    <a:pt x="7112" y="31"/>
                  </a:lnTo>
                  <a:lnTo>
                    <a:pt x="59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6" name="Google Shape;5566;p63"/>
            <p:cNvSpPr/>
            <p:nvPr/>
          </p:nvSpPr>
          <p:spPr>
            <a:xfrm>
              <a:off x="1498225" y="2174975"/>
              <a:ext cx="193850" cy="3450"/>
            </a:xfrm>
            <a:custGeom>
              <a:avLst/>
              <a:gdLst/>
              <a:ahLst/>
              <a:cxnLst/>
              <a:rect l="l" t="t" r="r" b="b"/>
              <a:pathLst>
                <a:path w="7754" h="138" extrusionOk="0">
                  <a:moveTo>
                    <a:pt x="3877" y="0"/>
                  </a:moveTo>
                  <a:lnTo>
                    <a:pt x="2916" y="16"/>
                  </a:lnTo>
                  <a:lnTo>
                    <a:pt x="1939" y="16"/>
                  </a:lnTo>
                  <a:lnTo>
                    <a:pt x="978" y="31"/>
                  </a:lnTo>
                  <a:lnTo>
                    <a:pt x="1" y="77"/>
                  </a:lnTo>
                  <a:lnTo>
                    <a:pt x="978" y="107"/>
                  </a:lnTo>
                  <a:lnTo>
                    <a:pt x="1939" y="122"/>
                  </a:lnTo>
                  <a:lnTo>
                    <a:pt x="2916" y="138"/>
                  </a:lnTo>
                  <a:lnTo>
                    <a:pt x="3877" y="138"/>
                  </a:lnTo>
                  <a:lnTo>
                    <a:pt x="4854" y="122"/>
                  </a:lnTo>
                  <a:lnTo>
                    <a:pt x="5815" y="122"/>
                  </a:lnTo>
                  <a:lnTo>
                    <a:pt x="6792" y="107"/>
                  </a:lnTo>
                  <a:lnTo>
                    <a:pt x="7753" y="77"/>
                  </a:lnTo>
                  <a:lnTo>
                    <a:pt x="6792" y="46"/>
                  </a:lnTo>
                  <a:lnTo>
                    <a:pt x="5815" y="16"/>
                  </a:lnTo>
                  <a:lnTo>
                    <a:pt x="48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7" name="Google Shape;5567;p63"/>
            <p:cNvSpPr/>
            <p:nvPr/>
          </p:nvSpPr>
          <p:spPr>
            <a:xfrm>
              <a:off x="1498225" y="2194050"/>
              <a:ext cx="121725" cy="3450"/>
            </a:xfrm>
            <a:custGeom>
              <a:avLst/>
              <a:gdLst/>
              <a:ahLst/>
              <a:cxnLst/>
              <a:rect l="l" t="t" r="r" b="b"/>
              <a:pathLst>
                <a:path w="4869" h="138" extrusionOk="0">
                  <a:moveTo>
                    <a:pt x="2443" y="0"/>
                  </a:moveTo>
                  <a:lnTo>
                    <a:pt x="1832" y="16"/>
                  </a:lnTo>
                  <a:lnTo>
                    <a:pt x="1222" y="16"/>
                  </a:lnTo>
                  <a:lnTo>
                    <a:pt x="611" y="46"/>
                  </a:lnTo>
                  <a:lnTo>
                    <a:pt x="1" y="77"/>
                  </a:lnTo>
                  <a:lnTo>
                    <a:pt x="611" y="107"/>
                  </a:lnTo>
                  <a:lnTo>
                    <a:pt x="1222" y="122"/>
                  </a:lnTo>
                  <a:lnTo>
                    <a:pt x="1832" y="138"/>
                  </a:lnTo>
                  <a:lnTo>
                    <a:pt x="2443" y="138"/>
                  </a:lnTo>
                  <a:lnTo>
                    <a:pt x="3648" y="122"/>
                  </a:lnTo>
                  <a:lnTo>
                    <a:pt x="4259" y="107"/>
                  </a:lnTo>
                  <a:lnTo>
                    <a:pt x="4869" y="77"/>
                  </a:lnTo>
                  <a:lnTo>
                    <a:pt x="4259" y="46"/>
                  </a:lnTo>
                  <a:lnTo>
                    <a:pt x="3648" y="16"/>
                  </a:lnTo>
                  <a:lnTo>
                    <a:pt x="30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8" name="Google Shape;5568;p63"/>
            <p:cNvSpPr/>
            <p:nvPr/>
          </p:nvSpPr>
          <p:spPr>
            <a:xfrm>
              <a:off x="1498225" y="2213500"/>
              <a:ext cx="169425" cy="3450"/>
            </a:xfrm>
            <a:custGeom>
              <a:avLst/>
              <a:gdLst/>
              <a:ahLst/>
              <a:cxnLst/>
              <a:rect l="l" t="t" r="r" b="b"/>
              <a:pathLst>
                <a:path w="6777" h="138" extrusionOk="0">
                  <a:moveTo>
                    <a:pt x="3389" y="1"/>
                  </a:moveTo>
                  <a:lnTo>
                    <a:pt x="1695" y="16"/>
                  </a:lnTo>
                  <a:lnTo>
                    <a:pt x="856" y="31"/>
                  </a:lnTo>
                  <a:lnTo>
                    <a:pt x="1" y="62"/>
                  </a:lnTo>
                  <a:lnTo>
                    <a:pt x="856" y="92"/>
                  </a:lnTo>
                  <a:lnTo>
                    <a:pt x="1695" y="123"/>
                  </a:lnTo>
                  <a:lnTo>
                    <a:pt x="2549" y="138"/>
                  </a:lnTo>
                  <a:lnTo>
                    <a:pt x="3389" y="138"/>
                  </a:lnTo>
                  <a:lnTo>
                    <a:pt x="5083" y="123"/>
                  </a:lnTo>
                  <a:lnTo>
                    <a:pt x="5922" y="92"/>
                  </a:lnTo>
                  <a:lnTo>
                    <a:pt x="6777" y="62"/>
                  </a:lnTo>
                  <a:lnTo>
                    <a:pt x="5922" y="31"/>
                  </a:lnTo>
                  <a:lnTo>
                    <a:pt x="5083" y="16"/>
                  </a:lnTo>
                  <a:lnTo>
                    <a:pt x="42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9" name="Google Shape;5569;p63"/>
            <p:cNvSpPr/>
            <p:nvPr/>
          </p:nvSpPr>
          <p:spPr>
            <a:xfrm>
              <a:off x="1498225" y="2649575"/>
              <a:ext cx="124800" cy="3450"/>
            </a:xfrm>
            <a:custGeom>
              <a:avLst/>
              <a:gdLst/>
              <a:ahLst/>
              <a:cxnLst/>
              <a:rect l="l" t="t" r="r" b="b"/>
              <a:pathLst>
                <a:path w="4992" h="138" extrusionOk="0">
                  <a:moveTo>
                    <a:pt x="2488" y="0"/>
                  </a:moveTo>
                  <a:lnTo>
                    <a:pt x="1252" y="15"/>
                  </a:lnTo>
                  <a:lnTo>
                    <a:pt x="627" y="31"/>
                  </a:lnTo>
                  <a:lnTo>
                    <a:pt x="1" y="61"/>
                  </a:lnTo>
                  <a:lnTo>
                    <a:pt x="321" y="92"/>
                  </a:lnTo>
                  <a:lnTo>
                    <a:pt x="627" y="107"/>
                  </a:lnTo>
                  <a:lnTo>
                    <a:pt x="1252" y="122"/>
                  </a:lnTo>
                  <a:lnTo>
                    <a:pt x="1878" y="137"/>
                  </a:lnTo>
                  <a:lnTo>
                    <a:pt x="2488" y="137"/>
                  </a:lnTo>
                  <a:lnTo>
                    <a:pt x="3740" y="122"/>
                  </a:lnTo>
                  <a:lnTo>
                    <a:pt x="4365" y="107"/>
                  </a:lnTo>
                  <a:lnTo>
                    <a:pt x="4991" y="61"/>
                  </a:lnTo>
                  <a:lnTo>
                    <a:pt x="4365" y="31"/>
                  </a:lnTo>
                  <a:lnTo>
                    <a:pt x="3740" y="15"/>
                  </a:lnTo>
                  <a:lnTo>
                    <a:pt x="31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0" name="Google Shape;5570;p63"/>
            <p:cNvSpPr/>
            <p:nvPr/>
          </p:nvSpPr>
          <p:spPr>
            <a:xfrm>
              <a:off x="1498225" y="2668250"/>
              <a:ext cx="144250" cy="3850"/>
            </a:xfrm>
            <a:custGeom>
              <a:avLst/>
              <a:gdLst/>
              <a:ahLst/>
              <a:cxnLst/>
              <a:rect l="l" t="t" r="r" b="b"/>
              <a:pathLst>
                <a:path w="5770" h="154" extrusionOk="0">
                  <a:moveTo>
                    <a:pt x="3236" y="1"/>
                  </a:moveTo>
                  <a:lnTo>
                    <a:pt x="2885" y="16"/>
                  </a:lnTo>
                  <a:lnTo>
                    <a:pt x="2168" y="31"/>
                  </a:lnTo>
                  <a:lnTo>
                    <a:pt x="1451" y="31"/>
                  </a:lnTo>
                  <a:lnTo>
                    <a:pt x="718" y="47"/>
                  </a:lnTo>
                  <a:lnTo>
                    <a:pt x="1" y="77"/>
                  </a:lnTo>
                  <a:lnTo>
                    <a:pt x="718" y="123"/>
                  </a:lnTo>
                  <a:lnTo>
                    <a:pt x="1451" y="138"/>
                  </a:lnTo>
                  <a:lnTo>
                    <a:pt x="2168" y="153"/>
                  </a:lnTo>
                  <a:lnTo>
                    <a:pt x="2885" y="153"/>
                  </a:lnTo>
                  <a:lnTo>
                    <a:pt x="4320" y="138"/>
                  </a:lnTo>
                  <a:lnTo>
                    <a:pt x="5037" y="123"/>
                  </a:lnTo>
                  <a:lnTo>
                    <a:pt x="5769" y="77"/>
                  </a:lnTo>
                  <a:lnTo>
                    <a:pt x="5037" y="47"/>
                  </a:lnTo>
                  <a:lnTo>
                    <a:pt x="4320" y="31"/>
                  </a:lnTo>
                  <a:lnTo>
                    <a:pt x="3602" y="16"/>
                  </a:lnTo>
                  <a:lnTo>
                    <a:pt x="32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1" name="Google Shape;5571;p63"/>
            <p:cNvSpPr/>
            <p:nvPr/>
          </p:nvSpPr>
          <p:spPr>
            <a:xfrm>
              <a:off x="1498225" y="2745325"/>
              <a:ext cx="226275" cy="3450"/>
            </a:xfrm>
            <a:custGeom>
              <a:avLst/>
              <a:gdLst/>
              <a:ahLst/>
              <a:cxnLst/>
              <a:rect l="l" t="t" r="r" b="b"/>
              <a:pathLst>
                <a:path w="9051" h="138" extrusionOk="0">
                  <a:moveTo>
                    <a:pt x="4533" y="0"/>
                  </a:moveTo>
                  <a:lnTo>
                    <a:pt x="2259" y="16"/>
                  </a:lnTo>
                  <a:lnTo>
                    <a:pt x="1130" y="31"/>
                  </a:lnTo>
                  <a:lnTo>
                    <a:pt x="1" y="62"/>
                  </a:lnTo>
                  <a:lnTo>
                    <a:pt x="566" y="92"/>
                  </a:lnTo>
                  <a:lnTo>
                    <a:pt x="1130" y="92"/>
                  </a:lnTo>
                  <a:lnTo>
                    <a:pt x="2259" y="123"/>
                  </a:lnTo>
                  <a:lnTo>
                    <a:pt x="4533" y="138"/>
                  </a:lnTo>
                  <a:lnTo>
                    <a:pt x="6792" y="123"/>
                  </a:lnTo>
                  <a:lnTo>
                    <a:pt x="7921" y="92"/>
                  </a:lnTo>
                  <a:lnTo>
                    <a:pt x="9050" y="62"/>
                  </a:lnTo>
                  <a:lnTo>
                    <a:pt x="7921" y="31"/>
                  </a:lnTo>
                  <a:lnTo>
                    <a:pt x="6792" y="16"/>
                  </a:lnTo>
                  <a:lnTo>
                    <a:pt x="45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2" name="Google Shape;5572;p63"/>
            <p:cNvSpPr/>
            <p:nvPr/>
          </p:nvSpPr>
          <p:spPr>
            <a:xfrm>
              <a:off x="1498225" y="2688100"/>
              <a:ext cx="87775" cy="3450"/>
            </a:xfrm>
            <a:custGeom>
              <a:avLst/>
              <a:gdLst/>
              <a:ahLst/>
              <a:cxnLst/>
              <a:rect l="l" t="t" r="r" b="b"/>
              <a:pathLst>
                <a:path w="3511" h="138" extrusionOk="0">
                  <a:moveTo>
                    <a:pt x="1756" y="0"/>
                  </a:moveTo>
                  <a:lnTo>
                    <a:pt x="886" y="16"/>
                  </a:lnTo>
                  <a:lnTo>
                    <a:pt x="443" y="31"/>
                  </a:lnTo>
                  <a:lnTo>
                    <a:pt x="1" y="61"/>
                  </a:lnTo>
                  <a:lnTo>
                    <a:pt x="443" y="92"/>
                  </a:lnTo>
                  <a:lnTo>
                    <a:pt x="886" y="107"/>
                  </a:lnTo>
                  <a:lnTo>
                    <a:pt x="1329" y="123"/>
                  </a:lnTo>
                  <a:lnTo>
                    <a:pt x="1756" y="138"/>
                  </a:lnTo>
                  <a:lnTo>
                    <a:pt x="2641" y="107"/>
                  </a:lnTo>
                  <a:lnTo>
                    <a:pt x="3084" y="92"/>
                  </a:lnTo>
                  <a:lnTo>
                    <a:pt x="3511" y="61"/>
                  </a:lnTo>
                  <a:lnTo>
                    <a:pt x="3084" y="31"/>
                  </a:lnTo>
                  <a:lnTo>
                    <a:pt x="2641" y="16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3" name="Google Shape;5573;p63"/>
            <p:cNvSpPr/>
            <p:nvPr/>
          </p:nvSpPr>
          <p:spPr>
            <a:xfrm>
              <a:off x="1865625" y="2706800"/>
              <a:ext cx="218625" cy="3450"/>
            </a:xfrm>
            <a:custGeom>
              <a:avLst/>
              <a:gdLst/>
              <a:ahLst/>
              <a:cxnLst/>
              <a:rect l="l" t="t" r="r" b="b"/>
              <a:pathLst>
                <a:path w="8745" h="138" extrusionOk="0">
                  <a:moveTo>
                    <a:pt x="4380" y="0"/>
                  </a:moveTo>
                  <a:lnTo>
                    <a:pt x="2198" y="15"/>
                  </a:lnTo>
                  <a:lnTo>
                    <a:pt x="1099" y="31"/>
                  </a:lnTo>
                  <a:lnTo>
                    <a:pt x="1" y="76"/>
                  </a:lnTo>
                  <a:lnTo>
                    <a:pt x="1099" y="107"/>
                  </a:lnTo>
                  <a:lnTo>
                    <a:pt x="2198" y="122"/>
                  </a:lnTo>
                  <a:lnTo>
                    <a:pt x="4380" y="138"/>
                  </a:lnTo>
                  <a:lnTo>
                    <a:pt x="6563" y="122"/>
                  </a:lnTo>
                  <a:lnTo>
                    <a:pt x="7661" y="107"/>
                  </a:lnTo>
                  <a:lnTo>
                    <a:pt x="8745" y="76"/>
                  </a:lnTo>
                  <a:lnTo>
                    <a:pt x="7661" y="31"/>
                  </a:lnTo>
                  <a:lnTo>
                    <a:pt x="6563" y="15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4" name="Google Shape;5574;p63"/>
            <p:cNvSpPr/>
            <p:nvPr/>
          </p:nvSpPr>
          <p:spPr>
            <a:xfrm>
              <a:off x="1865625" y="2688100"/>
              <a:ext cx="177425" cy="3450"/>
            </a:xfrm>
            <a:custGeom>
              <a:avLst/>
              <a:gdLst/>
              <a:ahLst/>
              <a:cxnLst/>
              <a:rect l="l" t="t" r="r" b="b"/>
              <a:pathLst>
                <a:path w="7097" h="138" extrusionOk="0">
                  <a:moveTo>
                    <a:pt x="3556" y="0"/>
                  </a:moveTo>
                  <a:lnTo>
                    <a:pt x="1786" y="16"/>
                  </a:lnTo>
                  <a:lnTo>
                    <a:pt x="886" y="31"/>
                  </a:lnTo>
                  <a:lnTo>
                    <a:pt x="1" y="61"/>
                  </a:lnTo>
                  <a:lnTo>
                    <a:pt x="886" y="92"/>
                  </a:lnTo>
                  <a:lnTo>
                    <a:pt x="1786" y="107"/>
                  </a:lnTo>
                  <a:lnTo>
                    <a:pt x="2671" y="138"/>
                  </a:lnTo>
                  <a:lnTo>
                    <a:pt x="3556" y="138"/>
                  </a:lnTo>
                  <a:lnTo>
                    <a:pt x="5327" y="107"/>
                  </a:lnTo>
                  <a:lnTo>
                    <a:pt x="6212" y="92"/>
                  </a:lnTo>
                  <a:lnTo>
                    <a:pt x="7097" y="61"/>
                  </a:lnTo>
                  <a:lnTo>
                    <a:pt x="6212" y="31"/>
                  </a:lnTo>
                  <a:lnTo>
                    <a:pt x="5327" y="16"/>
                  </a:lnTo>
                  <a:lnTo>
                    <a:pt x="44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5" name="Google Shape;5575;p63"/>
            <p:cNvSpPr/>
            <p:nvPr/>
          </p:nvSpPr>
          <p:spPr>
            <a:xfrm>
              <a:off x="1865625" y="2725875"/>
              <a:ext cx="167125" cy="3450"/>
            </a:xfrm>
            <a:custGeom>
              <a:avLst/>
              <a:gdLst/>
              <a:ahLst/>
              <a:cxnLst/>
              <a:rect l="l" t="t" r="r" b="b"/>
              <a:pathLst>
                <a:path w="6685" h="138" extrusionOk="0">
                  <a:moveTo>
                    <a:pt x="3343" y="0"/>
                  </a:moveTo>
                  <a:lnTo>
                    <a:pt x="1679" y="15"/>
                  </a:lnTo>
                  <a:lnTo>
                    <a:pt x="840" y="46"/>
                  </a:lnTo>
                  <a:lnTo>
                    <a:pt x="1" y="77"/>
                  </a:lnTo>
                  <a:lnTo>
                    <a:pt x="840" y="107"/>
                  </a:lnTo>
                  <a:lnTo>
                    <a:pt x="1679" y="122"/>
                  </a:lnTo>
                  <a:lnTo>
                    <a:pt x="2503" y="138"/>
                  </a:lnTo>
                  <a:lnTo>
                    <a:pt x="3343" y="138"/>
                  </a:lnTo>
                  <a:lnTo>
                    <a:pt x="5006" y="122"/>
                  </a:lnTo>
                  <a:lnTo>
                    <a:pt x="5845" y="107"/>
                  </a:lnTo>
                  <a:lnTo>
                    <a:pt x="6685" y="77"/>
                  </a:lnTo>
                  <a:lnTo>
                    <a:pt x="5845" y="46"/>
                  </a:lnTo>
                  <a:lnTo>
                    <a:pt x="5006" y="15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6" name="Google Shape;5576;p63"/>
            <p:cNvSpPr/>
            <p:nvPr/>
          </p:nvSpPr>
          <p:spPr>
            <a:xfrm>
              <a:off x="1865625" y="2745325"/>
              <a:ext cx="119825" cy="3450"/>
            </a:xfrm>
            <a:custGeom>
              <a:avLst/>
              <a:gdLst/>
              <a:ahLst/>
              <a:cxnLst/>
              <a:rect l="l" t="t" r="r" b="b"/>
              <a:pathLst>
                <a:path w="4793" h="138" extrusionOk="0">
                  <a:moveTo>
                    <a:pt x="2397" y="0"/>
                  </a:moveTo>
                  <a:lnTo>
                    <a:pt x="1206" y="16"/>
                  </a:lnTo>
                  <a:lnTo>
                    <a:pt x="596" y="31"/>
                  </a:lnTo>
                  <a:lnTo>
                    <a:pt x="1" y="62"/>
                  </a:lnTo>
                  <a:lnTo>
                    <a:pt x="306" y="92"/>
                  </a:lnTo>
                  <a:lnTo>
                    <a:pt x="596" y="92"/>
                  </a:lnTo>
                  <a:lnTo>
                    <a:pt x="1206" y="123"/>
                  </a:lnTo>
                  <a:lnTo>
                    <a:pt x="1801" y="138"/>
                  </a:lnTo>
                  <a:lnTo>
                    <a:pt x="2397" y="138"/>
                  </a:lnTo>
                  <a:lnTo>
                    <a:pt x="3587" y="123"/>
                  </a:lnTo>
                  <a:lnTo>
                    <a:pt x="4197" y="92"/>
                  </a:lnTo>
                  <a:lnTo>
                    <a:pt x="4792" y="62"/>
                  </a:lnTo>
                  <a:lnTo>
                    <a:pt x="4197" y="31"/>
                  </a:lnTo>
                  <a:lnTo>
                    <a:pt x="3587" y="16"/>
                  </a:lnTo>
                  <a:lnTo>
                    <a:pt x="29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7" name="Google Shape;5577;p63"/>
            <p:cNvSpPr/>
            <p:nvPr/>
          </p:nvSpPr>
          <p:spPr>
            <a:xfrm>
              <a:off x="1504350" y="2698025"/>
              <a:ext cx="212125" cy="98825"/>
            </a:xfrm>
            <a:custGeom>
              <a:avLst/>
              <a:gdLst/>
              <a:ahLst/>
              <a:cxnLst/>
              <a:rect l="l" t="t" r="r" b="b"/>
              <a:pathLst>
                <a:path w="8485" h="3953" extrusionOk="0">
                  <a:moveTo>
                    <a:pt x="7813" y="214"/>
                  </a:moveTo>
                  <a:lnTo>
                    <a:pt x="8012" y="229"/>
                  </a:lnTo>
                  <a:lnTo>
                    <a:pt x="8103" y="260"/>
                  </a:lnTo>
                  <a:lnTo>
                    <a:pt x="8180" y="290"/>
                  </a:lnTo>
                  <a:lnTo>
                    <a:pt x="8241" y="351"/>
                  </a:lnTo>
                  <a:lnTo>
                    <a:pt x="8256" y="382"/>
                  </a:lnTo>
                  <a:lnTo>
                    <a:pt x="8256" y="427"/>
                  </a:lnTo>
                  <a:lnTo>
                    <a:pt x="8241" y="519"/>
                  </a:lnTo>
                  <a:lnTo>
                    <a:pt x="8225" y="611"/>
                  </a:lnTo>
                  <a:lnTo>
                    <a:pt x="8180" y="687"/>
                  </a:lnTo>
                  <a:lnTo>
                    <a:pt x="8134" y="763"/>
                  </a:lnTo>
                  <a:lnTo>
                    <a:pt x="8012" y="931"/>
                  </a:lnTo>
                  <a:lnTo>
                    <a:pt x="7974" y="979"/>
                  </a:lnTo>
                  <a:lnTo>
                    <a:pt x="7974" y="979"/>
                  </a:lnTo>
                  <a:lnTo>
                    <a:pt x="7691" y="946"/>
                  </a:lnTo>
                  <a:lnTo>
                    <a:pt x="7310" y="870"/>
                  </a:lnTo>
                  <a:lnTo>
                    <a:pt x="7111" y="824"/>
                  </a:lnTo>
                  <a:lnTo>
                    <a:pt x="6928" y="763"/>
                  </a:lnTo>
                  <a:lnTo>
                    <a:pt x="6837" y="733"/>
                  </a:lnTo>
                  <a:lnTo>
                    <a:pt x="6745" y="687"/>
                  </a:lnTo>
                  <a:lnTo>
                    <a:pt x="6669" y="641"/>
                  </a:lnTo>
                  <a:lnTo>
                    <a:pt x="6638" y="611"/>
                  </a:lnTo>
                  <a:lnTo>
                    <a:pt x="6623" y="580"/>
                  </a:lnTo>
                  <a:lnTo>
                    <a:pt x="6623" y="550"/>
                  </a:lnTo>
                  <a:lnTo>
                    <a:pt x="6638" y="504"/>
                  </a:lnTo>
                  <a:lnTo>
                    <a:pt x="6699" y="443"/>
                  </a:lnTo>
                  <a:lnTo>
                    <a:pt x="6776" y="397"/>
                  </a:lnTo>
                  <a:lnTo>
                    <a:pt x="6867" y="351"/>
                  </a:lnTo>
                  <a:lnTo>
                    <a:pt x="7050" y="290"/>
                  </a:lnTo>
                  <a:lnTo>
                    <a:pt x="7234" y="244"/>
                  </a:lnTo>
                  <a:lnTo>
                    <a:pt x="7432" y="214"/>
                  </a:lnTo>
                  <a:close/>
                  <a:moveTo>
                    <a:pt x="430" y="1047"/>
                  </a:moveTo>
                  <a:lnTo>
                    <a:pt x="336" y="1099"/>
                  </a:lnTo>
                  <a:lnTo>
                    <a:pt x="0" y="1313"/>
                  </a:lnTo>
                  <a:lnTo>
                    <a:pt x="0" y="1328"/>
                  </a:lnTo>
                  <a:lnTo>
                    <a:pt x="321" y="1114"/>
                  </a:lnTo>
                  <a:lnTo>
                    <a:pt x="430" y="1047"/>
                  </a:lnTo>
                  <a:close/>
                  <a:moveTo>
                    <a:pt x="2961" y="1328"/>
                  </a:moveTo>
                  <a:lnTo>
                    <a:pt x="2956" y="1333"/>
                  </a:lnTo>
                  <a:lnTo>
                    <a:pt x="2956" y="1333"/>
                  </a:lnTo>
                  <a:lnTo>
                    <a:pt x="2976" y="1328"/>
                  </a:lnTo>
                  <a:close/>
                  <a:moveTo>
                    <a:pt x="2956" y="1333"/>
                  </a:moveTo>
                  <a:lnTo>
                    <a:pt x="2915" y="1343"/>
                  </a:lnTo>
                  <a:lnTo>
                    <a:pt x="2839" y="1404"/>
                  </a:lnTo>
                  <a:lnTo>
                    <a:pt x="2930" y="1358"/>
                  </a:lnTo>
                  <a:lnTo>
                    <a:pt x="2956" y="1333"/>
                  </a:lnTo>
                  <a:close/>
                  <a:moveTo>
                    <a:pt x="2976" y="1328"/>
                  </a:moveTo>
                  <a:lnTo>
                    <a:pt x="3006" y="1343"/>
                  </a:lnTo>
                  <a:lnTo>
                    <a:pt x="3022" y="1389"/>
                  </a:lnTo>
                  <a:lnTo>
                    <a:pt x="3037" y="1435"/>
                  </a:lnTo>
                  <a:lnTo>
                    <a:pt x="3052" y="1526"/>
                  </a:lnTo>
                  <a:lnTo>
                    <a:pt x="3083" y="1587"/>
                  </a:lnTo>
                  <a:lnTo>
                    <a:pt x="3128" y="1618"/>
                  </a:lnTo>
                  <a:lnTo>
                    <a:pt x="3174" y="1633"/>
                  </a:lnTo>
                  <a:lnTo>
                    <a:pt x="3190" y="1633"/>
                  </a:lnTo>
                  <a:lnTo>
                    <a:pt x="3144" y="1618"/>
                  </a:lnTo>
                  <a:lnTo>
                    <a:pt x="3113" y="1587"/>
                  </a:lnTo>
                  <a:lnTo>
                    <a:pt x="3098" y="1541"/>
                  </a:lnTo>
                  <a:lnTo>
                    <a:pt x="3083" y="1496"/>
                  </a:lnTo>
                  <a:lnTo>
                    <a:pt x="3067" y="1450"/>
                  </a:lnTo>
                  <a:lnTo>
                    <a:pt x="3052" y="1404"/>
                  </a:lnTo>
                  <a:lnTo>
                    <a:pt x="3037" y="1343"/>
                  </a:lnTo>
                  <a:lnTo>
                    <a:pt x="3006" y="1328"/>
                  </a:lnTo>
                  <a:close/>
                  <a:moveTo>
                    <a:pt x="4014" y="1282"/>
                  </a:moveTo>
                  <a:lnTo>
                    <a:pt x="4120" y="1297"/>
                  </a:lnTo>
                  <a:lnTo>
                    <a:pt x="4197" y="1328"/>
                  </a:lnTo>
                  <a:lnTo>
                    <a:pt x="4470" y="1442"/>
                  </a:lnTo>
                  <a:lnTo>
                    <a:pt x="4470" y="1442"/>
                  </a:lnTo>
                  <a:lnTo>
                    <a:pt x="4441" y="1496"/>
                  </a:lnTo>
                  <a:lnTo>
                    <a:pt x="4395" y="1572"/>
                  </a:lnTo>
                  <a:lnTo>
                    <a:pt x="4334" y="1648"/>
                  </a:lnTo>
                  <a:lnTo>
                    <a:pt x="4288" y="1664"/>
                  </a:lnTo>
                  <a:lnTo>
                    <a:pt x="4273" y="1664"/>
                  </a:lnTo>
                  <a:lnTo>
                    <a:pt x="4181" y="1648"/>
                  </a:lnTo>
                  <a:lnTo>
                    <a:pt x="4105" y="1603"/>
                  </a:lnTo>
                  <a:lnTo>
                    <a:pt x="4044" y="1526"/>
                  </a:lnTo>
                  <a:lnTo>
                    <a:pt x="3998" y="1465"/>
                  </a:lnTo>
                  <a:lnTo>
                    <a:pt x="3968" y="1374"/>
                  </a:lnTo>
                  <a:lnTo>
                    <a:pt x="3968" y="1343"/>
                  </a:lnTo>
                  <a:lnTo>
                    <a:pt x="3968" y="1313"/>
                  </a:lnTo>
                  <a:lnTo>
                    <a:pt x="3998" y="1297"/>
                  </a:lnTo>
                  <a:lnTo>
                    <a:pt x="4014" y="1282"/>
                  </a:lnTo>
                  <a:close/>
                  <a:moveTo>
                    <a:pt x="4868" y="0"/>
                  </a:moveTo>
                  <a:lnTo>
                    <a:pt x="4822" y="15"/>
                  </a:lnTo>
                  <a:lnTo>
                    <a:pt x="4731" y="61"/>
                  </a:lnTo>
                  <a:lnTo>
                    <a:pt x="4578" y="199"/>
                  </a:lnTo>
                  <a:lnTo>
                    <a:pt x="4304" y="473"/>
                  </a:lnTo>
                  <a:lnTo>
                    <a:pt x="3785" y="1084"/>
                  </a:lnTo>
                  <a:lnTo>
                    <a:pt x="3525" y="1374"/>
                  </a:lnTo>
                  <a:lnTo>
                    <a:pt x="3388" y="1511"/>
                  </a:lnTo>
                  <a:lnTo>
                    <a:pt x="3235" y="1633"/>
                  </a:lnTo>
                  <a:lnTo>
                    <a:pt x="3388" y="1526"/>
                  </a:lnTo>
                  <a:lnTo>
                    <a:pt x="3540" y="1374"/>
                  </a:lnTo>
                  <a:lnTo>
                    <a:pt x="3800" y="1084"/>
                  </a:lnTo>
                  <a:lnTo>
                    <a:pt x="4059" y="778"/>
                  </a:lnTo>
                  <a:lnTo>
                    <a:pt x="4319" y="489"/>
                  </a:lnTo>
                  <a:lnTo>
                    <a:pt x="4593" y="214"/>
                  </a:lnTo>
                  <a:lnTo>
                    <a:pt x="4746" y="76"/>
                  </a:lnTo>
                  <a:lnTo>
                    <a:pt x="4822" y="31"/>
                  </a:lnTo>
                  <a:lnTo>
                    <a:pt x="4883" y="31"/>
                  </a:lnTo>
                  <a:lnTo>
                    <a:pt x="4914" y="122"/>
                  </a:lnTo>
                  <a:lnTo>
                    <a:pt x="4899" y="214"/>
                  </a:lnTo>
                  <a:lnTo>
                    <a:pt x="4868" y="397"/>
                  </a:lnTo>
                  <a:lnTo>
                    <a:pt x="4822" y="595"/>
                  </a:lnTo>
                  <a:lnTo>
                    <a:pt x="4761" y="778"/>
                  </a:lnTo>
                  <a:lnTo>
                    <a:pt x="4700" y="962"/>
                  </a:lnTo>
                  <a:lnTo>
                    <a:pt x="4624" y="1145"/>
                  </a:lnTo>
                  <a:lnTo>
                    <a:pt x="4532" y="1328"/>
                  </a:lnTo>
                  <a:lnTo>
                    <a:pt x="4503" y="1382"/>
                  </a:lnTo>
                  <a:lnTo>
                    <a:pt x="4503" y="1382"/>
                  </a:lnTo>
                  <a:lnTo>
                    <a:pt x="4410" y="1343"/>
                  </a:lnTo>
                  <a:lnTo>
                    <a:pt x="4227" y="1267"/>
                  </a:lnTo>
                  <a:lnTo>
                    <a:pt x="4120" y="1236"/>
                  </a:lnTo>
                  <a:lnTo>
                    <a:pt x="4029" y="1221"/>
                  </a:lnTo>
                  <a:lnTo>
                    <a:pt x="3983" y="1221"/>
                  </a:lnTo>
                  <a:lnTo>
                    <a:pt x="3953" y="1236"/>
                  </a:lnTo>
                  <a:lnTo>
                    <a:pt x="3922" y="1252"/>
                  </a:lnTo>
                  <a:lnTo>
                    <a:pt x="3907" y="1282"/>
                  </a:lnTo>
                  <a:lnTo>
                    <a:pt x="3891" y="1343"/>
                  </a:lnTo>
                  <a:lnTo>
                    <a:pt x="3891" y="1404"/>
                  </a:lnTo>
                  <a:lnTo>
                    <a:pt x="3922" y="1511"/>
                  </a:lnTo>
                  <a:lnTo>
                    <a:pt x="3983" y="1603"/>
                  </a:lnTo>
                  <a:lnTo>
                    <a:pt x="4075" y="1679"/>
                  </a:lnTo>
                  <a:lnTo>
                    <a:pt x="4166" y="1725"/>
                  </a:lnTo>
                  <a:lnTo>
                    <a:pt x="4273" y="1755"/>
                  </a:lnTo>
                  <a:lnTo>
                    <a:pt x="4334" y="1755"/>
                  </a:lnTo>
                  <a:lnTo>
                    <a:pt x="4380" y="1709"/>
                  </a:lnTo>
                  <a:lnTo>
                    <a:pt x="4456" y="1633"/>
                  </a:lnTo>
                  <a:lnTo>
                    <a:pt x="4502" y="1557"/>
                  </a:lnTo>
                  <a:lnTo>
                    <a:pt x="4550" y="1475"/>
                  </a:lnTo>
                  <a:lnTo>
                    <a:pt x="4550" y="1475"/>
                  </a:lnTo>
                  <a:lnTo>
                    <a:pt x="4563" y="1480"/>
                  </a:lnTo>
                  <a:lnTo>
                    <a:pt x="4929" y="1633"/>
                  </a:lnTo>
                  <a:lnTo>
                    <a:pt x="5128" y="1709"/>
                  </a:lnTo>
                  <a:lnTo>
                    <a:pt x="5234" y="1725"/>
                  </a:lnTo>
                  <a:lnTo>
                    <a:pt x="5295" y="1725"/>
                  </a:lnTo>
                  <a:lnTo>
                    <a:pt x="5341" y="1709"/>
                  </a:lnTo>
                  <a:lnTo>
                    <a:pt x="5433" y="1648"/>
                  </a:lnTo>
                  <a:lnTo>
                    <a:pt x="5509" y="1572"/>
                  </a:lnTo>
                  <a:lnTo>
                    <a:pt x="5570" y="1496"/>
                  </a:lnTo>
                  <a:lnTo>
                    <a:pt x="5631" y="1419"/>
                  </a:lnTo>
                  <a:lnTo>
                    <a:pt x="5707" y="1374"/>
                  </a:lnTo>
                  <a:lnTo>
                    <a:pt x="5784" y="1343"/>
                  </a:lnTo>
                  <a:lnTo>
                    <a:pt x="5784" y="1358"/>
                  </a:lnTo>
                  <a:lnTo>
                    <a:pt x="5769" y="1450"/>
                  </a:lnTo>
                  <a:lnTo>
                    <a:pt x="5753" y="1541"/>
                  </a:lnTo>
                  <a:lnTo>
                    <a:pt x="5753" y="1587"/>
                  </a:lnTo>
                  <a:lnTo>
                    <a:pt x="5753" y="1618"/>
                  </a:lnTo>
                  <a:lnTo>
                    <a:pt x="5769" y="1648"/>
                  </a:lnTo>
                  <a:lnTo>
                    <a:pt x="5799" y="1679"/>
                  </a:lnTo>
                  <a:lnTo>
                    <a:pt x="5860" y="1694"/>
                  </a:lnTo>
                  <a:lnTo>
                    <a:pt x="5921" y="1709"/>
                  </a:lnTo>
                  <a:lnTo>
                    <a:pt x="5967" y="1709"/>
                  </a:lnTo>
                  <a:lnTo>
                    <a:pt x="6028" y="1694"/>
                  </a:lnTo>
                  <a:lnTo>
                    <a:pt x="6135" y="1664"/>
                  </a:lnTo>
                  <a:lnTo>
                    <a:pt x="6226" y="1618"/>
                  </a:lnTo>
                  <a:lnTo>
                    <a:pt x="6318" y="1572"/>
                  </a:lnTo>
                  <a:lnTo>
                    <a:pt x="6394" y="1511"/>
                  </a:lnTo>
                  <a:lnTo>
                    <a:pt x="6562" y="1404"/>
                  </a:lnTo>
                  <a:lnTo>
                    <a:pt x="6638" y="1358"/>
                  </a:lnTo>
                  <a:lnTo>
                    <a:pt x="6715" y="1358"/>
                  </a:lnTo>
                  <a:lnTo>
                    <a:pt x="6791" y="1404"/>
                  </a:lnTo>
                  <a:lnTo>
                    <a:pt x="6867" y="1450"/>
                  </a:lnTo>
                  <a:lnTo>
                    <a:pt x="6944" y="1511"/>
                  </a:lnTo>
                  <a:lnTo>
                    <a:pt x="7005" y="1572"/>
                  </a:lnTo>
                  <a:lnTo>
                    <a:pt x="7081" y="1648"/>
                  </a:lnTo>
                  <a:lnTo>
                    <a:pt x="7157" y="1709"/>
                  </a:lnTo>
                  <a:lnTo>
                    <a:pt x="7218" y="1740"/>
                  </a:lnTo>
                  <a:lnTo>
                    <a:pt x="7295" y="1725"/>
                  </a:lnTo>
                  <a:lnTo>
                    <a:pt x="7386" y="1679"/>
                  </a:lnTo>
                  <a:lnTo>
                    <a:pt x="7539" y="1557"/>
                  </a:lnTo>
                  <a:lnTo>
                    <a:pt x="7691" y="1419"/>
                  </a:lnTo>
                  <a:lnTo>
                    <a:pt x="7844" y="1282"/>
                  </a:lnTo>
                  <a:lnTo>
                    <a:pt x="7981" y="1129"/>
                  </a:lnTo>
                  <a:lnTo>
                    <a:pt x="8079" y="1008"/>
                  </a:lnTo>
                  <a:lnTo>
                    <a:pt x="8079" y="1008"/>
                  </a:lnTo>
                  <a:lnTo>
                    <a:pt x="8470" y="1023"/>
                  </a:lnTo>
                  <a:lnTo>
                    <a:pt x="8485" y="1023"/>
                  </a:lnTo>
                  <a:lnTo>
                    <a:pt x="8091" y="992"/>
                  </a:lnTo>
                  <a:lnTo>
                    <a:pt x="8091" y="992"/>
                  </a:lnTo>
                  <a:lnTo>
                    <a:pt x="8103" y="977"/>
                  </a:lnTo>
                  <a:lnTo>
                    <a:pt x="8210" y="809"/>
                  </a:lnTo>
                  <a:lnTo>
                    <a:pt x="8271" y="717"/>
                  </a:lnTo>
                  <a:lnTo>
                    <a:pt x="8317" y="626"/>
                  </a:lnTo>
                  <a:lnTo>
                    <a:pt x="8332" y="519"/>
                  </a:lnTo>
                  <a:lnTo>
                    <a:pt x="8348" y="412"/>
                  </a:lnTo>
                  <a:lnTo>
                    <a:pt x="8348" y="351"/>
                  </a:lnTo>
                  <a:lnTo>
                    <a:pt x="8317" y="305"/>
                  </a:lnTo>
                  <a:lnTo>
                    <a:pt x="8286" y="260"/>
                  </a:lnTo>
                  <a:lnTo>
                    <a:pt x="8241" y="214"/>
                  </a:lnTo>
                  <a:lnTo>
                    <a:pt x="8134" y="183"/>
                  </a:lnTo>
                  <a:lnTo>
                    <a:pt x="8042" y="153"/>
                  </a:lnTo>
                  <a:lnTo>
                    <a:pt x="7829" y="138"/>
                  </a:lnTo>
                  <a:lnTo>
                    <a:pt x="7630" y="122"/>
                  </a:lnTo>
                  <a:lnTo>
                    <a:pt x="7432" y="138"/>
                  </a:lnTo>
                  <a:lnTo>
                    <a:pt x="7234" y="168"/>
                  </a:lnTo>
                  <a:lnTo>
                    <a:pt x="7035" y="214"/>
                  </a:lnTo>
                  <a:lnTo>
                    <a:pt x="6852" y="290"/>
                  </a:lnTo>
                  <a:lnTo>
                    <a:pt x="6760" y="336"/>
                  </a:lnTo>
                  <a:lnTo>
                    <a:pt x="6669" y="382"/>
                  </a:lnTo>
                  <a:lnTo>
                    <a:pt x="6623" y="427"/>
                  </a:lnTo>
                  <a:lnTo>
                    <a:pt x="6593" y="473"/>
                  </a:lnTo>
                  <a:lnTo>
                    <a:pt x="6577" y="519"/>
                  </a:lnTo>
                  <a:lnTo>
                    <a:pt x="6577" y="580"/>
                  </a:lnTo>
                  <a:lnTo>
                    <a:pt x="6593" y="626"/>
                  </a:lnTo>
                  <a:lnTo>
                    <a:pt x="6638" y="672"/>
                  </a:lnTo>
                  <a:lnTo>
                    <a:pt x="6684" y="702"/>
                  </a:lnTo>
                  <a:lnTo>
                    <a:pt x="6730" y="733"/>
                  </a:lnTo>
                  <a:lnTo>
                    <a:pt x="6913" y="809"/>
                  </a:lnTo>
                  <a:lnTo>
                    <a:pt x="7096" y="870"/>
                  </a:lnTo>
                  <a:lnTo>
                    <a:pt x="7295" y="916"/>
                  </a:lnTo>
                  <a:lnTo>
                    <a:pt x="7691" y="962"/>
                  </a:lnTo>
                  <a:lnTo>
                    <a:pt x="7961" y="994"/>
                  </a:lnTo>
                  <a:lnTo>
                    <a:pt x="7961" y="994"/>
                  </a:lnTo>
                  <a:lnTo>
                    <a:pt x="7890" y="1084"/>
                  </a:lnTo>
                  <a:lnTo>
                    <a:pt x="7768" y="1221"/>
                  </a:lnTo>
                  <a:lnTo>
                    <a:pt x="7615" y="1358"/>
                  </a:lnTo>
                  <a:lnTo>
                    <a:pt x="7478" y="1480"/>
                  </a:lnTo>
                  <a:lnTo>
                    <a:pt x="7325" y="1603"/>
                  </a:lnTo>
                  <a:lnTo>
                    <a:pt x="7249" y="1648"/>
                  </a:lnTo>
                  <a:lnTo>
                    <a:pt x="7203" y="1648"/>
                  </a:lnTo>
                  <a:lnTo>
                    <a:pt x="7127" y="1587"/>
                  </a:lnTo>
                  <a:lnTo>
                    <a:pt x="7050" y="1526"/>
                  </a:lnTo>
                  <a:lnTo>
                    <a:pt x="6989" y="1435"/>
                  </a:lnTo>
                  <a:lnTo>
                    <a:pt x="6898" y="1374"/>
                  </a:lnTo>
                  <a:lnTo>
                    <a:pt x="6806" y="1313"/>
                  </a:lnTo>
                  <a:lnTo>
                    <a:pt x="6715" y="1267"/>
                  </a:lnTo>
                  <a:lnTo>
                    <a:pt x="6654" y="1267"/>
                  </a:lnTo>
                  <a:lnTo>
                    <a:pt x="6608" y="1282"/>
                  </a:lnTo>
                  <a:lnTo>
                    <a:pt x="6547" y="1297"/>
                  </a:lnTo>
                  <a:lnTo>
                    <a:pt x="6501" y="1328"/>
                  </a:lnTo>
                  <a:lnTo>
                    <a:pt x="6333" y="1435"/>
                  </a:lnTo>
                  <a:lnTo>
                    <a:pt x="6165" y="1541"/>
                  </a:lnTo>
                  <a:lnTo>
                    <a:pt x="5997" y="1618"/>
                  </a:lnTo>
                  <a:lnTo>
                    <a:pt x="5845" y="1618"/>
                  </a:lnTo>
                  <a:lnTo>
                    <a:pt x="5830" y="1603"/>
                  </a:lnTo>
                  <a:lnTo>
                    <a:pt x="5830" y="1572"/>
                  </a:lnTo>
                  <a:lnTo>
                    <a:pt x="5860" y="1480"/>
                  </a:lnTo>
                  <a:lnTo>
                    <a:pt x="5875" y="1374"/>
                  </a:lnTo>
                  <a:lnTo>
                    <a:pt x="5875" y="1328"/>
                  </a:lnTo>
                  <a:lnTo>
                    <a:pt x="5845" y="1297"/>
                  </a:lnTo>
                  <a:lnTo>
                    <a:pt x="5814" y="1267"/>
                  </a:lnTo>
                  <a:lnTo>
                    <a:pt x="5769" y="1267"/>
                  </a:lnTo>
                  <a:lnTo>
                    <a:pt x="5707" y="1282"/>
                  </a:lnTo>
                  <a:lnTo>
                    <a:pt x="5662" y="1297"/>
                  </a:lnTo>
                  <a:lnTo>
                    <a:pt x="5601" y="1328"/>
                  </a:lnTo>
                  <a:lnTo>
                    <a:pt x="5570" y="1374"/>
                  </a:lnTo>
                  <a:lnTo>
                    <a:pt x="5433" y="1526"/>
                  </a:lnTo>
                  <a:lnTo>
                    <a:pt x="5372" y="1587"/>
                  </a:lnTo>
                  <a:lnTo>
                    <a:pt x="5295" y="1648"/>
                  </a:lnTo>
                  <a:lnTo>
                    <a:pt x="5265" y="1664"/>
                  </a:lnTo>
                  <a:lnTo>
                    <a:pt x="5234" y="1664"/>
                  </a:lnTo>
                  <a:lnTo>
                    <a:pt x="5143" y="1633"/>
                  </a:lnTo>
                  <a:lnTo>
                    <a:pt x="4960" y="1572"/>
                  </a:lnTo>
                  <a:lnTo>
                    <a:pt x="4593" y="1419"/>
                  </a:lnTo>
                  <a:lnTo>
                    <a:pt x="4584" y="1416"/>
                  </a:lnTo>
                  <a:lnTo>
                    <a:pt x="4584" y="1416"/>
                  </a:lnTo>
                  <a:lnTo>
                    <a:pt x="4609" y="1374"/>
                  </a:lnTo>
                  <a:lnTo>
                    <a:pt x="4685" y="1191"/>
                  </a:lnTo>
                  <a:lnTo>
                    <a:pt x="4761" y="1007"/>
                  </a:lnTo>
                  <a:lnTo>
                    <a:pt x="4822" y="824"/>
                  </a:lnTo>
                  <a:lnTo>
                    <a:pt x="4883" y="626"/>
                  </a:lnTo>
                  <a:lnTo>
                    <a:pt x="4929" y="443"/>
                  </a:lnTo>
                  <a:lnTo>
                    <a:pt x="4960" y="244"/>
                  </a:lnTo>
                  <a:lnTo>
                    <a:pt x="4960" y="138"/>
                  </a:lnTo>
                  <a:lnTo>
                    <a:pt x="4929" y="31"/>
                  </a:lnTo>
                  <a:lnTo>
                    <a:pt x="4914" y="0"/>
                  </a:lnTo>
                  <a:close/>
                  <a:moveTo>
                    <a:pt x="1500" y="1460"/>
                  </a:moveTo>
                  <a:lnTo>
                    <a:pt x="1480" y="1557"/>
                  </a:lnTo>
                  <a:lnTo>
                    <a:pt x="1374" y="1938"/>
                  </a:lnTo>
                  <a:lnTo>
                    <a:pt x="1251" y="2320"/>
                  </a:lnTo>
                  <a:lnTo>
                    <a:pt x="1129" y="2686"/>
                  </a:lnTo>
                  <a:lnTo>
                    <a:pt x="992" y="3052"/>
                  </a:lnTo>
                  <a:lnTo>
                    <a:pt x="839" y="3419"/>
                  </a:lnTo>
                  <a:lnTo>
                    <a:pt x="748" y="3586"/>
                  </a:lnTo>
                  <a:lnTo>
                    <a:pt x="656" y="3754"/>
                  </a:lnTo>
                  <a:lnTo>
                    <a:pt x="595" y="3831"/>
                  </a:lnTo>
                  <a:lnTo>
                    <a:pt x="580" y="3846"/>
                  </a:lnTo>
                  <a:lnTo>
                    <a:pt x="565" y="3831"/>
                  </a:lnTo>
                  <a:lnTo>
                    <a:pt x="534" y="3754"/>
                  </a:lnTo>
                  <a:lnTo>
                    <a:pt x="519" y="3663"/>
                  </a:lnTo>
                  <a:lnTo>
                    <a:pt x="534" y="3464"/>
                  </a:lnTo>
                  <a:lnTo>
                    <a:pt x="565" y="3281"/>
                  </a:lnTo>
                  <a:lnTo>
                    <a:pt x="595" y="3083"/>
                  </a:lnTo>
                  <a:lnTo>
                    <a:pt x="656" y="2900"/>
                  </a:lnTo>
                  <a:lnTo>
                    <a:pt x="778" y="2533"/>
                  </a:lnTo>
                  <a:lnTo>
                    <a:pt x="931" y="2167"/>
                  </a:lnTo>
                  <a:lnTo>
                    <a:pt x="1023" y="1999"/>
                  </a:lnTo>
                  <a:lnTo>
                    <a:pt x="1129" y="1831"/>
                  </a:lnTo>
                  <a:lnTo>
                    <a:pt x="1251" y="1679"/>
                  </a:lnTo>
                  <a:lnTo>
                    <a:pt x="1389" y="1526"/>
                  </a:lnTo>
                  <a:lnTo>
                    <a:pt x="1465" y="1480"/>
                  </a:lnTo>
                  <a:lnTo>
                    <a:pt x="1500" y="1460"/>
                  </a:lnTo>
                  <a:close/>
                  <a:moveTo>
                    <a:pt x="1526" y="550"/>
                  </a:moveTo>
                  <a:lnTo>
                    <a:pt x="1496" y="565"/>
                  </a:lnTo>
                  <a:lnTo>
                    <a:pt x="1404" y="580"/>
                  </a:lnTo>
                  <a:lnTo>
                    <a:pt x="1206" y="641"/>
                  </a:lnTo>
                  <a:lnTo>
                    <a:pt x="1023" y="717"/>
                  </a:lnTo>
                  <a:lnTo>
                    <a:pt x="839" y="809"/>
                  </a:lnTo>
                  <a:lnTo>
                    <a:pt x="672" y="901"/>
                  </a:lnTo>
                  <a:lnTo>
                    <a:pt x="430" y="1047"/>
                  </a:lnTo>
                  <a:lnTo>
                    <a:pt x="430" y="1047"/>
                  </a:lnTo>
                  <a:lnTo>
                    <a:pt x="672" y="916"/>
                  </a:lnTo>
                  <a:lnTo>
                    <a:pt x="855" y="809"/>
                  </a:lnTo>
                  <a:lnTo>
                    <a:pt x="1023" y="733"/>
                  </a:lnTo>
                  <a:lnTo>
                    <a:pt x="1221" y="656"/>
                  </a:lnTo>
                  <a:lnTo>
                    <a:pt x="1404" y="595"/>
                  </a:lnTo>
                  <a:lnTo>
                    <a:pt x="1496" y="580"/>
                  </a:lnTo>
                  <a:lnTo>
                    <a:pt x="1541" y="580"/>
                  </a:lnTo>
                  <a:lnTo>
                    <a:pt x="1557" y="595"/>
                  </a:lnTo>
                  <a:lnTo>
                    <a:pt x="1587" y="687"/>
                  </a:lnTo>
                  <a:lnTo>
                    <a:pt x="1602" y="778"/>
                  </a:lnTo>
                  <a:lnTo>
                    <a:pt x="1587" y="977"/>
                  </a:lnTo>
                  <a:lnTo>
                    <a:pt x="1557" y="1175"/>
                  </a:lnTo>
                  <a:lnTo>
                    <a:pt x="1509" y="1413"/>
                  </a:lnTo>
                  <a:lnTo>
                    <a:pt x="1509" y="1413"/>
                  </a:lnTo>
                  <a:lnTo>
                    <a:pt x="1435" y="1450"/>
                  </a:lnTo>
                  <a:lnTo>
                    <a:pt x="1358" y="1526"/>
                  </a:lnTo>
                  <a:lnTo>
                    <a:pt x="1221" y="1664"/>
                  </a:lnTo>
                  <a:lnTo>
                    <a:pt x="1099" y="1816"/>
                  </a:lnTo>
                  <a:lnTo>
                    <a:pt x="992" y="1984"/>
                  </a:lnTo>
                  <a:lnTo>
                    <a:pt x="885" y="2167"/>
                  </a:lnTo>
                  <a:lnTo>
                    <a:pt x="733" y="2533"/>
                  </a:lnTo>
                  <a:lnTo>
                    <a:pt x="595" y="2900"/>
                  </a:lnTo>
                  <a:lnTo>
                    <a:pt x="534" y="3098"/>
                  </a:lnTo>
                  <a:lnTo>
                    <a:pt x="488" y="3296"/>
                  </a:lnTo>
                  <a:lnTo>
                    <a:pt x="473" y="3495"/>
                  </a:lnTo>
                  <a:lnTo>
                    <a:pt x="458" y="3693"/>
                  </a:lnTo>
                  <a:lnTo>
                    <a:pt x="473" y="3800"/>
                  </a:lnTo>
                  <a:lnTo>
                    <a:pt x="519" y="3907"/>
                  </a:lnTo>
                  <a:lnTo>
                    <a:pt x="534" y="3922"/>
                  </a:lnTo>
                  <a:lnTo>
                    <a:pt x="549" y="3937"/>
                  </a:lnTo>
                  <a:lnTo>
                    <a:pt x="580" y="3953"/>
                  </a:lnTo>
                  <a:lnTo>
                    <a:pt x="626" y="3937"/>
                  </a:lnTo>
                  <a:lnTo>
                    <a:pt x="656" y="3922"/>
                  </a:lnTo>
                  <a:lnTo>
                    <a:pt x="717" y="3831"/>
                  </a:lnTo>
                  <a:lnTo>
                    <a:pt x="824" y="3647"/>
                  </a:lnTo>
                  <a:lnTo>
                    <a:pt x="900" y="3464"/>
                  </a:lnTo>
                  <a:lnTo>
                    <a:pt x="1053" y="3098"/>
                  </a:lnTo>
                  <a:lnTo>
                    <a:pt x="1190" y="2732"/>
                  </a:lnTo>
                  <a:lnTo>
                    <a:pt x="1312" y="2350"/>
                  </a:lnTo>
                  <a:lnTo>
                    <a:pt x="1435" y="1969"/>
                  </a:lnTo>
                  <a:lnTo>
                    <a:pt x="1526" y="1587"/>
                  </a:lnTo>
                  <a:lnTo>
                    <a:pt x="1566" y="1423"/>
                  </a:lnTo>
                  <a:lnTo>
                    <a:pt x="1566" y="1423"/>
                  </a:lnTo>
                  <a:lnTo>
                    <a:pt x="1633" y="1389"/>
                  </a:lnTo>
                  <a:lnTo>
                    <a:pt x="1725" y="1374"/>
                  </a:lnTo>
                  <a:lnTo>
                    <a:pt x="1816" y="1358"/>
                  </a:lnTo>
                  <a:lnTo>
                    <a:pt x="1908" y="1374"/>
                  </a:lnTo>
                  <a:lnTo>
                    <a:pt x="1938" y="1404"/>
                  </a:lnTo>
                  <a:lnTo>
                    <a:pt x="1969" y="1435"/>
                  </a:lnTo>
                  <a:lnTo>
                    <a:pt x="2030" y="1511"/>
                  </a:lnTo>
                  <a:lnTo>
                    <a:pt x="2076" y="1587"/>
                  </a:lnTo>
                  <a:lnTo>
                    <a:pt x="2137" y="1679"/>
                  </a:lnTo>
                  <a:lnTo>
                    <a:pt x="2182" y="1709"/>
                  </a:lnTo>
                  <a:lnTo>
                    <a:pt x="2228" y="1740"/>
                  </a:lnTo>
                  <a:lnTo>
                    <a:pt x="2350" y="1740"/>
                  </a:lnTo>
                  <a:lnTo>
                    <a:pt x="2442" y="1694"/>
                  </a:lnTo>
                  <a:lnTo>
                    <a:pt x="2518" y="1648"/>
                  </a:lnTo>
                  <a:lnTo>
                    <a:pt x="2610" y="1603"/>
                  </a:lnTo>
                  <a:lnTo>
                    <a:pt x="2686" y="1526"/>
                  </a:lnTo>
                  <a:lnTo>
                    <a:pt x="2839" y="1404"/>
                  </a:lnTo>
                  <a:lnTo>
                    <a:pt x="2671" y="1526"/>
                  </a:lnTo>
                  <a:lnTo>
                    <a:pt x="2518" y="1633"/>
                  </a:lnTo>
                  <a:lnTo>
                    <a:pt x="2350" y="1709"/>
                  </a:lnTo>
                  <a:lnTo>
                    <a:pt x="2304" y="1725"/>
                  </a:lnTo>
                  <a:lnTo>
                    <a:pt x="2259" y="1709"/>
                  </a:lnTo>
                  <a:lnTo>
                    <a:pt x="2213" y="1694"/>
                  </a:lnTo>
                  <a:lnTo>
                    <a:pt x="2182" y="1664"/>
                  </a:lnTo>
                  <a:lnTo>
                    <a:pt x="2121" y="1587"/>
                  </a:lnTo>
                  <a:lnTo>
                    <a:pt x="2076" y="1496"/>
                  </a:lnTo>
                  <a:lnTo>
                    <a:pt x="2014" y="1419"/>
                  </a:lnTo>
                  <a:lnTo>
                    <a:pt x="1923" y="1358"/>
                  </a:lnTo>
                  <a:lnTo>
                    <a:pt x="1831" y="1328"/>
                  </a:lnTo>
                  <a:lnTo>
                    <a:pt x="1725" y="1343"/>
                  </a:lnTo>
                  <a:lnTo>
                    <a:pt x="1618" y="1358"/>
                  </a:lnTo>
                  <a:lnTo>
                    <a:pt x="1576" y="1379"/>
                  </a:lnTo>
                  <a:lnTo>
                    <a:pt x="1576" y="1379"/>
                  </a:lnTo>
                  <a:lnTo>
                    <a:pt x="1618" y="1206"/>
                  </a:lnTo>
                  <a:lnTo>
                    <a:pt x="1648" y="1007"/>
                  </a:lnTo>
                  <a:lnTo>
                    <a:pt x="1648" y="794"/>
                  </a:lnTo>
                  <a:lnTo>
                    <a:pt x="1648" y="702"/>
                  </a:lnTo>
                  <a:lnTo>
                    <a:pt x="1602" y="595"/>
                  </a:lnTo>
                  <a:lnTo>
                    <a:pt x="1587" y="580"/>
                  </a:lnTo>
                  <a:lnTo>
                    <a:pt x="1557" y="565"/>
                  </a:lnTo>
                  <a:lnTo>
                    <a:pt x="1526" y="55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8" name="Google Shape;5578;p63"/>
            <p:cNvSpPr/>
            <p:nvPr/>
          </p:nvSpPr>
          <p:spPr>
            <a:xfrm>
              <a:off x="658925" y="2506875"/>
              <a:ext cx="625300" cy="864900"/>
            </a:xfrm>
            <a:custGeom>
              <a:avLst/>
              <a:gdLst/>
              <a:ahLst/>
              <a:cxnLst/>
              <a:rect l="l" t="t" r="r" b="b"/>
              <a:pathLst>
                <a:path w="25012" h="34596" extrusionOk="0">
                  <a:moveTo>
                    <a:pt x="8119" y="1"/>
                  </a:moveTo>
                  <a:lnTo>
                    <a:pt x="7783" y="16"/>
                  </a:lnTo>
                  <a:lnTo>
                    <a:pt x="7462" y="47"/>
                  </a:lnTo>
                  <a:lnTo>
                    <a:pt x="7142" y="92"/>
                  </a:lnTo>
                  <a:lnTo>
                    <a:pt x="6822" y="138"/>
                  </a:lnTo>
                  <a:lnTo>
                    <a:pt x="6516" y="214"/>
                  </a:lnTo>
                  <a:lnTo>
                    <a:pt x="6211" y="291"/>
                  </a:lnTo>
                  <a:lnTo>
                    <a:pt x="5921" y="398"/>
                  </a:lnTo>
                  <a:lnTo>
                    <a:pt x="5631" y="504"/>
                  </a:lnTo>
                  <a:lnTo>
                    <a:pt x="5357" y="626"/>
                  </a:lnTo>
                  <a:lnTo>
                    <a:pt x="5021" y="825"/>
                  </a:lnTo>
                  <a:lnTo>
                    <a:pt x="4685" y="1038"/>
                  </a:lnTo>
                  <a:lnTo>
                    <a:pt x="4365" y="1283"/>
                  </a:lnTo>
                  <a:lnTo>
                    <a:pt x="4059" y="1573"/>
                  </a:lnTo>
                  <a:lnTo>
                    <a:pt x="3769" y="1878"/>
                  </a:lnTo>
                  <a:lnTo>
                    <a:pt x="3495" y="2198"/>
                  </a:lnTo>
                  <a:lnTo>
                    <a:pt x="3235" y="2565"/>
                  </a:lnTo>
                  <a:lnTo>
                    <a:pt x="2976" y="2946"/>
                  </a:lnTo>
                  <a:lnTo>
                    <a:pt x="2732" y="3343"/>
                  </a:lnTo>
                  <a:lnTo>
                    <a:pt x="2503" y="3770"/>
                  </a:lnTo>
                  <a:lnTo>
                    <a:pt x="2289" y="4228"/>
                  </a:lnTo>
                  <a:lnTo>
                    <a:pt x="2091" y="4686"/>
                  </a:lnTo>
                  <a:lnTo>
                    <a:pt x="1892" y="5174"/>
                  </a:lnTo>
                  <a:lnTo>
                    <a:pt x="1709" y="5678"/>
                  </a:lnTo>
                  <a:lnTo>
                    <a:pt x="1541" y="6196"/>
                  </a:lnTo>
                  <a:lnTo>
                    <a:pt x="1374" y="6746"/>
                  </a:lnTo>
                  <a:lnTo>
                    <a:pt x="1221" y="7295"/>
                  </a:lnTo>
                  <a:lnTo>
                    <a:pt x="1084" y="7860"/>
                  </a:lnTo>
                  <a:lnTo>
                    <a:pt x="946" y="8440"/>
                  </a:lnTo>
                  <a:lnTo>
                    <a:pt x="839" y="9020"/>
                  </a:lnTo>
                  <a:lnTo>
                    <a:pt x="717" y="9630"/>
                  </a:lnTo>
                  <a:lnTo>
                    <a:pt x="611" y="10240"/>
                  </a:lnTo>
                  <a:lnTo>
                    <a:pt x="519" y="10851"/>
                  </a:lnTo>
                  <a:lnTo>
                    <a:pt x="443" y="11477"/>
                  </a:lnTo>
                  <a:lnTo>
                    <a:pt x="290" y="12758"/>
                  </a:lnTo>
                  <a:lnTo>
                    <a:pt x="183" y="14040"/>
                  </a:lnTo>
                  <a:lnTo>
                    <a:pt x="92" y="15337"/>
                  </a:lnTo>
                  <a:lnTo>
                    <a:pt x="31" y="16635"/>
                  </a:lnTo>
                  <a:lnTo>
                    <a:pt x="0" y="17932"/>
                  </a:lnTo>
                  <a:lnTo>
                    <a:pt x="0" y="19214"/>
                  </a:lnTo>
                  <a:lnTo>
                    <a:pt x="15" y="20465"/>
                  </a:lnTo>
                  <a:lnTo>
                    <a:pt x="61" y="21686"/>
                  </a:lnTo>
                  <a:lnTo>
                    <a:pt x="107" y="22861"/>
                  </a:lnTo>
                  <a:lnTo>
                    <a:pt x="183" y="23990"/>
                  </a:lnTo>
                  <a:lnTo>
                    <a:pt x="275" y="25058"/>
                  </a:lnTo>
                  <a:lnTo>
                    <a:pt x="366" y="26065"/>
                  </a:lnTo>
                  <a:lnTo>
                    <a:pt x="473" y="26996"/>
                  </a:lnTo>
                  <a:lnTo>
                    <a:pt x="595" y="27851"/>
                  </a:lnTo>
                  <a:lnTo>
                    <a:pt x="733" y="28599"/>
                  </a:lnTo>
                  <a:lnTo>
                    <a:pt x="855" y="29270"/>
                  </a:lnTo>
                  <a:lnTo>
                    <a:pt x="992" y="29819"/>
                  </a:lnTo>
                  <a:lnTo>
                    <a:pt x="1129" y="30247"/>
                  </a:lnTo>
                  <a:lnTo>
                    <a:pt x="1206" y="30430"/>
                  </a:lnTo>
                  <a:lnTo>
                    <a:pt x="1267" y="30567"/>
                  </a:lnTo>
                  <a:lnTo>
                    <a:pt x="1343" y="30674"/>
                  </a:lnTo>
                  <a:lnTo>
                    <a:pt x="1404" y="30750"/>
                  </a:lnTo>
                  <a:lnTo>
                    <a:pt x="1786" y="31056"/>
                  </a:lnTo>
                  <a:lnTo>
                    <a:pt x="2182" y="31361"/>
                  </a:lnTo>
                  <a:lnTo>
                    <a:pt x="2579" y="31651"/>
                  </a:lnTo>
                  <a:lnTo>
                    <a:pt x="2991" y="31925"/>
                  </a:lnTo>
                  <a:lnTo>
                    <a:pt x="3403" y="32200"/>
                  </a:lnTo>
                  <a:lnTo>
                    <a:pt x="3831" y="32459"/>
                  </a:lnTo>
                  <a:lnTo>
                    <a:pt x="4258" y="32704"/>
                  </a:lnTo>
                  <a:lnTo>
                    <a:pt x="4700" y="32933"/>
                  </a:lnTo>
                  <a:lnTo>
                    <a:pt x="4548" y="32658"/>
                  </a:lnTo>
                  <a:lnTo>
                    <a:pt x="4426" y="32353"/>
                  </a:lnTo>
                  <a:lnTo>
                    <a:pt x="4304" y="32032"/>
                  </a:lnTo>
                  <a:lnTo>
                    <a:pt x="4197" y="31696"/>
                  </a:lnTo>
                  <a:lnTo>
                    <a:pt x="4105" y="31345"/>
                  </a:lnTo>
                  <a:lnTo>
                    <a:pt x="4029" y="30994"/>
                  </a:lnTo>
                  <a:lnTo>
                    <a:pt x="3953" y="30628"/>
                  </a:lnTo>
                  <a:lnTo>
                    <a:pt x="3892" y="30247"/>
                  </a:lnTo>
                  <a:lnTo>
                    <a:pt x="3846" y="29880"/>
                  </a:lnTo>
                  <a:lnTo>
                    <a:pt x="3815" y="29499"/>
                  </a:lnTo>
                  <a:lnTo>
                    <a:pt x="3754" y="28751"/>
                  </a:lnTo>
                  <a:lnTo>
                    <a:pt x="3724" y="28019"/>
                  </a:lnTo>
                  <a:lnTo>
                    <a:pt x="3724" y="27301"/>
                  </a:lnTo>
                  <a:lnTo>
                    <a:pt x="3754" y="26645"/>
                  </a:lnTo>
                  <a:lnTo>
                    <a:pt x="3785" y="26035"/>
                  </a:lnTo>
                  <a:lnTo>
                    <a:pt x="3846" y="25516"/>
                  </a:lnTo>
                  <a:lnTo>
                    <a:pt x="3892" y="25089"/>
                  </a:lnTo>
                  <a:lnTo>
                    <a:pt x="3953" y="24753"/>
                  </a:lnTo>
                  <a:lnTo>
                    <a:pt x="4014" y="24555"/>
                  </a:lnTo>
                  <a:lnTo>
                    <a:pt x="4029" y="24509"/>
                  </a:lnTo>
                  <a:lnTo>
                    <a:pt x="4059" y="24494"/>
                  </a:lnTo>
                  <a:lnTo>
                    <a:pt x="4075" y="24524"/>
                  </a:lnTo>
                  <a:lnTo>
                    <a:pt x="4090" y="24585"/>
                  </a:lnTo>
                  <a:lnTo>
                    <a:pt x="4166" y="24997"/>
                  </a:lnTo>
                  <a:lnTo>
                    <a:pt x="4243" y="25424"/>
                  </a:lnTo>
                  <a:lnTo>
                    <a:pt x="4334" y="25836"/>
                  </a:lnTo>
                  <a:lnTo>
                    <a:pt x="4441" y="26264"/>
                  </a:lnTo>
                  <a:lnTo>
                    <a:pt x="4670" y="27088"/>
                  </a:lnTo>
                  <a:lnTo>
                    <a:pt x="4929" y="27927"/>
                  </a:lnTo>
                  <a:lnTo>
                    <a:pt x="5219" y="28736"/>
                  </a:lnTo>
                  <a:lnTo>
                    <a:pt x="5524" y="29514"/>
                  </a:lnTo>
                  <a:lnTo>
                    <a:pt x="5845" y="30277"/>
                  </a:lnTo>
                  <a:lnTo>
                    <a:pt x="6165" y="30979"/>
                  </a:lnTo>
                  <a:lnTo>
                    <a:pt x="6501" y="31651"/>
                  </a:lnTo>
                  <a:lnTo>
                    <a:pt x="6837" y="32261"/>
                  </a:lnTo>
                  <a:lnTo>
                    <a:pt x="7173" y="32810"/>
                  </a:lnTo>
                  <a:lnTo>
                    <a:pt x="7493" y="33284"/>
                  </a:lnTo>
                  <a:lnTo>
                    <a:pt x="7646" y="33497"/>
                  </a:lnTo>
                  <a:lnTo>
                    <a:pt x="7798" y="33680"/>
                  </a:lnTo>
                  <a:lnTo>
                    <a:pt x="7951" y="33848"/>
                  </a:lnTo>
                  <a:lnTo>
                    <a:pt x="8088" y="33985"/>
                  </a:lnTo>
                  <a:lnTo>
                    <a:pt x="8225" y="34108"/>
                  </a:lnTo>
                  <a:lnTo>
                    <a:pt x="8348" y="34214"/>
                  </a:lnTo>
                  <a:lnTo>
                    <a:pt x="8470" y="34275"/>
                  </a:lnTo>
                  <a:lnTo>
                    <a:pt x="8592" y="34321"/>
                  </a:lnTo>
                  <a:lnTo>
                    <a:pt x="8607" y="34321"/>
                  </a:lnTo>
                  <a:lnTo>
                    <a:pt x="9187" y="34428"/>
                  </a:lnTo>
                  <a:lnTo>
                    <a:pt x="9767" y="34504"/>
                  </a:lnTo>
                  <a:lnTo>
                    <a:pt x="10331" y="34565"/>
                  </a:lnTo>
                  <a:lnTo>
                    <a:pt x="10896" y="34596"/>
                  </a:lnTo>
                  <a:lnTo>
                    <a:pt x="11461" y="34596"/>
                  </a:lnTo>
                  <a:lnTo>
                    <a:pt x="12010" y="34581"/>
                  </a:lnTo>
                  <a:lnTo>
                    <a:pt x="12559" y="34550"/>
                  </a:lnTo>
                  <a:lnTo>
                    <a:pt x="13094" y="34489"/>
                  </a:lnTo>
                  <a:lnTo>
                    <a:pt x="13628" y="34428"/>
                  </a:lnTo>
                  <a:lnTo>
                    <a:pt x="14162" y="34336"/>
                  </a:lnTo>
                  <a:lnTo>
                    <a:pt x="14681" y="34230"/>
                  </a:lnTo>
                  <a:lnTo>
                    <a:pt x="15184" y="34092"/>
                  </a:lnTo>
                  <a:lnTo>
                    <a:pt x="15688" y="33955"/>
                  </a:lnTo>
                  <a:lnTo>
                    <a:pt x="16176" y="33802"/>
                  </a:lnTo>
                  <a:lnTo>
                    <a:pt x="16664" y="33650"/>
                  </a:lnTo>
                  <a:lnTo>
                    <a:pt x="17138" y="33467"/>
                  </a:lnTo>
                  <a:lnTo>
                    <a:pt x="17138" y="33451"/>
                  </a:lnTo>
                  <a:lnTo>
                    <a:pt x="16939" y="33131"/>
                  </a:lnTo>
                  <a:lnTo>
                    <a:pt x="16771" y="32780"/>
                  </a:lnTo>
                  <a:lnTo>
                    <a:pt x="16603" y="32429"/>
                  </a:lnTo>
                  <a:lnTo>
                    <a:pt x="16466" y="32063"/>
                  </a:lnTo>
                  <a:lnTo>
                    <a:pt x="16329" y="31681"/>
                  </a:lnTo>
                  <a:lnTo>
                    <a:pt x="16207" y="31300"/>
                  </a:lnTo>
                  <a:lnTo>
                    <a:pt x="16100" y="30903"/>
                  </a:lnTo>
                  <a:lnTo>
                    <a:pt x="16008" y="30506"/>
                  </a:lnTo>
                  <a:lnTo>
                    <a:pt x="15932" y="30094"/>
                  </a:lnTo>
                  <a:lnTo>
                    <a:pt x="15856" y="29697"/>
                  </a:lnTo>
                  <a:lnTo>
                    <a:pt x="15795" y="29285"/>
                  </a:lnTo>
                  <a:lnTo>
                    <a:pt x="15749" y="28889"/>
                  </a:lnTo>
                  <a:lnTo>
                    <a:pt x="15673" y="28095"/>
                  </a:lnTo>
                  <a:lnTo>
                    <a:pt x="15627" y="27332"/>
                  </a:lnTo>
                  <a:lnTo>
                    <a:pt x="15611" y="26615"/>
                  </a:lnTo>
                  <a:lnTo>
                    <a:pt x="15611" y="25959"/>
                  </a:lnTo>
                  <a:lnTo>
                    <a:pt x="15642" y="25363"/>
                  </a:lnTo>
                  <a:lnTo>
                    <a:pt x="15673" y="24860"/>
                  </a:lnTo>
                  <a:lnTo>
                    <a:pt x="15703" y="24478"/>
                  </a:lnTo>
                  <a:lnTo>
                    <a:pt x="15749" y="24188"/>
                  </a:lnTo>
                  <a:lnTo>
                    <a:pt x="15795" y="24051"/>
                  </a:lnTo>
                  <a:lnTo>
                    <a:pt x="15810" y="24021"/>
                  </a:lnTo>
                  <a:lnTo>
                    <a:pt x="15825" y="24051"/>
                  </a:lnTo>
                  <a:lnTo>
                    <a:pt x="15947" y="24448"/>
                  </a:lnTo>
                  <a:lnTo>
                    <a:pt x="16100" y="24845"/>
                  </a:lnTo>
                  <a:lnTo>
                    <a:pt x="16252" y="25226"/>
                  </a:lnTo>
                  <a:lnTo>
                    <a:pt x="16420" y="25608"/>
                  </a:lnTo>
                  <a:lnTo>
                    <a:pt x="16603" y="25974"/>
                  </a:lnTo>
                  <a:lnTo>
                    <a:pt x="16787" y="26325"/>
                  </a:lnTo>
                  <a:lnTo>
                    <a:pt x="16970" y="26661"/>
                  </a:lnTo>
                  <a:lnTo>
                    <a:pt x="17168" y="26996"/>
                  </a:lnTo>
                  <a:lnTo>
                    <a:pt x="17366" y="27317"/>
                  </a:lnTo>
                  <a:lnTo>
                    <a:pt x="17580" y="27637"/>
                  </a:lnTo>
                  <a:lnTo>
                    <a:pt x="17992" y="28217"/>
                  </a:lnTo>
                  <a:lnTo>
                    <a:pt x="18419" y="28751"/>
                  </a:lnTo>
                  <a:lnTo>
                    <a:pt x="18847" y="29240"/>
                  </a:lnTo>
                  <a:lnTo>
                    <a:pt x="19259" y="29682"/>
                  </a:lnTo>
                  <a:lnTo>
                    <a:pt x="19655" y="30079"/>
                  </a:lnTo>
                  <a:lnTo>
                    <a:pt x="20022" y="30415"/>
                  </a:lnTo>
                  <a:lnTo>
                    <a:pt x="20373" y="30689"/>
                  </a:lnTo>
                  <a:lnTo>
                    <a:pt x="20678" y="30903"/>
                  </a:lnTo>
                  <a:lnTo>
                    <a:pt x="20937" y="31071"/>
                  </a:lnTo>
                  <a:lnTo>
                    <a:pt x="21151" y="31178"/>
                  </a:lnTo>
                  <a:lnTo>
                    <a:pt x="21243" y="31208"/>
                  </a:lnTo>
                  <a:lnTo>
                    <a:pt x="21304" y="31208"/>
                  </a:lnTo>
                  <a:lnTo>
                    <a:pt x="21777" y="30872"/>
                  </a:lnTo>
                  <a:lnTo>
                    <a:pt x="22204" y="30537"/>
                  </a:lnTo>
                  <a:lnTo>
                    <a:pt x="22616" y="30201"/>
                  </a:lnTo>
                  <a:lnTo>
                    <a:pt x="22998" y="29880"/>
                  </a:lnTo>
                  <a:lnTo>
                    <a:pt x="23348" y="29560"/>
                  </a:lnTo>
                  <a:lnTo>
                    <a:pt x="23669" y="29255"/>
                  </a:lnTo>
                  <a:lnTo>
                    <a:pt x="23959" y="28950"/>
                  </a:lnTo>
                  <a:lnTo>
                    <a:pt x="24218" y="28675"/>
                  </a:lnTo>
                  <a:lnTo>
                    <a:pt x="24432" y="28415"/>
                  </a:lnTo>
                  <a:lnTo>
                    <a:pt x="24630" y="28171"/>
                  </a:lnTo>
                  <a:lnTo>
                    <a:pt x="24783" y="27958"/>
                  </a:lnTo>
                  <a:lnTo>
                    <a:pt x="24890" y="27759"/>
                  </a:lnTo>
                  <a:lnTo>
                    <a:pt x="24966" y="27591"/>
                  </a:lnTo>
                  <a:lnTo>
                    <a:pt x="25012" y="27469"/>
                  </a:lnTo>
                  <a:lnTo>
                    <a:pt x="25012" y="27408"/>
                  </a:lnTo>
                  <a:lnTo>
                    <a:pt x="25012" y="27363"/>
                  </a:lnTo>
                  <a:lnTo>
                    <a:pt x="24997" y="27332"/>
                  </a:lnTo>
                  <a:lnTo>
                    <a:pt x="24966" y="27301"/>
                  </a:lnTo>
                  <a:lnTo>
                    <a:pt x="24752" y="27134"/>
                  </a:lnTo>
                  <a:lnTo>
                    <a:pt x="24539" y="26966"/>
                  </a:lnTo>
                  <a:lnTo>
                    <a:pt x="24340" y="26767"/>
                  </a:lnTo>
                  <a:lnTo>
                    <a:pt x="24127" y="26569"/>
                  </a:lnTo>
                  <a:lnTo>
                    <a:pt x="23928" y="26355"/>
                  </a:lnTo>
                  <a:lnTo>
                    <a:pt x="23730" y="26126"/>
                  </a:lnTo>
                  <a:lnTo>
                    <a:pt x="23333" y="25653"/>
                  </a:lnTo>
                  <a:lnTo>
                    <a:pt x="22952" y="25119"/>
                  </a:lnTo>
                  <a:lnTo>
                    <a:pt x="22585" y="24555"/>
                  </a:lnTo>
                  <a:lnTo>
                    <a:pt x="22234" y="23959"/>
                  </a:lnTo>
                  <a:lnTo>
                    <a:pt x="21884" y="23334"/>
                  </a:lnTo>
                  <a:lnTo>
                    <a:pt x="21548" y="22662"/>
                  </a:lnTo>
                  <a:lnTo>
                    <a:pt x="21227" y="21976"/>
                  </a:lnTo>
                  <a:lnTo>
                    <a:pt x="20907" y="21274"/>
                  </a:lnTo>
                  <a:lnTo>
                    <a:pt x="20586" y="20541"/>
                  </a:lnTo>
                  <a:lnTo>
                    <a:pt x="20281" y="19793"/>
                  </a:lnTo>
                  <a:lnTo>
                    <a:pt x="19976" y="19046"/>
                  </a:lnTo>
                  <a:lnTo>
                    <a:pt x="19411" y="17489"/>
                  </a:lnTo>
                  <a:lnTo>
                    <a:pt x="19137" y="16696"/>
                  </a:lnTo>
                  <a:lnTo>
                    <a:pt x="18877" y="15872"/>
                  </a:lnTo>
                  <a:lnTo>
                    <a:pt x="18648" y="15002"/>
                  </a:lnTo>
                  <a:lnTo>
                    <a:pt x="18419" y="14117"/>
                  </a:lnTo>
                  <a:lnTo>
                    <a:pt x="17977" y="12301"/>
                  </a:lnTo>
                  <a:lnTo>
                    <a:pt x="17519" y="10439"/>
                  </a:lnTo>
                  <a:lnTo>
                    <a:pt x="17290" y="9508"/>
                  </a:lnTo>
                  <a:lnTo>
                    <a:pt x="17046" y="8592"/>
                  </a:lnTo>
                  <a:lnTo>
                    <a:pt x="16771" y="7692"/>
                  </a:lnTo>
                  <a:lnTo>
                    <a:pt x="16497" y="6822"/>
                  </a:lnTo>
                  <a:lnTo>
                    <a:pt x="16344" y="6395"/>
                  </a:lnTo>
                  <a:lnTo>
                    <a:pt x="16176" y="5968"/>
                  </a:lnTo>
                  <a:lnTo>
                    <a:pt x="16008" y="5556"/>
                  </a:lnTo>
                  <a:lnTo>
                    <a:pt x="15840" y="5159"/>
                  </a:lnTo>
                  <a:lnTo>
                    <a:pt x="15657" y="4762"/>
                  </a:lnTo>
                  <a:lnTo>
                    <a:pt x="15459" y="4380"/>
                  </a:lnTo>
                  <a:lnTo>
                    <a:pt x="15261" y="4014"/>
                  </a:lnTo>
                  <a:lnTo>
                    <a:pt x="15047" y="3648"/>
                  </a:lnTo>
                  <a:lnTo>
                    <a:pt x="14848" y="3343"/>
                  </a:lnTo>
                  <a:lnTo>
                    <a:pt x="14635" y="3038"/>
                  </a:lnTo>
                  <a:lnTo>
                    <a:pt x="14391" y="2748"/>
                  </a:lnTo>
                  <a:lnTo>
                    <a:pt x="14147" y="2473"/>
                  </a:lnTo>
                  <a:lnTo>
                    <a:pt x="13887" y="2214"/>
                  </a:lnTo>
                  <a:lnTo>
                    <a:pt x="13628" y="1969"/>
                  </a:lnTo>
                  <a:lnTo>
                    <a:pt x="13338" y="1740"/>
                  </a:lnTo>
                  <a:lnTo>
                    <a:pt x="13063" y="1527"/>
                  </a:lnTo>
                  <a:lnTo>
                    <a:pt x="12758" y="1328"/>
                  </a:lnTo>
                  <a:lnTo>
                    <a:pt x="12453" y="1145"/>
                  </a:lnTo>
                  <a:lnTo>
                    <a:pt x="12132" y="977"/>
                  </a:lnTo>
                  <a:lnTo>
                    <a:pt x="11812" y="810"/>
                  </a:lnTo>
                  <a:lnTo>
                    <a:pt x="11491" y="672"/>
                  </a:lnTo>
                  <a:lnTo>
                    <a:pt x="11171" y="535"/>
                  </a:lnTo>
                  <a:lnTo>
                    <a:pt x="10835" y="428"/>
                  </a:lnTo>
                  <a:lnTo>
                    <a:pt x="10499" y="321"/>
                  </a:lnTo>
                  <a:lnTo>
                    <a:pt x="10148" y="230"/>
                  </a:lnTo>
                  <a:lnTo>
                    <a:pt x="9813" y="153"/>
                  </a:lnTo>
                  <a:lnTo>
                    <a:pt x="9477" y="92"/>
                  </a:lnTo>
                  <a:lnTo>
                    <a:pt x="9126" y="62"/>
                  </a:lnTo>
                  <a:lnTo>
                    <a:pt x="8790" y="31"/>
                  </a:lnTo>
                  <a:lnTo>
                    <a:pt x="84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9" name="Google Shape;5579;p63"/>
            <p:cNvSpPr/>
            <p:nvPr/>
          </p:nvSpPr>
          <p:spPr>
            <a:xfrm>
              <a:off x="658925" y="2506875"/>
              <a:ext cx="625300" cy="864900"/>
            </a:xfrm>
            <a:custGeom>
              <a:avLst/>
              <a:gdLst/>
              <a:ahLst/>
              <a:cxnLst/>
              <a:rect l="l" t="t" r="r" b="b"/>
              <a:pathLst>
                <a:path w="25012" h="34596" fill="none" extrusionOk="0">
                  <a:moveTo>
                    <a:pt x="1404" y="30750"/>
                  </a:moveTo>
                  <a:lnTo>
                    <a:pt x="1404" y="30750"/>
                  </a:lnTo>
                  <a:lnTo>
                    <a:pt x="1786" y="31056"/>
                  </a:lnTo>
                  <a:lnTo>
                    <a:pt x="2182" y="31361"/>
                  </a:lnTo>
                  <a:lnTo>
                    <a:pt x="2579" y="31651"/>
                  </a:lnTo>
                  <a:lnTo>
                    <a:pt x="2991" y="31925"/>
                  </a:lnTo>
                  <a:lnTo>
                    <a:pt x="3403" y="32200"/>
                  </a:lnTo>
                  <a:lnTo>
                    <a:pt x="3831" y="32459"/>
                  </a:lnTo>
                  <a:lnTo>
                    <a:pt x="4258" y="32704"/>
                  </a:lnTo>
                  <a:lnTo>
                    <a:pt x="4700" y="32933"/>
                  </a:lnTo>
                  <a:lnTo>
                    <a:pt x="4700" y="32933"/>
                  </a:lnTo>
                  <a:lnTo>
                    <a:pt x="4548" y="32658"/>
                  </a:lnTo>
                  <a:lnTo>
                    <a:pt x="4426" y="32353"/>
                  </a:lnTo>
                  <a:lnTo>
                    <a:pt x="4304" y="32032"/>
                  </a:lnTo>
                  <a:lnTo>
                    <a:pt x="4197" y="31696"/>
                  </a:lnTo>
                  <a:lnTo>
                    <a:pt x="4105" y="31345"/>
                  </a:lnTo>
                  <a:lnTo>
                    <a:pt x="4029" y="30994"/>
                  </a:lnTo>
                  <a:lnTo>
                    <a:pt x="3953" y="30628"/>
                  </a:lnTo>
                  <a:lnTo>
                    <a:pt x="3892" y="30247"/>
                  </a:lnTo>
                  <a:lnTo>
                    <a:pt x="3846" y="29880"/>
                  </a:lnTo>
                  <a:lnTo>
                    <a:pt x="3815" y="29499"/>
                  </a:lnTo>
                  <a:lnTo>
                    <a:pt x="3754" y="28751"/>
                  </a:lnTo>
                  <a:lnTo>
                    <a:pt x="3724" y="28019"/>
                  </a:lnTo>
                  <a:lnTo>
                    <a:pt x="3724" y="27301"/>
                  </a:lnTo>
                  <a:lnTo>
                    <a:pt x="3754" y="26645"/>
                  </a:lnTo>
                  <a:lnTo>
                    <a:pt x="3785" y="26035"/>
                  </a:lnTo>
                  <a:lnTo>
                    <a:pt x="3846" y="25516"/>
                  </a:lnTo>
                  <a:lnTo>
                    <a:pt x="3892" y="25089"/>
                  </a:lnTo>
                  <a:lnTo>
                    <a:pt x="3953" y="24753"/>
                  </a:lnTo>
                  <a:lnTo>
                    <a:pt x="4014" y="24555"/>
                  </a:lnTo>
                  <a:lnTo>
                    <a:pt x="4029" y="24509"/>
                  </a:lnTo>
                  <a:lnTo>
                    <a:pt x="4059" y="24494"/>
                  </a:lnTo>
                  <a:lnTo>
                    <a:pt x="4075" y="24524"/>
                  </a:lnTo>
                  <a:lnTo>
                    <a:pt x="4090" y="24585"/>
                  </a:lnTo>
                  <a:lnTo>
                    <a:pt x="4090" y="24585"/>
                  </a:lnTo>
                  <a:lnTo>
                    <a:pt x="4166" y="24997"/>
                  </a:lnTo>
                  <a:lnTo>
                    <a:pt x="4243" y="25424"/>
                  </a:lnTo>
                  <a:lnTo>
                    <a:pt x="4334" y="25836"/>
                  </a:lnTo>
                  <a:lnTo>
                    <a:pt x="4441" y="26264"/>
                  </a:lnTo>
                  <a:lnTo>
                    <a:pt x="4670" y="27088"/>
                  </a:lnTo>
                  <a:lnTo>
                    <a:pt x="4929" y="27927"/>
                  </a:lnTo>
                  <a:lnTo>
                    <a:pt x="5219" y="28736"/>
                  </a:lnTo>
                  <a:lnTo>
                    <a:pt x="5524" y="29514"/>
                  </a:lnTo>
                  <a:lnTo>
                    <a:pt x="5845" y="30277"/>
                  </a:lnTo>
                  <a:lnTo>
                    <a:pt x="6165" y="30979"/>
                  </a:lnTo>
                  <a:lnTo>
                    <a:pt x="6501" y="31651"/>
                  </a:lnTo>
                  <a:lnTo>
                    <a:pt x="6837" y="32261"/>
                  </a:lnTo>
                  <a:lnTo>
                    <a:pt x="7173" y="32810"/>
                  </a:lnTo>
                  <a:lnTo>
                    <a:pt x="7493" y="33284"/>
                  </a:lnTo>
                  <a:lnTo>
                    <a:pt x="7646" y="33497"/>
                  </a:lnTo>
                  <a:lnTo>
                    <a:pt x="7798" y="33680"/>
                  </a:lnTo>
                  <a:lnTo>
                    <a:pt x="7951" y="33848"/>
                  </a:lnTo>
                  <a:lnTo>
                    <a:pt x="8088" y="33985"/>
                  </a:lnTo>
                  <a:lnTo>
                    <a:pt x="8225" y="34108"/>
                  </a:lnTo>
                  <a:lnTo>
                    <a:pt x="8348" y="34214"/>
                  </a:lnTo>
                  <a:lnTo>
                    <a:pt x="8470" y="34275"/>
                  </a:lnTo>
                  <a:lnTo>
                    <a:pt x="8592" y="34321"/>
                  </a:lnTo>
                  <a:lnTo>
                    <a:pt x="8592" y="34321"/>
                  </a:lnTo>
                  <a:lnTo>
                    <a:pt x="8607" y="34321"/>
                  </a:lnTo>
                  <a:lnTo>
                    <a:pt x="8607" y="34321"/>
                  </a:lnTo>
                  <a:lnTo>
                    <a:pt x="9187" y="34428"/>
                  </a:lnTo>
                  <a:lnTo>
                    <a:pt x="9767" y="34504"/>
                  </a:lnTo>
                  <a:lnTo>
                    <a:pt x="10331" y="34565"/>
                  </a:lnTo>
                  <a:lnTo>
                    <a:pt x="10896" y="34596"/>
                  </a:lnTo>
                  <a:lnTo>
                    <a:pt x="11461" y="34596"/>
                  </a:lnTo>
                  <a:lnTo>
                    <a:pt x="12010" y="34581"/>
                  </a:lnTo>
                  <a:lnTo>
                    <a:pt x="12559" y="34550"/>
                  </a:lnTo>
                  <a:lnTo>
                    <a:pt x="13094" y="34489"/>
                  </a:lnTo>
                  <a:lnTo>
                    <a:pt x="13628" y="34428"/>
                  </a:lnTo>
                  <a:lnTo>
                    <a:pt x="14162" y="34336"/>
                  </a:lnTo>
                  <a:lnTo>
                    <a:pt x="14681" y="34230"/>
                  </a:lnTo>
                  <a:lnTo>
                    <a:pt x="15184" y="34092"/>
                  </a:lnTo>
                  <a:lnTo>
                    <a:pt x="15688" y="33955"/>
                  </a:lnTo>
                  <a:lnTo>
                    <a:pt x="16176" y="33802"/>
                  </a:lnTo>
                  <a:lnTo>
                    <a:pt x="16664" y="33650"/>
                  </a:lnTo>
                  <a:lnTo>
                    <a:pt x="17138" y="33467"/>
                  </a:lnTo>
                  <a:lnTo>
                    <a:pt x="17138" y="33451"/>
                  </a:lnTo>
                  <a:lnTo>
                    <a:pt x="17138" y="33451"/>
                  </a:lnTo>
                  <a:lnTo>
                    <a:pt x="16939" y="33131"/>
                  </a:lnTo>
                  <a:lnTo>
                    <a:pt x="16771" y="32780"/>
                  </a:lnTo>
                  <a:lnTo>
                    <a:pt x="16603" y="32429"/>
                  </a:lnTo>
                  <a:lnTo>
                    <a:pt x="16466" y="32063"/>
                  </a:lnTo>
                  <a:lnTo>
                    <a:pt x="16329" y="31681"/>
                  </a:lnTo>
                  <a:lnTo>
                    <a:pt x="16207" y="31300"/>
                  </a:lnTo>
                  <a:lnTo>
                    <a:pt x="16100" y="30903"/>
                  </a:lnTo>
                  <a:lnTo>
                    <a:pt x="16008" y="30506"/>
                  </a:lnTo>
                  <a:lnTo>
                    <a:pt x="15932" y="30094"/>
                  </a:lnTo>
                  <a:lnTo>
                    <a:pt x="15856" y="29697"/>
                  </a:lnTo>
                  <a:lnTo>
                    <a:pt x="15795" y="29285"/>
                  </a:lnTo>
                  <a:lnTo>
                    <a:pt x="15749" y="28889"/>
                  </a:lnTo>
                  <a:lnTo>
                    <a:pt x="15673" y="28095"/>
                  </a:lnTo>
                  <a:lnTo>
                    <a:pt x="15627" y="27332"/>
                  </a:lnTo>
                  <a:lnTo>
                    <a:pt x="15611" y="26615"/>
                  </a:lnTo>
                  <a:lnTo>
                    <a:pt x="15611" y="25959"/>
                  </a:lnTo>
                  <a:lnTo>
                    <a:pt x="15642" y="25363"/>
                  </a:lnTo>
                  <a:lnTo>
                    <a:pt x="15673" y="24860"/>
                  </a:lnTo>
                  <a:lnTo>
                    <a:pt x="15703" y="24478"/>
                  </a:lnTo>
                  <a:lnTo>
                    <a:pt x="15749" y="24188"/>
                  </a:lnTo>
                  <a:lnTo>
                    <a:pt x="15795" y="24051"/>
                  </a:lnTo>
                  <a:lnTo>
                    <a:pt x="15810" y="24021"/>
                  </a:lnTo>
                  <a:lnTo>
                    <a:pt x="15825" y="24051"/>
                  </a:lnTo>
                  <a:lnTo>
                    <a:pt x="15825" y="24051"/>
                  </a:lnTo>
                  <a:lnTo>
                    <a:pt x="15947" y="24448"/>
                  </a:lnTo>
                  <a:lnTo>
                    <a:pt x="16100" y="24845"/>
                  </a:lnTo>
                  <a:lnTo>
                    <a:pt x="16252" y="25226"/>
                  </a:lnTo>
                  <a:lnTo>
                    <a:pt x="16420" y="25608"/>
                  </a:lnTo>
                  <a:lnTo>
                    <a:pt x="16603" y="25974"/>
                  </a:lnTo>
                  <a:lnTo>
                    <a:pt x="16787" y="26325"/>
                  </a:lnTo>
                  <a:lnTo>
                    <a:pt x="16970" y="26661"/>
                  </a:lnTo>
                  <a:lnTo>
                    <a:pt x="17168" y="26996"/>
                  </a:lnTo>
                  <a:lnTo>
                    <a:pt x="17366" y="27317"/>
                  </a:lnTo>
                  <a:lnTo>
                    <a:pt x="17580" y="27637"/>
                  </a:lnTo>
                  <a:lnTo>
                    <a:pt x="17992" y="28217"/>
                  </a:lnTo>
                  <a:lnTo>
                    <a:pt x="18419" y="28751"/>
                  </a:lnTo>
                  <a:lnTo>
                    <a:pt x="18847" y="29240"/>
                  </a:lnTo>
                  <a:lnTo>
                    <a:pt x="19259" y="29682"/>
                  </a:lnTo>
                  <a:lnTo>
                    <a:pt x="19655" y="30079"/>
                  </a:lnTo>
                  <a:lnTo>
                    <a:pt x="20022" y="30415"/>
                  </a:lnTo>
                  <a:lnTo>
                    <a:pt x="20373" y="30689"/>
                  </a:lnTo>
                  <a:lnTo>
                    <a:pt x="20678" y="30903"/>
                  </a:lnTo>
                  <a:lnTo>
                    <a:pt x="20937" y="31071"/>
                  </a:lnTo>
                  <a:lnTo>
                    <a:pt x="21151" y="31178"/>
                  </a:lnTo>
                  <a:lnTo>
                    <a:pt x="21243" y="31208"/>
                  </a:lnTo>
                  <a:lnTo>
                    <a:pt x="21304" y="31208"/>
                  </a:lnTo>
                  <a:lnTo>
                    <a:pt x="21304" y="31208"/>
                  </a:lnTo>
                  <a:lnTo>
                    <a:pt x="21777" y="30872"/>
                  </a:lnTo>
                  <a:lnTo>
                    <a:pt x="22204" y="30537"/>
                  </a:lnTo>
                  <a:lnTo>
                    <a:pt x="22616" y="30201"/>
                  </a:lnTo>
                  <a:lnTo>
                    <a:pt x="22998" y="29880"/>
                  </a:lnTo>
                  <a:lnTo>
                    <a:pt x="23348" y="29560"/>
                  </a:lnTo>
                  <a:lnTo>
                    <a:pt x="23669" y="29255"/>
                  </a:lnTo>
                  <a:lnTo>
                    <a:pt x="23959" y="28950"/>
                  </a:lnTo>
                  <a:lnTo>
                    <a:pt x="24218" y="28675"/>
                  </a:lnTo>
                  <a:lnTo>
                    <a:pt x="24432" y="28415"/>
                  </a:lnTo>
                  <a:lnTo>
                    <a:pt x="24630" y="28171"/>
                  </a:lnTo>
                  <a:lnTo>
                    <a:pt x="24783" y="27958"/>
                  </a:lnTo>
                  <a:lnTo>
                    <a:pt x="24890" y="27759"/>
                  </a:lnTo>
                  <a:lnTo>
                    <a:pt x="24966" y="27591"/>
                  </a:lnTo>
                  <a:lnTo>
                    <a:pt x="25012" y="27469"/>
                  </a:lnTo>
                  <a:lnTo>
                    <a:pt x="25012" y="27408"/>
                  </a:lnTo>
                  <a:lnTo>
                    <a:pt x="25012" y="27363"/>
                  </a:lnTo>
                  <a:lnTo>
                    <a:pt x="24997" y="27332"/>
                  </a:lnTo>
                  <a:lnTo>
                    <a:pt x="24966" y="27301"/>
                  </a:lnTo>
                  <a:lnTo>
                    <a:pt x="24966" y="27301"/>
                  </a:lnTo>
                  <a:lnTo>
                    <a:pt x="24752" y="27134"/>
                  </a:lnTo>
                  <a:lnTo>
                    <a:pt x="24539" y="26966"/>
                  </a:lnTo>
                  <a:lnTo>
                    <a:pt x="24340" y="26767"/>
                  </a:lnTo>
                  <a:lnTo>
                    <a:pt x="24127" y="26569"/>
                  </a:lnTo>
                  <a:lnTo>
                    <a:pt x="23928" y="26355"/>
                  </a:lnTo>
                  <a:lnTo>
                    <a:pt x="23730" y="26126"/>
                  </a:lnTo>
                  <a:lnTo>
                    <a:pt x="23333" y="25653"/>
                  </a:lnTo>
                  <a:lnTo>
                    <a:pt x="22952" y="25119"/>
                  </a:lnTo>
                  <a:lnTo>
                    <a:pt x="22585" y="24555"/>
                  </a:lnTo>
                  <a:lnTo>
                    <a:pt x="22234" y="23959"/>
                  </a:lnTo>
                  <a:lnTo>
                    <a:pt x="21884" y="23334"/>
                  </a:lnTo>
                  <a:lnTo>
                    <a:pt x="21548" y="22662"/>
                  </a:lnTo>
                  <a:lnTo>
                    <a:pt x="21227" y="21976"/>
                  </a:lnTo>
                  <a:lnTo>
                    <a:pt x="20907" y="21274"/>
                  </a:lnTo>
                  <a:lnTo>
                    <a:pt x="20586" y="20541"/>
                  </a:lnTo>
                  <a:lnTo>
                    <a:pt x="20281" y="19793"/>
                  </a:lnTo>
                  <a:lnTo>
                    <a:pt x="19976" y="19046"/>
                  </a:lnTo>
                  <a:lnTo>
                    <a:pt x="19411" y="17489"/>
                  </a:lnTo>
                  <a:lnTo>
                    <a:pt x="19411" y="17489"/>
                  </a:lnTo>
                  <a:lnTo>
                    <a:pt x="19137" y="16696"/>
                  </a:lnTo>
                  <a:lnTo>
                    <a:pt x="18877" y="15872"/>
                  </a:lnTo>
                  <a:lnTo>
                    <a:pt x="18648" y="15002"/>
                  </a:lnTo>
                  <a:lnTo>
                    <a:pt x="18419" y="14117"/>
                  </a:lnTo>
                  <a:lnTo>
                    <a:pt x="17977" y="12301"/>
                  </a:lnTo>
                  <a:lnTo>
                    <a:pt x="17519" y="10439"/>
                  </a:lnTo>
                  <a:lnTo>
                    <a:pt x="17290" y="9508"/>
                  </a:lnTo>
                  <a:lnTo>
                    <a:pt x="17046" y="8592"/>
                  </a:lnTo>
                  <a:lnTo>
                    <a:pt x="16771" y="7692"/>
                  </a:lnTo>
                  <a:lnTo>
                    <a:pt x="16497" y="6822"/>
                  </a:lnTo>
                  <a:lnTo>
                    <a:pt x="16344" y="6395"/>
                  </a:lnTo>
                  <a:lnTo>
                    <a:pt x="16176" y="5968"/>
                  </a:lnTo>
                  <a:lnTo>
                    <a:pt x="16008" y="5556"/>
                  </a:lnTo>
                  <a:lnTo>
                    <a:pt x="15840" y="5159"/>
                  </a:lnTo>
                  <a:lnTo>
                    <a:pt x="15657" y="4762"/>
                  </a:lnTo>
                  <a:lnTo>
                    <a:pt x="15459" y="4380"/>
                  </a:lnTo>
                  <a:lnTo>
                    <a:pt x="15261" y="4014"/>
                  </a:lnTo>
                  <a:lnTo>
                    <a:pt x="15047" y="3648"/>
                  </a:lnTo>
                  <a:lnTo>
                    <a:pt x="15047" y="3648"/>
                  </a:lnTo>
                  <a:lnTo>
                    <a:pt x="14848" y="3343"/>
                  </a:lnTo>
                  <a:lnTo>
                    <a:pt x="14635" y="3038"/>
                  </a:lnTo>
                  <a:lnTo>
                    <a:pt x="14391" y="2748"/>
                  </a:lnTo>
                  <a:lnTo>
                    <a:pt x="14147" y="2473"/>
                  </a:lnTo>
                  <a:lnTo>
                    <a:pt x="13887" y="2214"/>
                  </a:lnTo>
                  <a:lnTo>
                    <a:pt x="13628" y="1969"/>
                  </a:lnTo>
                  <a:lnTo>
                    <a:pt x="13338" y="1740"/>
                  </a:lnTo>
                  <a:lnTo>
                    <a:pt x="13063" y="1527"/>
                  </a:lnTo>
                  <a:lnTo>
                    <a:pt x="12758" y="1328"/>
                  </a:lnTo>
                  <a:lnTo>
                    <a:pt x="12453" y="1145"/>
                  </a:lnTo>
                  <a:lnTo>
                    <a:pt x="12132" y="977"/>
                  </a:lnTo>
                  <a:lnTo>
                    <a:pt x="11812" y="810"/>
                  </a:lnTo>
                  <a:lnTo>
                    <a:pt x="11491" y="672"/>
                  </a:lnTo>
                  <a:lnTo>
                    <a:pt x="11171" y="535"/>
                  </a:lnTo>
                  <a:lnTo>
                    <a:pt x="10835" y="428"/>
                  </a:lnTo>
                  <a:lnTo>
                    <a:pt x="10499" y="321"/>
                  </a:lnTo>
                  <a:lnTo>
                    <a:pt x="10148" y="230"/>
                  </a:lnTo>
                  <a:lnTo>
                    <a:pt x="9813" y="153"/>
                  </a:lnTo>
                  <a:lnTo>
                    <a:pt x="9477" y="92"/>
                  </a:lnTo>
                  <a:lnTo>
                    <a:pt x="9126" y="62"/>
                  </a:lnTo>
                  <a:lnTo>
                    <a:pt x="8790" y="31"/>
                  </a:lnTo>
                  <a:lnTo>
                    <a:pt x="8454" y="1"/>
                  </a:lnTo>
                  <a:lnTo>
                    <a:pt x="8119" y="1"/>
                  </a:lnTo>
                  <a:lnTo>
                    <a:pt x="7783" y="16"/>
                  </a:lnTo>
                  <a:lnTo>
                    <a:pt x="7462" y="47"/>
                  </a:lnTo>
                  <a:lnTo>
                    <a:pt x="7142" y="92"/>
                  </a:lnTo>
                  <a:lnTo>
                    <a:pt x="6822" y="138"/>
                  </a:lnTo>
                  <a:lnTo>
                    <a:pt x="6516" y="214"/>
                  </a:lnTo>
                  <a:lnTo>
                    <a:pt x="6211" y="291"/>
                  </a:lnTo>
                  <a:lnTo>
                    <a:pt x="5921" y="398"/>
                  </a:lnTo>
                  <a:lnTo>
                    <a:pt x="5631" y="504"/>
                  </a:lnTo>
                  <a:lnTo>
                    <a:pt x="5357" y="626"/>
                  </a:lnTo>
                  <a:lnTo>
                    <a:pt x="5357" y="626"/>
                  </a:lnTo>
                  <a:lnTo>
                    <a:pt x="5021" y="825"/>
                  </a:lnTo>
                  <a:lnTo>
                    <a:pt x="4685" y="1038"/>
                  </a:lnTo>
                  <a:lnTo>
                    <a:pt x="4365" y="1283"/>
                  </a:lnTo>
                  <a:lnTo>
                    <a:pt x="4059" y="1573"/>
                  </a:lnTo>
                  <a:lnTo>
                    <a:pt x="3769" y="1878"/>
                  </a:lnTo>
                  <a:lnTo>
                    <a:pt x="3495" y="2198"/>
                  </a:lnTo>
                  <a:lnTo>
                    <a:pt x="3235" y="2565"/>
                  </a:lnTo>
                  <a:lnTo>
                    <a:pt x="2976" y="2946"/>
                  </a:lnTo>
                  <a:lnTo>
                    <a:pt x="2732" y="3343"/>
                  </a:lnTo>
                  <a:lnTo>
                    <a:pt x="2503" y="3770"/>
                  </a:lnTo>
                  <a:lnTo>
                    <a:pt x="2289" y="4228"/>
                  </a:lnTo>
                  <a:lnTo>
                    <a:pt x="2091" y="4686"/>
                  </a:lnTo>
                  <a:lnTo>
                    <a:pt x="1892" y="5174"/>
                  </a:lnTo>
                  <a:lnTo>
                    <a:pt x="1709" y="5678"/>
                  </a:lnTo>
                  <a:lnTo>
                    <a:pt x="1541" y="6196"/>
                  </a:lnTo>
                  <a:lnTo>
                    <a:pt x="1374" y="6746"/>
                  </a:lnTo>
                  <a:lnTo>
                    <a:pt x="1221" y="7295"/>
                  </a:lnTo>
                  <a:lnTo>
                    <a:pt x="1084" y="7860"/>
                  </a:lnTo>
                  <a:lnTo>
                    <a:pt x="946" y="8440"/>
                  </a:lnTo>
                  <a:lnTo>
                    <a:pt x="839" y="9020"/>
                  </a:lnTo>
                  <a:lnTo>
                    <a:pt x="717" y="9630"/>
                  </a:lnTo>
                  <a:lnTo>
                    <a:pt x="611" y="10240"/>
                  </a:lnTo>
                  <a:lnTo>
                    <a:pt x="519" y="10851"/>
                  </a:lnTo>
                  <a:lnTo>
                    <a:pt x="443" y="11477"/>
                  </a:lnTo>
                  <a:lnTo>
                    <a:pt x="290" y="12758"/>
                  </a:lnTo>
                  <a:lnTo>
                    <a:pt x="183" y="14040"/>
                  </a:lnTo>
                  <a:lnTo>
                    <a:pt x="92" y="15337"/>
                  </a:lnTo>
                  <a:lnTo>
                    <a:pt x="31" y="16635"/>
                  </a:lnTo>
                  <a:lnTo>
                    <a:pt x="0" y="17932"/>
                  </a:lnTo>
                  <a:lnTo>
                    <a:pt x="0" y="19214"/>
                  </a:lnTo>
                  <a:lnTo>
                    <a:pt x="15" y="20465"/>
                  </a:lnTo>
                  <a:lnTo>
                    <a:pt x="61" y="21686"/>
                  </a:lnTo>
                  <a:lnTo>
                    <a:pt x="107" y="22861"/>
                  </a:lnTo>
                  <a:lnTo>
                    <a:pt x="183" y="23990"/>
                  </a:lnTo>
                  <a:lnTo>
                    <a:pt x="275" y="25058"/>
                  </a:lnTo>
                  <a:lnTo>
                    <a:pt x="366" y="26065"/>
                  </a:lnTo>
                  <a:lnTo>
                    <a:pt x="473" y="26996"/>
                  </a:lnTo>
                  <a:lnTo>
                    <a:pt x="595" y="27851"/>
                  </a:lnTo>
                  <a:lnTo>
                    <a:pt x="733" y="28599"/>
                  </a:lnTo>
                  <a:lnTo>
                    <a:pt x="855" y="29270"/>
                  </a:lnTo>
                  <a:lnTo>
                    <a:pt x="992" y="29819"/>
                  </a:lnTo>
                  <a:lnTo>
                    <a:pt x="1129" y="30247"/>
                  </a:lnTo>
                  <a:lnTo>
                    <a:pt x="1206" y="30430"/>
                  </a:lnTo>
                  <a:lnTo>
                    <a:pt x="1267" y="30567"/>
                  </a:lnTo>
                  <a:lnTo>
                    <a:pt x="1343" y="30674"/>
                  </a:lnTo>
                  <a:lnTo>
                    <a:pt x="1404" y="3075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0" name="Google Shape;5580;p63"/>
            <p:cNvSpPr/>
            <p:nvPr/>
          </p:nvSpPr>
          <p:spPr>
            <a:xfrm>
              <a:off x="636025" y="2517175"/>
              <a:ext cx="169800" cy="733300"/>
            </a:xfrm>
            <a:custGeom>
              <a:avLst/>
              <a:gdLst/>
              <a:ahLst/>
              <a:cxnLst/>
              <a:rect l="l" t="t" r="r" b="b"/>
              <a:pathLst>
                <a:path w="6792" h="29332" extrusionOk="0">
                  <a:moveTo>
                    <a:pt x="6791" y="1"/>
                  </a:moveTo>
                  <a:lnTo>
                    <a:pt x="6562" y="77"/>
                  </a:lnTo>
                  <a:lnTo>
                    <a:pt x="6334" y="184"/>
                  </a:lnTo>
                  <a:lnTo>
                    <a:pt x="6105" y="291"/>
                  </a:lnTo>
                  <a:lnTo>
                    <a:pt x="5891" y="413"/>
                  </a:lnTo>
                  <a:lnTo>
                    <a:pt x="5693" y="550"/>
                  </a:lnTo>
                  <a:lnTo>
                    <a:pt x="5479" y="688"/>
                  </a:lnTo>
                  <a:lnTo>
                    <a:pt x="5296" y="840"/>
                  </a:lnTo>
                  <a:lnTo>
                    <a:pt x="5113" y="1008"/>
                  </a:lnTo>
                  <a:lnTo>
                    <a:pt x="4762" y="1328"/>
                  </a:lnTo>
                  <a:lnTo>
                    <a:pt x="4426" y="1679"/>
                  </a:lnTo>
                  <a:lnTo>
                    <a:pt x="4106" y="2030"/>
                  </a:lnTo>
                  <a:lnTo>
                    <a:pt x="3816" y="2412"/>
                  </a:lnTo>
                  <a:lnTo>
                    <a:pt x="3541" y="2793"/>
                  </a:lnTo>
                  <a:lnTo>
                    <a:pt x="3282" y="3175"/>
                  </a:lnTo>
                  <a:lnTo>
                    <a:pt x="3037" y="3572"/>
                  </a:lnTo>
                  <a:lnTo>
                    <a:pt x="2808" y="3968"/>
                  </a:lnTo>
                  <a:lnTo>
                    <a:pt x="2580" y="4381"/>
                  </a:lnTo>
                  <a:lnTo>
                    <a:pt x="2366" y="4793"/>
                  </a:lnTo>
                  <a:lnTo>
                    <a:pt x="2168" y="5220"/>
                  </a:lnTo>
                  <a:lnTo>
                    <a:pt x="1984" y="5647"/>
                  </a:lnTo>
                  <a:lnTo>
                    <a:pt x="1801" y="6105"/>
                  </a:lnTo>
                  <a:lnTo>
                    <a:pt x="1633" y="6593"/>
                  </a:lnTo>
                  <a:lnTo>
                    <a:pt x="1481" y="7127"/>
                  </a:lnTo>
                  <a:lnTo>
                    <a:pt x="1328" y="7707"/>
                  </a:lnTo>
                  <a:lnTo>
                    <a:pt x="1191" y="8302"/>
                  </a:lnTo>
                  <a:lnTo>
                    <a:pt x="1054" y="8928"/>
                  </a:lnTo>
                  <a:lnTo>
                    <a:pt x="931" y="9554"/>
                  </a:lnTo>
                  <a:lnTo>
                    <a:pt x="809" y="10210"/>
                  </a:lnTo>
                  <a:lnTo>
                    <a:pt x="611" y="11492"/>
                  </a:lnTo>
                  <a:lnTo>
                    <a:pt x="443" y="12728"/>
                  </a:lnTo>
                  <a:lnTo>
                    <a:pt x="290" y="13872"/>
                  </a:lnTo>
                  <a:lnTo>
                    <a:pt x="184" y="14864"/>
                  </a:lnTo>
                  <a:lnTo>
                    <a:pt x="107" y="15780"/>
                  </a:lnTo>
                  <a:lnTo>
                    <a:pt x="46" y="16680"/>
                  </a:lnTo>
                  <a:lnTo>
                    <a:pt x="16" y="17596"/>
                  </a:lnTo>
                  <a:lnTo>
                    <a:pt x="1" y="18512"/>
                  </a:lnTo>
                  <a:lnTo>
                    <a:pt x="16" y="19412"/>
                  </a:lnTo>
                  <a:lnTo>
                    <a:pt x="46" y="20328"/>
                  </a:lnTo>
                  <a:lnTo>
                    <a:pt x="107" y="21228"/>
                  </a:lnTo>
                  <a:lnTo>
                    <a:pt x="184" y="22144"/>
                  </a:lnTo>
                  <a:lnTo>
                    <a:pt x="214" y="22586"/>
                  </a:lnTo>
                  <a:lnTo>
                    <a:pt x="275" y="23044"/>
                  </a:lnTo>
                  <a:lnTo>
                    <a:pt x="382" y="23944"/>
                  </a:lnTo>
                  <a:lnTo>
                    <a:pt x="641" y="25760"/>
                  </a:lnTo>
                  <a:lnTo>
                    <a:pt x="992" y="27546"/>
                  </a:lnTo>
                  <a:lnTo>
                    <a:pt x="1389" y="29331"/>
                  </a:lnTo>
                  <a:lnTo>
                    <a:pt x="1115" y="27530"/>
                  </a:lnTo>
                  <a:lnTo>
                    <a:pt x="870" y="25730"/>
                  </a:lnTo>
                  <a:lnTo>
                    <a:pt x="672" y="23929"/>
                  </a:lnTo>
                  <a:lnTo>
                    <a:pt x="596" y="23029"/>
                  </a:lnTo>
                  <a:lnTo>
                    <a:pt x="565" y="22571"/>
                  </a:lnTo>
                  <a:lnTo>
                    <a:pt x="535" y="22128"/>
                  </a:lnTo>
                  <a:lnTo>
                    <a:pt x="474" y="21228"/>
                  </a:lnTo>
                  <a:lnTo>
                    <a:pt x="443" y="20312"/>
                  </a:lnTo>
                  <a:lnTo>
                    <a:pt x="428" y="19412"/>
                  </a:lnTo>
                  <a:lnTo>
                    <a:pt x="428" y="18512"/>
                  </a:lnTo>
                  <a:lnTo>
                    <a:pt x="443" y="17611"/>
                  </a:lnTo>
                  <a:lnTo>
                    <a:pt x="489" y="16711"/>
                  </a:lnTo>
                  <a:lnTo>
                    <a:pt x="550" y="15810"/>
                  </a:lnTo>
                  <a:lnTo>
                    <a:pt x="626" y="14910"/>
                  </a:lnTo>
                  <a:lnTo>
                    <a:pt x="733" y="13933"/>
                  </a:lnTo>
                  <a:lnTo>
                    <a:pt x="870" y="12789"/>
                  </a:lnTo>
                  <a:lnTo>
                    <a:pt x="1023" y="11553"/>
                  </a:lnTo>
                  <a:lnTo>
                    <a:pt x="1221" y="10286"/>
                  </a:lnTo>
                  <a:lnTo>
                    <a:pt x="1328" y="9645"/>
                  </a:lnTo>
                  <a:lnTo>
                    <a:pt x="1450" y="9020"/>
                  </a:lnTo>
                  <a:lnTo>
                    <a:pt x="1572" y="8394"/>
                  </a:lnTo>
                  <a:lnTo>
                    <a:pt x="1710" y="7799"/>
                  </a:lnTo>
                  <a:lnTo>
                    <a:pt x="1847" y="7234"/>
                  </a:lnTo>
                  <a:lnTo>
                    <a:pt x="1984" y="6700"/>
                  </a:lnTo>
                  <a:lnTo>
                    <a:pt x="2152" y="6196"/>
                  </a:lnTo>
                  <a:lnTo>
                    <a:pt x="2305" y="5754"/>
                  </a:lnTo>
                  <a:lnTo>
                    <a:pt x="2488" y="5327"/>
                  </a:lnTo>
                  <a:lnTo>
                    <a:pt x="2671" y="4915"/>
                  </a:lnTo>
                  <a:lnTo>
                    <a:pt x="2854" y="4487"/>
                  </a:lnTo>
                  <a:lnTo>
                    <a:pt x="3068" y="4091"/>
                  </a:lnTo>
                  <a:lnTo>
                    <a:pt x="3282" y="3679"/>
                  </a:lnTo>
                  <a:lnTo>
                    <a:pt x="3510" y="3282"/>
                  </a:lnTo>
                  <a:lnTo>
                    <a:pt x="3755" y="2900"/>
                  </a:lnTo>
                  <a:lnTo>
                    <a:pt x="3999" y="2504"/>
                  </a:lnTo>
                  <a:lnTo>
                    <a:pt x="4273" y="2122"/>
                  </a:lnTo>
                  <a:lnTo>
                    <a:pt x="4563" y="1756"/>
                  </a:lnTo>
                  <a:lnTo>
                    <a:pt x="4869" y="1405"/>
                  </a:lnTo>
                  <a:lnTo>
                    <a:pt x="5204" y="1069"/>
                  </a:lnTo>
                  <a:lnTo>
                    <a:pt x="5555" y="749"/>
                  </a:lnTo>
                  <a:lnTo>
                    <a:pt x="5922" y="459"/>
                  </a:lnTo>
                  <a:lnTo>
                    <a:pt x="6135" y="321"/>
                  </a:lnTo>
                  <a:lnTo>
                    <a:pt x="6334" y="199"/>
                  </a:lnTo>
                  <a:lnTo>
                    <a:pt x="6562" y="92"/>
                  </a:lnTo>
                  <a:lnTo>
                    <a:pt x="67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1" name="Google Shape;5581;p63"/>
            <p:cNvSpPr/>
            <p:nvPr/>
          </p:nvSpPr>
          <p:spPr>
            <a:xfrm>
              <a:off x="993500" y="2551125"/>
              <a:ext cx="298375" cy="622650"/>
            </a:xfrm>
            <a:custGeom>
              <a:avLst/>
              <a:gdLst/>
              <a:ahLst/>
              <a:cxnLst/>
              <a:rect l="l" t="t" r="r" b="b"/>
              <a:pathLst>
                <a:path w="11935" h="24906" extrusionOk="0">
                  <a:moveTo>
                    <a:pt x="0" y="1"/>
                  </a:moveTo>
                  <a:lnTo>
                    <a:pt x="153" y="123"/>
                  </a:lnTo>
                  <a:lnTo>
                    <a:pt x="321" y="260"/>
                  </a:lnTo>
                  <a:lnTo>
                    <a:pt x="474" y="398"/>
                  </a:lnTo>
                  <a:lnTo>
                    <a:pt x="611" y="550"/>
                  </a:lnTo>
                  <a:lnTo>
                    <a:pt x="748" y="703"/>
                  </a:lnTo>
                  <a:lnTo>
                    <a:pt x="870" y="871"/>
                  </a:lnTo>
                  <a:lnTo>
                    <a:pt x="992" y="1039"/>
                  </a:lnTo>
                  <a:lnTo>
                    <a:pt x="1114" y="1207"/>
                  </a:lnTo>
                  <a:lnTo>
                    <a:pt x="1328" y="1542"/>
                  </a:lnTo>
                  <a:lnTo>
                    <a:pt x="1542" y="1893"/>
                  </a:lnTo>
                  <a:lnTo>
                    <a:pt x="1740" y="2244"/>
                  </a:lnTo>
                  <a:lnTo>
                    <a:pt x="1923" y="2595"/>
                  </a:lnTo>
                  <a:lnTo>
                    <a:pt x="2290" y="3328"/>
                  </a:lnTo>
                  <a:lnTo>
                    <a:pt x="2641" y="4045"/>
                  </a:lnTo>
                  <a:lnTo>
                    <a:pt x="2961" y="4777"/>
                  </a:lnTo>
                  <a:lnTo>
                    <a:pt x="3281" y="5525"/>
                  </a:lnTo>
                  <a:lnTo>
                    <a:pt x="3434" y="5907"/>
                  </a:lnTo>
                  <a:lnTo>
                    <a:pt x="3587" y="6349"/>
                  </a:lnTo>
                  <a:lnTo>
                    <a:pt x="3739" y="6822"/>
                  </a:lnTo>
                  <a:lnTo>
                    <a:pt x="3877" y="7326"/>
                  </a:lnTo>
                  <a:lnTo>
                    <a:pt x="4182" y="8425"/>
                  </a:lnTo>
                  <a:lnTo>
                    <a:pt x="4457" y="9554"/>
                  </a:lnTo>
                  <a:lnTo>
                    <a:pt x="4746" y="10698"/>
                  </a:lnTo>
                  <a:lnTo>
                    <a:pt x="5021" y="11782"/>
                  </a:lnTo>
                  <a:lnTo>
                    <a:pt x="5296" y="12774"/>
                  </a:lnTo>
                  <a:lnTo>
                    <a:pt x="5433" y="13216"/>
                  </a:lnTo>
                  <a:lnTo>
                    <a:pt x="5571" y="13613"/>
                  </a:lnTo>
                  <a:lnTo>
                    <a:pt x="6150" y="15109"/>
                  </a:lnTo>
                  <a:lnTo>
                    <a:pt x="6440" y="15856"/>
                  </a:lnTo>
                  <a:lnTo>
                    <a:pt x="6730" y="16604"/>
                  </a:lnTo>
                  <a:lnTo>
                    <a:pt x="7051" y="17352"/>
                  </a:lnTo>
                  <a:lnTo>
                    <a:pt x="7402" y="18084"/>
                  </a:lnTo>
                  <a:lnTo>
                    <a:pt x="7753" y="18817"/>
                  </a:lnTo>
                  <a:lnTo>
                    <a:pt x="8150" y="19519"/>
                  </a:lnTo>
                  <a:lnTo>
                    <a:pt x="8562" y="20236"/>
                  </a:lnTo>
                  <a:lnTo>
                    <a:pt x="8989" y="20938"/>
                  </a:lnTo>
                  <a:lnTo>
                    <a:pt x="9431" y="21640"/>
                  </a:lnTo>
                  <a:lnTo>
                    <a:pt x="9889" y="22312"/>
                  </a:lnTo>
                  <a:lnTo>
                    <a:pt x="10378" y="22983"/>
                  </a:lnTo>
                  <a:lnTo>
                    <a:pt x="10881" y="23639"/>
                  </a:lnTo>
                  <a:lnTo>
                    <a:pt x="11400" y="24280"/>
                  </a:lnTo>
                  <a:lnTo>
                    <a:pt x="11934" y="24906"/>
                  </a:lnTo>
                  <a:lnTo>
                    <a:pt x="11446" y="24250"/>
                  </a:lnTo>
                  <a:lnTo>
                    <a:pt x="10973" y="23578"/>
                  </a:lnTo>
                  <a:lnTo>
                    <a:pt x="10515" y="22891"/>
                  </a:lnTo>
                  <a:lnTo>
                    <a:pt x="10072" y="22205"/>
                  </a:lnTo>
                  <a:lnTo>
                    <a:pt x="9645" y="21518"/>
                  </a:lnTo>
                  <a:lnTo>
                    <a:pt x="9233" y="20816"/>
                  </a:lnTo>
                  <a:lnTo>
                    <a:pt x="8836" y="20114"/>
                  </a:lnTo>
                  <a:lnTo>
                    <a:pt x="8455" y="19397"/>
                  </a:lnTo>
                  <a:lnTo>
                    <a:pt x="8104" y="18680"/>
                  </a:lnTo>
                  <a:lnTo>
                    <a:pt x="7753" y="17962"/>
                  </a:lnTo>
                  <a:lnTo>
                    <a:pt x="7432" y="17230"/>
                  </a:lnTo>
                  <a:lnTo>
                    <a:pt x="7127" y="16482"/>
                  </a:lnTo>
                  <a:lnTo>
                    <a:pt x="6837" y="15734"/>
                  </a:lnTo>
                  <a:lnTo>
                    <a:pt x="6562" y="14987"/>
                  </a:lnTo>
                  <a:lnTo>
                    <a:pt x="6013" y="13491"/>
                  </a:lnTo>
                  <a:lnTo>
                    <a:pt x="5860" y="13094"/>
                  </a:lnTo>
                  <a:lnTo>
                    <a:pt x="5723" y="12652"/>
                  </a:lnTo>
                  <a:lnTo>
                    <a:pt x="5571" y="12179"/>
                  </a:lnTo>
                  <a:lnTo>
                    <a:pt x="5433" y="11660"/>
                  </a:lnTo>
                  <a:lnTo>
                    <a:pt x="5143" y="10576"/>
                  </a:lnTo>
                  <a:lnTo>
                    <a:pt x="4853" y="9432"/>
                  </a:lnTo>
                  <a:lnTo>
                    <a:pt x="4563" y="8303"/>
                  </a:lnTo>
                  <a:lnTo>
                    <a:pt x="4258" y="7219"/>
                  </a:lnTo>
                  <a:lnTo>
                    <a:pt x="4090" y="6700"/>
                  </a:lnTo>
                  <a:lnTo>
                    <a:pt x="3938" y="6227"/>
                  </a:lnTo>
                  <a:lnTo>
                    <a:pt x="3770" y="5800"/>
                  </a:lnTo>
                  <a:lnTo>
                    <a:pt x="3602" y="5403"/>
                  </a:lnTo>
                  <a:lnTo>
                    <a:pt x="3266" y="4671"/>
                  </a:lnTo>
                  <a:lnTo>
                    <a:pt x="2900" y="3953"/>
                  </a:lnTo>
                  <a:lnTo>
                    <a:pt x="2518" y="3236"/>
                  </a:lnTo>
                  <a:lnTo>
                    <a:pt x="2122" y="2519"/>
                  </a:lnTo>
                  <a:lnTo>
                    <a:pt x="1908" y="2168"/>
                  </a:lnTo>
                  <a:lnTo>
                    <a:pt x="1694" y="1817"/>
                  </a:lnTo>
                  <a:lnTo>
                    <a:pt x="1450" y="1481"/>
                  </a:lnTo>
                  <a:lnTo>
                    <a:pt x="1221" y="1146"/>
                  </a:lnTo>
                  <a:lnTo>
                    <a:pt x="1084" y="978"/>
                  </a:lnTo>
                  <a:lnTo>
                    <a:pt x="962" y="810"/>
                  </a:lnTo>
                  <a:lnTo>
                    <a:pt x="809" y="657"/>
                  </a:lnTo>
                  <a:lnTo>
                    <a:pt x="657" y="505"/>
                  </a:lnTo>
                  <a:lnTo>
                    <a:pt x="504" y="367"/>
                  </a:lnTo>
                  <a:lnTo>
                    <a:pt x="336" y="230"/>
                  </a:lnTo>
                  <a:lnTo>
                    <a:pt x="168" y="1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2" name="Google Shape;5582;p63"/>
            <p:cNvSpPr/>
            <p:nvPr/>
          </p:nvSpPr>
          <p:spPr>
            <a:xfrm>
              <a:off x="799300" y="2957825"/>
              <a:ext cx="844700" cy="665000"/>
            </a:xfrm>
            <a:custGeom>
              <a:avLst/>
              <a:gdLst/>
              <a:ahLst/>
              <a:cxnLst/>
              <a:rect l="l" t="t" r="r" b="b"/>
              <a:pathLst>
                <a:path w="33788" h="26600" extrusionOk="0">
                  <a:moveTo>
                    <a:pt x="932" y="0"/>
                  </a:moveTo>
                  <a:lnTo>
                    <a:pt x="810" y="16"/>
                  </a:lnTo>
                  <a:lnTo>
                    <a:pt x="703" y="31"/>
                  </a:lnTo>
                  <a:lnTo>
                    <a:pt x="596" y="77"/>
                  </a:lnTo>
                  <a:lnTo>
                    <a:pt x="505" y="123"/>
                  </a:lnTo>
                  <a:lnTo>
                    <a:pt x="413" y="168"/>
                  </a:lnTo>
                  <a:lnTo>
                    <a:pt x="352" y="245"/>
                  </a:lnTo>
                  <a:lnTo>
                    <a:pt x="276" y="306"/>
                  </a:lnTo>
                  <a:lnTo>
                    <a:pt x="215" y="397"/>
                  </a:lnTo>
                  <a:lnTo>
                    <a:pt x="169" y="489"/>
                  </a:lnTo>
                  <a:lnTo>
                    <a:pt x="123" y="596"/>
                  </a:lnTo>
                  <a:lnTo>
                    <a:pt x="62" y="825"/>
                  </a:lnTo>
                  <a:lnTo>
                    <a:pt x="16" y="1084"/>
                  </a:lnTo>
                  <a:lnTo>
                    <a:pt x="1" y="1359"/>
                  </a:lnTo>
                  <a:lnTo>
                    <a:pt x="16" y="1664"/>
                  </a:lnTo>
                  <a:lnTo>
                    <a:pt x="47" y="1984"/>
                  </a:lnTo>
                  <a:lnTo>
                    <a:pt x="93" y="2335"/>
                  </a:lnTo>
                  <a:lnTo>
                    <a:pt x="154" y="2686"/>
                  </a:lnTo>
                  <a:lnTo>
                    <a:pt x="245" y="3053"/>
                  </a:lnTo>
                  <a:lnTo>
                    <a:pt x="337" y="3419"/>
                  </a:lnTo>
                  <a:lnTo>
                    <a:pt x="444" y="3800"/>
                  </a:lnTo>
                  <a:lnTo>
                    <a:pt x="672" y="4548"/>
                  </a:lnTo>
                  <a:lnTo>
                    <a:pt x="932" y="5281"/>
                  </a:lnTo>
                  <a:lnTo>
                    <a:pt x="1191" y="5952"/>
                  </a:lnTo>
                  <a:lnTo>
                    <a:pt x="1435" y="6547"/>
                  </a:lnTo>
                  <a:lnTo>
                    <a:pt x="1649" y="7051"/>
                  </a:lnTo>
                  <a:lnTo>
                    <a:pt x="2076" y="7997"/>
                  </a:lnTo>
                  <a:lnTo>
                    <a:pt x="2626" y="9126"/>
                  </a:lnTo>
                  <a:lnTo>
                    <a:pt x="3297" y="10408"/>
                  </a:lnTo>
                  <a:lnTo>
                    <a:pt x="4045" y="11827"/>
                  </a:lnTo>
                  <a:lnTo>
                    <a:pt x="4900" y="13338"/>
                  </a:lnTo>
                  <a:lnTo>
                    <a:pt x="5800" y="14910"/>
                  </a:lnTo>
                  <a:lnTo>
                    <a:pt x="6288" y="15719"/>
                  </a:lnTo>
                  <a:lnTo>
                    <a:pt x="6777" y="16512"/>
                  </a:lnTo>
                  <a:lnTo>
                    <a:pt x="7280" y="17321"/>
                  </a:lnTo>
                  <a:lnTo>
                    <a:pt x="7784" y="18099"/>
                  </a:lnTo>
                  <a:lnTo>
                    <a:pt x="8303" y="18893"/>
                  </a:lnTo>
                  <a:lnTo>
                    <a:pt x="8837" y="19656"/>
                  </a:lnTo>
                  <a:lnTo>
                    <a:pt x="9371" y="20403"/>
                  </a:lnTo>
                  <a:lnTo>
                    <a:pt x="9905" y="21136"/>
                  </a:lnTo>
                  <a:lnTo>
                    <a:pt x="10439" y="21823"/>
                  </a:lnTo>
                  <a:lnTo>
                    <a:pt x="10973" y="22494"/>
                  </a:lnTo>
                  <a:lnTo>
                    <a:pt x="11507" y="23120"/>
                  </a:lnTo>
                  <a:lnTo>
                    <a:pt x="12041" y="23715"/>
                  </a:lnTo>
                  <a:lnTo>
                    <a:pt x="12575" y="24264"/>
                  </a:lnTo>
                  <a:lnTo>
                    <a:pt x="13094" y="24753"/>
                  </a:lnTo>
                  <a:lnTo>
                    <a:pt x="13613" y="25210"/>
                  </a:lnTo>
                  <a:lnTo>
                    <a:pt x="13857" y="25409"/>
                  </a:lnTo>
                  <a:lnTo>
                    <a:pt x="14117" y="25592"/>
                  </a:lnTo>
                  <a:lnTo>
                    <a:pt x="14361" y="25760"/>
                  </a:lnTo>
                  <a:lnTo>
                    <a:pt x="14605" y="25928"/>
                  </a:lnTo>
                  <a:lnTo>
                    <a:pt x="14849" y="26065"/>
                  </a:lnTo>
                  <a:lnTo>
                    <a:pt x="15093" y="26187"/>
                  </a:lnTo>
                  <a:lnTo>
                    <a:pt x="15322" y="26294"/>
                  </a:lnTo>
                  <a:lnTo>
                    <a:pt x="15567" y="26370"/>
                  </a:lnTo>
                  <a:lnTo>
                    <a:pt x="15795" y="26447"/>
                  </a:lnTo>
                  <a:lnTo>
                    <a:pt x="16009" y="26492"/>
                  </a:lnTo>
                  <a:lnTo>
                    <a:pt x="16330" y="26538"/>
                  </a:lnTo>
                  <a:lnTo>
                    <a:pt x="16696" y="26569"/>
                  </a:lnTo>
                  <a:lnTo>
                    <a:pt x="17108" y="26599"/>
                  </a:lnTo>
                  <a:lnTo>
                    <a:pt x="18069" y="26599"/>
                  </a:lnTo>
                  <a:lnTo>
                    <a:pt x="18603" y="26584"/>
                  </a:lnTo>
                  <a:lnTo>
                    <a:pt x="19183" y="26553"/>
                  </a:lnTo>
                  <a:lnTo>
                    <a:pt x="19778" y="26508"/>
                  </a:lnTo>
                  <a:lnTo>
                    <a:pt x="20404" y="26462"/>
                  </a:lnTo>
                  <a:lnTo>
                    <a:pt x="21045" y="26401"/>
                  </a:lnTo>
                  <a:lnTo>
                    <a:pt x="21716" y="26324"/>
                  </a:lnTo>
                  <a:lnTo>
                    <a:pt x="22388" y="26233"/>
                  </a:lnTo>
                  <a:lnTo>
                    <a:pt x="23075" y="26141"/>
                  </a:lnTo>
                  <a:lnTo>
                    <a:pt x="23777" y="26019"/>
                  </a:lnTo>
                  <a:lnTo>
                    <a:pt x="24479" y="25912"/>
                  </a:lnTo>
                  <a:lnTo>
                    <a:pt x="25181" y="25775"/>
                  </a:lnTo>
                  <a:lnTo>
                    <a:pt x="25883" y="25638"/>
                  </a:lnTo>
                  <a:lnTo>
                    <a:pt x="26584" y="25485"/>
                  </a:lnTo>
                  <a:lnTo>
                    <a:pt x="27256" y="25333"/>
                  </a:lnTo>
                  <a:lnTo>
                    <a:pt x="27927" y="25149"/>
                  </a:lnTo>
                  <a:lnTo>
                    <a:pt x="28584" y="24966"/>
                  </a:lnTo>
                  <a:lnTo>
                    <a:pt x="29209" y="24783"/>
                  </a:lnTo>
                  <a:lnTo>
                    <a:pt x="29820" y="24585"/>
                  </a:lnTo>
                  <a:lnTo>
                    <a:pt x="30400" y="24371"/>
                  </a:lnTo>
                  <a:lnTo>
                    <a:pt x="30949" y="24158"/>
                  </a:lnTo>
                  <a:lnTo>
                    <a:pt x="31453" y="23929"/>
                  </a:lnTo>
                  <a:lnTo>
                    <a:pt x="31926" y="23684"/>
                  </a:lnTo>
                  <a:lnTo>
                    <a:pt x="32353" y="23440"/>
                  </a:lnTo>
                  <a:lnTo>
                    <a:pt x="32734" y="23181"/>
                  </a:lnTo>
                  <a:lnTo>
                    <a:pt x="32902" y="23059"/>
                  </a:lnTo>
                  <a:lnTo>
                    <a:pt x="33070" y="22921"/>
                  </a:lnTo>
                  <a:lnTo>
                    <a:pt x="33207" y="22784"/>
                  </a:lnTo>
                  <a:lnTo>
                    <a:pt x="33345" y="22647"/>
                  </a:lnTo>
                  <a:lnTo>
                    <a:pt x="33467" y="22509"/>
                  </a:lnTo>
                  <a:lnTo>
                    <a:pt x="33558" y="22372"/>
                  </a:lnTo>
                  <a:lnTo>
                    <a:pt x="33635" y="22235"/>
                  </a:lnTo>
                  <a:lnTo>
                    <a:pt x="33696" y="22036"/>
                  </a:lnTo>
                  <a:lnTo>
                    <a:pt x="33742" y="21823"/>
                  </a:lnTo>
                  <a:lnTo>
                    <a:pt x="33772" y="21563"/>
                  </a:lnTo>
                  <a:lnTo>
                    <a:pt x="33787" y="21273"/>
                  </a:lnTo>
                  <a:lnTo>
                    <a:pt x="33787" y="20953"/>
                  </a:lnTo>
                  <a:lnTo>
                    <a:pt x="33787" y="20602"/>
                  </a:lnTo>
                  <a:lnTo>
                    <a:pt x="33757" y="20236"/>
                  </a:lnTo>
                  <a:lnTo>
                    <a:pt x="33726" y="19839"/>
                  </a:lnTo>
                  <a:lnTo>
                    <a:pt x="33681" y="19442"/>
                  </a:lnTo>
                  <a:lnTo>
                    <a:pt x="33543" y="18588"/>
                  </a:lnTo>
                  <a:lnTo>
                    <a:pt x="33391" y="17718"/>
                  </a:lnTo>
                  <a:lnTo>
                    <a:pt x="33192" y="16833"/>
                  </a:lnTo>
                  <a:lnTo>
                    <a:pt x="32963" y="15963"/>
                  </a:lnTo>
                  <a:lnTo>
                    <a:pt x="32841" y="15551"/>
                  </a:lnTo>
                  <a:lnTo>
                    <a:pt x="32704" y="15154"/>
                  </a:lnTo>
                  <a:lnTo>
                    <a:pt x="32567" y="14772"/>
                  </a:lnTo>
                  <a:lnTo>
                    <a:pt x="32429" y="14406"/>
                  </a:lnTo>
                  <a:lnTo>
                    <a:pt x="32292" y="14070"/>
                  </a:lnTo>
                  <a:lnTo>
                    <a:pt x="32139" y="13750"/>
                  </a:lnTo>
                  <a:lnTo>
                    <a:pt x="31987" y="13460"/>
                  </a:lnTo>
                  <a:lnTo>
                    <a:pt x="31834" y="13216"/>
                  </a:lnTo>
                  <a:lnTo>
                    <a:pt x="31681" y="13002"/>
                  </a:lnTo>
                  <a:lnTo>
                    <a:pt x="31529" y="12819"/>
                  </a:lnTo>
                  <a:lnTo>
                    <a:pt x="31376" y="12697"/>
                  </a:lnTo>
                  <a:lnTo>
                    <a:pt x="31300" y="12636"/>
                  </a:lnTo>
                  <a:lnTo>
                    <a:pt x="31224" y="12605"/>
                  </a:lnTo>
                  <a:lnTo>
                    <a:pt x="31132" y="12575"/>
                  </a:lnTo>
                  <a:lnTo>
                    <a:pt x="31056" y="12560"/>
                  </a:lnTo>
                  <a:lnTo>
                    <a:pt x="30979" y="12560"/>
                  </a:lnTo>
                  <a:lnTo>
                    <a:pt x="30903" y="12575"/>
                  </a:lnTo>
                  <a:lnTo>
                    <a:pt x="30506" y="12667"/>
                  </a:lnTo>
                  <a:lnTo>
                    <a:pt x="29927" y="12789"/>
                  </a:lnTo>
                  <a:lnTo>
                    <a:pt x="28385" y="13063"/>
                  </a:lnTo>
                  <a:lnTo>
                    <a:pt x="26447" y="13399"/>
                  </a:lnTo>
                  <a:lnTo>
                    <a:pt x="24341" y="13735"/>
                  </a:lnTo>
                  <a:lnTo>
                    <a:pt x="23273" y="13887"/>
                  </a:lnTo>
                  <a:lnTo>
                    <a:pt x="22251" y="14040"/>
                  </a:lnTo>
                  <a:lnTo>
                    <a:pt x="21274" y="14162"/>
                  </a:lnTo>
                  <a:lnTo>
                    <a:pt x="20374" y="14269"/>
                  </a:lnTo>
                  <a:lnTo>
                    <a:pt x="19580" y="14345"/>
                  </a:lnTo>
                  <a:lnTo>
                    <a:pt x="18924" y="14391"/>
                  </a:lnTo>
                  <a:lnTo>
                    <a:pt x="18405" y="14391"/>
                  </a:lnTo>
                  <a:lnTo>
                    <a:pt x="18222" y="14376"/>
                  </a:lnTo>
                  <a:lnTo>
                    <a:pt x="18084" y="14360"/>
                  </a:lnTo>
                  <a:lnTo>
                    <a:pt x="17947" y="14299"/>
                  </a:lnTo>
                  <a:lnTo>
                    <a:pt x="17749" y="14193"/>
                  </a:lnTo>
                  <a:lnTo>
                    <a:pt x="17520" y="14025"/>
                  </a:lnTo>
                  <a:lnTo>
                    <a:pt x="17245" y="13811"/>
                  </a:lnTo>
                  <a:lnTo>
                    <a:pt x="16604" y="13246"/>
                  </a:lnTo>
                  <a:lnTo>
                    <a:pt x="15811" y="12529"/>
                  </a:lnTo>
                  <a:lnTo>
                    <a:pt x="14910" y="11690"/>
                  </a:lnTo>
                  <a:lnTo>
                    <a:pt x="13934" y="10744"/>
                  </a:lnTo>
                  <a:lnTo>
                    <a:pt x="11767" y="8638"/>
                  </a:lnTo>
                  <a:lnTo>
                    <a:pt x="9508" y="6440"/>
                  </a:lnTo>
                  <a:lnTo>
                    <a:pt x="8379" y="5372"/>
                  </a:lnTo>
                  <a:lnTo>
                    <a:pt x="7295" y="4350"/>
                  </a:lnTo>
                  <a:lnTo>
                    <a:pt x="6273" y="3404"/>
                  </a:lnTo>
                  <a:lnTo>
                    <a:pt x="5327" y="2564"/>
                  </a:lnTo>
                  <a:lnTo>
                    <a:pt x="4884" y="2183"/>
                  </a:lnTo>
                  <a:lnTo>
                    <a:pt x="4472" y="1847"/>
                  </a:lnTo>
                  <a:lnTo>
                    <a:pt x="4091" y="1542"/>
                  </a:lnTo>
                  <a:lnTo>
                    <a:pt x="3740" y="1298"/>
                  </a:lnTo>
                  <a:lnTo>
                    <a:pt x="3190" y="916"/>
                  </a:lnTo>
                  <a:lnTo>
                    <a:pt x="2702" y="611"/>
                  </a:lnTo>
                  <a:lnTo>
                    <a:pt x="2260" y="382"/>
                  </a:lnTo>
                  <a:lnTo>
                    <a:pt x="1863" y="199"/>
                  </a:lnTo>
                  <a:lnTo>
                    <a:pt x="1680" y="138"/>
                  </a:lnTo>
                  <a:lnTo>
                    <a:pt x="1512" y="77"/>
                  </a:lnTo>
                  <a:lnTo>
                    <a:pt x="1344" y="46"/>
                  </a:lnTo>
                  <a:lnTo>
                    <a:pt x="1191" y="16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3" name="Google Shape;5583;p63"/>
            <p:cNvSpPr/>
            <p:nvPr/>
          </p:nvSpPr>
          <p:spPr>
            <a:xfrm>
              <a:off x="799300" y="2957825"/>
              <a:ext cx="844700" cy="665000"/>
            </a:xfrm>
            <a:custGeom>
              <a:avLst/>
              <a:gdLst/>
              <a:ahLst/>
              <a:cxnLst/>
              <a:rect l="l" t="t" r="r" b="b"/>
              <a:pathLst>
                <a:path w="33788" h="26600" fill="none" extrusionOk="0">
                  <a:moveTo>
                    <a:pt x="1649" y="7051"/>
                  </a:moveTo>
                  <a:lnTo>
                    <a:pt x="1649" y="7051"/>
                  </a:lnTo>
                  <a:lnTo>
                    <a:pt x="2076" y="7997"/>
                  </a:lnTo>
                  <a:lnTo>
                    <a:pt x="2626" y="9126"/>
                  </a:lnTo>
                  <a:lnTo>
                    <a:pt x="3297" y="10408"/>
                  </a:lnTo>
                  <a:lnTo>
                    <a:pt x="4045" y="11827"/>
                  </a:lnTo>
                  <a:lnTo>
                    <a:pt x="4900" y="13338"/>
                  </a:lnTo>
                  <a:lnTo>
                    <a:pt x="5800" y="14910"/>
                  </a:lnTo>
                  <a:lnTo>
                    <a:pt x="6288" y="15719"/>
                  </a:lnTo>
                  <a:lnTo>
                    <a:pt x="6777" y="16512"/>
                  </a:lnTo>
                  <a:lnTo>
                    <a:pt x="7280" y="17321"/>
                  </a:lnTo>
                  <a:lnTo>
                    <a:pt x="7784" y="18099"/>
                  </a:lnTo>
                  <a:lnTo>
                    <a:pt x="8303" y="18893"/>
                  </a:lnTo>
                  <a:lnTo>
                    <a:pt x="8837" y="19656"/>
                  </a:lnTo>
                  <a:lnTo>
                    <a:pt x="9371" y="20403"/>
                  </a:lnTo>
                  <a:lnTo>
                    <a:pt x="9905" y="21136"/>
                  </a:lnTo>
                  <a:lnTo>
                    <a:pt x="10439" y="21823"/>
                  </a:lnTo>
                  <a:lnTo>
                    <a:pt x="10973" y="22494"/>
                  </a:lnTo>
                  <a:lnTo>
                    <a:pt x="11507" y="23120"/>
                  </a:lnTo>
                  <a:lnTo>
                    <a:pt x="12041" y="23715"/>
                  </a:lnTo>
                  <a:lnTo>
                    <a:pt x="12575" y="24264"/>
                  </a:lnTo>
                  <a:lnTo>
                    <a:pt x="13094" y="24753"/>
                  </a:lnTo>
                  <a:lnTo>
                    <a:pt x="13613" y="25210"/>
                  </a:lnTo>
                  <a:lnTo>
                    <a:pt x="13857" y="25409"/>
                  </a:lnTo>
                  <a:lnTo>
                    <a:pt x="14117" y="25592"/>
                  </a:lnTo>
                  <a:lnTo>
                    <a:pt x="14361" y="25760"/>
                  </a:lnTo>
                  <a:lnTo>
                    <a:pt x="14605" y="25928"/>
                  </a:lnTo>
                  <a:lnTo>
                    <a:pt x="14849" y="26065"/>
                  </a:lnTo>
                  <a:lnTo>
                    <a:pt x="15093" y="26187"/>
                  </a:lnTo>
                  <a:lnTo>
                    <a:pt x="15322" y="26294"/>
                  </a:lnTo>
                  <a:lnTo>
                    <a:pt x="15567" y="26370"/>
                  </a:lnTo>
                  <a:lnTo>
                    <a:pt x="15795" y="26447"/>
                  </a:lnTo>
                  <a:lnTo>
                    <a:pt x="16009" y="26492"/>
                  </a:lnTo>
                  <a:lnTo>
                    <a:pt x="16009" y="26492"/>
                  </a:lnTo>
                  <a:lnTo>
                    <a:pt x="16330" y="26538"/>
                  </a:lnTo>
                  <a:lnTo>
                    <a:pt x="16696" y="26569"/>
                  </a:lnTo>
                  <a:lnTo>
                    <a:pt x="17108" y="26599"/>
                  </a:lnTo>
                  <a:lnTo>
                    <a:pt x="17566" y="26599"/>
                  </a:lnTo>
                  <a:lnTo>
                    <a:pt x="18069" y="26599"/>
                  </a:lnTo>
                  <a:lnTo>
                    <a:pt x="18603" y="26584"/>
                  </a:lnTo>
                  <a:lnTo>
                    <a:pt x="19183" y="26553"/>
                  </a:lnTo>
                  <a:lnTo>
                    <a:pt x="19778" y="26508"/>
                  </a:lnTo>
                  <a:lnTo>
                    <a:pt x="20404" y="26462"/>
                  </a:lnTo>
                  <a:lnTo>
                    <a:pt x="21045" y="26401"/>
                  </a:lnTo>
                  <a:lnTo>
                    <a:pt x="21716" y="26324"/>
                  </a:lnTo>
                  <a:lnTo>
                    <a:pt x="22388" y="26233"/>
                  </a:lnTo>
                  <a:lnTo>
                    <a:pt x="23075" y="26141"/>
                  </a:lnTo>
                  <a:lnTo>
                    <a:pt x="23777" y="26019"/>
                  </a:lnTo>
                  <a:lnTo>
                    <a:pt x="24479" y="25912"/>
                  </a:lnTo>
                  <a:lnTo>
                    <a:pt x="25181" y="25775"/>
                  </a:lnTo>
                  <a:lnTo>
                    <a:pt x="25883" y="25638"/>
                  </a:lnTo>
                  <a:lnTo>
                    <a:pt x="26584" y="25485"/>
                  </a:lnTo>
                  <a:lnTo>
                    <a:pt x="27256" y="25333"/>
                  </a:lnTo>
                  <a:lnTo>
                    <a:pt x="27927" y="25149"/>
                  </a:lnTo>
                  <a:lnTo>
                    <a:pt x="28584" y="24966"/>
                  </a:lnTo>
                  <a:lnTo>
                    <a:pt x="29209" y="24783"/>
                  </a:lnTo>
                  <a:lnTo>
                    <a:pt x="29820" y="24585"/>
                  </a:lnTo>
                  <a:lnTo>
                    <a:pt x="30400" y="24371"/>
                  </a:lnTo>
                  <a:lnTo>
                    <a:pt x="30949" y="24158"/>
                  </a:lnTo>
                  <a:lnTo>
                    <a:pt x="31453" y="23929"/>
                  </a:lnTo>
                  <a:lnTo>
                    <a:pt x="31926" y="23684"/>
                  </a:lnTo>
                  <a:lnTo>
                    <a:pt x="32353" y="23440"/>
                  </a:lnTo>
                  <a:lnTo>
                    <a:pt x="32734" y="23181"/>
                  </a:lnTo>
                  <a:lnTo>
                    <a:pt x="32902" y="23059"/>
                  </a:lnTo>
                  <a:lnTo>
                    <a:pt x="33070" y="22921"/>
                  </a:lnTo>
                  <a:lnTo>
                    <a:pt x="33207" y="22784"/>
                  </a:lnTo>
                  <a:lnTo>
                    <a:pt x="33345" y="22647"/>
                  </a:lnTo>
                  <a:lnTo>
                    <a:pt x="33467" y="22509"/>
                  </a:lnTo>
                  <a:lnTo>
                    <a:pt x="33558" y="22372"/>
                  </a:lnTo>
                  <a:lnTo>
                    <a:pt x="33558" y="22372"/>
                  </a:lnTo>
                  <a:lnTo>
                    <a:pt x="33635" y="22235"/>
                  </a:lnTo>
                  <a:lnTo>
                    <a:pt x="33696" y="22036"/>
                  </a:lnTo>
                  <a:lnTo>
                    <a:pt x="33742" y="21823"/>
                  </a:lnTo>
                  <a:lnTo>
                    <a:pt x="33772" y="21563"/>
                  </a:lnTo>
                  <a:lnTo>
                    <a:pt x="33787" y="21273"/>
                  </a:lnTo>
                  <a:lnTo>
                    <a:pt x="33787" y="20953"/>
                  </a:lnTo>
                  <a:lnTo>
                    <a:pt x="33787" y="20602"/>
                  </a:lnTo>
                  <a:lnTo>
                    <a:pt x="33757" y="20236"/>
                  </a:lnTo>
                  <a:lnTo>
                    <a:pt x="33726" y="19839"/>
                  </a:lnTo>
                  <a:lnTo>
                    <a:pt x="33681" y="19442"/>
                  </a:lnTo>
                  <a:lnTo>
                    <a:pt x="33543" y="18588"/>
                  </a:lnTo>
                  <a:lnTo>
                    <a:pt x="33391" y="17718"/>
                  </a:lnTo>
                  <a:lnTo>
                    <a:pt x="33192" y="16833"/>
                  </a:lnTo>
                  <a:lnTo>
                    <a:pt x="32963" y="15963"/>
                  </a:lnTo>
                  <a:lnTo>
                    <a:pt x="32841" y="15551"/>
                  </a:lnTo>
                  <a:lnTo>
                    <a:pt x="32704" y="15154"/>
                  </a:lnTo>
                  <a:lnTo>
                    <a:pt x="32567" y="14772"/>
                  </a:lnTo>
                  <a:lnTo>
                    <a:pt x="32429" y="14406"/>
                  </a:lnTo>
                  <a:lnTo>
                    <a:pt x="32292" y="14070"/>
                  </a:lnTo>
                  <a:lnTo>
                    <a:pt x="32139" y="13750"/>
                  </a:lnTo>
                  <a:lnTo>
                    <a:pt x="31987" y="13460"/>
                  </a:lnTo>
                  <a:lnTo>
                    <a:pt x="31834" y="13216"/>
                  </a:lnTo>
                  <a:lnTo>
                    <a:pt x="31681" y="13002"/>
                  </a:lnTo>
                  <a:lnTo>
                    <a:pt x="31529" y="12819"/>
                  </a:lnTo>
                  <a:lnTo>
                    <a:pt x="31376" y="12697"/>
                  </a:lnTo>
                  <a:lnTo>
                    <a:pt x="31300" y="12636"/>
                  </a:lnTo>
                  <a:lnTo>
                    <a:pt x="31224" y="12605"/>
                  </a:lnTo>
                  <a:lnTo>
                    <a:pt x="31132" y="12575"/>
                  </a:lnTo>
                  <a:lnTo>
                    <a:pt x="31056" y="12560"/>
                  </a:lnTo>
                  <a:lnTo>
                    <a:pt x="30979" y="12560"/>
                  </a:lnTo>
                  <a:lnTo>
                    <a:pt x="30903" y="12575"/>
                  </a:lnTo>
                  <a:lnTo>
                    <a:pt x="30903" y="12575"/>
                  </a:lnTo>
                  <a:lnTo>
                    <a:pt x="30506" y="12667"/>
                  </a:lnTo>
                  <a:lnTo>
                    <a:pt x="29927" y="12789"/>
                  </a:lnTo>
                  <a:lnTo>
                    <a:pt x="28385" y="13063"/>
                  </a:lnTo>
                  <a:lnTo>
                    <a:pt x="26447" y="13399"/>
                  </a:lnTo>
                  <a:lnTo>
                    <a:pt x="24341" y="13735"/>
                  </a:lnTo>
                  <a:lnTo>
                    <a:pt x="23273" y="13887"/>
                  </a:lnTo>
                  <a:lnTo>
                    <a:pt x="22251" y="14040"/>
                  </a:lnTo>
                  <a:lnTo>
                    <a:pt x="21274" y="14162"/>
                  </a:lnTo>
                  <a:lnTo>
                    <a:pt x="20374" y="14269"/>
                  </a:lnTo>
                  <a:lnTo>
                    <a:pt x="19580" y="14345"/>
                  </a:lnTo>
                  <a:lnTo>
                    <a:pt x="18924" y="14391"/>
                  </a:lnTo>
                  <a:lnTo>
                    <a:pt x="18649" y="14391"/>
                  </a:lnTo>
                  <a:lnTo>
                    <a:pt x="18405" y="14391"/>
                  </a:lnTo>
                  <a:lnTo>
                    <a:pt x="18222" y="14376"/>
                  </a:lnTo>
                  <a:lnTo>
                    <a:pt x="18084" y="14360"/>
                  </a:lnTo>
                  <a:lnTo>
                    <a:pt x="18084" y="14360"/>
                  </a:lnTo>
                  <a:lnTo>
                    <a:pt x="17947" y="14299"/>
                  </a:lnTo>
                  <a:lnTo>
                    <a:pt x="17749" y="14193"/>
                  </a:lnTo>
                  <a:lnTo>
                    <a:pt x="17520" y="14025"/>
                  </a:lnTo>
                  <a:lnTo>
                    <a:pt x="17245" y="13811"/>
                  </a:lnTo>
                  <a:lnTo>
                    <a:pt x="16604" y="13246"/>
                  </a:lnTo>
                  <a:lnTo>
                    <a:pt x="15811" y="12529"/>
                  </a:lnTo>
                  <a:lnTo>
                    <a:pt x="14910" y="11690"/>
                  </a:lnTo>
                  <a:lnTo>
                    <a:pt x="13934" y="10744"/>
                  </a:lnTo>
                  <a:lnTo>
                    <a:pt x="11767" y="8638"/>
                  </a:lnTo>
                  <a:lnTo>
                    <a:pt x="9508" y="6440"/>
                  </a:lnTo>
                  <a:lnTo>
                    <a:pt x="8379" y="5372"/>
                  </a:lnTo>
                  <a:lnTo>
                    <a:pt x="7295" y="4350"/>
                  </a:lnTo>
                  <a:lnTo>
                    <a:pt x="6273" y="3404"/>
                  </a:lnTo>
                  <a:lnTo>
                    <a:pt x="5327" y="2564"/>
                  </a:lnTo>
                  <a:lnTo>
                    <a:pt x="4884" y="2183"/>
                  </a:lnTo>
                  <a:lnTo>
                    <a:pt x="4472" y="1847"/>
                  </a:lnTo>
                  <a:lnTo>
                    <a:pt x="4091" y="1542"/>
                  </a:lnTo>
                  <a:lnTo>
                    <a:pt x="3740" y="1298"/>
                  </a:lnTo>
                  <a:lnTo>
                    <a:pt x="3740" y="1298"/>
                  </a:lnTo>
                  <a:lnTo>
                    <a:pt x="3190" y="916"/>
                  </a:lnTo>
                  <a:lnTo>
                    <a:pt x="2702" y="611"/>
                  </a:lnTo>
                  <a:lnTo>
                    <a:pt x="2260" y="382"/>
                  </a:lnTo>
                  <a:lnTo>
                    <a:pt x="1863" y="199"/>
                  </a:lnTo>
                  <a:lnTo>
                    <a:pt x="1680" y="138"/>
                  </a:lnTo>
                  <a:lnTo>
                    <a:pt x="1512" y="77"/>
                  </a:lnTo>
                  <a:lnTo>
                    <a:pt x="1344" y="46"/>
                  </a:lnTo>
                  <a:lnTo>
                    <a:pt x="1191" y="16"/>
                  </a:lnTo>
                  <a:lnTo>
                    <a:pt x="1054" y="0"/>
                  </a:lnTo>
                  <a:lnTo>
                    <a:pt x="932" y="0"/>
                  </a:lnTo>
                  <a:lnTo>
                    <a:pt x="810" y="16"/>
                  </a:lnTo>
                  <a:lnTo>
                    <a:pt x="703" y="31"/>
                  </a:lnTo>
                  <a:lnTo>
                    <a:pt x="596" y="77"/>
                  </a:lnTo>
                  <a:lnTo>
                    <a:pt x="505" y="123"/>
                  </a:lnTo>
                  <a:lnTo>
                    <a:pt x="413" y="168"/>
                  </a:lnTo>
                  <a:lnTo>
                    <a:pt x="352" y="245"/>
                  </a:lnTo>
                  <a:lnTo>
                    <a:pt x="276" y="306"/>
                  </a:lnTo>
                  <a:lnTo>
                    <a:pt x="215" y="397"/>
                  </a:lnTo>
                  <a:lnTo>
                    <a:pt x="169" y="489"/>
                  </a:lnTo>
                  <a:lnTo>
                    <a:pt x="123" y="596"/>
                  </a:lnTo>
                  <a:lnTo>
                    <a:pt x="62" y="825"/>
                  </a:lnTo>
                  <a:lnTo>
                    <a:pt x="16" y="1084"/>
                  </a:lnTo>
                  <a:lnTo>
                    <a:pt x="1" y="1359"/>
                  </a:lnTo>
                  <a:lnTo>
                    <a:pt x="16" y="1664"/>
                  </a:lnTo>
                  <a:lnTo>
                    <a:pt x="47" y="1984"/>
                  </a:lnTo>
                  <a:lnTo>
                    <a:pt x="93" y="2335"/>
                  </a:lnTo>
                  <a:lnTo>
                    <a:pt x="154" y="2686"/>
                  </a:lnTo>
                  <a:lnTo>
                    <a:pt x="245" y="3053"/>
                  </a:lnTo>
                  <a:lnTo>
                    <a:pt x="337" y="3419"/>
                  </a:lnTo>
                  <a:lnTo>
                    <a:pt x="444" y="3800"/>
                  </a:lnTo>
                  <a:lnTo>
                    <a:pt x="672" y="4548"/>
                  </a:lnTo>
                  <a:lnTo>
                    <a:pt x="932" y="5281"/>
                  </a:lnTo>
                  <a:lnTo>
                    <a:pt x="1191" y="5952"/>
                  </a:lnTo>
                  <a:lnTo>
                    <a:pt x="1435" y="6547"/>
                  </a:lnTo>
                  <a:lnTo>
                    <a:pt x="1649" y="705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4" name="Google Shape;5584;p63"/>
            <p:cNvSpPr/>
            <p:nvPr/>
          </p:nvSpPr>
          <p:spPr>
            <a:xfrm>
              <a:off x="772225" y="2938375"/>
              <a:ext cx="723750" cy="687100"/>
            </a:xfrm>
            <a:custGeom>
              <a:avLst/>
              <a:gdLst/>
              <a:ahLst/>
              <a:cxnLst/>
              <a:rect l="l" t="t" r="r" b="b"/>
              <a:pathLst>
                <a:path w="28950" h="27484" extrusionOk="0">
                  <a:moveTo>
                    <a:pt x="1572" y="0"/>
                  </a:moveTo>
                  <a:lnTo>
                    <a:pt x="1374" y="15"/>
                  </a:lnTo>
                  <a:lnTo>
                    <a:pt x="1206" y="31"/>
                  </a:lnTo>
                  <a:lnTo>
                    <a:pt x="1038" y="76"/>
                  </a:lnTo>
                  <a:lnTo>
                    <a:pt x="886" y="138"/>
                  </a:lnTo>
                  <a:lnTo>
                    <a:pt x="748" y="214"/>
                  </a:lnTo>
                  <a:lnTo>
                    <a:pt x="626" y="305"/>
                  </a:lnTo>
                  <a:lnTo>
                    <a:pt x="504" y="412"/>
                  </a:lnTo>
                  <a:lnTo>
                    <a:pt x="397" y="534"/>
                  </a:lnTo>
                  <a:lnTo>
                    <a:pt x="306" y="672"/>
                  </a:lnTo>
                  <a:lnTo>
                    <a:pt x="229" y="840"/>
                  </a:lnTo>
                  <a:lnTo>
                    <a:pt x="153" y="1007"/>
                  </a:lnTo>
                  <a:lnTo>
                    <a:pt x="107" y="1190"/>
                  </a:lnTo>
                  <a:lnTo>
                    <a:pt x="62" y="1404"/>
                  </a:lnTo>
                  <a:lnTo>
                    <a:pt x="16" y="1618"/>
                  </a:lnTo>
                  <a:lnTo>
                    <a:pt x="0" y="1847"/>
                  </a:lnTo>
                  <a:lnTo>
                    <a:pt x="0" y="2091"/>
                  </a:lnTo>
                  <a:lnTo>
                    <a:pt x="0" y="2350"/>
                  </a:lnTo>
                  <a:lnTo>
                    <a:pt x="16" y="2625"/>
                  </a:lnTo>
                  <a:lnTo>
                    <a:pt x="46" y="2915"/>
                  </a:lnTo>
                  <a:lnTo>
                    <a:pt x="77" y="3205"/>
                  </a:lnTo>
                  <a:lnTo>
                    <a:pt x="138" y="3525"/>
                  </a:lnTo>
                  <a:lnTo>
                    <a:pt x="199" y="3846"/>
                  </a:lnTo>
                  <a:lnTo>
                    <a:pt x="275" y="4182"/>
                  </a:lnTo>
                  <a:lnTo>
                    <a:pt x="474" y="4883"/>
                  </a:lnTo>
                  <a:lnTo>
                    <a:pt x="718" y="5631"/>
                  </a:lnTo>
                  <a:lnTo>
                    <a:pt x="1008" y="6425"/>
                  </a:lnTo>
                  <a:lnTo>
                    <a:pt x="1282" y="7081"/>
                  </a:lnTo>
                  <a:lnTo>
                    <a:pt x="1694" y="7997"/>
                  </a:lnTo>
                  <a:lnTo>
                    <a:pt x="2228" y="9156"/>
                  </a:lnTo>
                  <a:lnTo>
                    <a:pt x="2885" y="10499"/>
                  </a:lnTo>
                  <a:lnTo>
                    <a:pt x="3648" y="12010"/>
                  </a:lnTo>
                  <a:lnTo>
                    <a:pt x="4487" y="13612"/>
                  </a:lnTo>
                  <a:lnTo>
                    <a:pt x="4930" y="14452"/>
                  </a:lnTo>
                  <a:lnTo>
                    <a:pt x="5403" y="15306"/>
                  </a:lnTo>
                  <a:lnTo>
                    <a:pt x="5891" y="16161"/>
                  </a:lnTo>
                  <a:lnTo>
                    <a:pt x="6379" y="17015"/>
                  </a:lnTo>
                  <a:lnTo>
                    <a:pt x="6883" y="17870"/>
                  </a:lnTo>
                  <a:lnTo>
                    <a:pt x="7402" y="18725"/>
                  </a:lnTo>
                  <a:lnTo>
                    <a:pt x="7936" y="19564"/>
                  </a:lnTo>
                  <a:lnTo>
                    <a:pt x="8470" y="20373"/>
                  </a:lnTo>
                  <a:lnTo>
                    <a:pt x="9019" y="21166"/>
                  </a:lnTo>
                  <a:lnTo>
                    <a:pt x="9553" y="21945"/>
                  </a:lnTo>
                  <a:lnTo>
                    <a:pt x="10103" y="22677"/>
                  </a:lnTo>
                  <a:lnTo>
                    <a:pt x="10652" y="23364"/>
                  </a:lnTo>
                  <a:lnTo>
                    <a:pt x="11202" y="24020"/>
                  </a:lnTo>
                  <a:lnTo>
                    <a:pt x="11736" y="24630"/>
                  </a:lnTo>
                  <a:lnTo>
                    <a:pt x="12285" y="25180"/>
                  </a:lnTo>
                  <a:lnTo>
                    <a:pt x="12544" y="25439"/>
                  </a:lnTo>
                  <a:lnTo>
                    <a:pt x="12819" y="25668"/>
                  </a:lnTo>
                  <a:lnTo>
                    <a:pt x="13079" y="25897"/>
                  </a:lnTo>
                  <a:lnTo>
                    <a:pt x="13338" y="26111"/>
                  </a:lnTo>
                  <a:lnTo>
                    <a:pt x="13597" y="26294"/>
                  </a:lnTo>
                  <a:lnTo>
                    <a:pt x="13857" y="26462"/>
                  </a:lnTo>
                  <a:lnTo>
                    <a:pt x="14116" y="26614"/>
                  </a:lnTo>
                  <a:lnTo>
                    <a:pt x="14360" y="26751"/>
                  </a:lnTo>
                  <a:lnTo>
                    <a:pt x="14620" y="26874"/>
                  </a:lnTo>
                  <a:lnTo>
                    <a:pt x="14864" y="26965"/>
                  </a:lnTo>
                  <a:lnTo>
                    <a:pt x="15276" y="27087"/>
                  </a:lnTo>
                  <a:lnTo>
                    <a:pt x="15719" y="27194"/>
                  </a:lnTo>
                  <a:lnTo>
                    <a:pt x="16192" y="27286"/>
                  </a:lnTo>
                  <a:lnTo>
                    <a:pt x="16695" y="27362"/>
                  </a:lnTo>
                  <a:lnTo>
                    <a:pt x="17214" y="27408"/>
                  </a:lnTo>
                  <a:lnTo>
                    <a:pt x="17748" y="27453"/>
                  </a:lnTo>
                  <a:lnTo>
                    <a:pt x="18298" y="27469"/>
                  </a:lnTo>
                  <a:lnTo>
                    <a:pt x="18862" y="27484"/>
                  </a:lnTo>
                  <a:lnTo>
                    <a:pt x="19442" y="27484"/>
                  </a:lnTo>
                  <a:lnTo>
                    <a:pt x="20022" y="27453"/>
                  </a:lnTo>
                  <a:lnTo>
                    <a:pt x="20602" y="27438"/>
                  </a:lnTo>
                  <a:lnTo>
                    <a:pt x="21197" y="27392"/>
                  </a:lnTo>
                  <a:lnTo>
                    <a:pt x="22372" y="27301"/>
                  </a:lnTo>
                  <a:lnTo>
                    <a:pt x="23501" y="27179"/>
                  </a:lnTo>
                  <a:lnTo>
                    <a:pt x="24600" y="27041"/>
                  </a:lnTo>
                  <a:lnTo>
                    <a:pt x="25623" y="26889"/>
                  </a:lnTo>
                  <a:lnTo>
                    <a:pt x="26538" y="26736"/>
                  </a:lnTo>
                  <a:lnTo>
                    <a:pt x="27347" y="26599"/>
                  </a:lnTo>
                  <a:lnTo>
                    <a:pt x="28507" y="26370"/>
                  </a:lnTo>
                  <a:lnTo>
                    <a:pt x="28949" y="26278"/>
                  </a:lnTo>
                  <a:lnTo>
                    <a:pt x="28202" y="12849"/>
                  </a:lnTo>
                  <a:lnTo>
                    <a:pt x="27881" y="12956"/>
                  </a:lnTo>
                  <a:lnTo>
                    <a:pt x="27057" y="13246"/>
                  </a:lnTo>
                  <a:lnTo>
                    <a:pt x="25867" y="13643"/>
                  </a:lnTo>
                  <a:lnTo>
                    <a:pt x="25165" y="13841"/>
                  </a:lnTo>
                  <a:lnTo>
                    <a:pt x="24448" y="14055"/>
                  </a:lnTo>
                  <a:lnTo>
                    <a:pt x="23700" y="14253"/>
                  </a:lnTo>
                  <a:lnTo>
                    <a:pt x="22937" y="14436"/>
                  </a:lnTo>
                  <a:lnTo>
                    <a:pt x="22220" y="14574"/>
                  </a:lnTo>
                  <a:lnTo>
                    <a:pt x="21853" y="14635"/>
                  </a:lnTo>
                  <a:lnTo>
                    <a:pt x="21518" y="14681"/>
                  </a:lnTo>
                  <a:lnTo>
                    <a:pt x="21197" y="14726"/>
                  </a:lnTo>
                  <a:lnTo>
                    <a:pt x="20877" y="14742"/>
                  </a:lnTo>
                  <a:lnTo>
                    <a:pt x="20587" y="14757"/>
                  </a:lnTo>
                  <a:lnTo>
                    <a:pt x="20312" y="14757"/>
                  </a:lnTo>
                  <a:lnTo>
                    <a:pt x="20068" y="14726"/>
                  </a:lnTo>
                  <a:lnTo>
                    <a:pt x="19839" y="14696"/>
                  </a:lnTo>
                  <a:lnTo>
                    <a:pt x="19641" y="14635"/>
                  </a:lnTo>
                  <a:lnTo>
                    <a:pt x="19473" y="14559"/>
                  </a:lnTo>
                  <a:lnTo>
                    <a:pt x="19183" y="14375"/>
                  </a:lnTo>
                  <a:lnTo>
                    <a:pt x="18862" y="14146"/>
                  </a:lnTo>
                  <a:lnTo>
                    <a:pt x="18511" y="13887"/>
                  </a:lnTo>
                  <a:lnTo>
                    <a:pt x="18130" y="13597"/>
                  </a:lnTo>
                  <a:lnTo>
                    <a:pt x="17290" y="12910"/>
                  </a:lnTo>
                  <a:lnTo>
                    <a:pt x="16360" y="12132"/>
                  </a:lnTo>
                  <a:lnTo>
                    <a:pt x="15368" y="11262"/>
                  </a:lnTo>
                  <a:lnTo>
                    <a:pt x="14330" y="10331"/>
                  </a:lnTo>
                  <a:lnTo>
                    <a:pt x="13262" y="9355"/>
                  </a:lnTo>
                  <a:lnTo>
                    <a:pt x="12194" y="8363"/>
                  </a:lnTo>
                  <a:lnTo>
                    <a:pt x="10133" y="6425"/>
                  </a:lnTo>
                  <a:lnTo>
                    <a:pt x="8287" y="4670"/>
                  </a:lnTo>
                  <a:lnTo>
                    <a:pt x="6807" y="3266"/>
                  </a:lnTo>
                  <a:lnTo>
                    <a:pt x="6272" y="2762"/>
                  </a:lnTo>
                  <a:lnTo>
                    <a:pt x="5891" y="2427"/>
                  </a:lnTo>
                  <a:lnTo>
                    <a:pt x="5342" y="1954"/>
                  </a:lnTo>
                  <a:lnTo>
                    <a:pt x="4807" y="1526"/>
                  </a:lnTo>
                  <a:lnTo>
                    <a:pt x="4304" y="1160"/>
                  </a:lnTo>
                  <a:lnTo>
                    <a:pt x="3831" y="855"/>
                  </a:lnTo>
                  <a:lnTo>
                    <a:pt x="3388" y="595"/>
                  </a:lnTo>
                  <a:lnTo>
                    <a:pt x="2961" y="382"/>
                  </a:lnTo>
                  <a:lnTo>
                    <a:pt x="2564" y="214"/>
                  </a:lnTo>
                  <a:lnTo>
                    <a:pt x="2381" y="153"/>
                  </a:lnTo>
                  <a:lnTo>
                    <a:pt x="2198" y="107"/>
                  </a:lnTo>
                  <a:lnTo>
                    <a:pt x="1969" y="46"/>
                  </a:lnTo>
                  <a:lnTo>
                    <a:pt x="1771" y="15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5" name="Google Shape;5585;p63"/>
            <p:cNvSpPr/>
            <p:nvPr/>
          </p:nvSpPr>
          <p:spPr>
            <a:xfrm>
              <a:off x="772225" y="2938375"/>
              <a:ext cx="723750" cy="687100"/>
            </a:xfrm>
            <a:custGeom>
              <a:avLst/>
              <a:gdLst/>
              <a:ahLst/>
              <a:cxnLst/>
              <a:rect l="l" t="t" r="r" b="b"/>
              <a:pathLst>
                <a:path w="28950" h="27484" fill="none" extrusionOk="0">
                  <a:moveTo>
                    <a:pt x="28202" y="12849"/>
                  </a:moveTo>
                  <a:lnTo>
                    <a:pt x="28949" y="26278"/>
                  </a:lnTo>
                  <a:lnTo>
                    <a:pt x="28949" y="26278"/>
                  </a:lnTo>
                  <a:lnTo>
                    <a:pt x="28507" y="26370"/>
                  </a:lnTo>
                  <a:lnTo>
                    <a:pt x="27347" y="26599"/>
                  </a:lnTo>
                  <a:lnTo>
                    <a:pt x="26538" y="26736"/>
                  </a:lnTo>
                  <a:lnTo>
                    <a:pt x="25623" y="26889"/>
                  </a:lnTo>
                  <a:lnTo>
                    <a:pt x="24600" y="27041"/>
                  </a:lnTo>
                  <a:lnTo>
                    <a:pt x="23501" y="27179"/>
                  </a:lnTo>
                  <a:lnTo>
                    <a:pt x="22372" y="27301"/>
                  </a:lnTo>
                  <a:lnTo>
                    <a:pt x="21197" y="27392"/>
                  </a:lnTo>
                  <a:lnTo>
                    <a:pt x="20602" y="27438"/>
                  </a:lnTo>
                  <a:lnTo>
                    <a:pt x="20022" y="27453"/>
                  </a:lnTo>
                  <a:lnTo>
                    <a:pt x="19442" y="27484"/>
                  </a:lnTo>
                  <a:lnTo>
                    <a:pt x="18862" y="27484"/>
                  </a:lnTo>
                  <a:lnTo>
                    <a:pt x="18298" y="27469"/>
                  </a:lnTo>
                  <a:lnTo>
                    <a:pt x="17748" y="27453"/>
                  </a:lnTo>
                  <a:lnTo>
                    <a:pt x="17214" y="27408"/>
                  </a:lnTo>
                  <a:lnTo>
                    <a:pt x="16695" y="27362"/>
                  </a:lnTo>
                  <a:lnTo>
                    <a:pt x="16192" y="27286"/>
                  </a:lnTo>
                  <a:lnTo>
                    <a:pt x="15719" y="27194"/>
                  </a:lnTo>
                  <a:lnTo>
                    <a:pt x="15276" y="27087"/>
                  </a:lnTo>
                  <a:lnTo>
                    <a:pt x="14864" y="26965"/>
                  </a:lnTo>
                  <a:lnTo>
                    <a:pt x="14864" y="26965"/>
                  </a:lnTo>
                  <a:lnTo>
                    <a:pt x="14620" y="26874"/>
                  </a:lnTo>
                  <a:lnTo>
                    <a:pt x="14360" y="26751"/>
                  </a:lnTo>
                  <a:lnTo>
                    <a:pt x="14116" y="26614"/>
                  </a:lnTo>
                  <a:lnTo>
                    <a:pt x="13857" y="26462"/>
                  </a:lnTo>
                  <a:lnTo>
                    <a:pt x="13597" y="26294"/>
                  </a:lnTo>
                  <a:lnTo>
                    <a:pt x="13338" y="26111"/>
                  </a:lnTo>
                  <a:lnTo>
                    <a:pt x="13079" y="25897"/>
                  </a:lnTo>
                  <a:lnTo>
                    <a:pt x="12819" y="25668"/>
                  </a:lnTo>
                  <a:lnTo>
                    <a:pt x="12544" y="25439"/>
                  </a:lnTo>
                  <a:lnTo>
                    <a:pt x="12285" y="25180"/>
                  </a:lnTo>
                  <a:lnTo>
                    <a:pt x="11736" y="24630"/>
                  </a:lnTo>
                  <a:lnTo>
                    <a:pt x="11202" y="24020"/>
                  </a:lnTo>
                  <a:lnTo>
                    <a:pt x="10652" y="23364"/>
                  </a:lnTo>
                  <a:lnTo>
                    <a:pt x="10103" y="22677"/>
                  </a:lnTo>
                  <a:lnTo>
                    <a:pt x="9553" y="21945"/>
                  </a:lnTo>
                  <a:lnTo>
                    <a:pt x="9019" y="21166"/>
                  </a:lnTo>
                  <a:lnTo>
                    <a:pt x="8470" y="20373"/>
                  </a:lnTo>
                  <a:lnTo>
                    <a:pt x="7936" y="19564"/>
                  </a:lnTo>
                  <a:lnTo>
                    <a:pt x="7402" y="18725"/>
                  </a:lnTo>
                  <a:lnTo>
                    <a:pt x="6883" y="17870"/>
                  </a:lnTo>
                  <a:lnTo>
                    <a:pt x="6379" y="17015"/>
                  </a:lnTo>
                  <a:lnTo>
                    <a:pt x="5891" y="16161"/>
                  </a:lnTo>
                  <a:lnTo>
                    <a:pt x="5403" y="15306"/>
                  </a:lnTo>
                  <a:lnTo>
                    <a:pt x="4930" y="14452"/>
                  </a:lnTo>
                  <a:lnTo>
                    <a:pt x="4487" y="13612"/>
                  </a:lnTo>
                  <a:lnTo>
                    <a:pt x="3648" y="12010"/>
                  </a:lnTo>
                  <a:lnTo>
                    <a:pt x="2885" y="10499"/>
                  </a:lnTo>
                  <a:lnTo>
                    <a:pt x="2228" y="9156"/>
                  </a:lnTo>
                  <a:lnTo>
                    <a:pt x="1694" y="7997"/>
                  </a:lnTo>
                  <a:lnTo>
                    <a:pt x="1282" y="7081"/>
                  </a:lnTo>
                  <a:lnTo>
                    <a:pt x="1008" y="6425"/>
                  </a:lnTo>
                  <a:lnTo>
                    <a:pt x="1008" y="6425"/>
                  </a:lnTo>
                  <a:lnTo>
                    <a:pt x="718" y="5631"/>
                  </a:lnTo>
                  <a:lnTo>
                    <a:pt x="474" y="4883"/>
                  </a:lnTo>
                  <a:lnTo>
                    <a:pt x="275" y="4182"/>
                  </a:lnTo>
                  <a:lnTo>
                    <a:pt x="199" y="3846"/>
                  </a:lnTo>
                  <a:lnTo>
                    <a:pt x="138" y="3525"/>
                  </a:lnTo>
                  <a:lnTo>
                    <a:pt x="77" y="3205"/>
                  </a:lnTo>
                  <a:lnTo>
                    <a:pt x="46" y="2915"/>
                  </a:lnTo>
                  <a:lnTo>
                    <a:pt x="16" y="2625"/>
                  </a:lnTo>
                  <a:lnTo>
                    <a:pt x="0" y="2350"/>
                  </a:lnTo>
                  <a:lnTo>
                    <a:pt x="0" y="2091"/>
                  </a:lnTo>
                  <a:lnTo>
                    <a:pt x="0" y="1847"/>
                  </a:lnTo>
                  <a:lnTo>
                    <a:pt x="16" y="1618"/>
                  </a:lnTo>
                  <a:lnTo>
                    <a:pt x="62" y="1404"/>
                  </a:lnTo>
                  <a:lnTo>
                    <a:pt x="107" y="1190"/>
                  </a:lnTo>
                  <a:lnTo>
                    <a:pt x="153" y="1007"/>
                  </a:lnTo>
                  <a:lnTo>
                    <a:pt x="229" y="840"/>
                  </a:lnTo>
                  <a:lnTo>
                    <a:pt x="306" y="672"/>
                  </a:lnTo>
                  <a:lnTo>
                    <a:pt x="397" y="534"/>
                  </a:lnTo>
                  <a:lnTo>
                    <a:pt x="504" y="412"/>
                  </a:lnTo>
                  <a:lnTo>
                    <a:pt x="626" y="305"/>
                  </a:lnTo>
                  <a:lnTo>
                    <a:pt x="748" y="214"/>
                  </a:lnTo>
                  <a:lnTo>
                    <a:pt x="886" y="138"/>
                  </a:lnTo>
                  <a:lnTo>
                    <a:pt x="1038" y="76"/>
                  </a:lnTo>
                  <a:lnTo>
                    <a:pt x="1206" y="31"/>
                  </a:lnTo>
                  <a:lnTo>
                    <a:pt x="1374" y="15"/>
                  </a:lnTo>
                  <a:lnTo>
                    <a:pt x="1572" y="0"/>
                  </a:lnTo>
                  <a:lnTo>
                    <a:pt x="1771" y="15"/>
                  </a:lnTo>
                  <a:lnTo>
                    <a:pt x="1969" y="46"/>
                  </a:lnTo>
                  <a:lnTo>
                    <a:pt x="2198" y="107"/>
                  </a:lnTo>
                  <a:lnTo>
                    <a:pt x="2198" y="107"/>
                  </a:lnTo>
                  <a:lnTo>
                    <a:pt x="2381" y="153"/>
                  </a:lnTo>
                  <a:lnTo>
                    <a:pt x="2564" y="214"/>
                  </a:lnTo>
                  <a:lnTo>
                    <a:pt x="2961" y="382"/>
                  </a:lnTo>
                  <a:lnTo>
                    <a:pt x="3388" y="595"/>
                  </a:lnTo>
                  <a:lnTo>
                    <a:pt x="3831" y="855"/>
                  </a:lnTo>
                  <a:lnTo>
                    <a:pt x="4304" y="1160"/>
                  </a:lnTo>
                  <a:lnTo>
                    <a:pt x="4807" y="1526"/>
                  </a:lnTo>
                  <a:lnTo>
                    <a:pt x="5342" y="1954"/>
                  </a:lnTo>
                  <a:lnTo>
                    <a:pt x="5891" y="2427"/>
                  </a:lnTo>
                  <a:lnTo>
                    <a:pt x="5891" y="2427"/>
                  </a:lnTo>
                  <a:lnTo>
                    <a:pt x="6272" y="2762"/>
                  </a:lnTo>
                  <a:lnTo>
                    <a:pt x="6807" y="3266"/>
                  </a:lnTo>
                  <a:lnTo>
                    <a:pt x="8287" y="4670"/>
                  </a:lnTo>
                  <a:lnTo>
                    <a:pt x="10133" y="6425"/>
                  </a:lnTo>
                  <a:lnTo>
                    <a:pt x="12194" y="8363"/>
                  </a:lnTo>
                  <a:lnTo>
                    <a:pt x="13262" y="9355"/>
                  </a:lnTo>
                  <a:lnTo>
                    <a:pt x="14330" y="10331"/>
                  </a:lnTo>
                  <a:lnTo>
                    <a:pt x="15368" y="11262"/>
                  </a:lnTo>
                  <a:lnTo>
                    <a:pt x="16360" y="12132"/>
                  </a:lnTo>
                  <a:lnTo>
                    <a:pt x="17290" y="12910"/>
                  </a:lnTo>
                  <a:lnTo>
                    <a:pt x="18130" y="13597"/>
                  </a:lnTo>
                  <a:lnTo>
                    <a:pt x="18511" y="13887"/>
                  </a:lnTo>
                  <a:lnTo>
                    <a:pt x="18862" y="14146"/>
                  </a:lnTo>
                  <a:lnTo>
                    <a:pt x="19183" y="14375"/>
                  </a:lnTo>
                  <a:lnTo>
                    <a:pt x="19473" y="14559"/>
                  </a:lnTo>
                  <a:lnTo>
                    <a:pt x="19473" y="14559"/>
                  </a:lnTo>
                  <a:lnTo>
                    <a:pt x="19641" y="14635"/>
                  </a:lnTo>
                  <a:lnTo>
                    <a:pt x="19839" y="14696"/>
                  </a:lnTo>
                  <a:lnTo>
                    <a:pt x="20068" y="14726"/>
                  </a:lnTo>
                  <a:lnTo>
                    <a:pt x="20312" y="14757"/>
                  </a:lnTo>
                  <a:lnTo>
                    <a:pt x="20587" y="14757"/>
                  </a:lnTo>
                  <a:lnTo>
                    <a:pt x="20877" y="14742"/>
                  </a:lnTo>
                  <a:lnTo>
                    <a:pt x="21197" y="14726"/>
                  </a:lnTo>
                  <a:lnTo>
                    <a:pt x="21518" y="14681"/>
                  </a:lnTo>
                  <a:lnTo>
                    <a:pt x="21853" y="14635"/>
                  </a:lnTo>
                  <a:lnTo>
                    <a:pt x="22220" y="14574"/>
                  </a:lnTo>
                  <a:lnTo>
                    <a:pt x="22937" y="14436"/>
                  </a:lnTo>
                  <a:lnTo>
                    <a:pt x="23700" y="14253"/>
                  </a:lnTo>
                  <a:lnTo>
                    <a:pt x="24448" y="14055"/>
                  </a:lnTo>
                  <a:lnTo>
                    <a:pt x="25165" y="13841"/>
                  </a:lnTo>
                  <a:lnTo>
                    <a:pt x="25867" y="13643"/>
                  </a:lnTo>
                  <a:lnTo>
                    <a:pt x="27057" y="13246"/>
                  </a:lnTo>
                  <a:lnTo>
                    <a:pt x="27881" y="12956"/>
                  </a:lnTo>
                  <a:lnTo>
                    <a:pt x="28202" y="128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6" name="Google Shape;5586;p63"/>
            <p:cNvSpPr/>
            <p:nvPr/>
          </p:nvSpPr>
          <p:spPr>
            <a:xfrm>
              <a:off x="775650" y="3009325"/>
              <a:ext cx="713450" cy="615400"/>
            </a:xfrm>
            <a:custGeom>
              <a:avLst/>
              <a:gdLst/>
              <a:ahLst/>
              <a:cxnLst/>
              <a:rect l="l" t="t" r="r" b="b"/>
              <a:pathLst>
                <a:path w="28538" h="24616" extrusionOk="0">
                  <a:moveTo>
                    <a:pt x="245" y="367"/>
                  </a:moveTo>
                  <a:lnTo>
                    <a:pt x="123" y="535"/>
                  </a:lnTo>
                  <a:lnTo>
                    <a:pt x="16" y="703"/>
                  </a:lnTo>
                  <a:lnTo>
                    <a:pt x="1" y="703"/>
                  </a:lnTo>
                  <a:lnTo>
                    <a:pt x="62" y="1008"/>
                  </a:lnTo>
                  <a:lnTo>
                    <a:pt x="123" y="855"/>
                  </a:lnTo>
                  <a:lnTo>
                    <a:pt x="184" y="703"/>
                  </a:lnTo>
                  <a:lnTo>
                    <a:pt x="214" y="535"/>
                  </a:lnTo>
                  <a:lnTo>
                    <a:pt x="245" y="367"/>
                  </a:lnTo>
                  <a:close/>
                  <a:moveTo>
                    <a:pt x="4152" y="1"/>
                  </a:moveTo>
                  <a:lnTo>
                    <a:pt x="4182" y="199"/>
                  </a:lnTo>
                  <a:lnTo>
                    <a:pt x="4213" y="413"/>
                  </a:lnTo>
                  <a:lnTo>
                    <a:pt x="4274" y="611"/>
                  </a:lnTo>
                  <a:lnTo>
                    <a:pt x="4335" y="809"/>
                  </a:lnTo>
                  <a:lnTo>
                    <a:pt x="4411" y="1008"/>
                  </a:lnTo>
                  <a:lnTo>
                    <a:pt x="4503" y="1191"/>
                  </a:lnTo>
                  <a:lnTo>
                    <a:pt x="4609" y="1374"/>
                  </a:lnTo>
                  <a:lnTo>
                    <a:pt x="4732" y="1542"/>
                  </a:lnTo>
                  <a:lnTo>
                    <a:pt x="4701" y="1344"/>
                  </a:lnTo>
                  <a:lnTo>
                    <a:pt x="4655" y="1130"/>
                  </a:lnTo>
                  <a:lnTo>
                    <a:pt x="4609" y="931"/>
                  </a:lnTo>
                  <a:lnTo>
                    <a:pt x="4533" y="733"/>
                  </a:lnTo>
                  <a:lnTo>
                    <a:pt x="4457" y="535"/>
                  </a:lnTo>
                  <a:lnTo>
                    <a:pt x="4365" y="352"/>
                  </a:lnTo>
                  <a:lnTo>
                    <a:pt x="4274" y="168"/>
                  </a:lnTo>
                  <a:lnTo>
                    <a:pt x="4152" y="1"/>
                  </a:lnTo>
                  <a:close/>
                  <a:moveTo>
                    <a:pt x="8776" y="4045"/>
                  </a:moveTo>
                  <a:lnTo>
                    <a:pt x="8577" y="4060"/>
                  </a:lnTo>
                  <a:lnTo>
                    <a:pt x="8364" y="4106"/>
                  </a:lnTo>
                  <a:lnTo>
                    <a:pt x="8165" y="4151"/>
                  </a:lnTo>
                  <a:lnTo>
                    <a:pt x="7967" y="4228"/>
                  </a:lnTo>
                  <a:lnTo>
                    <a:pt x="7768" y="4304"/>
                  </a:lnTo>
                  <a:lnTo>
                    <a:pt x="7585" y="4396"/>
                  </a:lnTo>
                  <a:lnTo>
                    <a:pt x="7402" y="4502"/>
                  </a:lnTo>
                  <a:lnTo>
                    <a:pt x="7219" y="4609"/>
                  </a:lnTo>
                  <a:lnTo>
                    <a:pt x="7433" y="4579"/>
                  </a:lnTo>
                  <a:lnTo>
                    <a:pt x="7646" y="4548"/>
                  </a:lnTo>
                  <a:lnTo>
                    <a:pt x="7845" y="4487"/>
                  </a:lnTo>
                  <a:lnTo>
                    <a:pt x="8043" y="4426"/>
                  </a:lnTo>
                  <a:lnTo>
                    <a:pt x="8226" y="4350"/>
                  </a:lnTo>
                  <a:lnTo>
                    <a:pt x="8425" y="4258"/>
                  </a:lnTo>
                  <a:lnTo>
                    <a:pt x="8608" y="4151"/>
                  </a:lnTo>
                  <a:lnTo>
                    <a:pt x="8776" y="4045"/>
                  </a:lnTo>
                  <a:close/>
                  <a:moveTo>
                    <a:pt x="1725" y="4335"/>
                  </a:moveTo>
                  <a:lnTo>
                    <a:pt x="1893" y="4457"/>
                  </a:lnTo>
                  <a:lnTo>
                    <a:pt x="2076" y="4579"/>
                  </a:lnTo>
                  <a:lnTo>
                    <a:pt x="2244" y="4686"/>
                  </a:lnTo>
                  <a:lnTo>
                    <a:pt x="2442" y="4777"/>
                  </a:lnTo>
                  <a:lnTo>
                    <a:pt x="2626" y="4853"/>
                  </a:lnTo>
                  <a:lnTo>
                    <a:pt x="2824" y="4930"/>
                  </a:lnTo>
                  <a:lnTo>
                    <a:pt x="3038" y="4975"/>
                  </a:lnTo>
                  <a:lnTo>
                    <a:pt x="3236" y="5021"/>
                  </a:lnTo>
                  <a:lnTo>
                    <a:pt x="3068" y="4884"/>
                  </a:lnTo>
                  <a:lnTo>
                    <a:pt x="2900" y="4777"/>
                  </a:lnTo>
                  <a:lnTo>
                    <a:pt x="2717" y="4670"/>
                  </a:lnTo>
                  <a:lnTo>
                    <a:pt x="2534" y="4563"/>
                  </a:lnTo>
                  <a:lnTo>
                    <a:pt x="2534" y="4579"/>
                  </a:lnTo>
                  <a:lnTo>
                    <a:pt x="2336" y="4487"/>
                  </a:lnTo>
                  <a:lnTo>
                    <a:pt x="2137" y="4426"/>
                  </a:lnTo>
                  <a:lnTo>
                    <a:pt x="1939" y="4365"/>
                  </a:lnTo>
                  <a:lnTo>
                    <a:pt x="1725" y="4335"/>
                  </a:lnTo>
                  <a:close/>
                  <a:moveTo>
                    <a:pt x="11324" y="7066"/>
                  </a:moveTo>
                  <a:lnTo>
                    <a:pt x="11355" y="7265"/>
                  </a:lnTo>
                  <a:lnTo>
                    <a:pt x="11385" y="7478"/>
                  </a:lnTo>
                  <a:lnTo>
                    <a:pt x="11446" y="7677"/>
                  </a:lnTo>
                  <a:lnTo>
                    <a:pt x="11507" y="7875"/>
                  </a:lnTo>
                  <a:lnTo>
                    <a:pt x="11583" y="8073"/>
                  </a:lnTo>
                  <a:lnTo>
                    <a:pt x="11675" y="8256"/>
                  </a:lnTo>
                  <a:lnTo>
                    <a:pt x="11782" y="8440"/>
                  </a:lnTo>
                  <a:lnTo>
                    <a:pt x="11904" y="8623"/>
                  </a:lnTo>
                  <a:lnTo>
                    <a:pt x="11873" y="8409"/>
                  </a:lnTo>
                  <a:lnTo>
                    <a:pt x="11843" y="8195"/>
                  </a:lnTo>
                  <a:lnTo>
                    <a:pt x="11782" y="7997"/>
                  </a:lnTo>
                  <a:lnTo>
                    <a:pt x="11721" y="7799"/>
                  </a:lnTo>
                  <a:lnTo>
                    <a:pt x="11644" y="7600"/>
                  </a:lnTo>
                  <a:lnTo>
                    <a:pt x="11553" y="7417"/>
                  </a:lnTo>
                  <a:lnTo>
                    <a:pt x="11446" y="7234"/>
                  </a:lnTo>
                  <a:lnTo>
                    <a:pt x="11324" y="7066"/>
                  </a:lnTo>
                  <a:close/>
                  <a:moveTo>
                    <a:pt x="6105" y="8058"/>
                  </a:moveTo>
                  <a:lnTo>
                    <a:pt x="5983" y="8226"/>
                  </a:lnTo>
                  <a:lnTo>
                    <a:pt x="5861" y="8394"/>
                  </a:lnTo>
                  <a:lnTo>
                    <a:pt x="5754" y="8577"/>
                  </a:lnTo>
                  <a:lnTo>
                    <a:pt x="5678" y="8760"/>
                  </a:lnTo>
                  <a:lnTo>
                    <a:pt x="5662" y="8775"/>
                  </a:lnTo>
                  <a:lnTo>
                    <a:pt x="5586" y="8958"/>
                  </a:lnTo>
                  <a:lnTo>
                    <a:pt x="5510" y="9157"/>
                  </a:lnTo>
                  <a:lnTo>
                    <a:pt x="5464" y="9355"/>
                  </a:lnTo>
                  <a:lnTo>
                    <a:pt x="5418" y="9569"/>
                  </a:lnTo>
                  <a:lnTo>
                    <a:pt x="5418" y="9569"/>
                  </a:lnTo>
                  <a:lnTo>
                    <a:pt x="5556" y="9401"/>
                  </a:lnTo>
                  <a:lnTo>
                    <a:pt x="5662" y="9233"/>
                  </a:lnTo>
                  <a:lnTo>
                    <a:pt x="5769" y="9050"/>
                  </a:lnTo>
                  <a:lnTo>
                    <a:pt x="5861" y="8852"/>
                  </a:lnTo>
                  <a:lnTo>
                    <a:pt x="5937" y="8668"/>
                  </a:lnTo>
                  <a:lnTo>
                    <a:pt x="6013" y="8470"/>
                  </a:lnTo>
                  <a:lnTo>
                    <a:pt x="6074" y="8272"/>
                  </a:lnTo>
                  <a:lnTo>
                    <a:pt x="6105" y="8058"/>
                  </a:lnTo>
                  <a:close/>
                  <a:moveTo>
                    <a:pt x="16238" y="10408"/>
                  </a:moveTo>
                  <a:lnTo>
                    <a:pt x="16024" y="10439"/>
                  </a:lnTo>
                  <a:lnTo>
                    <a:pt x="15811" y="10469"/>
                  </a:lnTo>
                  <a:lnTo>
                    <a:pt x="15612" y="10530"/>
                  </a:lnTo>
                  <a:lnTo>
                    <a:pt x="15414" y="10607"/>
                  </a:lnTo>
                  <a:lnTo>
                    <a:pt x="15215" y="10683"/>
                  </a:lnTo>
                  <a:lnTo>
                    <a:pt x="15032" y="10774"/>
                  </a:lnTo>
                  <a:lnTo>
                    <a:pt x="14849" y="10866"/>
                  </a:lnTo>
                  <a:lnTo>
                    <a:pt x="14681" y="10988"/>
                  </a:lnTo>
                  <a:lnTo>
                    <a:pt x="14880" y="10958"/>
                  </a:lnTo>
                  <a:lnTo>
                    <a:pt x="15093" y="10927"/>
                  </a:lnTo>
                  <a:lnTo>
                    <a:pt x="15292" y="10866"/>
                  </a:lnTo>
                  <a:lnTo>
                    <a:pt x="15490" y="10805"/>
                  </a:lnTo>
                  <a:lnTo>
                    <a:pt x="15688" y="10729"/>
                  </a:lnTo>
                  <a:lnTo>
                    <a:pt x="15872" y="10637"/>
                  </a:lnTo>
                  <a:lnTo>
                    <a:pt x="16055" y="10530"/>
                  </a:lnTo>
                  <a:lnTo>
                    <a:pt x="16238" y="10408"/>
                  </a:lnTo>
                  <a:close/>
                  <a:moveTo>
                    <a:pt x="9844" y="10958"/>
                  </a:moveTo>
                  <a:lnTo>
                    <a:pt x="9645" y="10988"/>
                  </a:lnTo>
                  <a:lnTo>
                    <a:pt x="9432" y="11019"/>
                  </a:lnTo>
                  <a:lnTo>
                    <a:pt x="9233" y="11080"/>
                  </a:lnTo>
                  <a:lnTo>
                    <a:pt x="9035" y="11141"/>
                  </a:lnTo>
                  <a:lnTo>
                    <a:pt x="8837" y="11217"/>
                  </a:lnTo>
                  <a:lnTo>
                    <a:pt x="8653" y="11308"/>
                  </a:lnTo>
                  <a:lnTo>
                    <a:pt x="8470" y="11415"/>
                  </a:lnTo>
                  <a:lnTo>
                    <a:pt x="8302" y="11537"/>
                  </a:lnTo>
                  <a:lnTo>
                    <a:pt x="8516" y="11507"/>
                  </a:lnTo>
                  <a:lnTo>
                    <a:pt x="8714" y="11476"/>
                  </a:lnTo>
                  <a:lnTo>
                    <a:pt x="8913" y="11415"/>
                  </a:lnTo>
                  <a:lnTo>
                    <a:pt x="9111" y="11354"/>
                  </a:lnTo>
                  <a:lnTo>
                    <a:pt x="9310" y="11278"/>
                  </a:lnTo>
                  <a:lnTo>
                    <a:pt x="9493" y="11186"/>
                  </a:lnTo>
                  <a:lnTo>
                    <a:pt x="9676" y="11080"/>
                  </a:lnTo>
                  <a:lnTo>
                    <a:pt x="9844" y="10958"/>
                  </a:lnTo>
                  <a:close/>
                  <a:moveTo>
                    <a:pt x="22861" y="13308"/>
                  </a:moveTo>
                  <a:lnTo>
                    <a:pt x="22662" y="13338"/>
                  </a:lnTo>
                  <a:lnTo>
                    <a:pt x="22449" y="13369"/>
                  </a:lnTo>
                  <a:lnTo>
                    <a:pt x="22250" y="13430"/>
                  </a:lnTo>
                  <a:lnTo>
                    <a:pt x="22052" y="13491"/>
                  </a:lnTo>
                  <a:lnTo>
                    <a:pt x="21854" y="13567"/>
                  </a:lnTo>
                  <a:lnTo>
                    <a:pt x="21671" y="13659"/>
                  </a:lnTo>
                  <a:lnTo>
                    <a:pt x="21487" y="13765"/>
                  </a:lnTo>
                  <a:lnTo>
                    <a:pt x="21304" y="13887"/>
                  </a:lnTo>
                  <a:lnTo>
                    <a:pt x="21304" y="13887"/>
                  </a:lnTo>
                  <a:lnTo>
                    <a:pt x="21518" y="13857"/>
                  </a:lnTo>
                  <a:lnTo>
                    <a:pt x="21732" y="13826"/>
                  </a:lnTo>
                  <a:lnTo>
                    <a:pt x="21930" y="13765"/>
                  </a:lnTo>
                  <a:lnTo>
                    <a:pt x="22128" y="13704"/>
                  </a:lnTo>
                  <a:lnTo>
                    <a:pt x="22327" y="13628"/>
                  </a:lnTo>
                  <a:lnTo>
                    <a:pt x="22510" y="13536"/>
                  </a:lnTo>
                  <a:lnTo>
                    <a:pt x="22693" y="13430"/>
                  </a:lnTo>
                  <a:lnTo>
                    <a:pt x="22861" y="13308"/>
                  </a:lnTo>
                  <a:close/>
                  <a:moveTo>
                    <a:pt x="12667" y="13811"/>
                  </a:moveTo>
                  <a:lnTo>
                    <a:pt x="12835" y="13949"/>
                  </a:lnTo>
                  <a:lnTo>
                    <a:pt x="13003" y="14055"/>
                  </a:lnTo>
                  <a:lnTo>
                    <a:pt x="13186" y="14162"/>
                  </a:lnTo>
                  <a:lnTo>
                    <a:pt x="13369" y="14254"/>
                  </a:lnTo>
                  <a:lnTo>
                    <a:pt x="13567" y="14345"/>
                  </a:lnTo>
                  <a:lnTo>
                    <a:pt x="13766" y="14406"/>
                  </a:lnTo>
                  <a:lnTo>
                    <a:pt x="13964" y="14467"/>
                  </a:lnTo>
                  <a:lnTo>
                    <a:pt x="14162" y="14513"/>
                  </a:lnTo>
                  <a:lnTo>
                    <a:pt x="14010" y="14376"/>
                  </a:lnTo>
                  <a:lnTo>
                    <a:pt x="13827" y="14254"/>
                  </a:lnTo>
                  <a:lnTo>
                    <a:pt x="13659" y="14147"/>
                  </a:lnTo>
                  <a:lnTo>
                    <a:pt x="13460" y="14055"/>
                  </a:lnTo>
                  <a:lnTo>
                    <a:pt x="13460" y="14071"/>
                  </a:lnTo>
                  <a:lnTo>
                    <a:pt x="13277" y="13979"/>
                  </a:lnTo>
                  <a:lnTo>
                    <a:pt x="13079" y="13918"/>
                  </a:lnTo>
                  <a:lnTo>
                    <a:pt x="12865" y="13857"/>
                  </a:lnTo>
                  <a:lnTo>
                    <a:pt x="12667" y="13811"/>
                  </a:lnTo>
                  <a:close/>
                  <a:moveTo>
                    <a:pt x="17718" y="14086"/>
                  </a:moveTo>
                  <a:lnTo>
                    <a:pt x="17581" y="14254"/>
                  </a:lnTo>
                  <a:lnTo>
                    <a:pt x="17459" y="14422"/>
                  </a:lnTo>
                  <a:lnTo>
                    <a:pt x="17352" y="14605"/>
                  </a:lnTo>
                  <a:lnTo>
                    <a:pt x="17260" y="14803"/>
                  </a:lnTo>
                  <a:lnTo>
                    <a:pt x="17184" y="15001"/>
                  </a:lnTo>
                  <a:lnTo>
                    <a:pt x="17108" y="15185"/>
                  </a:lnTo>
                  <a:lnTo>
                    <a:pt x="17062" y="15398"/>
                  </a:lnTo>
                  <a:lnTo>
                    <a:pt x="17016" y="15597"/>
                  </a:lnTo>
                  <a:lnTo>
                    <a:pt x="17153" y="15429"/>
                  </a:lnTo>
                  <a:lnTo>
                    <a:pt x="17276" y="15261"/>
                  </a:lnTo>
                  <a:lnTo>
                    <a:pt x="17367" y="15078"/>
                  </a:lnTo>
                  <a:lnTo>
                    <a:pt x="17459" y="14895"/>
                  </a:lnTo>
                  <a:lnTo>
                    <a:pt x="17550" y="14696"/>
                  </a:lnTo>
                  <a:lnTo>
                    <a:pt x="17611" y="14498"/>
                  </a:lnTo>
                  <a:lnTo>
                    <a:pt x="17672" y="14300"/>
                  </a:lnTo>
                  <a:lnTo>
                    <a:pt x="17718" y="14086"/>
                  </a:lnTo>
                  <a:close/>
                  <a:moveTo>
                    <a:pt x="9752" y="15581"/>
                  </a:moveTo>
                  <a:lnTo>
                    <a:pt x="9630" y="15734"/>
                  </a:lnTo>
                  <a:lnTo>
                    <a:pt x="9508" y="15917"/>
                  </a:lnTo>
                  <a:lnTo>
                    <a:pt x="9401" y="16085"/>
                  </a:lnTo>
                  <a:lnTo>
                    <a:pt x="9310" y="16283"/>
                  </a:lnTo>
                  <a:lnTo>
                    <a:pt x="9218" y="16482"/>
                  </a:lnTo>
                  <a:lnTo>
                    <a:pt x="9157" y="16680"/>
                  </a:lnTo>
                  <a:lnTo>
                    <a:pt x="9096" y="16878"/>
                  </a:lnTo>
                  <a:lnTo>
                    <a:pt x="9065" y="17077"/>
                  </a:lnTo>
                  <a:lnTo>
                    <a:pt x="9188" y="16909"/>
                  </a:lnTo>
                  <a:lnTo>
                    <a:pt x="9310" y="16741"/>
                  </a:lnTo>
                  <a:lnTo>
                    <a:pt x="9416" y="16558"/>
                  </a:lnTo>
                  <a:lnTo>
                    <a:pt x="9508" y="16375"/>
                  </a:lnTo>
                  <a:lnTo>
                    <a:pt x="9584" y="16177"/>
                  </a:lnTo>
                  <a:lnTo>
                    <a:pt x="9661" y="15978"/>
                  </a:lnTo>
                  <a:lnTo>
                    <a:pt x="9706" y="15780"/>
                  </a:lnTo>
                  <a:lnTo>
                    <a:pt x="9752" y="15581"/>
                  </a:lnTo>
                  <a:close/>
                  <a:moveTo>
                    <a:pt x="22846" y="16924"/>
                  </a:moveTo>
                  <a:lnTo>
                    <a:pt x="23013" y="17046"/>
                  </a:lnTo>
                  <a:lnTo>
                    <a:pt x="23181" y="17168"/>
                  </a:lnTo>
                  <a:lnTo>
                    <a:pt x="23364" y="17275"/>
                  </a:lnTo>
                  <a:lnTo>
                    <a:pt x="23548" y="17367"/>
                  </a:lnTo>
                  <a:lnTo>
                    <a:pt x="23746" y="17443"/>
                  </a:lnTo>
                  <a:lnTo>
                    <a:pt x="23944" y="17519"/>
                  </a:lnTo>
                  <a:lnTo>
                    <a:pt x="24143" y="17565"/>
                  </a:lnTo>
                  <a:lnTo>
                    <a:pt x="24341" y="17611"/>
                  </a:lnTo>
                  <a:lnTo>
                    <a:pt x="24188" y="17489"/>
                  </a:lnTo>
                  <a:lnTo>
                    <a:pt x="24005" y="17367"/>
                  </a:lnTo>
                  <a:lnTo>
                    <a:pt x="23822" y="17260"/>
                  </a:lnTo>
                  <a:lnTo>
                    <a:pt x="23639" y="17168"/>
                  </a:lnTo>
                  <a:lnTo>
                    <a:pt x="23441" y="17092"/>
                  </a:lnTo>
                  <a:lnTo>
                    <a:pt x="23242" y="17016"/>
                  </a:lnTo>
                  <a:lnTo>
                    <a:pt x="23044" y="16970"/>
                  </a:lnTo>
                  <a:lnTo>
                    <a:pt x="22846" y="16924"/>
                  </a:lnTo>
                  <a:close/>
                  <a:moveTo>
                    <a:pt x="28019" y="17458"/>
                  </a:moveTo>
                  <a:lnTo>
                    <a:pt x="28049" y="17672"/>
                  </a:lnTo>
                  <a:lnTo>
                    <a:pt x="28080" y="17870"/>
                  </a:lnTo>
                  <a:lnTo>
                    <a:pt x="28141" y="18069"/>
                  </a:lnTo>
                  <a:lnTo>
                    <a:pt x="28202" y="18267"/>
                  </a:lnTo>
                  <a:lnTo>
                    <a:pt x="28278" y="18450"/>
                  </a:lnTo>
                  <a:lnTo>
                    <a:pt x="28355" y="18618"/>
                  </a:lnTo>
                  <a:lnTo>
                    <a:pt x="28446" y="18786"/>
                  </a:lnTo>
                  <a:lnTo>
                    <a:pt x="28538" y="18939"/>
                  </a:lnTo>
                  <a:lnTo>
                    <a:pt x="28538" y="18939"/>
                  </a:lnTo>
                  <a:lnTo>
                    <a:pt x="28522" y="18557"/>
                  </a:lnTo>
                  <a:lnTo>
                    <a:pt x="28477" y="18374"/>
                  </a:lnTo>
                  <a:lnTo>
                    <a:pt x="28416" y="18191"/>
                  </a:lnTo>
                  <a:lnTo>
                    <a:pt x="28339" y="18008"/>
                  </a:lnTo>
                  <a:lnTo>
                    <a:pt x="28248" y="17809"/>
                  </a:lnTo>
                  <a:lnTo>
                    <a:pt x="28141" y="17626"/>
                  </a:lnTo>
                  <a:lnTo>
                    <a:pt x="28019" y="17458"/>
                  </a:lnTo>
                  <a:close/>
                  <a:moveTo>
                    <a:pt x="14193" y="18481"/>
                  </a:moveTo>
                  <a:lnTo>
                    <a:pt x="13979" y="18511"/>
                  </a:lnTo>
                  <a:lnTo>
                    <a:pt x="13781" y="18542"/>
                  </a:lnTo>
                  <a:lnTo>
                    <a:pt x="13583" y="18603"/>
                  </a:lnTo>
                  <a:lnTo>
                    <a:pt x="13384" y="18664"/>
                  </a:lnTo>
                  <a:lnTo>
                    <a:pt x="13384" y="18679"/>
                  </a:lnTo>
                  <a:lnTo>
                    <a:pt x="13186" y="18756"/>
                  </a:lnTo>
                  <a:lnTo>
                    <a:pt x="13003" y="18847"/>
                  </a:lnTo>
                  <a:lnTo>
                    <a:pt x="12820" y="18939"/>
                  </a:lnTo>
                  <a:lnTo>
                    <a:pt x="12636" y="19061"/>
                  </a:lnTo>
                  <a:lnTo>
                    <a:pt x="12850" y="19030"/>
                  </a:lnTo>
                  <a:lnTo>
                    <a:pt x="13048" y="19000"/>
                  </a:lnTo>
                  <a:lnTo>
                    <a:pt x="13262" y="18939"/>
                  </a:lnTo>
                  <a:lnTo>
                    <a:pt x="13460" y="18878"/>
                  </a:lnTo>
                  <a:lnTo>
                    <a:pt x="13644" y="18801"/>
                  </a:lnTo>
                  <a:lnTo>
                    <a:pt x="13842" y="18710"/>
                  </a:lnTo>
                  <a:lnTo>
                    <a:pt x="14025" y="18603"/>
                  </a:lnTo>
                  <a:lnTo>
                    <a:pt x="14193" y="18481"/>
                  </a:lnTo>
                  <a:close/>
                  <a:moveTo>
                    <a:pt x="17840" y="18572"/>
                  </a:moveTo>
                  <a:lnTo>
                    <a:pt x="17871" y="18786"/>
                  </a:lnTo>
                  <a:lnTo>
                    <a:pt x="17901" y="18984"/>
                  </a:lnTo>
                  <a:lnTo>
                    <a:pt x="17962" y="19183"/>
                  </a:lnTo>
                  <a:lnTo>
                    <a:pt x="18023" y="19381"/>
                  </a:lnTo>
                  <a:lnTo>
                    <a:pt x="18100" y="19580"/>
                  </a:lnTo>
                  <a:lnTo>
                    <a:pt x="18191" y="19763"/>
                  </a:lnTo>
                  <a:lnTo>
                    <a:pt x="18298" y="19946"/>
                  </a:lnTo>
                  <a:lnTo>
                    <a:pt x="18405" y="20129"/>
                  </a:lnTo>
                  <a:lnTo>
                    <a:pt x="18390" y="19915"/>
                  </a:lnTo>
                  <a:lnTo>
                    <a:pt x="18359" y="19717"/>
                  </a:lnTo>
                  <a:lnTo>
                    <a:pt x="18298" y="19503"/>
                  </a:lnTo>
                  <a:lnTo>
                    <a:pt x="18237" y="19305"/>
                  </a:lnTo>
                  <a:lnTo>
                    <a:pt x="18222" y="19305"/>
                  </a:lnTo>
                  <a:lnTo>
                    <a:pt x="18145" y="19122"/>
                  </a:lnTo>
                  <a:lnTo>
                    <a:pt x="18054" y="18923"/>
                  </a:lnTo>
                  <a:lnTo>
                    <a:pt x="17962" y="18740"/>
                  </a:lnTo>
                  <a:lnTo>
                    <a:pt x="17840" y="18572"/>
                  </a:lnTo>
                  <a:close/>
                  <a:moveTo>
                    <a:pt x="23624" y="20984"/>
                  </a:moveTo>
                  <a:lnTo>
                    <a:pt x="23410" y="20999"/>
                  </a:lnTo>
                  <a:lnTo>
                    <a:pt x="23197" y="21045"/>
                  </a:lnTo>
                  <a:lnTo>
                    <a:pt x="22998" y="21090"/>
                  </a:lnTo>
                  <a:lnTo>
                    <a:pt x="22800" y="21151"/>
                  </a:lnTo>
                  <a:lnTo>
                    <a:pt x="22601" y="21228"/>
                  </a:lnTo>
                  <a:lnTo>
                    <a:pt x="22418" y="21319"/>
                  </a:lnTo>
                  <a:lnTo>
                    <a:pt x="22235" y="21426"/>
                  </a:lnTo>
                  <a:lnTo>
                    <a:pt x="22067" y="21548"/>
                  </a:lnTo>
                  <a:lnTo>
                    <a:pt x="22266" y="21518"/>
                  </a:lnTo>
                  <a:lnTo>
                    <a:pt x="22479" y="21487"/>
                  </a:lnTo>
                  <a:lnTo>
                    <a:pt x="22678" y="21426"/>
                  </a:lnTo>
                  <a:lnTo>
                    <a:pt x="22876" y="21365"/>
                  </a:lnTo>
                  <a:lnTo>
                    <a:pt x="23074" y="21289"/>
                  </a:lnTo>
                  <a:lnTo>
                    <a:pt x="23258" y="21197"/>
                  </a:lnTo>
                  <a:lnTo>
                    <a:pt x="23441" y="21090"/>
                  </a:lnTo>
                  <a:lnTo>
                    <a:pt x="23624" y="20984"/>
                  </a:lnTo>
                  <a:close/>
                  <a:moveTo>
                    <a:pt x="13903" y="22449"/>
                  </a:moveTo>
                  <a:lnTo>
                    <a:pt x="14071" y="22571"/>
                  </a:lnTo>
                  <a:lnTo>
                    <a:pt x="14239" y="22693"/>
                  </a:lnTo>
                  <a:lnTo>
                    <a:pt x="14422" y="22799"/>
                  </a:lnTo>
                  <a:lnTo>
                    <a:pt x="14605" y="22891"/>
                  </a:lnTo>
                  <a:lnTo>
                    <a:pt x="14803" y="22967"/>
                  </a:lnTo>
                  <a:lnTo>
                    <a:pt x="15002" y="23044"/>
                  </a:lnTo>
                  <a:lnTo>
                    <a:pt x="15200" y="23089"/>
                  </a:lnTo>
                  <a:lnTo>
                    <a:pt x="15414" y="23135"/>
                  </a:lnTo>
                  <a:lnTo>
                    <a:pt x="15246" y="23013"/>
                  </a:lnTo>
                  <a:lnTo>
                    <a:pt x="15063" y="22891"/>
                  </a:lnTo>
                  <a:lnTo>
                    <a:pt x="14880" y="22784"/>
                  </a:lnTo>
                  <a:lnTo>
                    <a:pt x="14697" y="22708"/>
                  </a:lnTo>
                  <a:lnTo>
                    <a:pt x="14513" y="22616"/>
                  </a:lnTo>
                  <a:lnTo>
                    <a:pt x="14315" y="22540"/>
                  </a:lnTo>
                  <a:lnTo>
                    <a:pt x="14101" y="22494"/>
                  </a:lnTo>
                  <a:lnTo>
                    <a:pt x="13903" y="22449"/>
                  </a:lnTo>
                  <a:close/>
                  <a:moveTo>
                    <a:pt x="19900" y="24310"/>
                  </a:moveTo>
                  <a:lnTo>
                    <a:pt x="20114" y="24463"/>
                  </a:lnTo>
                  <a:lnTo>
                    <a:pt x="20343" y="24615"/>
                  </a:lnTo>
                  <a:lnTo>
                    <a:pt x="20770" y="24585"/>
                  </a:lnTo>
                  <a:lnTo>
                    <a:pt x="20694" y="24554"/>
                  </a:lnTo>
                  <a:lnTo>
                    <a:pt x="20495" y="24463"/>
                  </a:lnTo>
                  <a:lnTo>
                    <a:pt x="20297" y="24402"/>
                  </a:lnTo>
                  <a:lnTo>
                    <a:pt x="20099" y="24341"/>
                  </a:lnTo>
                  <a:lnTo>
                    <a:pt x="19900" y="243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7" name="Google Shape;5587;p63"/>
            <p:cNvSpPr/>
            <p:nvPr/>
          </p:nvSpPr>
          <p:spPr>
            <a:xfrm>
              <a:off x="1327325" y="3533900"/>
              <a:ext cx="38925" cy="14150"/>
            </a:xfrm>
            <a:custGeom>
              <a:avLst/>
              <a:gdLst/>
              <a:ahLst/>
              <a:cxnLst/>
              <a:rect l="l" t="t" r="r" b="b"/>
              <a:pathLst>
                <a:path w="1557" h="566" fill="none" extrusionOk="0">
                  <a:moveTo>
                    <a:pt x="733" y="168"/>
                  </a:moveTo>
                  <a:lnTo>
                    <a:pt x="733" y="168"/>
                  </a:lnTo>
                  <a:lnTo>
                    <a:pt x="534" y="245"/>
                  </a:lnTo>
                  <a:lnTo>
                    <a:pt x="351" y="336"/>
                  </a:lnTo>
                  <a:lnTo>
                    <a:pt x="168" y="443"/>
                  </a:lnTo>
                  <a:lnTo>
                    <a:pt x="0" y="565"/>
                  </a:lnTo>
                  <a:lnTo>
                    <a:pt x="0" y="565"/>
                  </a:lnTo>
                  <a:lnTo>
                    <a:pt x="199" y="535"/>
                  </a:lnTo>
                  <a:lnTo>
                    <a:pt x="412" y="504"/>
                  </a:lnTo>
                  <a:lnTo>
                    <a:pt x="611" y="443"/>
                  </a:lnTo>
                  <a:lnTo>
                    <a:pt x="809" y="382"/>
                  </a:lnTo>
                  <a:lnTo>
                    <a:pt x="809" y="382"/>
                  </a:lnTo>
                  <a:lnTo>
                    <a:pt x="1007" y="306"/>
                  </a:lnTo>
                  <a:lnTo>
                    <a:pt x="1191" y="214"/>
                  </a:lnTo>
                  <a:lnTo>
                    <a:pt x="1374" y="107"/>
                  </a:lnTo>
                  <a:lnTo>
                    <a:pt x="1557" y="1"/>
                  </a:lnTo>
                  <a:lnTo>
                    <a:pt x="1557" y="1"/>
                  </a:lnTo>
                  <a:lnTo>
                    <a:pt x="1343" y="16"/>
                  </a:lnTo>
                  <a:lnTo>
                    <a:pt x="1130" y="62"/>
                  </a:lnTo>
                  <a:lnTo>
                    <a:pt x="931" y="107"/>
                  </a:lnTo>
                  <a:lnTo>
                    <a:pt x="733" y="1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8" name="Google Shape;5588;p63"/>
            <p:cNvSpPr/>
            <p:nvPr/>
          </p:nvSpPr>
          <p:spPr>
            <a:xfrm>
              <a:off x="1142675" y="3269525"/>
              <a:ext cx="38925" cy="14525"/>
            </a:xfrm>
            <a:custGeom>
              <a:avLst/>
              <a:gdLst/>
              <a:ahLst/>
              <a:cxnLst/>
              <a:rect l="l" t="t" r="r" b="b"/>
              <a:pathLst>
                <a:path w="1557" h="581" fill="none" extrusionOk="0">
                  <a:moveTo>
                    <a:pt x="733" y="199"/>
                  </a:moveTo>
                  <a:lnTo>
                    <a:pt x="733" y="199"/>
                  </a:lnTo>
                  <a:lnTo>
                    <a:pt x="534" y="275"/>
                  </a:lnTo>
                  <a:lnTo>
                    <a:pt x="351" y="366"/>
                  </a:lnTo>
                  <a:lnTo>
                    <a:pt x="168" y="458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199" y="550"/>
                  </a:lnTo>
                  <a:lnTo>
                    <a:pt x="412" y="519"/>
                  </a:lnTo>
                  <a:lnTo>
                    <a:pt x="611" y="458"/>
                  </a:lnTo>
                  <a:lnTo>
                    <a:pt x="809" y="397"/>
                  </a:lnTo>
                  <a:lnTo>
                    <a:pt x="1007" y="321"/>
                  </a:lnTo>
                  <a:lnTo>
                    <a:pt x="1191" y="229"/>
                  </a:lnTo>
                  <a:lnTo>
                    <a:pt x="1374" y="122"/>
                  </a:lnTo>
                  <a:lnTo>
                    <a:pt x="1557" y="0"/>
                  </a:lnTo>
                  <a:lnTo>
                    <a:pt x="1557" y="0"/>
                  </a:lnTo>
                  <a:lnTo>
                    <a:pt x="1343" y="31"/>
                  </a:lnTo>
                  <a:lnTo>
                    <a:pt x="1130" y="61"/>
                  </a:lnTo>
                  <a:lnTo>
                    <a:pt x="931" y="122"/>
                  </a:lnTo>
                  <a:lnTo>
                    <a:pt x="733" y="19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9" name="Google Shape;5589;p63"/>
            <p:cNvSpPr/>
            <p:nvPr/>
          </p:nvSpPr>
          <p:spPr>
            <a:xfrm>
              <a:off x="956100" y="3110425"/>
              <a:ext cx="38950" cy="14150"/>
            </a:xfrm>
            <a:custGeom>
              <a:avLst/>
              <a:gdLst/>
              <a:ahLst/>
              <a:cxnLst/>
              <a:rect l="l" t="t" r="r" b="b"/>
              <a:pathLst>
                <a:path w="1558" h="566" fill="none" extrusionOk="0">
                  <a:moveTo>
                    <a:pt x="749" y="184"/>
                  </a:moveTo>
                  <a:lnTo>
                    <a:pt x="749" y="184"/>
                  </a:lnTo>
                  <a:lnTo>
                    <a:pt x="550" y="260"/>
                  </a:lnTo>
                  <a:lnTo>
                    <a:pt x="367" y="352"/>
                  </a:lnTo>
                  <a:lnTo>
                    <a:pt x="184" y="458"/>
                  </a:lnTo>
                  <a:lnTo>
                    <a:pt x="1" y="565"/>
                  </a:lnTo>
                  <a:lnTo>
                    <a:pt x="1" y="565"/>
                  </a:lnTo>
                  <a:lnTo>
                    <a:pt x="215" y="535"/>
                  </a:lnTo>
                  <a:lnTo>
                    <a:pt x="428" y="504"/>
                  </a:lnTo>
                  <a:lnTo>
                    <a:pt x="627" y="443"/>
                  </a:lnTo>
                  <a:lnTo>
                    <a:pt x="825" y="382"/>
                  </a:lnTo>
                  <a:lnTo>
                    <a:pt x="1008" y="306"/>
                  </a:lnTo>
                  <a:lnTo>
                    <a:pt x="1207" y="214"/>
                  </a:lnTo>
                  <a:lnTo>
                    <a:pt x="1390" y="107"/>
                  </a:lnTo>
                  <a:lnTo>
                    <a:pt x="1558" y="1"/>
                  </a:lnTo>
                  <a:lnTo>
                    <a:pt x="1558" y="1"/>
                  </a:lnTo>
                  <a:lnTo>
                    <a:pt x="1359" y="16"/>
                  </a:lnTo>
                  <a:lnTo>
                    <a:pt x="1146" y="62"/>
                  </a:lnTo>
                  <a:lnTo>
                    <a:pt x="947" y="107"/>
                  </a:lnTo>
                  <a:lnTo>
                    <a:pt x="749" y="184"/>
                  </a:lnTo>
                  <a:lnTo>
                    <a:pt x="749" y="18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0" name="Google Shape;5590;p63"/>
            <p:cNvSpPr/>
            <p:nvPr/>
          </p:nvSpPr>
          <p:spPr>
            <a:xfrm>
              <a:off x="1091550" y="3471325"/>
              <a:ext cx="38925" cy="14525"/>
            </a:xfrm>
            <a:custGeom>
              <a:avLst/>
              <a:gdLst/>
              <a:ahLst/>
              <a:cxnLst/>
              <a:rect l="l" t="t" r="r" b="b"/>
              <a:pathLst>
                <a:path w="1557" h="581" fill="none" extrusionOk="0">
                  <a:moveTo>
                    <a:pt x="748" y="199"/>
                  </a:moveTo>
                  <a:lnTo>
                    <a:pt x="748" y="199"/>
                  </a:lnTo>
                  <a:lnTo>
                    <a:pt x="550" y="276"/>
                  </a:lnTo>
                  <a:lnTo>
                    <a:pt x="367" y="367"/>
                  </a:lnTo>
                  <a:lnTo>
                    <a:pt x="184" y="459"/>
                  </a:lnTo>
                  <a:lnTo>
                    <a:pt x="0" y="581"/>
                  </a:lnTo>
                  <a:lnTo>
                    <a:pt x="0" y="581"/>
                  </a:lnTo>
                  <a:lnTo>
                    <a:pt x="214" y="550"/>
                  </a:lnTo>
                  <a:lnTo>
                    <a:pt x="412" y="520"/>
                  </a:lnTo>
                  <a:lnTo>
                    <a:pt x="626" y="459"/>
                  </a:lnTo>
                  <a:lnTo>
                    <a:pt x="824" y="398"/>
                  </a:lnTo>
                  <a:lnTo>
                    <a:pt x="1008" y="321"/>
                  </a:lnTo>
                  <a:lnTo>
                    <a:pt x="1206" y="230"/>
                  </a:lnTo>
                  <a:lnTo>
                    <a:pt x="1389" y="123"/>
                  </a:lnTo>
                  <a:lnTo>
                    <a:pt x="1557" y="1"/>
                  </a:lnTo>
                  <a:lnTo>
                    <a:pt x="1557" y="1"/>
                  </a:lnTo>
                  <a:lnTo>
                    <a:pt x="1343" y="31"/>
                  </a:lnTo>
                  <a:lnTo>
                    <a:pt x="1145" y="62"/>
                  </a:lnTo>
                  <a:lnTo>
                    <a:pt x="947" y="123"/>
                  </a:lnTo>
                  <a:lnTo>
                    <a:pt x="748" y="184"/>
                  </a:lnTo>
                  <a:lnTo>
                    <a:pt x="748" y="19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1" name="Google Shape;5591;p63"/>
            <p:cNvSpPr/>
            <p:nvPr/>
          </p:nvSpPr>
          <p:spPr>
            <a:xfrm>
              <a:off x="1308250" y="3342000"/>
              <a:ext cx="38925" cy="14525"/>
            </a:xfrm>
            <a:custGeom>
              <a:avLst/>
              <a:gdLst/>
              <a:ahLst/>
              <a:cxnLst/>
              <a:rect l="l" t="t" r="r" b="b"/>
              <a:pathLst>
                <a:path w="1557" h="581" fill="none" extrusionOk="0">
                  <a:moveTo>
                    <a:pt x="748" y="184"/>
                  </a:moveTo>
                  <a:lnTo>
                    <a:pt x="748" y="184"/>
                  </a:lnTo>
                  <a:lnTo>
                    <a:pt x="550" y="260"/>
                  </a:lnTo>
                  <a:lnTo>
                    <a:pt x="367" y="352"/>
                  </a:lnTo>
                  <a:lnTo>
                    <a:pt x="183" y="458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214" y="550"/>
                  </a:lnTo>
                  <a:lnTo>
                    <a:pt x="428" y="519"/>
                  </a:lnTo>
                  <a:lnTo>
                    <a:pt x="626" y="458"/>
                  </a:lnTo>
                  <a:lnTo>
                    <a:pt x="824" y="397"/>
                  </a:lnTo>
                  <a:lnTo>
                    <a:pt x="824" y="397"/>
                  </a:lnTo>
                  <a:lnTo>
                    <a:pt x="1023" y="321"/>
                  </a:lnTo>
                  <a:lnTo>
                    <a:pt x="1206" y="229"/>
                  </a:lnTo>
                  <a:lnTo>
                    <a:pt x="1389" y="123"/>
                  </a:lnTo>
                  <a:lnTo>
                    <a:pt x="1557" y="1"/>
                  </a:lnTo>
                  <a:lnTo>
                    <a:pt x="1557" y="1"/>
                  </a:lnTo>
                  <a:lnTo>
                    <a:pt x="1358" y="31"/>
                  </a:lnTo>
                  <a:lnTo>
                    <a:pt x="1145" y="62"/>
                  </a:lnTo>
                  <a:lnTo>
                    <a:pt x="946" y="123"/>
                  </a:lnTo>
                  <a:lnTo>
                    <a:pt x="748" y="184"/>
                  </a:lnTo>
                  <a:lnTo>
                    <a:pt x="748" y="18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2" name="Google Shape;5592;p63"/>
            <p:cNvSpPr/>
            <p:nvPr/>
          </p:nvSpPr>
          <p:spPr>
            <a:xfrm>
              <a:off x="983200" y="3283250"/>
              <a:ext cx="38550" cy="14525"/>
            </a:xfrm>
            <a:custGeom>
              <a:avLst/>
              <a:gdLst/>
              <a:ahLst/>
              <a:cxnLst/>
              <a:rect l="l" t="t" r="r" b="b"/>
              <a:pathLst>
                <a:path w="1542" h="581" fill="none" extrusionOk="0">
                  <a:moveTo>
                    <a:pt x="733" y="184"/>
                  </a:moveTo>
                  <a:lnTo>
                    <a:pt x="733" y="184"/>
                  </a:lnTo>
                  <a:lnTo>
                    <a:pt x="535" y="260"/>
                  </a:lnTo>
                  <a:lnTo>
                    <a:pt x="351" y="351"/>
                  </a:lnTo>
                  <a:lnTo>
                    <a:pt x="168" y="458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214" y="550"/>
                  </a:lnTo>
                  <a:lnTo>
                    <a:pt x="412" y="519"/>
                  </a:lnTo>
                  <a:lnTo>
                    <a:pt x="611" y="458"/>
                  </a:lnTo>
                  <a:lnTo>
                    <a:pt x="809" y="397"/>
                  </a:lnTo>
                  <a:lnTo>
                    <a:pt x="809" y="397"/>
                  </a:lnTo>
                  <a:lnTo>
                    <a:pt x="1008" y="321"/>
                  </a:lnTo>
                  <a:lnTo>
                    <a:pt x="1191" y="229"/>
                  </a:lnTo>
                  <a:lnTo>
                    <a:pt x="1374" y="123"/>
                  </a:lnTo>
                  <a:lnTo>
                    <a:pt x="1542" y="1"/>
                  </a:lnTo>
                  <a:lnTo>
                    <a:pt x="1542" y="1"/>
                  </a:lnTo>
                  <a:lnTo>
                    <a:pt x="1343" y="31"/>
                  </a:lnTo>
                  <a:lnTo>
                    <a:pt x="1130" y="62"/>
                  </a:lnTo>
                  <a:lnTo>
                    <a:pt x="931" y="123"/>
                  </a:lnTo>
                  <a:lnTo>
                    <a:pt x="733" y="184"/>
                  </a:lnTo>
                  <a:lnTo>
                    <a:pt x="733" y="18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3" name="Google Shape;5593;p63"/>
            <p:cNvSpPr/>
            <p:nvPr/>
          </p:nvSpPr>
          <p:spPr>
            <a:xfrm>
              <a:off x="1476100" y="3445775"/>
              <a:ext cx="13000" cy="37025"/>
            </a:xfrm>
            <a:custGeom>
              <a:avLst/>
              <a:gdLst/>
              <a:ahLst/>
              <a:cxnLst/>
              <a:rect l="l" t="t" r="r" b="b"/>
              <a:pathLst>
                <a:path w="520" h="1481" fill="none" extrusionOk="0">
                  <a:moveTo>
                    <a:pt x="504" y="1099"/>
                  </a:moveTo>
                  <a:lnTo>
                    <a:pt x="504" y="1099"/>
                  </a:lnTo>
                  <a:lnTo>
                    <a:pt x="459" y="916"/>
                  </a:lnTo>
                  <a:lnTo>
                    <a:pt x="398" y="733"/>
                  </a:lnTo>
                  <a:lnTo>
                    <a:pt x="398" y="733"/>
                  </a:lnTo>
                  <a:lnTo>
                    <a:pt x="321" y="550"/>
                  </a:lnTo>
                  <a:lnTo>
                    <a:pt x="230" y="351"/>
                  </a:lnTo>
                  <a:lnTo>
                    <a:pt x="123" y="168"/>
                  </a:lnTo>
                  <a:lnTo>
                    <a:pt x="1" y="0"/>
                  </a:lnTo>
                  <a:lnTo>
                    <a:pt x="1" y="0"/>
                  </a:lnTo>
                  <a:lnTo>
                    <a:pt x="31" y="214"/>
                  </a:lnTo>
                  <a:lnTo>
                    <a:pt x="62" y="412"/>
                  </a:lnTo>
                  <a:lnTo>
                    <a:pt x="123" y="611"/>
                  </a:lnTo>
                  <a:lnTo>
                    <a:pt x="184" y="809"/>
                  </a:lnTo>
                  <a:lnTo>
                    <a:pt x="184" y="809"/>
                  </a:lnTo>
                  <a:lnTo>
                    <a:pt x="260" y="992"/>
                  </a:lnTo>
                  <a:lnTo>
                    <a:pt x="337" y="1160"/>
                  </a:lnTo>
                  <a:lnTo>
                    <a:pt x="428" y="1328"/>
                  </a:lnTo>
                  <a:lnTo>
                    <a:pt x="520" y="1481"/>
                  </a:lnTo>
                  <a:lnTo>
                    <a:pt x="504" y="109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4" name="Google Shape;5594;p63"/>
            <p:cNvSpPr/>
            <p:nvPr/>
          </p:nvSpPr>
          <p:spPr>
            <a:xfrm>
              <a:off x="1221650" y="3473625"/>
              <a:ext cx="14125" cy="38925"/>
            </a:xfrm>
            <a:custGeom>
              <a:avLst/>
              <a:gdLst/>
              <a:ahLst/>
              <a:cxnLst/>
              <a:rect l="l" t="t" r="r" b="b"/>
              <a:pathLst>
                <a:path w="565" h="1557" fill="none" extrusionOk="0">
                  <a:moveTo>
                    <a:pt x="382" y="733"/>
                  </a:moveTo>
                  <a:lnTo>
                    <a:pt x="382" y="733"/>
                  </a:lnTo>
                  <a:lnTo>
                    <a:pt x="305" y="550"/>
                  </a:lnTo>
                  <a:lnTo>
                    <a:pt x="214" y="351"/>
                  </a:lnTo>
                  <a:lnTo>
                    <a:pt x="122" y="168"/>
                  </a:lnTo>
                  <a:lnTo>
                    <a:pt x="0" y="0"/>
                  </a:lnTo>
                  <a:lnTo>
                    <a:pt x="0" y="0"/>
                  </a:lnTo>
                  <a:lnTo>
                    <a:pt x="31" y="214"/>
                  </a:lnTo>
                  <a:lnTo>
                    <a:pt x="61" y="412"/>
                  </a:lnTo>
                  <a:lnTo>
                    <a:pt x="122" y="611"/>
                  </a:lnTo>
                  <a:lnTo>
                    <a:pt x="183" y="809"/>
                  </a:lnTo>
                  <a:lnTo>
                    <a:pt x="183" y="809"/>
                  </a:lnTo>
                  <a:lnTo>
                    <a:pt x="260" y="1008"/>
                  </a:lnTo>
                  <a:lnTo>
                    <a:pt x="351" y="1191"/>
                  </a:lnTo>
                  <a:lnTo>
                    <a:pt x="458" y="1374"/>
                  </a:lnTo>
                  <a:lnTo>
                    <a:pt x="565" y="1557"/>
                  </a:lnTo>
                  <a:lnTo>
                    <a:pt x="565" y="1557"/>
                  </a:lnTo>
                  <a:lnTo>
                    <a:pt x="550" y="1343"/>
                  </a:lnTo>
                  <a:lnTo>
                    <a:pt x="519" y="1145"/>
                  </a:lnTo>
                  <a:lnTo>
                    <a:pt x="458" y="931"/>
                  </a:lnTo>
                  <a:lnTo>
                    <a:pt x="397" y="733"/>
                  </a:lnTo>
                  <a:lnTo>
                    <a:pt x="382" y="73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5" name="Google Shape;5595;p63"/>
            <p:cNvSpPr/>
            <p:nvPr/>
          </p:nvSpPr>
          <p:spPr>
            <a:xfrm>
              <a:off x="1058750" y="3185975"/>
              <a:ext cx="14500" cy="38925"/>
            </a:xfrm>
            <a:custGeom>
              <a:avLst/>
              <a:gdLst/>
              <a:ahLst/>
              <a:cxnLst/>
              <a:rect l="l" t="t" r="r" b="b"/>
              <a:pathLst>
                <a:path w="580" h="1557" fill="none" extrusionOk="0">
                  <a:moveTo>
                    <a:pt x="397" y="733"/>
                  </a:moveTo>
                  <a:lnTo>
                    <a:pt x="397" y="733"/>
                  </a:lnTo>
                  <a:lnTo>
                    <a:pt x="320" y="534"/>
                  </a:lnTo>
                  <a:lnTo>
                    <a:pt x="229" y="351"/>
                  </a:lnTo>
                  <a:lnTo>
                    <a:pt x="122" y="168"/>
                  </a:lnTo>
                  <a:lnTo>
                    <a:pt x="0" y="0"/>
                  </a:lnTo>
                  <a:lnTo>
                    <a:pt x="0" y="0"/>
                  </a:lnTo>
                  <a:lnTo>
                    <a:pt x="31" y="199"/>
                  </a:lnTo>
                  <a:lnTo>
                    <a:pt x="61" y="412"/>
                  </a:lnTo>
                  <a:lnTo>
                    <a:pt x="122" y="611"/>
                  </a:lnTo>
                  <a:lnTo>
                    <a:pt x="183" y="809"/>
                  </a:lnTo>
                  <a:lnTo>
                    <a:pt x="183" y="809"/>
                  </a:lnTo>
                  <a:lnTo>
                    <a:pt x="259" y="1007"/>
                  </a:lnTo>
                  <a:lnTo>
                    <a:pt x="351" y="1190"/>
                  </a:lnTo>
                  <a:lnTo>
                    <a:pt x="458" y="1374"/>
                  </a:lnTo>
                  <a:lnTo>
                    <a:pt x="580" y="1557"/>
                  </a:lnTo>
                  <a:lnTo>
                    <a:pt x="580" y="1557"/>
                  </a:lnTo>
                  <a:lnTo>
                    <a:pt x="549" y="1343"/>
                  </a:lnTo>
                  <a:lnTo>
                    <a:pt x="519" y="1129"/>
                  </a:lnTo>
                  <a:lnTo>
                    <a:pt x="458" y="931"/>
                  </a:lnTo>
                  <a:lnTo>
                    <a:pt x="397" y="73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6" name="Google Shape;5596;p63"/>
            <p:cNvSpPr/>
            <p:nvPr/>
          </p:nvSpPr>
          <p:spPr>
            <a:xfrm>
              <a:off x="879425" y="3009325"/>
              <a:ext cx="14525" cy="38550"/>
            </a:xfrm>
            <a:custGeom>
              <a:avLst/>
              <a:gdLst/>
              <a:ahLst/>
              <a:cxnLst/>
              <a:rect l="l" t="t" r="r" b="b"/>
              <a:pathLst>
                <a:path w="581" h="1542" fill="none" extrusionOk="0">
                  <a:moveTo>
                    <a:pt x="382" y="733"/>
                  </a:moveTo>
                  <a:lnTo>
                    <a:pt x="382" y="733"/>
                  </a:lnTo>
                  <a:lnTo>
                    <a:pt x="306" y="535"/>
                  </a:lnTo>
                  <a:lnTo>
                    <a:pt x="214" y="352"/>
                  </a:lnTo>
                  <a:lnTo>
                    <a:pt x="123" y="168"/>
                  </a:lnTo>
                  <a:lnTo>
                    <a:pt x="1" y="1"/>
                  </a:lnTo>
                  <a:lnTo>
                    <a:pt x="1" y="1"/>
                  </a:lnTo>
                  <a:lnTo>
                    <a:pt x="31" y="199"/>
                  </a:lnTo>
                  <a:lnTo>
                    <a:pt x="62" y="413"/>
                  </a:lnTo>
                  <a:lnTo>
                    <a:pt x="123" y="611"/>
                  </a:lnTo>
                  <a:lnTo>
                    <a:pt x="184" y="809"/>
                  </a:lnTo>
                  <a:lnTo>
                    <a:pt x="260" y="1008"/>
                  </a:lnTo>
                  <a:lnTo>
                    <a:pt x="352" y="1191"/>
                  </a:lnTo>
                  <a:lnTo>
                    <a:pt x="458" y="1374"/>
                  </a:lnTo>
                  <a:lnTo>
                    <a:pt x="581" y="1542"/>
                  </a:lnTo>
                  <a:lnTo>
                    <a:pt x="581" y="1542"/>
                  </a:lnTo>
                  <a:lnTo>
                    <a:pt x="550" y="1344"/>
                  </a:lnTo>
                  <a:lnTo>
                    <a:pt x="504" y="1130"/>
                  </a:lnTo>
                  <a:lnTo>
                    <a:pt x="458" y="931"/>
                  </a:lnTo>
                  <a:lnTo>
                    <a:pt x="382" y="733"/>
                  </a:lnTo>
                  <a:lnTo>
                    <a:pt x="382" y="73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7" name="Google Shape;5597;p63"/>
            <p:cNvSpPr/>
            <p:nvPr/>
          </p:nvSpPr>
          <p:spPr>
            <a:xfrm>
              <a:off x="1123225" y="3570525"/>
              <a:ext cx="37775" cy="17200"/>
            </a:xfrm>
            <a:custGeom>
              <a:avLst/>
              <a:gdLst/>
              <a:ahLst/>
              <a:cxnLst/>
              <a:rect l="l" t="t" r="r" b="b"/>
              <a:pathLst>
                <a:path w="1511" h="688" fill="none" extrusionOk="0">
                  <a:moveTo>
                    <a:pt x="794" y="260"/>
                  </a:moveTo>
                  <a:lnTo>
                    <a:pt x="794" y="260"/>
                  </a:lnTo>
                  <a:lnTo>
                    <a:pt x="610" y="168"/>
                  </a:lnTo>
                  <a:lnTo>
                    <a:pt x="412" y="92"/>
                  </a:lnTo>
                  <a:lnTo>
                    <a:pt x="198" y="46"/>
                  </a:lnTo>
                  <a:lnTo>
                    <a:pt x="0" y="1"/>
                  </a:lnTo>
                  <a:lnTo>
                    <a:pt x="0" y="1"/>
                  </a:lnTo>
                  <a:lnTo>
                    <a:pt x="168" y="123"/>
                  </a:lnTo>
                  <a:lnTo>
                    <a:pt x="336" y="245"/>
                  </a:lnTo>
                  <a:lnTo>
                    <a:pt x="519" y="351"/>
                  </a:lnTo>
                  <a:lnTo>
                    <a:pt x="702" y="443"/>
                  </a:lnTo>
                  <a:lnTo>
                    <a:pt x="702" y="443"/>
                  </a:lnTo>
                  <a:lnTo>
                    <a:pt x="900" y="519"/>
                  </a:lnTo>
                  <a:lnTo>
                    <a:pt x="1099" y="596"/>
                  </a:lnTo>
                  <a:lnTo>
                    <a:pt x="1297" y="641"/>
                  </a:lnTo>
                  <a:lnTo>
                    <a:pt x="1511" y="687"/>
                  </a:lnTo>
                  <a:lnTo>
                    <a:pt x="1511" y="687"/>
                  </a:lnTo>
                  <a:lnTo>
                    <a:pt x="1343" y="565"/>
                  </a:lnTo>
                  <a:lnTo>
                    <a:pt x="1160" y="443"/>
                  </a:lnTo>
                  <a:lnTo>
                    <a:pt x="977" y="336"/>
                  </a:lnTo>
                  <a:lnTo>
                    <a:pt x="794" y="26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8" name="Google Shape;5598;p63"/>
            <p:cNvSpPr/>
            <p:nvPr/>
          </p:nvSpPr>
          <p:spPr>
            <a:xfrm>
              <a:off x="1346775" y="3432425"/>
              <a:ext cx="37425" cy="17175"/>
            </a:xfrm>
            <a:custGeom>
              <a:avLst/>
              <a:gdLst/>
              <a:ahLst/>
              <a:cxnLst/>
              <a:rect l="l" t="t" r="r" b="b"/>
              <a:pathLst>
                <a:path w="1497" h="687" fill="none" extrusionOk="0">
                  <a:moveTo>
                    <a:pt x="794" y="244"/>
                  </a:moveTo>
                  <a:lnTo>
                    <a:pt x="794" y="244"/>
                  </a:lnTo>
                  <a:lnTo>
                    <a:pt x="596" y="168"/>
                  </a:lnTo>
                  <a:lnTo>
                    <a:pt x="397" y="92"/>
                  </a:lnTo>
                  <a:lnTo>
                    <a:pt x="199" y="46"/>
                  </a:lnTo>
                  <a:lnTo>
                    <a:pt x="1" y="0"/>
                  </a:lnTo>
                  <a:lnTo>
                    <a:pt x="1" y="0"/>
                  </a:lnTo>
                  <a:lnTo>
                    <a:pt x="168" y="122"/>
                  </a:lnTo>
                  <a:lnTo>
                    <a:pt x="336" y="244"/>
                  </a:lnTo>
                  <a:lnTo>
                    <a:pt x="519" y="351"/>
                  </a:lnTo>
                  <a:lnTo>
                    <a:pt x="703" y="443"/>
                  </a:lnTo>
                  <a:lnTo>
                    <a:pt x="901" y="519"/>
                  </a:lnTo>
                  <a:lnTo>
                    <a:pt x="1099" y="595"/>
                  </a:lnTo>
                  <a:lnTo>
                    <a:pt x="1298" y="641"/>
                  </a:lnTo>
                  <a:lnTo>
                    <a:pt x="1496" y="687"/>
                  </a:lnTo>
                  <a:lnTo>
                    <a:pt x="1496" y="687"/>
                  </a:lnTo>
                  <a:lnTo>
                    <a:pt x="1343" y="565"/>
                  </a:lnTo>
                  <a:lnTo>
                    <a:pt x="1160" y="443"/>
                  </a:lnTo>
                  <a:lnTo>
                    <a:pt x="977" y="336"/>
                  </a:lnTo>
                  <a:lnTo>
                    <a:pt x="794" y="244"/>
                  </a:lnTo>
                  <a:lnTo>
                    <a:pt x="794" y="2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9" name="Google Shape;5599;p63"/>
            <p:cNvSpPr/>
            <p:nvPr/>
          </p:nvSpPr>
          <p:spPr>
            <a:xfrm>
              <a:off x="1273150" y="3617075"/>
              <a:ext cx="21775" cy="7650"/>
            </a:xfrm>
            <a:custGeom>
              <a:avLst/>
              <a:gdLst/>
              <a:ahLst/>
              <a:cxnLst/>
              <a:rect l="l" t="t" r="r" b="b"/>
              <a:pathLst>
                <a:path w="871" h="306" fill="none" extrusionOk="0">
                  <a:moveTo>
                    <a:pt x="794" y="244"/>
                  </a:moveTo>
                  <a:lnTo>
                    <a:pt x="794" y="244"/>
                  </a:lnTo>
                  <a:lnTo>
                    <a:pt x="595" y="153"/>
                  </a:lnTo>
                  <a:lnTo>
                    <a:pt x="397" y="92"/>
                  </a:lnTo>
                  <a:lnTo>
                    <a:pt x="199" y="31"/>
                  </a:lnTo>
                  <a:lnTo>
                    <a:pt x="0" y="0"/>
                  </a:lnTo>
                  <a:lnTo>
                    <a:pt x="0" y="0"/>
                  </a:lnTo>
                  <a:lnTo>
                    <a:pt x="214" y="153"/>
                  </a:lnTo>
                  <a:lnTo>
                    <a:pt x="443" y="305"/>
                  </a:lnTo>
                  <a:lnTo>
                    <a:pt x="870" y="275"/>
                  </a:lnTo>
                  <a:lnTo>
                    <a:pt x="794" y="2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0" name="Google Shape;5600;p63"/>
            <p:cNvSpPr/>
            <p:nvPr/>
          </p:nvSpPr>
          <p:spPr>
            <a:xfrm>
              <a:off x="1092300" y="3354600"/>
              <a:ext cx="37425" cy="17575"/>
            </a:xfrm>
            <a:custGeom>
              <a:avLst/>
              <a:gdLst/>
              <a:ahLst/>
              <a:cxnLst/>
              <a:rect l="l" t="t" r="r" b="b"/>
              <a:pathLst>
                <a:path w="1497" h="703" fill="none" extrusionOk="0">
                  <a:moveTo>
                    <a:pt x="794" y="260"/>
                  </a:moveTo>
                  <a:lnTo>
                    <a:pt x="794" y="260"/>
                  </a:lnTo>
                  <a:lnTo>
                    <a:pt x="611" y="168"/>
                  </a:lnTo>
                  <a:lnTo>
                    <a:pt x="413" y="107"/>
                  </a:lnTo>
                  <a:lnTo>
                    <a:pt x="199" y="46"/>
                  </a:lnTo>
                  <a:lnTo>
                    <a:pt x="1" y="0"/>
                  </a:lnTo>
                  <a:lnTo>
                    <a:pt x="1" y="0"/>
                  </a:lnTo>
                  <a:lnTo>
                    <a:pt x="169" y="138"/>
                  </a:lnTo>
                  <a:lnTo>
                    <a:pt x="337" y="244"/>
                  </a:lnTo>
                  <a:lnTo>
                    <a:pt x="520" y="351"/>
                  </a:lnTo>
                  <a:lnTo>
                    <a:pt x="703" y="443"/>
                  </a:lnTo>
                  <a:lnTo>
                    <a:pt x="901" y="534"/>
                  </a:lnTo>
                  <a:lnTo>
                    <a:pt x="1100" y="595"/>
                  </a:lnTo>
                  <a:lnTo>
                    <a:pt x="1298" y="656"/>
                  </a:lnTo>
                  <a:lnTo>
                    <a:pt x="1496" y="702"/>
                  </a:lnTo>
                  <a:lnTo>
                    <a:pt x="1496" y="702"/>
                  </a:lnTo>
                  <a:lnTo>
                    <a:pt x="1344" y="565"/>
                  </a:lnTo>
                  <a:lnTo>
                    <a:pt x="1161" y="443"/>
                  </a:lnTo>
                  <a:lnTo>
                    <a:pt x="993" y="336"/>
                  </a:lnTo>
                  <a:lnTo>
                    <a:pt x="794" y="244"/>
                  </a:lnTo>
                  <a:lnTo>
                    <a:pt x="794" y="26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1" name="Google Shape;5601;p63"/>
            <p:cNvSpPr/>
            <p:nvPr/>
          </p:nvSpPr>
          <p:spPr>
            <a:xfrm>
              <a:off x="818775" y="3117675"/>
              <a:ext cx="37800" cy="17200"/>
            </a:xfrm>
            <a:custGeom>
              <a:avLst/>
              <a:gdLst/>
              <a:ahLst/>
              <a:cxnLst/>
              <a:rect l="l" t="t" r="r" b="b"/>
              <a:pathLst>
                <a:path w="1512" h="688" fill="none" extrusionOk="0">
                  <a:moveTo>
                    <a:pt x="809" y="245"/>
                  </a:moveTo>
                  <a:lnTo>
                    <a:pt x="809" y="245"/>
                  </a:lnTo>
                  <a:lnTo>
                    <a:pt x="611" y="153"/>
                  </a:lnTo>
                  <a:lnTo>
                    <a:pt x="412" y="92"/>
                  </a:lnTo>
                  <a:lnTo>
                    <a:pt x="214" y="3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68" y="123"/>
                  </a:lnTo>
                  <a:lnTo>
                    <a:pt x="351" y="245"/>
                  </a:lnTo>
                  <a:lnTo>
                    <a:pt x="519" y="352"/>
                  </a:lnTo>
                  <a:lnTo>
                    <a:pt x="717" y="443"/>
                  </a:lnTo>
                  <a:lnTo>
                    <a:pt x="717" y="443"/>
                  </a:lnTo>
                  <a:lnTo>
                    <a:pt x="901" y="519"/>
                  </a:lnTo>
                  <a:lnTo>
                    <a:pt x="1099" y="596"/>
                  </a:lnTo>
                  <a:lnTo>
                    <a:pt x="1313" y="641"/>
                  </a:lnTo>
                  <a:lnTo>
                    <a:pt x="1511" y="687"/>
                  </a:lnTo>
                  <a:lnTo>
                    <a:pt x="1511" y="687"/>
                  </a:lnTo>
                  <a:lnTo>
                    <a:pt x="1343" y="550"/>
                  </a:lnTo>
                  <a:lnTo>
                    <a:pt x="1175" y="443"/>
                  </a:lnTo>
                  <a:lnTo>
                    <a:pt x="992" y="336"/>
                  </a:lnTo>
                  <a:lnTo>
                    <a:pt x="809" y="229"/>
                  </a:lnTo>
                  <a:lnTo>
                    <a:pt x="809" y="2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2" name="Google Shape;5602;p63"/>
            <p:cNvSpPr/>
            <p:nvPr/>
          </p:nvSpPr>
          <p:spPr>
            <a:xfrm>
              <a:off x="1002275" y="3398850"/>
              <a:ext cx="17200" cy="37400"/>
            </a:xfrm>
            <a:custGeom>
              <a:avLst/>
              <a:gdLst/>
              <a:ahLst/>
              <a:cxnLst/>
              <a:rect l="l" t="t" r="r" b="b"/>
              <a:pathLst>
                <a:path w="688" h="1496" fill="none" extrusionOk="0">
                  <a:moveTo>
                    <a:pt x="245" y="702"/>
                  </a:moveTo>
                  <a:lnTo>
                    <a:pt x="245" y="702"/>
                  </a:lnTo>
                  <a:lnTo>
                    <a:pt x="153" y="901"/>
                  </a:lnTo>
                  <a:lnTo>
                    <a:pt x="92" y="1099"/>
                  </a:lnTo>
                  <a:lnTo>
                    <a:pt x="31" y="1297"/>
                  </a:lnTo>
                  <a:lnTo>
                    <a:pt x="0" y="1496"/>
                  </a:lnTo>
                  <a:lnTo>
                    <a:pt x="0" y="1496"/>
                  </a:lnTo>
                  <a:lnTo>
                    <a:pt x="123" y="1328"/>
                  </a:lnTo>
                  <a:lnTo>
                    <a:pt x="245" y="1160"/>
                  </a:lnTo>
                  <a:lnTo>
                    <a:pt x="351" y="977"/>
                  </a:lnTo>
                  <a:lnTo>
                    <a:pt x="443" y="794"/>
                  </a:lnTo>
                  <a:lnTo>
                    <a:pt x="443" y="794"/>
                  </a:lnTo>
                  <a:lnTo>
                    <a:pt x="519" y="596"/>
                  </a:lnTo>
                  <a:lnTo>
                    <a:pt x="596" y="397"/>
                  </a:lnTo>
                  <a:lnTo>
                    <a:pt x="641" y="199"/>
                  </a:lnTo>
                  <a:lnTo>
                    <a:pt x="687" y="0"/>
                  </a:lnTo>
                  <a:lnTo>
                    <a:pt x="687" y="0"/>
                  </a:lnTo>
                  <a:lnTo>
                    <a:pt x="565" y="153"/>
                  </a:lnTo>
                  <a:lnTo>
                    <a:pt x="443" y="336"/>
                  </a:lnTo>
                  <a:lnTo>
                    <a:pt x="336" y="504"/>
                  </a:lnTo>
                  <a:lnTo>
                    <a:pt x="245" y="702"/>
                  </a:lnTo>
                  <a:lnTo>
                    <a:pt x="245" y="70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3" name="Google Shape;5603;p63"/>
            <p:cNvSpPr/>
            <p:nvPr/>
          </p:nvSpPr>
          <p:spPr>
            <a:xfrm>
              <a:off x="911100" y="3210775"/>
              <a:ext cx="17175" cy="37775"/>
            </a:xfrm>
            <a:custGeom>
              <a:avLst/>
              <a:gdLst/>
              <a:ahLst/>
              <a:cxnLst/>
              <a:rect l="l" t="t" r="r" b="b"/>
              <a:pathLst>
                <a:path w="687" h="1511" fill="none" extrusionOk="0">
                  <a:moveTo>
                    <a:pt x="244" y="717"/>
                  </a:moveTo>
                  <a:lnTo>
                    <a:pt x="244" y="717"/>
                  </a:lnTo>
                  <a:lnTo>
                    <a:pt x="168" y="900"/>
                  </a:lnTo>
                  <a:lnTo>
                    <a:pt x="92" y="1099"/>
                  </a:lnTo>
                  <a:lnTo>
                    <a:pt x="46" y="1297"/>
                  </a:lnTo>
                  <a:lnTo>
                    <a:pt x="0" y="1511"/>
                  </a:lnTo>
                  <a:lnTo>
                    <a:pt x="0" y="1511"/>
                  </a:lnTo>
                  <a:lnTo>
                    <a:pt x="138" y="1343"/>
                  </a:lnTo>
                  <a:lnTo>
                    <a:pt x="244" y="1175"/>
                  </a:lnTo>
                  <a:lnTo>
                    <a:pt x="351" y="992"/>
                  </a:lnTo>
                  <a:lnTo>
                    <a:pt x="443" y="794"/>
                  </a:lnTo>
                  <a:lnTo>
                    <a:pt x="443" y="794"/>
                  </a:lnTo>
                  <a:lnTo>
                    <a:pt x="519" y="610"/>
                  </a:lnTo>
                  <a:lnTo>
                    <a:pt x="595" y="412"/>
                  </a:lnTo>
                  <a:lnTo>
                    <a:pt x="656" y="214"/>
                  </a:lnTo>
                  <a:lnTo>
                    <a:pt x="687" y="0"/>
                  </a:lnTo>
                  <a:lnTo>
                    <a:pt x="687" y="0"/>
                  </a:lnTo>
                  <a:lnTo>
                    <a:pt x="565" y="168"/>
                  </a:lnTo>
                  <a:lnTo>
                    <a:pt x="443" y="336"/>
                  </a:lnTo>
                  <a:lnTo>
                    <a:pt x="336" y="519"/>
                  </a:lnTo>
                  <a:lnTo>
                    <a:pt x="260" y="702"/>
                  </a:lnTo>
                  <a:lnTo>
                    <a:pt x="244" y="71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4" name="Google Shape;5604;p63"/>
            <p:cNvSpPr/>
            <p:nvPr/>
          </p:nvSpPr>
          <p:spPr>
            <a:xfrm>
              <a:off x="1201050" y="3361450"/>
              <a:ext cx="17575" cy="37800"/>
            </a:xfrm>
            <a:custGeom>
              <a:avLst/>
              <a:gdLst/>
              <a:ahLst/>
              <a:cxnLst/>
              <a:rect l="l" t="t" r="r" b="b"/>
              <a:pathLst>
                <a:path w="703" h="1512" fill="none" extrusionOk="0">
                  <a:moveTo>
                    <a:pt x="244" y="718"/>
                  </a:moveTo>
                  <a:lnTo>
                    <a:pt x="244" y="718"/>
                  </a:lnTo>
                  <a:lnTo>
                    <a:pt x="168" y="916"/>
                  </a:lnTo>
                  <a:lnTo>
                    <a:pt x="92" y="1100"/>
                  </a:lnTo>
                  <a:lnTo>
                    <a:pt x="46" y="1313"/>
                  </a:lnTo>
                  <a:lnTo>
                    <a:pt x="0" y="1512"/>
                  </a:lnTo>
                  <a:lnTo>
                    <a:pt x="0" y="1512"/>
                  </a:lnTo>
                  <a:lnTo>
                    <a:pt x="137" y="1344"/>
                  </a:lnTo>
                  <a:lnTo>
                    <a:pt x="260" y="1176"/>
                  </a:lnTo>
                  <a:lnTo>
                    <a:pt x="351" y="993"/>
                  </a:lnTo>
                  <a:lnTo>
                    <a:pt x="443" y="810"/>
                  </a:lnTo>
                  <a:lnTo>
                    <a:pt x="443" y="810"/>
                  </a:lnTo>
                  <a:lnTo>
                    <a:pt x="534" y="611"/>
                  </a:lnTo>
                  <a:lnTo>
                    <a:pt x="595" y="413"/>
                  </a:lnTo>
                  <a:lnTo>
                    <a:pt x="656" y="215"/>
                  </a:lnTo>
                  <a:lnTo>
                    <a:pt x="702" y="1"/>
                  </a:lnTo>
                  <a:lnTo>
                    <a:pt x="702" y="1"/>
                  </a:lnTo>
                  <a:lnTo>
                    <a:pt x="565" y="169"/>
                  </a:lnTo>
                  <a:lnTo>
                    <a:pt x="443" y="337"/>
                  </a:lnTo>
                  <a:lnTo>
                    <a:pt x="336" y="520"/>
                  </a:lnTo>
                  <a:lnTo>
                    <a:pt x="244" y="718"/>
                  </a:lnTo>
                  <a:lnTo>
                    <a:pt x="244" y="7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5" name="Google Shape;5605;p63"/>
            <p:cNvSpPr/>
            <p:nvPr/>
          </p:nvSpPr>
          <p:spPr>
            <a:xfrm>
              <a:off x="775650" y="3018475"/>
              <a:ext cx="6125" cy="16050"/>
            </a:xfrm>
            <a:custGeom>
              <a:avLst/>
              <a:gdLst/>
              <a:ahLst/>
              <a:cxnLst/>
              <a:rect l="l" t="t" r="r" b="b"/>
              <a:pathLst>
                <a:path w="245" h="642" fill="none" extrusionOk="0">
                  <a:moveTo>
                    <a:pt x="1" y="337"/>
                  </a:moveTo>
                  <a:lnTo>
                    <a:pt x="1" y="337"/>
                  </a:lnTo>
                  <a:lnTo>
                    <a:pt x="62" y="642"/>
                  </a:lnTo>
                  <a:lnTo>
                    <a:pt x="62" y="642"/>
                  </a:lnTo>
                  <a:lnTo>
                    <a:pt x="123" y="489"/>
                  </a:lnTo>
                  <a:lnTo>
                    <a:pt x="184" y="337"/>
                  </a:lnTo>
                  <a:lnTo>
                    <a:pt x="214" y="169"/>
                  </a:lnTo>
                  <a:lnTo>
                    <a:pt x="245" y="1"/>
                  </a:lnTo>
                  <a:lnTo>
                    <a:pt x="245" y="1"/>
                  </a:lnTo>
                  <a:lnTo>
                    <a:pt x="123" y="169"/>
                  </a:lnTo>
                  <a:lnTo>
                    <a:pt x="16" y="337"/>
                  </a:lnTo>
                  <a:lnTo>
                    <a:pt x="1" y="3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6" name="Google Shape;5606;p63"/>
            <p:cNvSpPr/>
            <p:nvPr/>
          </p:nvSpPr>
          <p:spPr>
            <a:xfrm>
              <a:off x="1421175" y="3290875"/>
              <a:ext cx="15275" cy="300275"/>
            </a:xfrm>
            <a:custGeom>
              <a:avLst/>
              <a:gdLst/>
              <a:ahLst/>
              <a:cxnLst/>
              <a:rect l="l" t="t" r="r" b="b"/>
              <a:pathLst>
                <a:path w="611" h="12011" extrusionOk="0">
                  <a:moveTo>
                    <a:pt x="16" y="1"/>
                  </a:moveTo>
                  <a:lnTo>
                    <a:pt x="16" y="31"/>
                  </a:lnTo>
                  <a:lnTo>
                    <a:pt x="0" y="92"/>
                  </a:lnTo>
                  <a:lnTo>
                    <a:pt x="0" y="1038"/>
                  </a:lnTo>
                  <a:lnTo>
                    <a:pt x="46" y="2427"/>
                  </a:lnTo>
                  <a:lnTo>
                    <a:pt x="107" y="4106"/>
                  </a:lnTo>
                  <a:lnTo>
                    <a:pt x="183" y="5967"/>
                  </a:lnTo>
                  <a:lnTo>
                    <a:pt x="367" y="9538"/>
                  </a:lnTo>
                  <a:lnTo>
                    <a:pt x="458" y="10973"/>
                  </a:lnTo>
                  <a:lnTo>
                    <a:pt x="534" y="11980"/>
                  </a:lnTo>
                  <a:lnTo>
                    <a:pt x="550" y="12011"/>
                  </a:lnTo>
                  <a:lnTo>
                    <a:pt x="580" y="12011"/>
                  </a:lnTo>
                  <a:lnTo>
                    <a:pt x="595" y="11995"/>
                  </a:lnTo>
                  <a:lnTo>
                    <a:pt x="611" y="11980"/>
                  </a:lnTo>
                  <a:lnTo>
                    <a:pt x="595" y="11141"/>
                  </a:lnTo>
                  <a:lnTo>
                    <a:pt x="595" y="10134"/>
                  </a:lnTo>
                  <a:lnTo>
                    <a:pt x="580" y="8913"/>
                  </a:lnTo>
                  <a:lnTo>
                    <a:pt x="565" y="7524"/>
                  </a:lnTo>
                  <a:lnTo>
                    <a:pt x="519" y="5937"/>
                  </a:lnTo>
                  <a:lnTo>
                    <a:pt x="489" y="5067"/>
                  </a:lnTo>
                  <a:lnTo>
                    <a:pt x="443" y="4167"/>
                  </a:lnTo>
                  <a:lnTo>
                    <a:pt x="382" y="3205"/>
                  </a:lnTo>
                  <a:lnTo>
                    <a:pt x="290" y="2213"/>
                  </a:lnTo>
                  <a:lnTo>
                    <a:pt x="199" y="1160"/>
                  </a:lnTo>
                  <a:lnTo>
                    <a:pt x="92" y="77"/>
                  </a:lnTo>
                  <a:lnTo>
                    <a:pt x="77" y="16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7" name="Google Shape;5607;p63"/>
            <p:cNvSpPr/>
            <p:nvPr/>
          </p:nvSpPr>
          <p:spPr>
            <a:xfrm>
              <a:off x="1231550" y="3625075"/>
              <a:ext cx="35525" cy="400"/>
            </a:xfrm>
            <a:custGeom>
              <a:avLst/>
              <a:gdLst/>
              <a:ahLst/>
              <a:cxnLst/>
              <a:rect l="l" t="t" r="r" b="b"/>
              <a:pathLst>
                <a:path w="1421" h="16" extrusionOk="0">
                  <a:moveTo>
                    <a:pt x="1" y="1"/>
                  </a:moveTo>
                  <a:lnTo>
                    <a:pt x="596" y="16"/>
                  </a:lnTo>
                  <a:lnTo>
                    <a:pt x="622" y="16"/>
                  </a:lnTo>
                  <a:lnTo>
                    <a:pt x="622" y="16"/>
                  </a:lnTo>
                  <a:lnTo>
                    <a:pt x="1" y="1"/>
                  </a:lnTo>
                  <a:close/>
                  <a:moveTo>
                    <a:pt x="1405" y="1"/>
                  </a:moveTo>
                  <a:lnTo>
                    <a:pt x="622" y="16"/>
                  </a:lnTo>
                  <a:lnTo>
                    <a:pt x="622" y="16"/>
                  </a:lnTo>
                  <a:lnTo>
                    <a:pt x="642" y="16"/>
                  </a:lnTo>
                  <a:lnTo>
                    <a:pt x="14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8" name="Google Shape;5608;p63"/>
            <p:cNvSpPr/>
            <p:nvPr/>
          </p:nvSpPr>
          <p:spPr>
            <a:xfrm>
              <a:off x="1231550" y="3625075"/>
              <a:ext cx="35525" cy="400"/>
            </a:xfrm>
            <a:custGeom>
              <a:avLst/>
              <a:gdLst/>
              <a:ahLst/>
              <a:cxnLst/>
              <a:rect l="l" t="t" r="r" b="b"/>
              <a:pathLst>
                <a:path w="1421" h="16" fill="none" extrusionOk="0">
                  <a:moveTo>
                    <a:pt x="1405" y="1"/>
                  </a:moveTo>
                  <a:lnTo>
                    <a:pt x="1405" y="1"/>
                  </a:lnTo>
                  <a:lnTo>
                    <a:pt x="596" y="16"/>
                  </a:lnTo>
                  <a:lnTo>
                    <a:pt x="596" y="16"/>
                  </a:lnTo>
                  <a:lnTo>
                    <a:pt x="1" y="1"/>
                  </a:lnTo>
                  <a:lnTo>
                    <a:pt x="1" y="1"/>
                  </a:lnTo>
                  <a:lnTo>
                    <a:pt x="642" y="16"/>
                  </a:lnTo>
                  <a:lnTo>
                    <a:pt x="642" y="16"/>
                  </a:lnTo>
                  <a:lnTo>
                    <a:pt x="1420" y="1"/>
                  </a:lnTo>
                  <a:lnTo>
                    <a:pt x="140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9" name="Google Shape;5609;p63"/>
            <p:cNvSpPr/>
            <p:nvPr/>
          </p:nvSpPr>
          <p:spPr>
            <a:xfrm>
              <a:off x="814950" y="2938750"/>
              <a:ext cx="4600" cy="400"/>
            </a:xfrm>
            <a:custGeom>
              <a:avLst/>
              <a:gdLst/>
              <a:ahLst/>
              <a:cxnLst/>
              <a:rect l="l" t="t" r="r" b="b"/>
              <a:pathLst>
                <a:path w="184" h="16" extrusionOk="0">
                  <a:moveTo>
                    <a:pt x="1" y="0"/>
                  </a:moveTo>
                  <a:lnTo>
                    <a:pt x="169" y="16"/>
                  </a:lnTo>
                  <a:lnTo>
                    <a:pt x="184" y="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0" name="Google Shape;5610;p63"/>
            <p:cNvSpPr/>
            <p:nvPr/>
          </p:nvSpPr>
          <p:spPr>
            <a:xfrm>
              <a:off x="790925" y="2938375"/>
              <a:ext cx="28625" cy="5350"/>
            </a:xfrm>
            <a:custGeom>
              <a:avLst/>
              <a:gdLst/>
              <a:ahLst/>
              <a:cxnLst/>
              <a:rect l="l" t="t" r="r" b="b"/>
              <a:pathLst>
                <a:path w="1145" h="214" fill="none" extrusionOk="0">
                  <a:moveTo>
                    <a:pt x="779" y="0"/>
                  </a:moveTo>
                  <a:lnTo>
                    <a:pt x="779" y="0"/>
                  </a:lnTo>
                  <a:lnTo>
                    <a:pt x="565" y="15"/>
                  </a:lnTo>
                  <a:lnTo>
                    <a:pt x="351" y="61"/>
                  </a:lnTo>
                  <a:lnTo>
                    <a:pt x="168" y="122"/>
                  </a:lnTo>
                  <a:lnTo>
                    <a:pt x="0" y="214"/>
                  </a:lnTo>
                  <a:lnTo>
                    <a:pt x="0" y="214"/>
                  </a:lnTo>
                  <a:lnTo>
                    <a:pt x="168" y="122"/>
                  </a:lnTo>
                  <a:lnTo>
                    <a:pt x="351" y="61"/>
                  </a:lnTo>
                  <a:lnTo>
                    <a:pt x="565" y="15"/>
                  </a:lnTo>
                  <a:lnTo>
                    <a:pt x="779" y="0"/>
                  </a:lnTo>
                  <a:lnTo>
                    <a:pt x="779" y="0"/>
                  </a:lnTo>
                  <a:lnTo>
                    <a:pt x="962" y="15"/>
                  </a:lnTo>
                  <a:lnTo>
                    <a:pt x="1145" y="31"/>
                  </a:lnTo>
                  <a:lnTo>
                    <a:pt x="1130" y="31"/>
                  </a:lnTo>
                  <a:lnTo>
                    <a:pt x="1130" y="31"/>
                  </a:lnTo>
                  <a:lnTo>
                    <a:pt x="962" y="15"/>
                  </a:lnTo>
                  <a:lnTo>
                    <a:pt x="77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1" name="Google Shape;5611;p63"/>
            <p:cNvSpPr/>
            <p:nvPr/>
          </p:nvSpPr>
          <p:spPr>
            <a:xfrm>
              <a:off x="772225" y="2938375"/>
              <a:ext cx="494450" cy="687100"/>
            </a:xfrm>
            <a:custGeom>
              <a:avLst/>
              <a:gdLst/>
              <a:ahLst/>
              <a:cxnLst/>
              <a:rect l="l" t="t" r="r" b="b"/>
              <a:pathLst>
                <a:path w="19778" h="27484" extrusionOk="0">
                  <a:moveTo>
                    <a:pt x="1862" y="7173"/>
                  </a:moveTo>
                  <a:lnTo>
                    <a:pt x="2076" y="7203"/>
                  </a:lnTo>
                  <a:lnTo>
                    <a:pt x="2274" y="7264"/>
                  </a:lnTo>
                  <a:lnTo>
                    <a:pt x="2473" y="7325"/>
                  </a:lnTo>
                  <a:lnTo>
                    <a:pt x="2671" y="7417"/>
                  </a:lnTo>
                  <a:lnTo>
                    <a:pt x="2671" y="7401"/>
                  </a:lnTo>
                  <a:lnTo>
                    <a:pt x="2854" y="7508"/>
                  </a:lnTo>
                  <a:lnTo>
                    <a:pt x="3037" y="7615"/>
                  </a:lnTo>
                  <a:lnTo>
                    <a:pt x="3205" y="7722"/>
                  </a:lnTo>
                  <a:lnTo>
                    <a:pt x="3373" y="7859"/>
                  </a:lnTo>
                  <a:lnTo>
                    <a:pt x="3175" y="7813"/>
                  </a:lnTo>
                  <a:lnTo>
                    <a:pt x="2961" y="7768"/>
                  </a:lnTo>
                  <a:lnTo>
                    <a:pt x="2763" y="7691"/>
                  </a:lnTo>
                  <a:lnTo>
                    <a:pt x="2579" y="7615"/>
                  </a:lnTo>
                  <a:lnTo>
                    <a:pt x="2381" y="7524"/>
                  </a:lnTo>
                  <a:lnTo>
                    <a:pt x="2213" y="7417"/>
                  </a:lnTo>
                  <a:lnTo>
                    <a:pt x="2030" y="7295"/>
                  </a:lnTo>
                  <a:lnTo>
                    <a:pt x="1862" y="7173"/>
                  </a:lnTo>
                  <a:close/>
                  <a:moveTo>
                    <a:pt x="6242" y="10896"/>
                  </a:moveTo>
                  <a:lnTo>
                    <a:pt x="6211" y="11110"/>
                  </a:lnTo>
                  <a:lnTo>
                    <a:pt x="6150" y="11308"/>
                  </a:lnTo>
                  <a:lnTo>
                    <a:pt x="6074" y="11506"/>
                  </a:lnTo>
                  <a:lnTo>
                    <a:pt x="5998" y="11690"/>
                  </a:lnTo>
                  <a:lnTo>
                    <a:pt x="5906" y="11888"/>
                  </a:lnTo>
                  <a:lnTo>
                    <a:pt x="5799" y="12071"/>
                  </a:lnTo>
                  <a:lnTo>
                    <a:pt x="5693" y="12239"/>
                  </a:lnTo>
                  <a:lnTo>
                    <a:pt x="5555" y="12407"/>
                  </a:lnTo>
                  <a:lnTo>
                    <a:pt x="5555" y="12407"/>
                  </a:lnTo>
                  <a:lnTo>
                    <a:pt x="5601" y="12193"/>
                  </a:lnTo>
                  <a:lnTo>
                    <a:pt x="5647" y="11995"/>
                  </a:lnTo>
                  <a:lnTo>
                    <a:pt x="5723" y="11796"/>
                  </a:lnTo>
                  <a:lnTo>
                    <a:pt x="5799" y="11613"/>
                  </a:lnTo>
                  <a:lnTo>
                    <a:pt x="5815" y="11598"/>
                  </a:lnTo>
                  <a:lnTo>
                    <a:pt x="5891" y="11415"/>
                  </a:lnTo>
                  <a:lnTo>
                    <a:pt x="5998" y="11232"/>
                  </a:lnTo>
                  <a:lnTo>
                    <a:pt x="6120" y="11064"/>
                  </a:lnTo>
                  <a:lnTo>
                    <a:pt x="6242" y="10896"/>
                  </a:lnTo>
                  <a:close/>
                  <a:moveTo>
                    <a:pt x="9981" y="13796"/>
                  </a:moveTo>
                  <a:lnTo>
                    <a:pt x="9813" y="13918"/>
                  </a:lnTo>
                  <a:lnTo>
                    <a:pt x="9630" y="14024"/>
                  </a:lnTo>
                  <a:lnTo>
                    <a:pt x="9447" y="14116"/>
                  </a:lnTo>
                  <a:lnTo>
                    <a:pt x="9248" y="14192"/>
                  </a:lnTo>
                  <a:lnTo>
                    <a:pt x="9050" y="14253"/>
                  </a:lnTo>
                  <a:lnTo>
                    <a:pt x="8851" y="14314"/>
                  </a:lnTo>
                  <a:lnTo>
                    <a:pt x="8653" y="14345"/>
                  </a:lnTo>
                  <a:lnTo>
                    <a:pt x="8439" y="14375"/>
                  </a:lnTo>
                  <a:lnTo>
                    <a:pt x="8607" y="14253"/>
                  </a:lnTo>
                  <a:lnTo>
                    <a:pt x="8790" y="14146"/>
                  </a:lnTo>
                  <a:lnTo>
                    <a:pt x="8974" y="14055"/>
                  </a:lnTo>
                  <a:lnTo>
                    <a:pt x="9172" y="13979"/>
                  </a:lnTo>
                  <a:lnTo>
                    <a:pt x="9370" y="13918"/>
                  </a:lnTo>
                  <a:lnTo>
                    <a:pt x="9569" y="13857"/>
                  </a:lnTo>
                  <a:lnTo>
                    <a:pt x="9782" y="13826"/>
                  </a:lnTo>
                  <a:lnTo>
                    <a:pt x="9981" y="13796"/>
                  </a:lnTo>
                  <a:close/>
                  <a:moveTo>
                    <a:pt x="9889" y="18419"/>
                  </a:moveTo>
                  <a:lnTo>
                    <a:pt x="9843" y="18618"/>
                  </a:lnTo>
                  <a:lnTo>
                    <a:pt x="9798" y="18816"/>
                  </a:lnTo>
                  <a:lnTo>
                    <a:pt x="9721" y="19015"/>
                  </a:lnTo>
                  <a:lnTo>
                    <a:pt x="9645" y="19213"/>
                  </a:lnTo>
                  <a:lnTo>
                    <a:pt x="9553" y="19396"/>
                  </a:lnTo>
                  <a:lnTo>
                    <a:pt x="9447" y="19579"/>
                  </a:lnTo>
                  <a:lnTo>
                    <a:pt x="9325" y="19747"/>
                  </a:lnTo>
                  <a:lnTo>
                    <a:pt x="9202" y="19915"/>
                  </a:lnTo>
                  <a:lnTo>
                    <a:pt x="9233" y="19716"/>
                  </a:lnTo>
                  <a:lnTo>
                    <a:pt x="9294" y="19518"/>
                  </a:lnTo>
                  <a:lnTo>
                    <a:pt x="9355" y="19320"/>
                  </a:lnTo>
                  <a:lnTo>
                    <a:pt x="9447" y="19121"/>
                  </a:lnTo>
                  <a:lnTo>
                    <a:pt x="9538" y="18923"/>
                  </a:lnTo>
                  <a:lnTo>
                    <a:pt x="9645" y="18755"/>
                  </a:lnTo>
                  <a:lnTo>
                    <a:pt x="9767" y="18572"/>
                  </a:lnTo>
                  <a:lnTo>
                    <a:pt x="9889" y="18419"/>
                  </a:lnTo>
                  <a:close/>
                  <a:moveTo>
                    <a:pt x="14330" y="21319"/>
                  </a:moveTo>
                  <a:lnTo>
                    <a:pt x="14162" y="21441"/>
                  </a:lnTo>
                  <a:lnTo>
                    <a:pt x="13979" y="21548"/>
                  </a:lnTo>
                  <a:lnTo>
                    <a:pt x="13781" y="21639"/>
                  </a:lnTo>
                  <a:lnTo>
                    <a:pt x="13597" y="21716"/>
                  </a:lnTo>
                  <a:lnTo>
                    <a:pt x="13399" y="21777"/>
                  </a:lnTo>
                  <a:lnTo>
                    <a:pt x="13185" y="21838"/>
                  </a:lnTo>
                  <a:lnTo>
                    <a:pt x="12987" y="21868"/>
                  </a:lnTo>
                  <a:lnTo>
                    <a:pt x="12773" y="21899"/>
                  </a:lnTo>
                  <a:lnTo>
                    <a:pt x="12957" y="21777"/>
                  </a:lnTo>
                  <a:lnTo>
                    <a:pt x="13140" y="21685"/>
                  </a:lnTo>
                  <a:lnTo>
                    <a:pt x="13323" y="21594"/>
                  </a:lnTo>
                  <a:lnTo>
                    <a:pt x="13521" y="21517"/>
                  </a:lnTo>
                  <a:lnTo>
                    <a:pt x="13521" y="21502"/>
                  </a:lnTo>
                  <a:lnTo>
                    <a:pt x="13720" y="21441"/>
                  </a:lnTo>
                  <a:lnTo>
                    <a:pt x="13918" y="21380"/>
                  </a:lnTo>
                  <a:lnTo>
                    <a:pt x="14116" y="21349"/>
                  </a:lnTo>
                  <a:lnTo>
                    <a:pt x="14330" y="21319"/>
                  </a:lnTo>
                  <a:close/>
                  <a:moveTo>
                    <a:pt x="14040" y="25287"/>
                  </a:moveTo>
                  <a:lnTo>
                    <a:pt x="14238" y="25332"/>
                  </a:lnTo>
                  <a:lnTo>
                    <a:pt x="14452" y="25378"/>
                  </a:lnTo>
                  <a:lnTo>
                    <a:pt x="14650" y="25454"/>
                  </a:lnTo>
                  <a:lnTo>
                    <a:pt x="14834" y="25546"/>
                  </a:lnTo>
                  <a:lnTo>
                    <a:pt x="15017" y="25622"/>
                  </a:lnTo>
                  <a:lnTo>
                    <a:pt x="15200" y="25729"/>
                  </a:lnTo>
                  <a:lnTo>
                    <a:pt x="15383" y="25851"/>
                  </a:lnTo>
                  <a:lnTo>
                    <a:pt x="15551" y="25973"/>
                  </a:lnTo>
                  <a:lnTo>
                    <a:pt x="15337" y="25927"/>
                  </a:lnTo>
                  <a:lnTo>
                    <a:pt x="15139" y="25882"/>
                  </a:lnTo>
                  <a:lnTo>
                    <a:pt x="14940" y="25805"/>
                  </a:lnTo>
                  <a:lnTo>
                    <a:pt x="14742" y="25729"/>
                  </a:lnTo>
                  <a:lnTo>
                    <a:pt x="14559" y="25637"/>
                  </a:lnTo>
                  <a:lnTo>
                    <a:pt x="14376" y="25531"/>
                  </a:lnTo>
                  <a:lnTo>
                    <a:pt x="14208" y="25409"/>
                  </a:lnTo>
                  <a:lnTo>
                    <a:pt x="14040" y="25287"/>
                  </a:lnTo>
                  <a:close/>
                  <a:moveTo>
                    <a:pt x="1527" y="0"/>
                  </a:moveTo>
                  <a:lnTo>
                    <a:pt x="1313" y="15"/>
                  </a:lnTo>
                  <a:lnTo>
                    <a:pt x="1099" y="61"/>
                  </a:lnTo>
                  <a:lnTo>
                    <a:pt x="916" y="122"/>
                  </a:lnTo>
                  <a:lnTo>
                    <a:pt x="748" y="214"/>
                  </a:lnTo>
                  <a:lnTo>
                    <a:pt x="657" y="275"/>
                  </a:lnTo>
                  <a:lnTo>
                    <a:pt x="535" y="382"/>
                  </a:lnTo>
                  <a:lnTo>
                    <a:pt x="443" y="504"/>
                  </a:lnTo>
                  <a:lnTo>
                    <a:pt x="351" y="626"/>
                  </a:lnTo>
                  <a:lnTo>
                    <a:pt x="260" y="778"/>
                  </a:lnTo>
                  <a:lnTo>
                    <a:pt x="199" y="931"/>
                  </a:lnTo>
                  <a:lnTo>
                    <a:pt x="138" y="1099"/>
                  </a:lnTo>
                  <a:lnTo>
                    <a:pt x="92" y="1297"/>
                  </a:lnTo>
                  <a:lnTo>
                    <a:pt x="46" y="1496"/>
                  </a:lnTo>
                  <a:lnTo>
                    <a:pt x="16" y="1709"/>
                  </a:lnTo>
                  <a:lnTo>
                    <a:pt x="0" y="1923"/>
                  </a:lnTo>
                  <a:lnTo>
                    <a:pt x="0" y="2167"/>
                  </a:lnTo>
                  <a:lnTo>
                    <a:pt x="0" y="2411"/>
                  </a:lnTo>
                  <a:lnTo>
                    <a:pt x="31" y="2686"/>
                  </a:lnTo>
                  <a:lnTo>
                    <a:pt x="62" y="2961"/>
                  </a:lnTo>
                  <a:lnTo>
                    <a:pt x="92" y="3235"/>
                  </a:lnTo>
                  <a:lnTo>
                    <a:pt x="153" y="3541"/>
                  </a:lnTo>
                  <a:lnTo>
                    <a:pt x="260" y="3373"/>
                  </a:lnTo>
                  <a:lnTo>
                    <a:pt x="382" y="3205"/>
                  </a:lnTo>
                  <a:lnTo>
                    <a:pt x="382" y="3205"/>
                  </a:lnTo>
                  <a:lnTo>
                    <a:pt x="351" y="3373"/>
                  </a:lnTo>
                  <a:lnTo>
                    <a:pt x="321" y="3525"/>
                  </a:lnTo>
                  <a:lnTo>
                    <a:pt x="260" y="3693"/>
                  </a:lnTo>
                  <a:lnTo>
                    <a:pt x="214" y="3846"/>
                  </a:lnTo>
                  <a:lnTo>
                    <a:pt x="351" y="4441"/>
                  </a:lnTo>
                  <a:lnTo>
                    <a:pt x="535" y="5067"/>
                  </a:lnTo>
                  <a:lnTo>
                    <a:pt x="764" y="5738"/>
                  </a:lnTo>
                  <a:lnTo>
                    <a:pt x="1023" y="6425"/>
                  </a:lnTo>
                  <a:lnTo>
                    <a:pt x="1282" y="7081"/>
                  </a:lnTo>
                  <a:lnTo>
                    <a:pt x="1694" y="7997"/>
                  </a:lnTo>
                  <a:lnTo>
                    <a:pt x="2244" y="9156"/>
                  </a:lnTo>
                  <a:lnTo>
                    <a:pt x="2885" y="10499"/>
                  </a:lnTo>
                  <a:lnTo>
                    <a:pt x="3648" y="11995"/>
                  </a:lnTo>
                  <a:lnTo>
                    <a:pt x="4487" y="13612"/>
                  </a:lnTo>
                  <a:lnTo>
                    <a:pt x="4930" y="14452"/>
                  </a:lnTo>
                  <a:lnTo>
                    <a:pt x="5403" y="15306"/>
                  </a:lnTo>
                  <a:lnTo>
                    <a:pt x="5891" y="16161"/>
                  </a:lnTo>
                  <a:lnTo>
                    <a:pt x="6379" y="17015"/>
                  </a:lnTo>
                  <a:lnTo>
                    <a:pt x="6883" y="17870"/>
                  </a:lnTo>
                  <a:lnTo>
                    <a:pt x="7402" y="18725"/>
                  </a:lnTo>
                  <a:lnTo>
                    <a:pt x="7936" y="19549"/>
                  </a:lnTo>
                  <a:lnTo>
                    <a:pt x="8470" y="20373"/>
                  </a:lnTo>
                  <a:lnTo>
                    <a:pt x="9019" y="21166"/>
                  </a:lnTo>
                  <a:lnTo>
                    <a:pt x="9553" y="21945"/>
                  </a:lnTo>
                  <a:lnTo>
                    <a:pt x="10103" y="22677"/>
                  </a:lnTo>
                  <a:lnTo>
                    <a:pt x="10652" y="23364"/>
                  </a:lnTo>
                  <a:lnTo>
                    <a:pt x="11202" y="24020"/>
                  </a:lnTo>
                  <a:lnTo>
                    <a:pt x="11751" y="24630"/>
                  </a:lnTo>
                  <a:lnTo>
                    <a:pt x="12285" y="25180"/>
                  </a:lnTo>
                  <a:lnTo>
                    <a:pt x="12560" y="25439"/>
                  </a:lnTo>
                  <a:lnTo>
                    <a:pt x="12819" y="25668"/>
                  </a:lnTo>
                  <a:lnTo>
                    <a:pt x="13079" y="25897"/>
                  </a:lnTo>
                  <a:lnTo>
                    <a:pt x="13353" y="26111"/>
                  </a:lnTo>
                  <a:lnTo>
                    <a:pt x="13613" y="26294"/>
                  </a:lnTo>
                  <a:lnTo>
                    <a:pt x="13872" y="26462"/>
                  </a:lnTo>
                  <a:lnTo>
                    <a:pt x="14116" y="26614"/>
                  </a:lnTo>
                  <a:lnTo>
                    <a:pt x="14376" y="26751"/>
                  </a:lnTo>
                  <a:lnTo>
                    <a:pt x="14620" y="26874"/>
                  </a:lnTo>
                  <a:lnTo>
                    <a:pt x="14864" y="26965"/>
                  </a:lnTo>
                  <a:lnTo>
                    <a:pt x="15230" y="27072"/>
                  </a:lnTo>
                  <a:lnTo>
                    <a:pt x="15627" y="27179"/>
                  </a:lnTo>
                  <a:lnTo>
                    <a:pt x="16039" y="27255"/>
                  </a:lnTo>
                  <a:lnTo>
                    <a:pt x="16482" y="27331"/>
                  </a:lnTo>
                  <a:lnTo>
                    <a:pt x="16939" y="27377"/>
                  </a:lnTo>
                  <a:lnTo>
                    <a:pt x="17397" y="27423"/>
                  </a:lnTo>
                  <a:lnTo>
                    <a:pt x="17886" y="27453"/>
                  </a:lnTo>
                  <a:lnTo>
                    <a:pt x="18374" y="27469"/>
                  </a:lnTo>
                  <a:lnTo>
                    <a:pt x="18969" y="27484"/>
                  </a:lnTo>
                  <a:lnTo>
                    <a:pt x="19778" y="27469"/>
                  </a:lnTo>
                  <a:lnTo>
                    <a:pt x="1893" y="31"/>
                  </a:lnTo>
                  <a:lnTo>
                    <a:pt x="1710" y="15"/>
                  </a:lnTo>
                  <a:lnTo>
                    <a:pt x="15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2" name="Google Shape;5612;p63"/>
            <p:cNvSpPr/>
            <p:nvPr/>
          </p:nvSpPr>
          <p:spPr>
            <a:xfrm>
              <a:off x="1123225" y="3570525"/>
              <a:ext cx="37775" cy="17200"/>
            </a:xfrm>
            <a:custGeom>
              <a:avLst/>
              <a:gdLst/>
              <a:ahLst/>
              <a:cxnLst/>
              <a:rect l="l" t="t" r="r" b="b"/>
              <a:pathLst>
                <a:path w="1511" h="688" fill="none" extrusionOk="0">
                  <a:moveTo>
                    <a:pt x="1511" y="687"/>
                  </a:moveTo>
                  <a:lnTo>
                    <a:pt x="1511" y="687"/>
                  </a:lnTo>
                  <a:lnTo>
                    <a:pt x="1297" y="641"/>
                  </a:lnTo>
                  <a:lnTo>
                    <a:pt x="1099" y="596"/>
                  </a:lnTo>
                  <a:lnTo>
                    <a:pt x="900" y="519"/>
                  </a:lnTo>
                  <a:lnTo>
                    <a:pt x="702" y="443"/>
                  </a:lnTo>
                  <a:lnTo>
                    <a:pt x="702" y="443"/>
                  </a:lnTo>
                  <a:lnTo>
                    <a:pt x="519" y="351"/>
                  </a:lnTo>
                  <a:lnTo>
                    <a:pt x="336" y="245"/>
                  </a:lnTo>
                  <a:lnTo>
                    <a:pt x="168" y="123"/>
                  </a:lnTo>
                  <a:lnTo>
                    <a:pt x="0" y="1"/>
                  </a:lnTo>
                  <a:lnTo>
                    <a:pt x="0" y="1"/>
                  </a:lnTo>
                  <a:lnTo>
                    <a:pt x="198" y="46"/>
                  </a:lnTo>
                  <a:lnTo>
                    <a:pt x="412" y="92"/>
                  </a:lnTo>
                  <a:lnTo>
                    <a:pt x="610" y="168"/>
                  </a:lnTo>
                  <a:lnTo>
                    <a:pt x="794" y="260"/>
                  </a:lnTo>
                  <a:lnTo>
                    <a:pt x="794" y="260"/>
                  </a:lnTo>
                  <a:lnTo>
                    <a:pt x="977" y="336"/>
                  </a:lnTo>
                  <a:lnTo>
                    <a:pt x="1160" y="443"/>
                  </a:lnTo>
                  <a:lnTo>
                    <a:pt x="1343" y="565"/>
                  </a:lnTo>
                  <a:lnTo>
                    <a:pt x="1511" y="6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3" name="Google Shape;5613;p63"/>
            <p:cNvSpPr/>
            <p:nvPr/>
          </p:nvSpPr>
          <p:spPr>
            <a:xfrm>
              <a:off x="1091550" y="3471325"/>
              <a:ext cx="38925" cy="14525"/>
            </a:xfrm>
            <a:custGeom>
              <a:avLst/>
              <a:gdLst/>
              <a:ahLst/>
              <a:cxnLst/>
              <a:rect l="l" t="t" r="r" b="b"/>
              <a:pathLst>
                <a:path w="1557" h="581" fill="none" extrusionOk="0">
                  <a:moveTo>
                    <a:pt x="1557" y="1"/>
                  </a:moveTo>
                  <a:lnTo>
                    <a:pt x="1557" y="1"/>
                  </a:lnTo>
                  <a:lnTo>
                    <a:pt x="1557" y="1"/>
                  </a:lnTo>
                  <a:lnTo>
                    <a:pt x="1557" y="1"/>
                  </a:lnTo>
                  <a:lnTo>
                    <a:pt x="1389" y="123"/>
                  </a:lnTo>
                  <a:lnTo>
                    <a:pt x="1206" y="230"/>
                  </a:lnTo>
                  <a:lnTo>
                    <a:pt x="1008" y="321"/>
                  </a:lnTo>
                  <a:lnTo>
                    <a:pt x="824" y="398"/>
                  </a:lnTo>
                  <a:lnTo>
                    <a:pt x="626" y="459"/>
                  </a:lnTo>
                  <a:lnTo>
                    <a:pt x="412" y="520"/>
                  </a:lnTo>
                  <a:lnTo>
                    <a:pt x="214" y="550"/>
                  </a:lnTo>
                  <a:lnTo>
                    <a:pt x="0" y="581"/>
                  </a:lnTo>
                  <a:lnTo>
                    <a:pt x="0" y="581"/>
                  </a:lnTo>
                  <a:lnTo>
                    <a:pt x="184" y="459"/>
                  </a:lnTo>
                  <a:lnTo>
                    <a:pt x="367" y="367"/>
                  </a:lnTo>
                  <a:lnTo>
                    <a:pt x="550" y="276"/>
                  </a:lnTo>
                  <a:lnTo>
                    <a:pt x="748" y="199"/>
                  </a:lnTo>
                  <a:lnTo>
                    <a:pt x="748" y="184"/>
                  </a:lnTo>
                  <a:lnTo>
                    <a:pt x="748" y="184"/>
                  </a:lnTo>
                  <a:lnTo>
                    <a:pt x="947" y="123"/>
                  </a:lnTo>
                  <a:lnTo>
                    <a:pt x="1145" y="62"/>
                  </a:lnTo>
                  <a:lnTo>
                    <a:pt x="1343" y="31"/>
                  </a:lnTo>
                  <a:lnTo>
                    <a:pt x="155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4" name="Google Shape;5614;p63"/>
            <p:cNvSpPr/>
            <p:nvPr/>
          </p:nvSpPr>
          <p:spPr>
            <a:xfrm>
              <a:off x="1002275" y="3398850"/>
              <a:ext cx="17200" cy="37400"/>
            </a:xfrm>
            <a:custGeom>
              <a:avLst/>
              <a:gdLst/>
              <a:ahLst/>
              <a:cxnLst/>
              <a:rect l="l" t="t" r="r" b="b"/>
              <a:pathLst>
                <a:path w="688" h="1496" fill="none" extrusionOk="0">
                  <a:moveTo>
                    <a:pt x="687" y="0"/>
                  </a:moveTo>
                  <a:lnTo>
                    <a:pt x="687" y="0"/>
                  </a:lnTo>
                  <a:lnTo>
                    <a:pt x="687" y="0"/>
                  </a:lnTo>
                  <a:lnTo>
                    <a:pt x="687" y="0"/>
                  </a:lnTo>
                  <a:lnTo>
                    <a:pt x="641" y="199"/>
                  </a:lnTo>
                  <a:lnTo>
                    <a:pt x="596" y="397"/>
                  </a:lnTo>
                  <a:lnTo>
                    <a:pt x="519" y="596"/>
                  </a:lnTo>
                  <a:lnTo>
                    <a:pt x="443" y="794"/>
                  </a:lnTo>
                  <a:lnTo>
                    <a:pt x="443" y="794"/>
                  </a:lnTo>
                  <a:lnTo>
                    <a:pt x="351" y="977"/>
                  </a:lnTo>
                  <a:lnTo>
                    <a:pt x="245" y="1160"/>
                  </a:lnTo>
                  <a:lnTo>
                    <a:pt x="123" y="1328"/>
                  </a:lnTo>
                  <a:lnTo>
                    <a:pt x="0" y="1496"/>
                  </a:lnTo>
                  <a:lnTo>
                    <a:pt x="0" y="1496"/>
                  </a:lnTo>
                  <a:lnTo>
                    <a:pt x="31" y="1297"/>
                  </a:lnTo>
                  <a:lnTo>
                    <a:pt x="92" y="1099"/>
                  </a:lnTo>
                  <a:lnTo>
                    <a:pt x="153" y="901"/>
                  </a:lnTo>
                  <a:lnTo>
                    <a:pt x="245" y="702"/>
                  </a:lnTo>
                  <a:lnTo>
                    <a:pt x="245" y="702"/>
                  </a:lnTo>
                  <a:lnTo>
                    <a:pt x="245" y="702"/>
                  </a:lnTo>
                  <a:lnTo>
                    <a:pt x="336" y="504"/>
                  </a:lnTo>
                  <a:lnTo>
                    <a:pt x="443" y="336"/>
                  </a:lnTo>
                  <a:lnTo>
                    <a:pt x="565" y="153"/>
                  </a:lnTo>
                  <a:lnTo>
                    <a:pt x="68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5" name="Google Shape;5615;p63"/>
            <p:cNvSpPr/>
            <p:nvPr/>
          </p:nvSpPr>
          <p:spPr>
            <a:xfrm>
              <a:off x="983200" y="3283250"/>
              <a:ext cx="38550" cy="14525"/>
            </a:xfrm>
            <a:custGeom>
              <a:avLst/>
              <a:gdLst/>
              <a:ahLst/>
              <a:cxnLst/>
              <a:rect l="l" t="t" r="r" b="b"/>
              <a:pathLst>
                <a:path w="1542" h="581" fill="none" extrusionOk="0">
                  <a:moveTo>
                    <a:pt x="1542" y="1"/>
                  </a:moveTo>
                  <a:lnTo>
                    <a:pt x="1542" y="1"/>
                  </a:lnTo>
                  <a:lnTo>
                    <a:pt x="1542" y="1"/>
                  </a:lnTo>
                  <a:lnTo>
                    <a:pt x="1542" y="1"/>
                  </a:lnTo>
                  <a:lnTo>
                    <a:pt x="1374" y="123"/>
                  </a:lnTo>
                  <a:lnTo>
                    <a:pt x="1191" y="229"/>
                  </a:lnTo>
                  <a:lnTo>
                    <a:pt x="1008" y="321"/>
                  </a:lnTo>
                  <a:lnTo>
                    <a:pt x="809" y="397"/>
                  </a:lnTo>
                  <a:lnTo>
                    <a:pt x="809" y="397"/>
                  </a:lnTo>
                  <a:lnTo>
                    <a:pt x="611" y="458"/>
                  </a:lnTo>
                  <a:lnTo>
                    <a:pt x="412" y="519"/>
                  </a:lnTo>
                  <a:lnTo>
                    <a:pt x="214" y="550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168" y="458"/>
                  </a:lnTo>
                  <a:lnTo>
                    <a:pt x="351" y="351"/>
                  </a:lnTo>
                  <a:lnTo>
                    <a:pt x="535" y="260"/>
                  </a:lnTo>
                  <a:lnTo>
                    <a:pt x="733" y="184"/>
                  </a:lnTo>
                  <a:lnTo>
                    <a:pt x="733" y="184"/>
                  </a:lnTo>
                  <a:lnTo>
                    <a:pt x="733" y="184"/>
                  </a:lnTo>
                  <a:lnTo>
                    <a:pt x="931" y="123"/>
                  </a:lnTo>
                  <a:lnTo>
                    <a:pt x="1130" y="62"/>
                  </a:lnTo>
                  <a:lnTo>
                    <a:pt x="1343" y="31"/>
                  </a:lnTo>
                  <a:lnTo>
                    <a:pt x="15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6" name="Google Shape;5616;p63"/>
            <p:cNvSpPr/>
            <p:nvPr/>
          </p:nvSpPr>
          <p:spPr>
            <a:xfrm>
              <a:off x="911100" y="3210775"/>
              <a:ext cx="17175" cy="37775"/>
            </a:xfrm>
            <a:custGeom>
              <a:avLst/>
              <a:gdLst/>
              <a:ahLst/>
              <a:cxnLst/>
              <a:rect l="l" t="t" r="r" b="b"/>
              <a:pathLst>
                <a:path w="687" h="1511" fill="none" extrusionOk="0">
                  <a:moveTo>
                    <a:pt x="687" y="0"/>
                  </a:moveTo>
                  <a:lnTo>
                    <a:pt x="687" y="0"/>
                  </a:lnTo>
                  <a:lnTo>
                    <a:pt x="687" y="0"/>
                  </a:lnTo>
                  <a:lnTo>
                    <a:pt x="687" y="0"/>
                  </a:lnTo>
                  <a:lnTo>
                    <a:pt x="656" y="214"/>
                  </a:lnTo>
                  <a:lnTo>
                    <a:pt x="595" y="412"/>
                  </a:lnTo>
                  <a:lnTo>
                    <a:pt x="519" y="610"/>
                  </a:lnTo>
                  <a:lnTo>
                    <a:pt x="443" y="794"/>
                  </a:lnTo>
                  <a:lnTo>
                    <a:pt x="443" y="794"/>
                  </a:lnTo>
                  <a:lnTo>
                    <a:pt x="351" y="992"/>
                  </a:lnTo>
                  <a:lnTo>
                    <a:pt x="244" y="1175"/>
                  </a:lnTo>
                  <a:lnTo>
                    <a:pt x="138" y="1343"/>
                  </a:lnTo>
                  <a:lnTo>
                    <a:pt x="0" y="1511"/>
                  </a:lnTo>
                  <a:lnTo>
                    <a:pt x="0" y="1511"/>
                  </a:lnTo>
                  <a:lnTo>
                    <a:pt x="46" y="1297"/>
                  </a:lnTo>
                  <a:lnTo>
                    <a:pt x="92" y="1099"/>
                  </a:lnTo>
                  <a:lnTo>
                    <a:pt x="168" y="900"/>
                  </a:lnTo>
                  <a:lnTo>
                    <a:pt x="244" y="717"/>
                  </a:lnTo>
                  <a:lnTo>
                    <a:pt x="260" y="702"/>
                  </a:lnTo>
                  <a:lnTo>
                    <a:pt x="260" y="702"/>
                  </a:lnTo>
                  <a:lnTo>
                    <a:pt x="336" y="519"/>
                  </a:lnTo>
                  <a:lnTo>
                    <a:pt x="443" y="336"/>
                  </a:lnTo>
                  <a:lnTo>
                    <a:pt x="565" y="168"/>
                  </a:lnTo>
                  <a:lnTo>
                    <a:pt x="68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7" name="Google Shape;5617;p63"/>
            <p:cNvSpPr/>
            <p:nvPr/>
          </p:nvSpPr>
          <p:spPr>
            <a:xfrm>
              <a:off x="818775" y="3117675"/>
              <a:ext cx="37800" cy="17200"/>
            </a:xfrm>
            <a:custGeom>
              <a:avLst/>
              <a:gdLst/>
              <a:ahLst/>
              <a:cxnLst/>
              <a:rect l="l" t="t" r="r" b="b"/>
              <a:pathLst>
                <a:path w="1512" h="688" fill="none" extrusionOk="0">
                  <a:moveTo>
                    <a:pt x="1511" y="687"/>
                  </a:moveTo>
                  <a:lnTo>
                    <a:pt x="1511" y="687"/>
                  </a:lnTo>
                  <a:lnTo>
                    <a:pt x="1313" y="641"/>
                  </a:lnTo>
                  <a:lnTo>
                    <a:pt x="1099" y="596"/>
                  </a:lnTo>
                  <a:lnTo>
                    <a:pt x="901" y="519"/>
                  </a:lnTo>
                  <a:lnTo>
                    <a:pt x="717" y="443"/>
                  </a:lnTo>
                  <a:lnTo>
                    <a:pt x="717" y="443"/>
                  </a:lnTo>
                  <a:lnTo>
                    <a:pt x="519" y="352"/>
                  </a:lnTo>
                  <a:lnTo>
                    <a:pt x="351" y="245"/>
                  </a:lnTo>
                  <a:lnTo>
                    <a:pt x="168" y="123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4" y="31"/>
                  </a:lnTo>
                  <a:lnTo>
                    <a:pt x="412" y="92"/>
                  </a:lnTo>
                  <a:lnTo>
                    <a:pt x="611" y="153"/>
                  </a:lnTo>
                  <a:lnTo>
                    <a:pt x="809" y="245"/>
                  </a:lnTo>
                  <a:lnTo>
                    <a:pt x="809" y="229"/>
                  </a:lnTo>
                  <a:lnTo>
                    <a:pt x="809" y="229"/>
                  </a:lnTo>
                  <a:lnTo>
                    <a:pt x="992" y="336"/>
                  </a:lnTo>
                  <a:lnTo>
                    <a:pt x="1175" y="443"/>
                  </a:lnTo>
                  <a:lnTo>
                    <a:pt x="1343" y="550"/>
                  </a:lnTo>
                  <a:lnTo>
                    <a:pt x="1511" y="6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8" name="Google Shape;5618;p63"/>
            <p:cNvSpPr/>
            <p:nvPr/>
          </p:nvSpPr>
          <p:spPr>
            <a:xfrm>
              <a:off x="772225" y="2938375"/>
              <a:ext cx="494450" cy="687100"/>
            </a:xfrm>
            <a:custGeom>
              <a:avLst/>
              <a:gdLst/>
              <a:ahLst/>
              <a:cxnLst/>
              <a:rect l="l" t="t" r="r" b="b"/>
              <a:pathLst>
                <a:path w="19778" h="27484" fill="none" extrusionOk="0">
                  <a:moveTo>
                    <a:pt x="1527" y="0"/>
                  </a:moveTo>
                  <a:lnTo>
                    <a:pt x="1527" y="0"/>
                  </a:lnTo>
                  <a:lnTo>
                    <a:pt x="1313" y="15"/>
                  </a:lnTo>
                  <a:lnTo>
                    <a:pt x="1099" y="61"/>
                  </a:lnTo>
                  <a:lnTo>
                    <a:pt x="916" y="122"/>
                  </a:lnTo>
                  <a:lnTo>
                    <a:pt x="748" y="214"/>
                  </a:lnTo>
                  <a:lnTo>
                    <a:pt x="748" y="214"/>
                  </a:lnTo>
                  <a:lnTo>
                    <a:pt x="657" y="275"/>
                  </a:lnTo>
                  <a:lnTo>
                    <a:pt x="657" y="275"/>
                  </a:lnTo>
                  <a:lnTo>
                    <a:pt x="535" y="382"/>
                  </a:lnTo>
                  <a:lnTo>
                    <a:pt x="443" y="504"/>
                  </a:lnTo>
                  <a:lnTo>
                    <a:pt x="351" y="626"/>
                  </a:lnTo>
                  <a:lnTo>
                    <a:pt x="260" y="778"/>
                  </a:lnTo>
                  <a:lnTo>
                    <a:pt x="199" y="931"/>
                  </a:lnTo>
                  <a:lnTo>
                    <a:pt x="138" y="1099"/>
                  </a:lnTo>
                  <a:lnTo>
                    <a:pt x="92" y="1297"/>
                  </a:lnTo>
                  <a:lnTo>
                    <a:pt x="46" y="1496"/>
                  </a:lnTo>
                  <a:lnTo>
                    <a:pt x="16" y="1709"/>
                  </a:lnTo>
                  <a:lnTo>
                    <a:pt x="0" y="1923"/>
                  </a:lnTo>
                  <a:lnTo>
                    <a:pt x="0" y="2167"/>
                  </a:lnTo>
                  <a:lnTo>
                    <a:pt x="0" y="2411"/>
                  </a:lnTo>
                  <a:lnTo>
                    <a:pt x="31" y="2686"/>
                  </a:lnTo>
                  <a:lnTo>
                    <a:pt x="62" y="2961"/>
                  </a:lnTo>
                  <a:lnTo>
                    <a:pt x="92" y="3235"/>
                  </a:lnTo>
                  <a:lnTo>
                    <a:pt x="153" y="3541"/>
                  </a:lnTo>
                  <a:lnTo>
                    <a:pt x="153" y="3541"/>
                  </a:lnTo>
                  <a:lnTo>
                    <a:pt x="153" y="3541"/>
                  </a:lnTo>
                  <a:lnTo>
                    <a:pt x="260" y="3373"/>
                  </a:lnTo>
                  <a:lnTo>
                    <a:pt x="382" y="3205"/>
                  </a:lnTo>
                  <a:lnTo>
                    <a:pt x="382" y="3205"/>
                  </a:lnTo>
                  <a:lnTo>
                    <a:pt x="382" y="3205"/>
                  </a:lnTo>
                  <a:lnTo>
                    <a:pt x="382" y="3205"/>
                  </a:lnTo>
                  <a:lnTo>
                    <a:pt x="351" y="3373"/>
                  </a:lnTo>
                  <a:lnTo>
                    <a:pt x="321" y="3525"/>
                  </a:lnTo>
                  <a:lnTo>
                    <a:pt x="260" y="3693"/>
                  </a:lnTo>
                  <a:lnTo>
                    <a:pt x="214" y="3846"/>
                  </a:lnTo>
                  <a:lnTo>
                    <a:pt x="214" y="3846"/>
                  </a:lnTo>
                  <a:lnTo>
                    <a:pt x="351" y="4441"/>
                  </a:lnTo>
                  <a:lnTo>
                    <a:pt x="535" y="5067"/>
                  </a:lnTo>
                  <a:lnTo>
                    <a:pt x="764" y="5738"/>
                  </a:lnTo>
                  <a:lnTo>
                    <a:pt x="1023" y="6425"/>
                  </a:lnTo>
                  <a:lnTo>
                    <a:pt x="1023" y="6425"/>
                  </a:lnTo>
                  <a:lnTo>
                    <a:pt x="1282" y="7081"/>
                  </a:lnTo>
                  <a:lnTo>
                    <a:pt x="1694" y="7997"/>
                  </a:lnTo>
                  <a:lnTo>
                    <a:pt x="2244" y="9156"/>
                  </a:lnTo>
                  <a:lnTo>
                    <a:pt x="2885" y="10499"/>
                  </a:lnTo>
                  <a:lnTo>
                    <a:pt x="3648" y="11995"/>
                  </a:lnTo>
                  <a:lnTo>
                    <a:pt x="4487" y="13612"/>
                  </a:lnTo>
                  <a:lnTo>
                    <a:pt x="4930" y="14452"/>
                  </a:lnTo>
                  <a:lnTo>
                    <a:pt x="5403" y="15306"/>
                  </a:lnTo>
                  <a:lnTo>
                    <a:pt x="5891" y="16161"/>
                  </a:lnTo>
                  <a:lnTo>
                    <a:pt x="6379" y="17015"/>
                  </a:lnTo>
                  <a:lnTo>
                    <a:pt x="6883" y="17870"/>
                  </a:lnTo>
                  <a:lnTo>
                    <a:pt x="7402" y="18725"/>
                  </a:lnTo>
                  <a:lnTo>
                    <a:pt x="7936" y="19549"/>
                  </a:lnTo>
                  <a:lnTo>
                    <a:pt x="8470" y="20373"/>
                  </a:lnTo>
                  <a:lnTo>
                    <a:pt x="9019" y="21166"/>
                  </a:lnTo>
                  <a:lnTo>
                    <a:pt x="9553" y="21945"/>
                  </a:lnTo>
                  <a:lnTo>
                    <a:pt x="10103" y="22677"/>
                  </a:lnTo>
                  <a:lnTo>
                    <a:pt x="10652" y="23364"/>
                  </a:lnTo>
                  <a:lnTo>
                    <a:pt x="11202" y="24020"/>
                  </a:lnTo>
                  <a:lnTo>
                    <a:pt x="11751" y="24630"/>
                  </a:lnTo>
                  <a:lnTo>
                    <a:pt x="12285" y="25180"/>
                  </a:lnTo>
                  <a:lnTo>
                    <a:pt x="12560" y="25439"/>
                  </a:lnTo>
                  <a:lnTo>
                    <a:pt x="12819" y="25668"/>
                  </a:lnTo>
                  <a:lnTo>
                    <a:pt x="13079" y="25897"/>
                  </a:lnTo>
                  <a:lnTo>
                    <a:pt x="13353" y="26111"/>
                  </a:lnTo>
                  <a:lnTo>
                    <a:pt x="13613" y="26294"/>
                  </a:lnTo>
                  <a:lnTo>
                    <a:pt x="13872" y="26462"/>
                  </a:lnTo>
                  <a:lnTo>
                    <a:pt x="14116" y="26614"/>
                  </a:lnTo>
                  <a:lnTo>
                    <a:pt x="14376" y="26751"/>
                  </a:lnTo>
                  <a:lnTo>
                    <a:pt x="14620" y="26874"/>
                  </a:lnTo>
                  <a:lnTo>
                    <a:pt x="14864" y="26965"/>
                  </a:lnTo>
                  <a:lnTo>
                    <a:pt x="14864" y="26965"/>
                  </a:lnTo>
                  <a:lnTo>
                    <a:pt x="15230" y="27072"/>
                  </a:lnTo>
                  <a:lnTo>
                    <a:pt x="15627" y="27179"/>
                  </a:lnTo>
                  <a:lnTo>
                    <a:pt x="16039" y="27255"/>
                  </a:lnTo>
                  <a:lnTo>
                    <a:pt x="16482" y="27331"/>
                  </a:lnTo>
                  <a:lnTo>
                    <a:pt x="16939" y="27377"/>
                  </a:lnTo>
                  <a:lnTo>
                    <a:pt x="17397" y="27423"/>
                  </a:lnTo>
                  <a:lnTo>
                    <a:pt x="17886" y="27453"/>
                  </a:lnTo>
                  <a:lnTo>
                    <a:pt x="18374" y="27469"/>
                  </a:lnTo>
                  <a:lnTo>
                    <a:pt x="18374" y="27469"/>
                  </a:lnTo>
                  <a:lnTo>
                    <a:pt x="18969" y="27484"/>
                  </a:lnTo>
                  <a:lnTo>
                    <a:pt x="18969" y="27484"/>
                  </a:lnTo>
                  <a:lnTo>
                    <a:pt x="19778" y="27469"/>
                  </a:lnTo>
                  <a:lnTo>
                    <a:pt x="1893" y="31"/>
                  </a:lnTo>
                  <a:lnTo>
                    <a:pt x="1893" y="31"/>
                  </a:lnTo>
                  <a:lnTo>
                    <a:pt x="1710" y="15"/>
                  </a:lnTo>
                  <a:lnTo>
                    <a:pt x="152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9" name="Google Shape;5619;p63"/>
            <p:cNvSpPr/>
            <p:nvPr/>
          </p:nvSpPr>
          <p:spPr>
            <a:xfrm>
              <a:off x="776050" y="3018475"/>
              <a:ext cx="384950" cy="569250"/>
            </a:xfrm>
            <a:custGeom>
              <a:avLst/>
              <a:gdLst/>
              <a:ahLst/>
              <a:cxnLst/>
              <a:rect l="l" t="t" r="r" b="b"/>
              <a:pathLst>
                <a:path w="15398" h="22770" extrusionOk="0">
                  <a:moveTo>
                    <a:pt x="229" y="1"/>
                  </a:moveTo>
                  <a:lnTo>
                    <a:pt x="107" y="169"/>
                  </a:lnTo>
                  <a:lnTo>
                    <a:pt x="0" y="337"/>
                  </a:lnTo>
                  <a:lnTo>
                    <a:pt x="61" y="642"/>
                  </a:lnTo>
                  <a:lnTo>
                    <a:pt x="107" y="489"/>
                  </a:lnTo>
                  <a:lnTo>
                    <a:pt x="168" y="321"/>
                  </a:lnTo>
                  <a:lnTo>
                    <a:pt x="198" y="169"/>
                  </a:lnTo>
                  <a:lnTo>
                    <a:pt x="229" y="1"/>
                  </a:lnTo>
                  <a:close/>
                  <a:moveTo>
                    <a:pt x="1709" y="3969"/>
                  </a:moveTo>
                  <a:lnTo>
                    <a:pt x="1877" y="4091"/>
                  </a:lnTo>
                  <a:lnTo>
                    <a:pt x="2060" y="4213"/>
                  </a:lnTo>
                  <a:lnTo>
                    <a:pt x="2228" y="4320"/>
                  </a:lnTo>
                  <a:lnTo>
                    <a:pt x="2426" y="4411"/>
                  </a:lnTo>
                  <a:lnTo>
                    <a:pt x="2610" y="4487"/>
                  </a:lnTo>
                  <a:lnTo>
                    <a:pt x="2808" y="4564"/>
                  </a:lnTo>
                  <a:lnTo>
                    <a:pt x="3022" y="4609"/>
                  </a:lnTo>
                  <a:lnTo>
                    <a:pt x="3220" y="4655"/>
                  </a:lnTo>
                  <a:lnTo>
                    <a:pt x="3052" y="4518"/>
                  </a:lnTo>
                  <a:lnTo>
                    <a:pt x="2884" y="4411"/>
                  </a:lnTo>
                  <a:lnTo>
                    <a:pt x="2701" y="4304"/>
                  </a:lnTo>
                  <a:lnTo>
                    <a:pt x="2518" y="4197"/>
                  </a:lnTo>
                  <a:lnTo>
                    <a:pt x="2518" y="4213"/>
                  </a:lnTo>
                  <a:lnTo>
                    <a:pt x="2320" y="4121"/>
                  </a:lnTo>
                  <a:lnTo>
                    <a:pt x="2121" y="4060"/>
                  </a:lnTo>
                  <a:lnTo>
                    <a:pt x="1923" y="3999"/>
                  </a:lnTo>
                  <a:lnTo>
                    <a:pt x="1709" y="3969"/>
                  </a:lnTo>
                  <a:close/>
                  <a:moveTo>
                    <a:pt x="6089" y="7692"/>
                  </a:moveTo>
                  <a:lnTo>
                    <a:pt x="5967" y="7860"/>
                  </a:lnTo>
                  <a:lnTo>
                    <a:pt x="5845" y="8028"/>
                  </a:lnTo>
                  <a:lnTo>
                    <a:pt x="5738" y="8211"/>
                  </a:lnTo>
                  <a:lnTo>
                    <a:pt x="5662" y="8394"/>
                  </a:lnTo>
                  <a:lnTo>
                    <a:pt x="5646" y="8409"/>
                  </a:lnTo>
                  <a:lnTo>
                    <a:pt x="5570" y="8592"/>
                  </a:lnTo>
                  <a:lnTo>
                    <a:pt x="5494" y="8791"/>
                  </a:lnTo>
                  <a:lnTo>
                    <a:pt x="5448" y="8989"/>
                  </a:lnTo>
                  <a:lnTo>
                    <a:pt x="5402" y="9203"/>
                  </a:lnTo>
                  <a:lnTo>
                    <a:pt x="5402" y="9203"/>
                  </a:lnTo>
                  <a:lnTo>
                    <a:pt x="5540" y="9035"/>
                  </a:lnTo>
                  <a:lnTo>
                    <a:pt x="5646" y="8867"/>
                  </a:lnTo>
                  <a:lnTo>
                    <a:pt x="5753" y="8684"/>
                  </a:lnTo>
                  <a:lnTo>
                    <a:pt x="5845" y="8486"/>
                  </a:lnTo>
                  <a:lnTo>
                    <a:pt x="5921" y="8302"/>
                  </a:lnTo>
                  <a:lnTo>
                    <a:pt x="5997" y="8104"/>
                  </a:lnTo>
                  <a:lnTo>
                    <a:pt x="6058" y="7906"/>
                  </a:lnTo>
                  <a:lnTo>
                    <a:pt x="6089" y="7692"/>
                  </a:lnTo>
                  <a:close/>
                  <a:moveTo>
                    <a:pt x="9828" y="10592"/>
                  </a:moveTo>
                  <a:lnTo>
                    <a:pt x="9629" y="10622"/>
                  </a:lnTo>
                  <a:lnTo>
                    <a:pt x="9416" y="10653"/>
                  </a:lnTo>
                  <a:lnTo>
                    <a:pt x="9217" y="10714"/>
                  </a:lnTo>
                  <a:lnTo>
                    <a:pt x="9019" y="10775"/>
                  </a:lnTo>
                  <a:lnTo>
                    <a:pt x="8821" y="10851"/>
                  </a:lnTo>
                  <a:lnTo>
                    <a:pt x="8637" y="10942"/>
                  </a:lnTo>
                  <a:lnTo>
                    <a:pt x="8454" y="11049"/>
                  </a:lnTo>
                  <a:lnTo>
                    <a:pt x="8286" y="11171"/>
                  </a:lnTo>
                  <a:lnTo>
                    <a:pt x="8500" y="11141"/>
                  </a:lnTo>
                  <a:lnTo>
                    <a:pt x="8698" y="11110"/>
                  </a:lnTo>
                  <a:lnTo>
                    <a:pt x="8897" y="11049"/>
                  </a:lnTo>
                  <a:lnTo>
                    <a:pt x="9095" y="10988"/>
                  </a:lnTo>
                  <a:lnTo>
                    <a:pt x="9294" y="10912"/>
                  </a:lnTo>
                  <a:lnTo>
                    <a:pt x="9477" y="10820"/>
                  </a:lnTo>
                  <a:lnTo>
                    <a:pt x="9660" y="10714"/>
                  </a:lnTo>
                  <a:lnTo>
                    <a:pt x="9828" y="10592"/>
                  </a:lnTo>
                  <a:close/>
                  <a:moveTo>
                    <a:pt x="9736" y="15215"/>
                  </a:moveTo>
                  <a:lnTo>
                    <a:pt x="9614" y="15368"/>
                  </a:lnTo>
                  <a:lnTo>
                    <a:pt x="9492" y="15551"/>
                  </a:lnTo>
                  <a:lnTo>
                    <a:pt x="9385" y="15719"/>
                  </a:lnTo>
                  <a:lnTo>
                    <a:pt x="9294" y="15917"/>
                  </a:lnTo>
                  <a:lnTo>
                    <a:pt x="9202" y="16116"/>
                  </a:lnTo>
                  <a:lnTo>
                    <a:pt x="9141" y="16314"/>
                  </a:lnTo>
                  <a:lnTo>
                    <a:pt x="9080" y="16512"/>
                  </a:lnTo>
                  <a:lnTo>
                    <a:pt x="9049" y="16711"/>
                  </a:lnTo>
                  <a:lnTo>
                    <a:pt x="9172" y="16543"/>
                  </a:lnTo>
                  <a:lnTo>
                    <a:pt x="9294" y="16375"/>
                  </a:lnTo>
                  <a:lnTo>
                    <a:pt x="9400" y="16192"/>
                  </a:lnTo>
                  <a:lnTo>
                    <a:pt x="9492" y="16009"/>
                  </a:lnTo>
                  <a:lnTo>
                    <a:pt x="9568" y="15811"/>
                  </a:lnTo>
                  <a:lnTo>
                    <a:pt x="9645" y="15612"/>
                  </a:lnTo>
                  <a:lnTo>
                    <a:pt x="9690" y="15414"/>
                  </a:lnTo>
                  <a:lnTo>
                    <a:pt x="9736" y="15215"/>
                  </a:lnTo>
                  <a:close/>
                  <a:moveTo>
                    <a:pt x="14177" y="18115"/>
                  </a:moveTo>
                  <a:lnTo>
                    <a:pt x="13963" y="18145"/>
                  </a:lnTo>
                  <a:lnTo>
                    <a:pt x="13765" y="18176"/>
                  </a:lnTo>
                  <a:lnTo>
                    <a:pt x="13567" y="18237"/>
                  </a:lnTo>
                  <a:lnTo>
                    <a:pt x="13368" y="18298"/>
                  </a:lnTo>
                  <a:lnTo>
                    <a:pt x="13368" y="18313"/>
                  </a:lnTo>
                  <a:lnTo>
                    <a:pt x="13170" y="18390"/>
                  </a:lnTo>
                  <a:lnTo>
                    <a:pt x="12987" y="18481"/>
                  </a:lnTo>
                  <a:lnTo>
                    <a:pt x="12804" y="18573"/>
                  </a:lnTo>
                  <a:lnTo>
                    <a:pt x="12620" y="18695"/>
                  </a:lnTo>
                  <a:lnTo>
                    <a:pt x="12834" y="18664"/>
                  </a:lnTo>
                  <a:lnTo>
                    <a:pt x="13032" y="18634"/>
                  </a:lnTo>
                  <a:lnTo>
                    <a:pt x="13246" y="18573"/>
                  </a:lnTo>
                  <a:lnTo>
                    <a:pt x="13444" y="18512"/>
                  </a:lnTo>
                  <a:lnTo>
                    <a:pt x="13628" y="18435"/>
                  </a:lnTo>
                  <a:lnTo>
                    <a:pt x="13826" y="18344"/>
                  </a:lnTo>
                  <a:lnTo>
                    <a:pt x="14009" y="18237"/>
                  </a:lnTo>
                  <a:lnTo>
                    <a:pt x="14177" y="18115"/>
                  </a:lnTo>
                  <a:close/>
                  <a:moveTo>
                    <a:pt x="13887" y="22083"/>
                  </a:moveTo>
                  <a:lnTo>
                    <a:pt x="14055" y="22205"/>
                  </a:lnTo>
                  <a:lnTo>
                    <a:pt x="14223" y="22327"/>
                  </a:lnTo>
                  <a:lnTo>
                    <a:pt x="14406" y="22433"/>
                  </a:lnTo>
                  <a:lnTo>
                    <a:pt x="14589" y="22525"/>
                  </a:lnTo>
                  <a:lnTo>
                    <a:pt x="14787" y="22601"/>
                  </a:lnTo>
                  <a:lnTo>
                    <a:pt x="14986" y="22678"/>
                  </a:lnTo>
                  <a:lnTo>
                    <a:pt x="15184" y="22723"/>
                  </a:lnTo>
                  <a:lnTo>
                    <a:pt x="15398" y="22769"/>
                  </a:lnTo>
                  <a:lnTo>
                    <a:pt x="15230" y="22647"/>
                  </a:lnTo>
                  <a:lnTo>
                    <a:pt x="15047" y="22525"/>
                  </a:lnTo>
                  <a:lnTo>
                    <a:pt x="14864" y="22418"/>
                  </a:lnTo>
                  <a:lnTo>
                    <a:pt x="14681" y="22342"/>
                  </a:lnTo>
                  <a:lnTo>
                    <a:pt x="14497" y="22250"/>
                  </a:lnTo>
                  <a:lnTo>
                    <a:pt x="14299" y="22174"/>
                  </a:lnTo>
                  <a:lnTo>
                    <a:pt x="14085" y="22128"/>
                  </a:lnTo>
                  <a:lnTo>
                    <a:pt x="13887" y="2208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0" name="Google Shape;5620;p63"/>
            <p:cNvSpPr/>
            <p:nvPr/>
          </p:nvSpPr>
          <p:spPr>
            <a:xfrm>
              <a:off x="1123225" y="3570525"/>
              <a:ext cx="37775" cy="17200"/>
            </a:xfrm>
            <a:custGeom>
              <a:avLst/>
              <a:gdLst/>
              <a:ahLst/>
              <a:cxnLst/>
              <a:rect l="l" t="t" r="r" b="b"/>
              <a:pathLst>
                <a:path w="1511" h="6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168" y="123"/>
                  </a:lnTo>
                  <a:lnTo>
                    <a:pt x="336" y="245"/>
                  </a:lnTo>
                  <a:lnTo>
                    <a:pt x="519" y="351"/>
                  </a:lnTo>
                  <a:lnTo>
                    <a:pt x="702" y="443"/>
                  </a:lnTo>
                  <a:lnTo>
                    <a:pt x="702" y="443"/>
                  </a:lnTo>
                  <a:lnTo>
                    <a:pt x="900" y="519"/>
                  </a:lnTo>
                  <a:lnTo>
                    <a:pt x="1099" y="596"/>
                  </a:lnTo>
                  <a:lnTo>
                    <a:pt x="1297" y="641"/>
                  </a:lnTo>
                  <a:lnTo>
                    <a:pt x="1511" y="687"/>
                  </a:lnTo>
                  <a:lnTo>
                    <a:pt x="1511" y="687"/>
                  </a:lnTo>
                  <a:lnTo>
                    <a:pt x="1343" y="565"/>
                  </a:lnTo>
                  <a:lnTo>
                    <a:pt x="1160" y="443"/>
                  </a:lnTo>
                  <a:lnTo>
                    <a:pt x="977" y="336"/>
                  </a:lnTo>
                  <a:lnTo>
                    <a:pt x="794" y="260"/>
                  </a:lnTo>
                  <a:lnTo>
                    <a:pt x="794" y="260"/>
                  </a:lnTo>
                  <a:lnTo>
                    <a:pt x="610" y="168"/>
                  </a:lnTo>
                  <a:lnTo>
                    <a:pt x="412" y="92"/>
                  </a:lnTo>
                  <a:lnTo>
                    <a:pt x="198" y="4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1" name="Google Shape;5621;p63"/>
            <p:cNvSpPr/>
            <p:nvPr/>
          </p:nvSpPr>
          <p:spPr>
            <a:xfrm>
              <a:off x="1091550" y="3471325"/>
              <a:ext cx="38925" cy="14525"/>
            </a:xfrm>
            <a:custGeom>
              <a:avLst/>
              <a:gdLst/>
              <a:ahLst/>
              <a:cxnLst/>
              <a:rect l="l" t="t" r="r" b="b"/>
              <a:pathLst>
                <a:path w="1557" h="581" fill="none" extrusionOk="0">
                  <a:moveTo>
                    <a:pt x="1557" y="1"/>
                  </a:moveTo>
                  <a:lnTo>
                    <a:pt x="1557" y="1"/>
                  </a:lnTo>
                  <a:lnTo>
                    <a:pt x="1343" y="31"/>
                  </a:lnTo>
                  <a:lnTo>
                    <a:pt x="1145" y="62"/>
                  </a:lnTo>
                  <a:lnTo>
                    <a:pt x="947" y="123"/>
                  </a:lnTo>
                  <a:lnTo>
                    <a:pt x="748" y="184"/>
                  </a:lnTo>
                  <a:lnTo>
                    <a:pt x="748" y="199"/>
                  </a:lnTo>
                  <a:lnTo>
                    <a:pt x="748" y="199"/>
                  </a:lnTo>
                  <a:lnTo>
                    <a:pt x="550" y="276"/>
                  </a:lnTo>
                  <a:lnTo>
                    <a:pt x="367" y="367"/>
                  </a:lnTo>
                  <a:lnTo>
                    <a:pt x="184" y="459"/>
                  </a:lnTo>
                  <a:lnTo>
                    <a:pt x="0" y="581"/>
                  </a:lnTo>
                  <a:lnTo>
                    <a:pt x="0" y="581"/>
                  </a:lnTo>
                  <a:lnTo>
                    <a:pt x="214" y="550"/>
                  </a:lnTo>
                  <a:lnTo>
                    <a:pt x="412" y="520"/>
                  </a:lnTo>
                  <a:lnTo>
                    <a:pt x="626" y="459"/>
                  </a:lnTo>
                  <a:lnTo>
                    <a:pt x="824" y="398"/>
                  </a:lnTo>
                  <a:lnTo>
                    <a:pt x="1008" y="321"/>
                  </a:lnTo>
                  <a:lnTo>
                    <a:pt x="1206" y="230"/>
                  </a:lnTo>
                  <a:lnTo>
                    <a:pt x="1389" y="123"/>
                  </a:lnTo>
                  <a:lnTo>
                    <a:pt x="155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2" name="Google Shape;5622;p63"/>
            <p:cNvSpPr/>
            <p:nvPr/>
          </p:nvSpPr>
          <p:spPr>
            <a:xfrm>
              <a:off x="1002275" y="3398850"/>
              <a:ext cx="17200" cy="37400"/>
            </a:xfrm>
            <a:custGeom>
              <a:avLst/>
              <a:gdLst/>
              <a:ahLst/>
              <a:cxnLst/>
              <a:rect l="l" t="t" r="r" b="b"/>
              <a:pathLst>
                <a:path w="688" h="1496" fill="none" extrusionOk="0">
                  <a:moveTo>
                    <a:pt x="687" y="0"/>
                  </a:moveTo>
                  <a:lnTo>
                    <a:pt x="687" y="0"/>
                  </a:lnTo>
                  <a:lnTo>
                    <a:pt x="565" y="153"/>
                  </a:lnTo>
                  <a:lnTo>
                    <a:pt x="443" y="336"/>
                  </a:lnTo>
                  <a:lnTo>
                    <a:pt x="336" y="504"/>
                  </a:lnTo>
                  <a:lnTo>
                    <a:pt x="245" y="702"/>
                  </a:lnTo>
                  <a:lnTo>
                    <a:pt x="245" y="702"/>
                  </a:lnTo>
                  <a:lnTo>
                    <a:pt x="245" y="702"/>
                  </a:lnTo>
                  <a:lnTo>
                    <a:pt x="153" y="901"/>
                  </a:lnTo>
                  <a:lnTo>
                    <a:pt x="92" y="1099"/>
                  </a:lnTo>
                  <a:lnTo>
                    <a:pt x="31" y="1297"/>
                  </a:lnTo>
                  <a:lnTo>
                    <a:pt x="0" y="1496"/>
                  </a:lnTo>
                  <a:lnTo>
                    <a:pt x="0" y="1496"/>
                  </a:lnTo>
                  <a:lnTo>
                    <a:pt x="123" y="1328"/>
                  </a:lnTo>
                  <a:lnTo>
                    <a:pt x="245" y="1160"/>
                  </a:lnTo>
                  <a:lnTo>
                    <a:pt x="351" y="977"/>
                  </a:lnTo>
                  <a:lnTo>
                    <a:pt x="443" y="794"/>
                  </a:lnTo>
                  <a:lnTo>
                    <a:pt x="443" y="794"/>
                  </a:lnTo>
                  <a:lnTo>
                    <a:pt x="519" y="596"/>
                  </a:lnTo>
                  <a:lnTo>
                    <a:pt x="596" y="397"/>
                  </a:lnTo>
                  <a:lnTo>
                    <a:pt x="641" y="199"/>
                  </a:lnTo>
                  <a:lnTo>
                    <a:pt x="68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3" name="Google Shape;5623;p63"/>
            <p:cNvSpPr/>
            <p:nvPr/>
          </p:nvSpPr>
          <p:spPr>
            <a:xfrm>
              <a:off x="983200" y="3283250"/>
              <a:ext cx="38550" cy="14525"/>
            </a:xfrm>
            <a:custGeom>
              <a:avLst/>
              <a:gdLst/>
              <a:ahLst/>
              <a:cxnLst/>
              <a:rect l="l" t="t" r="r" b="b"/>
              <a:pathLst>
                <a:path w="1542" h="581" fill="none" extrusionOk="0">
                  <a:moveTo>
                    <a:pt x="1542" y="1"/>
                  </a:moveTo>
                  <a:lnTo>
                    <a:pt x="1542" y="1"/>
                  </a:lnTo>
                  <a:lnTo>
                    <a:pt x="1343" y="31"/>
                  </a:lnTo>
                  <a:lnTo>
                    <a:pt x="1130" y="62"/>
                  </a:lnTo>
                  <a:lnTo>
                    <a:pt x="931" y="123"/>
                  </a:lnTo>
                  <a:lnTo>
                    <a:pt x="733" y="184"/>
                  </a:lnTo>
                  <a:lnTo>
                    <a:pt x="733" y="184"/>
                  </a:lnTo>
                  <a:lnTo>
                    <a:pt x="733" y="184"/>
                  </a:lnTo>
                  <a:lnTo>
                    <a:pt x="535" y="260"/>
                  </a:lnTo>
                  <a:lnTo>
                    <a:pt x="351" y="351"/>
                  </a:lnTo>
                  <a:lnTo>
                    <a:pt x="168" y="458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214" y="550"/>
                  </a:lnTo>
                  <a:lnTo>
                    <a:pt x="412" y="519"/>
                  </a:lnTo>
                  <a:lnTo>
                    <a:pt x="611" y="458"/>
                  </a:lnTo>
                  <a:lnTo>
                    <a:pt x="809" y="397"/>
                  </a:lnTo>
                  <a:lnTo>
                    <a:pt x="809" y="397"/>
                  </a:lnTo>
                  <a:lnTo>
                    <a:pt x="1008" y="321"/>
                  </a:lnTo>
                  <a:lnTo>
                    <a:pt x="1191" y="229"/>
                  </a:lnTo>
                  <a:lnTo>
                    <a:pt x="1374" y="123"/>
                  </a:lnTo>
                  <a:lnTo>
                    <a:pt x="15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4" name="Google Shape;5624;p63"/>
            <p:cNvSpPr/>
            <p:nvPr/>
          </p:nvSpPr>
          <p:spPr>
            <a:xfrm>
              <a:off x="911100" y="3210775"/>
              <a:ext cx="17175" cy="37775"/>
            </a:xfrm>
            <a:custGeom>
              <a:avLst/>
              <a:gdLst/>
              <a:ahLst/>
              <a:cxnLst/>
              <a:rect l="l" t="t" r="r" b="b"/>
              <a:pathLst>
                <a:path w="687" h="1511" fill="none" extrusionOk="0">
                  <a:moveTo>
                    <a:pt x="687" y="0"/>
                  </a:moveTo>
                  <a:lnTo>
                    <a:pt x="687" y="0"/>
                  </a:lnTo>
                  <a:lnTo>
                    <a:pt x="565" y="168"/>
                  </a:lnTo>
                  <a:lnTo>
                    <a:pt x="443" y="336"/>
                  </a:lnTo>
                  <a:lnTo>
                    <a:pt x="336" y="519"/>
                  </a:lnTo>
                  <a:lnTo>
                    <a:pt x="260" y="702"/>
                  </a:lnTo>
                  <a:lnTo>
                    <a:pt x="244" y="717"/>
                  </a:lnTo>
                  <a:lnTo>
                    <a:pt x="244" y="717"/>
                  </a:lnTo>
                  <a:lnTo>
                    <a:pt x="168" y="900"/>
                  </a:lnTo>
                  <a:lnTo>
                    <a:pt x="92" y="1099"/>
                  </a:lnTo>
                  <a:lnTo>
                    <a:pt x="46" y="1297"/>
                  </a:lnTo>
                  <a:lnTo>
                    <a:pt x="0" y="1511"/>
                  </a:lnTo>
                  <a:lnTo>
                    <a:pt x="0" y="1511"/>
                  </a:lnTo>
                  <a:lnTo>
                    <a:pt x="138" y="1343"/>
                  </a:lnTo>
                  <a:lnTo>
                    <a:pt x="244" y="1175"/>
                  </a:lnTo>
                  <a:lnTo>
                    <a:pt x="351" y="992"/>
                  </a:lnTo>
                  <a:lnTo>
                    <a:pt x="443" y="794"/>
                  </a:lnTo>
                  <a:lnTo>
                    <a:pt x="443" y="794"/>
                  </a:lnTo>
                  <a:lnTo>
                    <a:pt x="519" y="610"/>
                  </a:lnTo>
                  <a:lnTo>
                    <a:pt x="595" y="412"/>
                  </a:lnTo>
                  <a:lnTo>
                    <a:pt x="656" y="214"/>
                  </a:lnTo>
                  <a:lnTo>
                    <a:pt x="68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5" name="Google Shape;5625;p63"/>
            <p:cNvSpPr/>
            <p:nvPr/>
          </p:nvSpPr>
          <p:spPr>
            <a:xfrm>
              <a:off x="818775" y="3117675"/>
              <a:ext cx="37800" cy="17200"/>
            </a:xfrm>
            <a:custGeom>
              <a:avLst/>
              <a:gdLst/>
              <a:ahLst/>
              <a:cxnLst/>
              <a:rect l="l" t="t" r="r" b="b"/>
              <a:pathLst>
                <a:path w="1512" h="6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168" y="123"/>
                  </a:lnTo>
                  <a:lnTo>
                    <a:pt x="351" y="245"/>
                  </a:lnTo>
                  <a:lnTo>
                    <a:pt x="519" y="352"/>
                  </a:lnTo>
                  <a:lnTo>
                    <a:pt x="717" y="443"/>
                  </a:lnTo>
                  <a:lnTo>
                    <a:pt x="717" y="443"/>
                  </a:lnTo>
                  <a:lnTo>
                    <a:pt x="901" y="519"/>
                  </a:lnTo>
                  <a:lnTo>
                    <a:pt x="1099" y="596"/>
                  </a:lnTo>
                  <a:lnTo>
                    <a:pt x="1313" y="641"/>
                  </a:lnTo>
                  <a:lnTo>
                    <a:pt x="1511" y="687"/>
                  </a:lnTo>
                  <a:lnTo>
                    <a:pt x="1511" y="687"/>
                  </a:lnTo>
                  <a:lnTo>
                    <a:pt x="1343" y="550"/>
                  </a:lnTo>
                  <a:lnTo>
                    <a:pt x="1175" y="443"/>
                  </a:lnTo>
                  <a:lnTo>
                    <a:pt x="992" y="336"/>
                  </a:lnTo>
                  <a:lnTo>
                    <a:pt x="809" y="229"/>
                  </a:lnTo>
                  <a:lnTo>
                    <a:pt x="809" y="245"/>
                  </a:lnTo>
                  <a:lnTo>
                    <a:pt x="809" y="245"/>
                  </a:lnTo>
                  <a:lnTo>
                    <a:pt x="611" y="153"/>
                  </a:lnTo>
                  <a:lnTo>
                    <a:pt x="412" y="92"/>
                  </a:lnTo>
                  <a:lnTo>
                    <a:pt x="214" y="3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6" name="Google Shape;5626;p63"/>
            <p:cNvSpPr/>
            <p:nvPr/>
          </p:nvSpPr>
          <p:spPr>
            <a:xfrm>
              <a:off x="776050" y="3018475"/>
              <a:ext cx="5725" cy="16050"/>
            </a:xfrm>
            <a:custGeom>
              <a:avLst/>
              <a:gdLst/>
              <a:ahLst/>
              <a:cxnLst/>
              <a:rect l="l" t="t" r="r" b="b"/>
              <a:pathLst>
                <a:path w="229" h="642" fill="none" extrusionOk="0">
                  <a:moveTo>
                    <a:pt x="229" y="1"/>
                  </a:moveTo>
                  <a:lnTo>
                    <a:pt x="229" y="1"/>
                  </a:lnTo>
                  <a:lnTo>
                    <a:pt x="107" y="169"/>
                  </a:lnTo>
                  <a:lnTo>
                    <a:pt x="0" y="337"/>
                  </a:lnTo>
                  <a:lnTo>
                    <a:pt x="0" y="337"/>
                  </a:lnTo>
                  <a:lnTo>
                    <a:pt x="0" y="337"/>
                  </a:lnTo>
                  <a:lnTo>
                    <a:pt x="61" y="642"/>
                  </a:lnTo>
                  <a:lnTo>
                    <a:pt x="61" y="642"/>
                  </a:lnTo>
                  <a:lnTo>
                    <a:pt x="107" y="489"/>
                  </a:lnTo>
                  <a:lnTo>
                    <a:pt x="168" y="321"/>
                  </a:lnTo>
                  <a:lnTo>
                    <a:pt x="198" y="169"/>
                  </a:lnTo>
                  <a:lnTo>
                    <a:pt x="22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7" name="Google Shape;5627;p63"/>
            <p:cNvSpPr/>
            <p:nvPr/>
          </p:nvSpPr>
          <p:spPr>
            <a:xfrm>
              <a:off x="351800" y="2934925"/>
              <a:ext cx="680250" cy="694000"/>
            </a:xfrm>
            <a:custGeom>
              <a:avLst/>
              <a:gdLst/>
              <a:ahLst/>
              <a:cxnLst/>
              <a:rect l="l" t="t" r="r" b="b"/>
              <a:pathLst>
                <a:path w="27210" h="27760" extrusionOk="0">
                  <a:moveTo>
                    <a:pt x="16756" y="1"/>
                  </a:moveTo>
                  <a:lnTo>
                    <a:pt x="16390" y="16"/>
                  </a:lnTo>
                  <a:lnTo>
                    <a:pt x="16039" y="47"/>
                  </a:lnTo>
                  <a:lnTo>
                    <a:pt x="15673" y="108"/>
                  </a:lnTo>
                  <a:lnTo>
                    <a:pt x="15307" y="199"/>
                  </a:lnTo>
                  <a:lnTo>
                    <a:pt x="14956" y="306"/>
                  </a:lnTo>
                  <a:lnTo>
                    <a:pt x="14544" y="565"/>
                  </a:lnTo>
                  <a:lnTo>
                    <a:pt x="14132" y="871"/>
                  </a:lnTo>
                  <a:lnTo>
                    <a:pt x="13735" y="1191"/>
                  </a:lnTo>
                  <a:lnTo>
                    <a:pt x="13338" y="1527"/>
                  </a:lnTo>
                  <a:lnTo>
                    <a:pt x="12941" y="1878"/>
                  </a:lnTo>
                  <a:lnTo>
                    <a:pt x="12545" y="2259"/>
                  </a:lnTo>
                  <a:lnTo>
                    <a:pt x="12163" y="2656"/>
                  </a:lnTo>
                  <a:lnTo>
                    <a:pt x="11782" y="3068"/>
                  </a:lnTo>
                  <a:lnTo>
                    <a:pt x="11400" y="3511"/>
                  </a:lnTo>
                  <a:lnTo>
                    <a:pt x="11034" y="3953"/>
                  </a:lnTo>
                  <a:lnTo>
                    <a:pt x="10668" y="4411"/>
                  </a:lnTo>
                  <a:lnTo>
                    <a:pt x="10301" y="4899"/>
                  </a:lnTo>
                  <a:lnTo>
                    <a:pt x="9950" y="5388"/>
                  </a:lnTo>
                  <a:lnTo>
                    <a:pt x="9599" y="5891"/>
                  </a:lnTo>
                  <a:lnTo>
                    <a:pt x="9248" y="6410"/>
                  </a:lnTo>
                  <a:lnTo>
                    <a:pt x="8897" y="6929"/>
                  </a:lnTo>
                  <a:lnTo>
                    <a:pt x="8562" y="7463"/>
                  </a:lnTo>
                  <a:lnTo>
                    <a:pt x="8226" y="8013"/>
                  </a:lnTo>
                  <a:lnTo>
                    <a:pt x="7585" y="9127"/>
                  </a:lnTo>
                  <a:lnTo>
                    <a:pt x="6959" y="10271"/>
                  </a:lnTo>
                  <a:lnTo>
                    <a:pt x="6349" y="11431"/>
                  </a:lnTo>
                  <a:lnTo>
                    <a:pt x="5769" y="12591"/>
                  </a:lnTo>
                  <a:lnTo>
                    <a:pt x="5220" y="13766"/>
                  </a:lnTo>
                  <a:lnTo>
                    <a:pt x="4686" y="14941"/>
                  </a:lnTo>
                  <a:lnTo>
                    <a:pt x="4182" y="16100"/>
                  </a:lnTo>
                  <a:lnTo>
                    <a:pt x="3694" y="17260"/>
                  </a:lnTo>
                  <a:lnTo>
                    <a:pt x="3236" y="18374"/>
                  </a:lnTo>
                  <a:lnTo>
                    <a:pt x="2808" y="19473"/>
                  </a:lnTo>
                  <a:lnTo>
                    <a:pt x="2412" y="20526"/>
                  </a:lnTo>
                  <a:lnTo>
                    <a:pt x="2045" y="21548"/>
                  </a:lnTo>
                  <a:lnTo>
                    <a:pt x="1694" y="22495"/>
                  </a:lnTo>
                  <a:lnTo>
                    <a:pt x="1099" y="24249"/>
                  </a:lnTo>
                  <a:lnTo>
                    <a:pt x="626" y="25699"/>
                  </a:lnTo>
                  <a:lnTo>
                    <a:pt x="291" y="26798"/>
                  </a:lnTo>
                  <a:lnTo>
                    <a:pt x="1" y="27759"/>
                  </a:lnTo>
                  <a:lnTo>
                    <a:pt x="26920" y="27683"/>
                  </a:lnTo>
                  <a:lnTo>
                    <a:pt x="25440" y="18420"/>
                  </a:lnTo>
                  <a:lnTo>
                    <a:pt x="25531" y="18313"/>
                  </a:lnTo>
                  <a:lnTo>
                    <a:pt x="25760" y="17977"/>
                  </a:lnTo>
                  <a:lnTo>
                    <a:pt x="25913" y="17733"/>
                  </a:lnTo>
                  <a:lnTo>
                    <a:pt x="26081" y="17459"/>
                  </a:lnTo>
                  <a:lnTo>
                    <a:pt x="26264" y="17138"/>
                  </a:lnTo>
                  <a:lnTo>
                    <a:pt x="26447" y="16787"/>
                  </a:lnTo>
                  <a:lnTo>
                    <a:pt x="26630" y="16390"/>
                  </a:lnTo>
                  <a:lnTo>
                    <a:pt x="26798" y="15978"/>
                  </a:lnTo>
                  <a:lnTo>
                    <a:pt x="26935" y="15536"/>
                  </a:lnTo>
                  <a:lnTo>
                    <a:pt x="27057" y="15063"/>
                  </a:lnTo>
                  <a:lnTo>
                    <a:pt x="27118" y="14819"/>
                  </a:lnTo>
                  <a:lnTo>
                    <a:pt x="27149" y="14574"/>
                  </a:lnTo>
                  <a:lnTo>
                    <a:pt x="27179" y="14330"/>
                  </a:lnTo>
                  <a:lnTo>
                    <a:pt x="27210" y="14071"/>
                  </a:lnTo>
                  <a:lnTo>
                    <a:pt x="27210" y="13811"/>
                  </a:lnTo>
                  <a:lnTo>
                    <a:pt x="27210" y="13567"/>
                  </a:lnTo>
                  <a:lnTo>
                    <a:pt x="27195" y="13308"/>
                  </a:lnTo>
                  <a:lnTo>
                    <a:pt x="27164" y="13033"/>
                  </a:lnTo>
                  <a:lnTo>
                    <a:pt x="27103" y="12743"/>
                  </a:lnTo>
                  <a:lnTo>
                    <a:pt x="27027" y="12407"/>
                  </a:lnTo>
                  <a:lnTo>
                    <a:pt x="26905" y="12056"/>
                  </a:lnTo>
                  <a:lnTo>
                    <a:pt x="26782" y="11690"/>
                  </a:lnTo>
                  <a:lnTo>
                    <a:pt x="26615" y="11293"/>
                  </a:lnTo>
                  <a:lnTo>
                    <a:pt x="26447" y="10897"/>
                  </a:lnTo>
                  <a:lnTo>
                    <a:pt x="26248" y="10469"/>
                  </a:lnTo>
                  <a:lnTo>
                    <a:pt x="26035" y="10042"/>
                  </a:lnTo>
                  <a:lnTo>
                    <a:pt x="25562" y="9142"/>
                  </a:lnTo>
                  <a:lnTo>
                    <a:pt x="25058" y="8226"/>
                  </a:lnTo>
                  <a:lnTo>
                    <a:pt x="24509" y="7311"/>
                  </a:lnTo>
                  <a:lnTo>
                    <a:pt x="23944" y="6410"/>
                  </a:lnTo>
                  <a:lnTo>
                    <a:pt x="23395" y="5525"/>
                  </a:lnTo>
                  <a:lnTo>
                    <a:pt x="22845" y="4701"/>
                  </a:lnTo>
                  <a:lnTo>
                    <a:pt x="22326" y="3938"/>
                  </a:lnTo>
                  <a:lnTo>
                    <a:pt x="21853" y="3267"/>
                  </a:lnTo>
                  <a:lnTo>
                    <a:pt x="21441" y="2687"/>
                  </a:lnTo>
                  <a:lnTo>
                    <a:pt x="21106" y="2229"/>
                  </a:lnTo>
                  <a:lnTo>
                    <a:pt x="20861" y="1908"/>
                  </a:lnTo>
                  <a:lnTo>
                    <a:pt x="20724" y="1741"/>
                  </a:lnTo>
                  <a:lnTo>
                    <a:pt x="20358" y="1435"/>
                  </a:lnTo>
                  <a:lnTo>
                    <a:pt x="20007" y="1145"/>
                  </a:lnTo>
                  <a:lnTo>
                    <a:pt x="19656" y="901"/>
                  </a:lnTo>
                  <a:lnTo>
                    <a:pt x="19290" y="688"/>
                  </a:lnTo>
                  <a:lnTo>
                    <a:pt x="18939" y="504"/>
                  </a:lnTo>
                  <a:lnTo>
                    <a:pt x="18572" y="352"/>
                  </a:lnTo>
                  <a:lnTo>
                    <a:pt x="18206" y="214"/>
                  </a:lnTo>
                  <a:lnTo>
                    <a:pt x="17840" y="123"/>
                  </a:lnTo>
                  <a:lnTo>
                    <a:pt x="17489" y="62"/>
                  </a:lnTo>
                  <a:lnTo>
                    <a:pt x="17123" y="16"/>
                  </a:lnTo>
                  <a:lnTo>
                    <a:pt x="167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8" name="Google Shape;5628;p63"/>
            <p:cNvSpPr/>
            <p:nvPr/>
          </p:nvSpPr>
          <p:spPr>
            <a:xfrm>
              <a:off x="391850" y="2952100"/>
              <a:ext cx="629900" cy="675300"/>
            </a:xfrm>
            <a:custGeom>
              <a:avLst/>
              <a:gdLst/>
              <a:ahLst/>
              <a:cxnLst/>
              <a:rect l="l" t="t" r="r" b="b"/>
              <a:pathLst>
                <a:path w="25196" h="27012" extrusionOk="0">
                  <a:moveTo>
                    <a:pt x="12804" y="1"/>
                  </a:moveTo>
                  <a:lnTo>
                    <a:pt x="12621" y="123"/>
                  </a:lnTo>
                  <a:lnTo>
                    <a:pt x="12652" y="199"/>
                  </a:lnTo>
                  <a:lnTo>
                    <a:pt x="12728" y="397"/>
                  </a:lnTo>
                  <a:lnTo>
                    <a:pt x="12820" y="580"/>
                  </a:lnTo>
                  <a:lnTo>
                    <a:pt x="12926" y="764"/>
                  </a:lnTo>
                  <a:lnTo>
                    <a:pt x="13033" y="931"/>
                  </a:lnTo>
                  <a:lnTo>
                    <a:pt x="13018" y="733"/>
                  </a:lnTo>
                  <a:lnTo>
                    <a:pt x="12972" y="535"/>
                  </a:lnTo>
                  <a:lnTo>
                    <a:pt x="12926" y="321"/>
                  </a:lnTo>
                  <a:lnTo>
                    <a:pt x="12850" y="138"/>
                  </a:lnTo>
                  <a:lnTo>
                    <a:pt x="12804" y="1"/>
                  </a:lnTo>
                  <a:close/>
                  <a:moveTo>
                    <a:pt x="19488" y="2290"/>
                  </a:moveTo>
                  <a:lnTo>
                    <a:pt x="19519" y="2488"/>
                  </a:lnTo>
                  <a:lnTo>
                    <a:pt x="19565" y="2702"/>
                  </a:lnTo>
                  <a:lnTo>
                    <a:pt x="19610" y="2900"/>
                  </a:lnTo>
                  <a:lnTo>
                    <a:pt x="19687" y="3098"/>
                  </a:lnTo>
                  <a:lnTo>
                    <a:pt x="19763" y="3297"/>
                  </a:lnTo>
                  <a:lnTo>
                    <a:pt x="19855" y="3480"/>
                  </a:lnTo>
                  <a:lnTo>
                    <a:pt x="19961" y="3663"/>
                  </a:lnTo>
                  <a:lnTo>
                    <a:pt x="20068" y="3831"/>
                  </a:lnTo>
                  <a:lnTo>
                    <a:pt x="20068" y="3831"/>
                  </a:lnTo>
                  <a:lnTo>
                    <a:pt x="20053" y="3633"/>
                  </a:lnTo>
                  <a:lnTo>
                    <a:pt x="20007" y="3419"/>
                  </a:lnTo>
                  <a:lnTo>
                    <a:pt x="19946" y="3220"/>
                  </a:lnTo>
                  <a:lnTo>
                    <a:pt x="19885" y="3022"/>
                  </a:lnTo>
                  <a:lnTo>
                    <a:pt x="19809" y="2824"/>
                  </a:lnTo>
                  <a:lnTo>
                    <a:pt x="19717" y="2641"/>
                  </a:lnTo>
                  <a:lnTo>
                    <a:pt x="19610" y="2457"/>
                  </a:lnTo>
                  <a:lnTo>
                    <a:pt x="19488" y="2290"/>
                  </a:lnTo>
                  <a:close/>
                  <a:moveTo>
                    <a:pt x="15612" y="2641"/>
                  </a:moveTo>
                  <a:lnTo>
                    <a:pt x="15475" y="2808"/>
                  </a:lnTo>
                  <a:lnTo>
                    <a:pt x="15353" y="2992"/>
                  </a:lnTo>
                  <a:lnTo>
                    <a:pt x="15246" y="3175"/>
                  </a:lnTo>
                  <a:lnTo>
                    <a:pt x="15170" y="3358"/>
                  </a:lnTo>
                  <a:lnTo>
                    <a:pt x="15078" y="3541"/>
                  </a:lnTo>
                  <a:lnTo>
                    <a:pt x="15002" y="3739"/>
                  </a:lnTo>
                  <a:lnTo>
                    <a:pt x="14956" y="3953"/>
                  </a:lnTo>
                  <a:lnTo>
                    <a:pt x="14910" y="4151"/>
                  </a:lnTo>
                  <a:lnTo>
                    <a:pt x="15048" y="3983"/>
                  </a:lnTo>
                  <a:lnTo>
                    <a:pt x="15154" y="3816"/>
                  </a:lnTo>
                  <a:lnTo>
                    <a:pt x="15261" y="3633"/>
                  </a:lnTo>
                  <a:lnTo>
                    <a:pt x="15353" y="3449"/>
                  </a:lnTo>
                  <a:lnTo>
                    <a:pt x="15444" y="3251"/>
                  </a:lnTo>
                  <a:lnTo>
                    <a:pt x="15505" y="3053"/>
                  </a:lnTo>
                  <a:lnTo>
                    <a:pt x="15566" y="2854"/>
                  </a:lnTo>
                  <a:lnTo>
                    <a:pt x="15612" y="2641"/>
                  </a:lnTo>
                  <a:close/>
                  <a:moveTo>
                    <a:pt x="11049" y="3877"/>
                  </a:moveTo>
                  <a:lnTo>
                    <a:pt x="10851" y="3907"/>
                  </a:lnTo>
                  <a:lnTo>
                    <a:pt x="10637" y="3938"/>
                  </a:lnTo>
                  <a:lnTo>
                    <a:pt x="10439" y="3983"/>
                  </a:lnTo>
                  <a:lnTo>
                    <a:pt x="10225" y="4060"/>
                  </a:lnTo>
                  <a:lnTo>
                    <a:pt x="10042" y="4136"/>
                  </a:lnTo>
                  <a:lnTo>
                    <a:pt x="9859" y="4228"/>
                  </a:lnTo>
                  <a:lnTo>
                    <a:pt x="9676" y="4334"/>
                  </a:lnTo>
                  <a:lnTo>
                    <a:pt x="9508" y="4457"/>
                  </a:lnTo>
                  <a:lnTo>
                    <a:pt x="9508" y="4457"/>
                  </a:lnTo>
                  <a:lnTo>
                    <a:pt x="9707" y="4426"/>
                  </a:lnTo>
                  <a:lnTo>
                    <a:pt x="9920" y="4396"/>
                  </a:lnTo>
                  <a:lnTo>
                    <a:pt x="10119" y="4334"/>
                  </a:lnTo>
                  <a:lnTo>
                    <a:pt x="10317" y="4273"/>
                  </a:lnTo>
                  <a:lnTo>
                    <a:pt x="10515" y="4197"/>
                  </a:lnTo>
                  <a:lnTo>
                    <a:pt x="10698" y="4106"/>
                  </a:lnTo>
                  <a:lnTo>
                    <a:pt x="10882" y="3999"/>
                  </a:lnTo>
                  <a:lnTo>
                    <a:pt x="11049" y="3877"/>
                  </a:lnTo>
                  <a:close/>
                  <a:moveTo>
                    <a:pt x="22937" y="6685"/>
                  </a:moveTo>
                  <a:lnTo>
                    <a:pt x="22739" y="6776"/>
                  </a:lnTo>
                  <a:lnTo>
                    <a:pt x="22571" y="6898"/>
                  </a:lnTo>
                  <a:lnTo>
                    <a:pt x="22571" y="6898"/>
                  </a:lnTo>
                  <a:lnTo>
                    <a:pt x="22800" y="6868"/>
                  </a:lnTo>
                  <a:lnTo>
                    <a:pt x="23014" y="6822"/>
                  </a:lnTo>
                  <a:lnTo>
                    <a:pt x="22937" y="6685"/>
                  </a:lnTo>
                  <a:close/>
                  <a:moveTo>
                    <a:pt x="17093" y="6608"/>
                  </a:moveTo>
                  <a:lnTo>
                    <a:pt x="17245" y="6730"/>
                  </a:lnTo>
                  <a:lnTo>
                    <a:pt x="17428" y="6852"/>
                  </a:lnTo>
                  <a:lnTo>
                    <a:pt x="17611" y="6959"/>
                  </a:lnTo>
                  <a:lnTo>
                    <a:pt x="17794" y="7051"/>
                  </a:lnTo>
                  <a:lnTo>
                    <a:pt x="17993" y="7127"/>
                  </a:lnTo>
                  <a:lnTo>
                    <a:pt x="18191" y="7203"/>
                  </a:lnTo>
                  <a:lnTo>
                    <a:pt x="18390" y="7249"/>
                  </a:lnTo>
                  <a:lnTo>
                    <a:pt x="18588" y="7295"/>
                  </a:lnTo>
                  <a:lnTo>
                    <a:pt x="18588" y="7295"/>
                  </a:lnTo>
                  <a:lnTo>
                    <a:pt x="18435" y="7173"/>
                  </a:lnTo>
                  <a:lnTo>
                    <a:pt x="18252" y="7051"/>
                  </a:lnTo>
                  <a:lnTo>
                    <a:pt x="18069" y="6944"/>
                  </a:lnTo>
                  <a:lnTo>
                    <a:pt x="17886" y="6852"/>
                  </a:lnTo>
                  <a:lnTo>
                    <a:pt x="17688" y="6776"/>
                  </a:lnTo>
                  <a:lnTo>
                    <a:pt x="17489" y="6700"/>
                  </a:lnTo>
                  <a:lnTo>
                    <a:pt x="17291" y="6654"/>
                  </a:lnTo>
                  <a:lnTo>
                    <a:pt x="17093" y="6608"/>
                  </a:lnTo>
                  <a:close/>
                  <a:moveTo>
                    <a:pt x="11996" y="7478"/>
                  </a:moveTo>
                  <a:lnTo>
                    <a:pt x="12026" y="7676"/>
                  </a:lnTo>
                  <a:lnTo>
                    <a:pt x="12072" y="7890"/>
                  </a:lnTo>
                  <a:lnTo>
                    <a:pt x="12118" y="8089"/>
                  </a:lnTo>
                  <a:lnTo>
                    <a:pt x="12194" y="8287"/>
                  </a:lnTo>
                  <a:lnTo>
                    <a:pt x="12270" y="8485"/>
                  </a:lnTo>
                  <a:lnTo>
                    <a:pt x="12362" y="8668"/>
                  </a:lnTo>
                  <a:lnTo>
                    <a:pt x="12469" y="8852"/>
                  </a:lnTo>
                  <a:lnTo>
                    <a:pt x="12575" y="9019"/>
                  </a:lnTo>
                  <a:lnTo>
                    <a:pt x="12560" y="8821"/>
                  </a:lnTo>
                  <a:lnTo>
                    <a:pt x="12514" y="8607"/>
                  </a:lnTo>
                  <a:lnTo>
                    <a:pt x="12453" y="8409"/>
                  </a:lnTo>
                  <a:lnTo>
                    <a:pt x="12392" y="8211"/>
                  </a:lnTo>
                  <a:lnTo>
                    <a:pt x="12316" y="8012"/>
                  </a:lnTo>
                  <a:lnTo>
                    <a:pt x="12224" y="7829"/>
                  </a:lnTo>
                  <a:lnTo>
                    <a:pt x="12118" y="7646"/>
                  </a:lnTo>
                  <a:lnTo>
                    <a:pt x="11996" y="7478"/>
                  </a:lnTo>
                  <a:close/>
                  <a:moveTo>
                    <a:pt x="7845" y="8623"/>
                  </a:moveTo>
                  <a:lnTo>
                    <a:pt x="7707" y="8790"/>
                  </a:lnTo>
                  <a:lnTo>
                    <a:pt x="7601" y="8958"/>
                  </a:lnTo>
                  <a:lnTo>
                    <a:pt x="7494" y="9141"/>
                  </a:lnTo>
                  <a:lnTo>
                    <a:pt x="7402" y="9325"/>
                  </a:lnTo>
                  <a:lnTo>
                    <a:pt x="7326" y="9523"/>
                  </a:lnTo>
                  <a:lnTo>
                    <a:pt x="7250" y="9721"/>
                  </a:lnTo>
                  <a:lnTo>
                    <a:pt x="7189" y="9920"/>
                  </a:lnTo>
                  <a:lnTo>
                    <a:pt x="7158" y="10118"/>
                  </a:lnTo>
                  <a:lnTo>
                    <a:pt x="7280" y="9966"/>
                  </a:lnTo>
                  <a:lnTo>
                    <a:pt x="7402" y="9782"/>
                  </a:lnTo>
                  <a:lnTo>
                    <a:pt x="7509" y="9599"/>
                  </a:lnTo>
                  <a:lnTo>
                    <a:pt x="7601" y="9416"/>
                  </a:lnTo>
                  <a:lnTo>
                    <a:pt x="7677" y="9218"/>
                  </a:lnTo>
                  <a:lnTo>
                    <a:pt x="7753" y="9019"/>
                  </a:lnTo>
                  <a:lnTo>
                    <a:pt x="7799" y="8821"/>
                  </a:lnTo>
                  <a:lnTo>
                    <a:pt x="7845" y="8623"/>
                  </a:lnTo>
                  <a:close/>
                  <a:moveTo>
                    <a:pt x="16818" y="10515"/>
                  </a:moveTo>
                  <a:lnTo>
                    <a:pt x="16604" y="10545"/>
                  </a:lnTo>
                  <a:lnTo>
                    <a:pt x="16406" y="10576"/>
                  </a:lnTo>
                  <a:lnTo>
                    <a:pt x="16192" y="10637"/>
                  </a:lnTo>
                  <a:lnTo>
                    <a:pt x="15994" y="10713"/>
                  </a:lnTo>
                  <a:lnTo>
                    <a:pt x="15811" y="10790"/>
                  </a:lnTo>
                  <a:lnTo>
                    <a:pt x="15612" y="10881"/>
                  </a:lnTo>
                  <a:lnTo>
                    <a:pt x="15429" y="10973"/>
                  </a:lnTo>
                  <a:lnTo>
                    <a:pt x="15261" y="11095"/>
                  </a:lnTo>
                  <a:lnTo>
                    <a:pt x="15261" y="11095"/>
                  </a:lnTo>
                  <a:lnTo>
                    <a:pt x="15475" y="11064"/>
                  </a:lnTo>
                  <a:lnTo>
                    <a:pt x="15673" y="11034"/>
                  </a:lnTo>
                  <a:lnTo>
                    <a:pt x="15872" y="10973"/>
                  </a:lnTo>
                  <a:lnTo>
                    <a:pt x="16070" y="10912"/>
                  </a:lnTo>
                  <a:lnTo>
                    <a:pt x="16268" y="10835"/>
                  </a:lnTo>
                  <a:lnTo>
                    <a:pt x="16452" y="10744"/>
                  </a:lnTo>
                  <a:lnTo>
                    <a:pt x="16635" y="10637"/>
                  </a:lnTo>
                  <a:lnTo>
                    <a:pt x="16818" y="10515"/>
                  </a:lnTo>
                  <a:close/>
                  <a:moveTo>
                    <a:pt x="21472" y="10332"/>
                  </a:moveTo>
                  <a:lnTo>
                    <a:pt x="21335" y="10500"/>
                  </a:lnTo>
                  <a:lnTo>
                    <a:pt x="21213" y="10683"/>
                  </a:lnTo>
                  <a:lnTo>
                    <a:pt x="21121" y="10866"/>
                  </a:lnTo>
                  <a:lnTo>
                    <a:pt x="21014" y="11049"/>
                  </a:lnTo>
                  <a:lnTo>
                    <a:pt x="20938" y="11232"/>
                  </a:lnTo>
                  <a:lnTo>
                    <a:pt x="20877" y="11431"/>
                  </a:lnTo>
                  <a:lnTo>
                    <a:pt x="20816" y="11644"/>
                  </a:lnTo>
                  <a:lnTo>
                    <a:pt x="20770" y="11843"/>
                  </a:lnTo>
                  <a:lnTo>
                    <a:pt x="20770" y="11843"/>
                  </a:lnTo>
                  <a:lnTo>
                    <a:pt x="20908" y="11675"/>
                  </a:lnTo>
                  <a:lnTo>
                    <a:pt x="21030" y="11507"/>
                  </a:lnTo>
                  <a:lnTo>
                    <a:pt x="21121" y="11324"/>
                  </a:lnTo>
                  <a:lnTo>
                    <a:pt x="21213" y="11141"/>
                  </a:lnTo>
                  <a:lnTo>
                    <a:pt x="21304" y="10942"/>
                  </a:lnTo>
                  <a:lnTo>
                    <a:pt x="21365" y="10744"/>
                  </a:lnTo>
                  <a:lnTo>
                    <a:pt x="21426" y="10545"/>
                  </a:lnTo>
                  <a:lnTo>
                    <a:pt x="21472" y="10332"/>
                  </a:lnTo>
                  <a:close/>
                  <a:moveTo>
                    <a:pt x="25196" y="13247"/>
                  </a:moveTo>
                  <a:lnTo>
                    <a:pt x="24982" y="13277"/>
                  </a:lnTo>
                  <a:lnTo>
                    <a:pt x="24784" y="13308"/>
                  </a:lnTo>
                  <a:lnTo>
                    <a:pt x="24585" y="13369"/>
                  </a:lnTo>
                  <a:lnTo>
                    <a:pt x="24387" y="13430"/>
                  </a:lnTo>
                  <a:lnTo>
                    <a:pt x="24189" y="13506"/>
                  </a:lnTo>
                  <a:lnTo>
                    <a:pt x="24005" y="13597"/>
                  </a:lnTo>
                  <a:lnTo>
                    <a:pt x="23822" y="13704"/>
                  </a:lnTo>
                  <a:lnTo>
                    <a:pt x="23654" y="13811"/>
                  </a:lnTo>
                  <a:lnTo>
                    <a:pt x="23654" y="13811"/>
                  </a:lnTo>
                  <a:lnTo>
                    <a:pt x="23853" y="13796"/>
                  </a:lnTo>
                  <a:lnTo>
                    <a:pt x="24066" y="13750"/>
                  </a:lnTo>
                  <a:lnTo>
                    <a:pt x="24265" y="13704"/>
                  </a:lnTo>
                  <a:lnTo>
                    <a:pt x="24463" y="13643"/>
                  </a:lnTo>
                  <a:lnTo>
                    <a:pt x="24662" y="13552"/>
                  </a:lnTo>
                  <a:lnTo>
                    <a:pt x="24845" y="13460"/>
                  </a:lnTo>
                  <a:lnTo>
                    <a:pt x="25028" y="13369"/>
                  </a:lnTo>
                  <a:lnTo>
                    <a:pt x="25196" y="13247"/>
                  </a:lnTo>
                  <a:close/>
                  <a:moveTo>
                    <a:pt x="7540" y="13704"/>
                  </a:moveTo>
                  <a:lnTo>
                    <a:pt x="7326" y="13735"/>
                  </a:lnTo>
                  <a:lnTo>
                    <a:pt x="7128" y="13781"/>
                  </a:lnTo>
                  <a:lnTo>
                    <a:pt x="6914" y="13826"/>
                  </a:lnTo>
                  <a:lnTo>
                    <a:pt x="6715" y="13903"/>
                  </a:lnTo>
                  <a:lnTo>
                    <a:pt x="6532" y="13979"/>
                  </a:lnTo>
                  <a:lnTo>
                    <a:pt x="6334" y="14071"/>
                  </a:lnTo>
                  <a:lnTo>
                    <a:pt x="6166" y="14177"/>
                  </a:lnTo>
                  <a:lnTo>
                    <a:pt x="5983" y="14284"/>
                  </a:lnTo>
                  <a:lnTo>
                    <a:pt x="6197" y="14254"/>
                  </a:lnTo>
                  <a:lnTo>
                    <a:pt x="6395" y="14223"/>
                  </a:lnTo>
                  <a:lnTo>
                    <a:pt x="6609" y="14162"/>
                  </a:lnTo>
                  <a:lnTo>
                    <a:pt x="6807" y="14101"/>
                  </a:lnTo>
                  <a:lnTo>
                    <a:pt x="6990" y="14025"/>
                  </a:lnTo>
                  <a:lnTo>
                    <a:pt x="7189" y="13933"/>
                  </a:lnTo>
                  <a:lnTo>
                    <a:pt x="7372" y="13826"/>
                  </a:lnTo>
                  <a:lnTo>
                    <a:pt x="7540" y="13704"/>
                  </a:lnTo>
                  <a:close/>
                  <a:moveTo>
                    <a:pt x="12286" y="12987"/>
                  </a:moveTo>
                  <a:lnTo>
                    <a:pt x="12163" y="13155"/>
                  </a:lnTo>
                  <a:lnTo>
                    <a:pt x="12041" y="13323"/>
                  </a:lnTo>
                  <a:lnTo>
                    <a:pt x="11935" y="13506"/>
                  </a:lnTo>
                  <a:lnTo>
                    <a:pt x="11843" y="13689"/>
                  </a:lnTo>
                  <a:lnTo>
                    <a:pt x="11767" y="13887"/>
                  </a:lnTo>
                  <a:lnTo>
                    <a:pt x="11690" y="14086"/>
                  </a:lnTo>
                  <a:lnTo>
                    <a:pt x="11645" y="14284"/>
                  </a:lnTo>
                  <a:lnTo>
                    <a:pt x="11599" y="14483"/>
                  </a:lnTo>
                  <a:lnTo>
                    <a:pt x="11736" y="14330"/>
                  </a:lnTo>
                  <a:lnTo>
                    <a:pt x="11843" y="14147"/>
                  </a:lnTo>
                  <a:lnTo>
                    <a:pt x="11950" y="13964"/>
                  </a:lnTo>
                  <a:lnTo>
                    <a:pt x="12041" y="13781"/>
                  </a:lnTo>
                  <a:lnTo>
                    <a:pt x="12133" y="13582"/>
                  </a:lnTo>
                  <a:lnTo>
                    <a:pt x="12194" y="13399"/>
                  </a:lnTo>
                  <a:lnTo>
                    <a:pt x="12255" y="13185"/>
                  </a:lnTo>
                  <a:lnTo>
                    <a:pt x="12286" y="12987"/>
                  </a:lnTo>
                  <a:close/>
                  <a:moveTo>
                    <a:pt x="18832" y="15536"/>
                  </a:moveTo>
                  <a:lnTo>
                    <a:pt x="19000" y="15658"/>
                  </a:lnTo>
                  <a:lnTo>
                    <a:pt x="19168" y="15780"/>
                  </a:lnTo>
                  <a:lnTo>
                    <a:pt x="19351" y="15887"/>
                  </a:lnTo>
                  <a:lnTo>
                    <a:pt x="19549" y="15978"/>
                  </a:lnTo>
                  <a:lnTo>
                    <a:pt x="19733" y="16054"/>
                  </a:lnTo>
                  <a:lnTo>
                    <a:pt x="19931" y="16131"/>
                  </a:lnTo>
                  <a:lnTo>
                    <a:pt x="20129" y="16192"/>
                  </a:lnTo>
                  <a:lnTo>
                    <a:pt x="20343" y="16222"/>
                  </a:lnTo>
                  <a:lnTo>
                    <a:pt x="20175" y="16100"/>
                  </a:lnTo>
                  <a:lnTo>
                    <a:pt x="20007" y="15978"/>
                  </a:lnTo>
                  <a:lnTo>
                    <a:pt x="19824" y="15871"/>
                  </a:lnTo>
                  <a:lnTo>
                    <a:pt x="19641" y="15780"/>
                  </a:lnTo>
                  <a:lnTo>
                    <a:pt x="19443" y="15703"/>
                  </a:lnTo>
                  <a:lnTo>
                    <a:pt x="19244" y="15627"/>
                  </a:lnTo>
                  <a:lnTo>
                    <a:pt x="19046" y="15581"/>
                  </a:lnTo>
                  <a:lnTo>
                    <a:pt x="18832" y="15536"/>
                  </a:lnTo>
                  <a:close/>
                  <a:moveTo>
                    <a:pt x="15429" y="16573"/>
                  </a:moveTo>
                  <a:lnTo>
                    <a:pt x="15460" y="16772"/>
                  </a:lnTo>
                  <a:lnTo>
                    <a:pt x="15490" y="16985"/>
                  </a:lnTo>
                  <a:lnTo>
                    <a:pt x="15551" y="17184"/>
                  </a:lnTo>
                  <a:lnTo>
                    <a:pt x="15612" y="17382"/>
                  </a:lnTo>
                  <a:lnTo>
                    <a:pt x="15689" y="17580"/>
                  </a:lnTo>
                  <a:lnTo>
                    <a:pt x="15780" y="17764"/>
                  </a:lnTo>
                  <a:lnTo>
                    <a:pt x="15887" y="17947"/>
                  </a:lnTo>
                  <a:lnTo>
                    <a:pt x="16009" y="18115"/>
                  </a:lnTo>
                  <a:lnTo>
                    <a:pt x="15979" y="17916"/>
                  </a:lnTo>
                  <a:lnTo>
                    <a:pt x="15933" y="17703"/>
                  </a:lnTo>
                  <a:lnTo>
                    <a:pt x="15887" y="17504"/>
                  </a:lnTo>
                  <a:lnTo>
                    <a:pt x="15811" y="17290"/>
                  </a:lnTo>
                  <a:lnTo>
                    <a:pt x="15734" y="17107"/>
                  </a:lnTo>
                  <a:lnTo>
                    <a:pt x="15643" y="16924"/>
                  </a:lnTo>
                  <a:lnTo>
                    <a:pt x="15551" y="16741"/>
                  </a:lnTo>
                  <a:lnTo>
                    <a:pt x="15429" y="16573"/>
                  </a:lnTo>
                  <a:close/>
                  <a:moveTo>
                    <a:pt x="8760" y="17764"/>
                  </a:moveTo>
                  <a:lnTo>
                    <a:pt x="8928" y="17901"/>
                  </a:lnTo>
                  <a:lnTo>
                    <a:pt x="9111" y="18008"/>
                  </a:lnTo>
                  <a:lnTo>
                    <a:pt x="9279" y="18115"/>
                  </a:lnTo>
                  <a:lnTo>
                    <a:pt x="9478" y="18206"/>
                  </a:lnTo>
                  <a:lnTo>
                    <a:pt x="9661" y="18298"/>
                  </a:lnTo>
                  <a:lnTo>
                    <a:pt x="9859" y="18359"/>
                  </a:lnTo>
                  <a:lnTo>
                    <a:pt x="10057" y="18420"/>
                  </a:lnTo>
                  <a:lnTo>
                    <a:pt x="10271" y="18450"/>
                  </a:lnTo>
                  <a:lnTo>
                    <a:pt x="10103" y="18328"/>
                  </a:lnTo>
                  <a:lnTo>
                    <a:pt x="9935" y="18206"/>
                  </a:lnTo>
                  <a:lnTo>
                    <a:pt x="9752" y="18099"/>
                  </a:lnTo>
                  <a:lnTo>
                    <a:pt x="9554" y="18008"/>
                  </a:lnTo>
                  <a:lnTo>
                    <a:pt x="9371" y="17931"/>
                  </a:lnTo>
                  <a:lnTo>
                    <a:pt x="9172" y="17855"/>
                  </a:lnTo>
                  <a:lnTo>
                    <a:pt x="8974" y="17809"/>
                  </a:lnTo>
                  <a:lnTo>
                    <a:pt x="8760" y="17764"/>
                  </a:lnTo>
                  <a:close/>
                  <a:moveTo>
                    <a:pt x="4060" y="17321"/>
                  </a:moveTo>
                  <a:lnTo>
                    <a:pt x="3923" y="17489"/>
                  </a:lnTo>
                  <a:lnTo>
                    <a:pt x="3816" y="17657"/>
                  </a:lnTo>
                  <a:lnTo>
                    <a:pt x="3709" y="17840"/>
                  </a:lnTo>
                  <a:lnTo>
                    <a:pt x="3618" y="18038"/>
                  </a:lnTo>
                  <a:lnTo>
                    <a:pt x="3526" y="18221"/>
                  </a:lnTo>
                  <a:lnTo>
                    <a:pt x="3465" y="18420"/>
                  </a:lnTo>
                  <a:lnTo>
                    <a:pt x="3404" y="18618"/>
                  </a:lnTo>
                  <a:lnTo>
                    <a:pt x="3373" y="18832"/>
                  </a:lnTo>
                  <a:lnTo>
                    <a:pt x="3496" y="18664"/>
                  </a:lnTo>
                  <a:lnTo>
                    <a:pt x="3618" y="18496"/>
                  </a:lnTo>
                  <a:lnTo>
                    <a:pt x="3724" y="18313"/>
                  </a:lnTo>
                  <a:lnTo>
                    <a:pt x="3816" y="18115"/>
                  </a:lnTo>
                  <a:lnTo>
                    <a:pt x="3892" y="17931"/>
                  </a:lnTo>
                  <a:lnTo>
                    <a:pt x="3969" y="17733"/>
                  </a:lnTo>
                  <a:lnTo>
                    <a:pt x="4014" y="17535"/>
                  </a:lnTo>
                  <a:lnTo>
                    <a:pt x="4060" y="17321"/>
                  </a:lnTo>
                  <a:close/>
                  <a:moveTo>
                    <a:pt x="20801" y="20770"/>
                  </a:moveTo>
                  <a:lnTo>
                    <a:pt x="20602" y="20800"/>
                  </a:lnTo>
                  <a:lnTo>
                    <a:pt x="20389" y="20831"/>
                  </a:lnTo>
                  <a:lnTo>
                    <a:pt x="20190" y="20892"/>
                  </a:lnTo>
                  <a:lnTo>
                    <a:pt x="19992" y="20953"/>
                  </a:lnTo>
                  <a:lnTo>
                    <a:pt x="19794" y="21029"/>
                  </a:lnTo>
                  <a:lnTo>
                    <a:pt x="19610" y="21121"/>
                  </a:lnTo>
                  <a:lnTo>
                    <a:pt x="19427" y="21228"/>
                  </a:lnTo>
                  <a:lnTo>
                    <a:pt x="19259" y="21350"/>
                  </a:lnTo>
                  <a:lnTo>
                    <a:pt x="19458" y="21319"/>
                  </a:lnTo>
                  <a:lnTo>
                    <a:pt x="19672" y="21289"/>
                  </a:lnTo>
                  <a:lnTo>
                    <a:pt x="19870" y="21228"/>
                  </a:lnTo>
                  <a:lnTo>
                    <a:pt x="20068" y="21167"/>
                  </a:lnTo>
                  <a:lnTo>
                    <a:pt x="20267" y="21090"/>
                  </a:lnTo>
                  <a:lnTo>
                    <a:pt x="20450" y="20999"/>
                  </a:lnTo>
                  <a:lnTo>
                    <a:pt x="20633" y="20892"/>
                  </a:lnTo>
                  <a:lnTo>
                    <a:pt x="20801" y="20770"/>
                  </a:lnTo>
                  <a:close/>
                  <a:moveTo>
                    <a:pt x="13338" y="21060"/>
                  </a:moveTo>
                  <a:lnTo>
                    <a:pt x="13140" y="21090"/>
                  </a:lnTo>
                  <a:lnTo>
                    <a:pt x="12942" y="21121"/>
                  </a:lnTo>
                  <a:lnTo>
                    <a:pt x="12743" y="21182"/>
                  </a:lnTo>
                  <a:lnTo>
                    <a:pt x="12545" y="21243"/>
                  </a:lnTo>
                  <a:lnTo>
                    <a:pt x="12530" y="21243"/>
                  </a:lnTo>
                  <a:lnTo>
                    <a:pt x="12347" y="21319"/>
                  </a:lnTo>
                  <a:lnTo>
                    <a:pt x="12148" y="21411"/>
                  </a:lnTo>
                  <a:lnTo>
                    <a:pt x="11965" y="21518"/>
                  </a:lnTo>
                  <a:lnTo>
                    <a:pt x="11797" y="21640"/>
                  </a:lnTo>
                  <a:lnTo>
                    <a:pt x="12011" y="21609"/>
                  </a:lnTo>
                  <a:lnTo>
                    <a:pt x="12209" y="21579"/>
                  </a:lnTo>
                  <a:lnTo>
                    <a:pt x="12408" y="21518"/>
                  </a:lnTo>
                  <a:lnTo>
                    <a:pt x="12606" y="21457"/>
                  </a:lnTo>
                  <a:lnTo>
                    <a:pt x="12804" y="21380"/>
                  </a:lnTo>
                  <a:lnTo>
                    <a:pt x="12987" y="21289"/>
                  </a:lnTo>
                  <a:lnTo>
                    <a:pt x="13171" y="21182"/>
                  </a:lnTo>
                  <a:lnTo>
                    <a:pt x="13338" y="21060"/>
                  </a:lnTo>
                  <a:close/>
                  <a:moveTo>
                    <a:pt x="1313" y="21548"/>
                  </a:moveTo>
                  <a:lnTo>
                    <a:pt x="1115" y="21579"/>
                  </a:lnTo>
                  <a:lnTo>
                    <a:pt x="901" y="21609"/>
                  </a:lnTo>
                  <a:lnTo>
                    <a:pt x="703" y="21670"/>
                  </a:lnTo>
                  <a:lnTo>
                    <a:pt x="505" y="21731"/>
                  </a:lnTo>
                  <a:lnTo>
                    <a:pt x="276" y="21838"/>
                  </a:lnTo>
                  <a:lnTo>
                    <a:pt x="47" y="21945"/>
                  </a:lnTo>
                  <a:lnTo>
                    <a:pt x="1" y="22097"/>
                  </a:lnTo>
                  <a:lnTo>
                    <a:pt x="291" y="22036"/>
                  </a:lnTo>
                  <a:lnTo>
                    <a:pt x="581" y="21945"/>
                  </a:lnTo>
                  <a:lnTo>
                    <a:pt x="779" y="21853"/>
                  </a:lnTo>
                  <a:lnTo>
                    <a:pt x="962" y="21777"/>
                  </a:lnTo>
                  <a:lnTo>
                    <a:pt x="1145" y="21670"/>
                  </a:lnTo>
                  <a:lnTo>
                    <a:pt x="1313" y="21548"/>
                  </a:lnTo>
                  <a:close/>
                  <a:moveTo>
                    <a:pt x="5754" y="20770"/>
                  </a:moveTo>
                  <a:lnTo>
                    <a:pt x="5769" y="20983"/>
                  </a:lnTo>
                  <a:lnTo>
                    <a:pt x="5815" y="21182"/>
                  </a:lnTo>
                  <a:lnTo>
                    <a:pt x="5876" y="21396"/>
                  </a:lnTo>
                  <a:lnTo>
                    <a:pt x="5937" y="21579"/>
                  </a:lnTo>
                  <a:lnTo>
                    <a:pt x="6013" y="21777"/>
                  </a:lnTo>
                  <a:lnTo>
                    <a:pt x="6105" y="21975"/>
                  </a:lnTo>
                  <a:lnTo>
                    <a:pt x="6212" y="22143"/>
                  </a:lnTo>
                  <a:lnTo>
                    <a:pt x="6319" y="22326"/>
                  </a:lnTo>
                  <a:lnTo>
                    <a:pt x="6303" y="22113"/>
                  </a:lnTo>
                  <a:lnTo>
                    <a:pt x="6258" y="21914"/>
                  </a:lnTo>
                  <a:lnTo>
                    <a:pt x="6212" y="21716"/>
                  </a:lnTo>
                  <a:lnTo>
                    <a:pt x="6136" y="21518"/>
                  </a:lnTo>
                  <a:lnTo>
                    <a:pt x="6059" y="21319"/>
                  </a:lnTo>
                  <a:lnTo>
                    <a:pt x="5968" y="21121"/>
                  </a:lnTo>
                  <a:lnTo>
                    <a:pt x="5861" y="20953"/>
                  </a:lnTo>
                  <a:lnTo>
                    <a:pt x="5754" y="20770"/>
                  </a:lnTo>
                  <a:close/>
                  <a:moveTo>
                    <a:pt x="23899" y="22922"/>
                  </a:moveTo>
                  <a:lnTo>
                    <a:pt x="23929" y="23135"/>
                  </a:lnTo>
                  <a:lnTo>
                    <a:pt x="23960" y="23334"/>
                  </a:lnTo>
                  <a:lnTo>
                    <a:pt x="24021" y="23547"/>
                  </a:lnTo>
                  <a:lnTo>
                    <a:pt x="24082" y="23746"/>
                  </a:lnTo>
                  <a:lnTo>
                    <a:pt x="24158" y="23929"/>
                  </a:lnTo>
                  <a:lnTo>
                    <a:pt x="24250" y="24127"/>
                  </a:lnTo>
                  <a:lnTo>
                    <a:pt x="24356" y="24310"/>
                  </a:lnTo>
                  <a:lnTo>
                    <a:pt x="24479" y="24478"/>
                  </a:lnTo>
                  <a:lnTo>
                    <a:pt x="24448" y="24264"/>
                  </a:lnTo>
                  <a:lnTo>
                    <a:pt x="24402" y="24066"/>
                  </a:lnTo>
                  <a:lnTo>
                    <a:pt x="24356" y="23868"/>
                  </a:lnTo>
                  <a:lnTo>
                    <a:pt x="24280" y="23669"/>
                  </a:lnTo>
                  <a:lnTo>
                    <a:pt x="24204" y="23471"/>
                  </a:lnTo>
                  <a:lnTo>
                    <a:pt x="24128" y="23288"/>
                  </a:lnTo>
                  <a:lnTo>
                    <a:pt x="24021" y="23105"/>
                  </a:lnTo>
                  <a:lnTo>
                    <a:pt x="23899" y="22922"/>
                  </a:lnTo>
                  <a:close/>
                  <a:moveTo>
                    <a:pt x="16299" y="23288"/>
                  </a:moveTo>
                  <a:lnTo>
                    <a:pt x="16162" y="23440"/>
                  </a:lnTo>
                  <a:lnTo>
                    <a:pt x="16055" y="23608"/>
                  </a:lnTo>
                  <a:lnTo>
                    <a:pt x="15948" y="23791"/>
                  </a:lnTo>
                  <a:lnTo>
                    <a:pt x="15856" y="23974"/>
                  </a:lnTo>
                  <a:lnTo>
                    <a:pt x="15765" y="24173"/>
                  </a:lnTo>
                  <a:lnTo>
                    <a:pt x="15704" y="24356"/>
                  </a:lnTo>
                  <a:lnTo>
                    <a:pt x="15643" y="24570"/>
                  </a:lnTo>
                  <a:lnTo>
                    <a:pt x="15597" y="24768"/>
                  </a:lnTo>
                  <a:lnTo>
                    <a:pt x="15734" y="24615"/>
                  </a:lnTo>
                  <a:lnTo>
                    <a:pt x="15856" y="24448"/>
                  </a:lnTo>
                  <a:lnTo>
                    <a:pt x="15948" y="24264"/>
                  </a:lnTo>
                  <a:lnTo>
                    <a:pt x="16040" y="24081"/>
                  </a:lnTo>
                  <a:lnTo>
                    <a:pt x="16131" y="23883"/>
                  </a:lnTo>
                  <a:lnTo>
                    <a:pt x="16192" y="23685"/>
                  </a:lnTo>
                  <a:lnTo>
                    <a:pt x="16253" y="23486"/>
                  </a:lnTo>
                  <a:lnTo>
                    <a:pt x="16299" y="23288"/>
                  </a:lnTo>
                  <a:close/>
                  <a:moveTo>
                    <a:pt x="9905" y="24036"/>
                  </a:moveTo>
                  <a:lnTo>
                    <a:pt x="9768" y="24188"/>
                  </a:lnTo>
                  <a:lnTo>
                    <a:pt x="9661" y="24371"/>
                  </a:lnTo>
                  <a:lnTo>
                    <a:pt x="9554" y="24539"/>
                  </a:lnTo>
                  <a:lnTo>
                    <a:pt x="9462" y="24738"/>
                  </a:lnTo>
                  <a:lnTo>
                    <a:pt x="9462" y="24722"/>
                  </a:lnTo>
                  <a:lnTo>
                    <a:pt x="9371" y="24921"/>
                  </a:lnTo>
                  <a:lnTo>
                    <a:pt x="9310" y="25119"/>
                  </a:lnTo>
                  <a:lnTo>
                    <a:pt x="9249" y="25333"/>
                  </a:lnTo>
                  <a:lnTo>
                    <a:pt x="9218" y="25531"/>
                  </a:lnTo>
                  <a:lnTo>
                    <a:pt x="9340" y="25378"/>
                  </a:lnTo>
                  <a:lnTo>
                    <a:pt x="9462" y="25195"/>
                  </a:lnTo>
                  <a:lnTo>
                    <a:pt x="9569" y="25012"/>
                  </a:lnTo>
                  <a:lnTo>
                    <a:pt x="9661" y="24829"/>
                  </a:lnTo>
                  <a:lnTo>
                    <a:pt x="9737" y="24631"/>
                  </a:lnTo>
                  <a:lnTo>
                    <a:pt x="9813" y="24432"/>
                  </a:lnTo>
                  <a:lnTo>
                    <a:pt x="9859" y="24234"/>
                  </a:lnTo>
                  <a:lnTo>
                    <a:pt x="9905" y="24036"/>
                  </a:lnTo>
                  <a:close/>
                  <a:moveTo>
                    <a:pt x="2534" y="24997"/>
                  </a:moveTo>
                  <a:lnTo>
                    <a:pt x="2702" y="25119"/>
                  </a:lnTo>
                  <a:lnTo>
                    <a:pt x="2870" y="25241"/>
                  </a:lnTo>
                  <a:lnTo>
                    <a:pt x="3053" y="25348"/>
                  </a:lnTo>
                  <a:lnTo>
                    <a:pt x="3236" y="25439"/>
                  </a:lnTo>
                  <a:lnTo>
                    <a:pt x="3434" y="25516"/>
                  </a:lnTo>
                  <a:lnTo>
                    <a:pt x="3633" y="25592"/>
                  </a:lnTo>
                  <a:lnTo>
                    <a:pt x="3831" y="25638"/>
                  </a:lnTo>
                  <a:lnTo>
                    <a:pt x="4030" y="25684"/>
                  </a:lnTo>
                  <a:lnTo>
                    <a:pt x="3877" y="25546"/>
                  </a:lnTo>
                  <a:lnTo>
                    <a:pt x="3694" y="25439"/>
                  </a:lnTo>
                  <a:lnTo>
                    <a:pt x="3511" y="25333"/>
                  </a:lnTo>
                  <a:lnTo>
                    <a:pt x="3328" y="25241"/>
                  </a:lnTo>
                  <a:lnTo>
                    <a:pt x="3129" y="25150"/>
                  </a:lnTo>
                  <a:lnTo>
                    <a:pt x="2931" y="25088"/>
                  </a:lnTo>
                  <a:lnTo>
                    <a:pt x="2733" y="25027"/>
                  </a:lnTo>
                  <a:lnTo>
                    <a:pt x="2534" y="24997"/>
                  </a:lnTo>
                  <a:close/>
                  <a:moveTo>
                    <a:pt x="19122" y="26798"/>
                  </a:moveTo>
                  <a:lnTo>
                    <a:pt x="19259" y="26920"/>
                  </a:lnTo>
                  <a:lnTo>
                    <a:pt x="19412" y="27011"/>
                  </a:lnTo>
                  <a:lnTo>
                    <a:pt x="19855" y="27011"/>
                  </a:lnTo>
                  <a:lnTo>
                    <a:pt x="19672" y="26935"/>
                  </a:lnTo>
                  <a:lnTo>
                    <a:pt x="19488" y="26874"/>
                  </a:lnTo>
                  <a:lnTo>
                    <a:pt x="19305" y="26828"/>
                  </a:lnTo>
                  <a:lnTo>
                    <a:pt x="19122" y="267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9" name="Google Shape;5629;p63"/>
            <p:cNvSpPr/>
            <p:nvPr/>
          </p:nvSpPr>
          <p:spPr>
            <a:xfrm>
              <a:off x="941225" y="3071900"/>
              <a:ext cx="95400" cy="331925"/>
            </a:xfrm>
            <a:custGeom>
              <a:avLst/>
              <a:gdLst/>
              <a:ahLst/>
              <a:cxnLst/>
              <a:rect l="l" t="t" r="r" b="b"/>
              <a:pathLst>
                <a:path w="3816" h="13277" extrusionOk="0">
                  <a:moveTo>
                    <a:pt x="16" y="0"/>
                  </a:moveTo>
                  <a:lnTo>
                    <a:pt x="1" y="16"/>
                  </a:lnTo>
                  <a:lnTo>
                    <a:pt x="1" y="31"/>
                  </a:lnTo>
                  <a:lnTo>
                    <a:pt x="443" y="718"/>
                  </a:lnTo>
                  <a:lnTo>
                    <a:pt x="871" y="1404"/>
                  </a:lnTo>
                  <a:lnTo>
                    <a:pt x="1267" y="2106"/>
                  </a:lnTo>
                  <a:lnTo>
                    <a:pt x="1649" y="2823"/>
                  </a:lnTo>
                  <a:lnTo>
                    <a:pt x="1954" y="3434"/>
                  </a:lnTo>
                  <a:lnTo>
                    <a:pt x="2259" y="4029"/>
                  </a:lnTo>
                  <a:lnTo>
                    <a:pt x="2549" y="4655"/>
                  </a:lnTo>
                  <a:lnTo>
                    <a:pt x="2809" y="5280"/>
                  </a:lnTo>
                  <a:lnTo>
                    <a:pt x="2916" y="5601"/>
                  </a:lnTo>
                  <a:lnTo>
                    <a:pt x="3022" y="5921"/>
                  </a:lnTo>
                  <a:lnTo>
                    <a:pt x="3129" y="6242"/>
                  </a:lnTo>
                  <a:lnTo>
                    <a:pt x="3205" y="6562"/>
                  </a:lnTo>
                  <a:lnTo>
                    <a:pt x="3282" y="6898"/>
                  </a:lnTo>
                  <a:lnTo>
                    <a:pt x="3343" y="7234"/>
                  </a:lnTo>
                  <a:lnTo>
                    <a:pt x="3373" y="7569"/>
                  </a:lnTo>
                  <a:lnTo>
                    <a:pt x="3404" y="7920"/>
                  </a:lnTo>
                  <a:lnTo>
                    <a:pt x="3404" y="8271"/>
                  </a:lnTo>
                  <a:lnTo>
                    <a:pt x="3389" y="8607"/>
                  </a:lnTo>
                  <a:lnTo>
                    <a:pt x="3358" y="8943"/>
                  </a:lnTo>
                  <a:lnTo>
                    <a:pt x="3297" y="9279"/>
                  </a:lnTo>
                  <a:lnTo>
                    <a:pt x="3236" y="9614"/>
                  </a:lnTo>
                  <a:lnTo>
                    <a:pt x="3144" y="9950"/>
                  </a:lnTo>
                  <a:lnTo>
                    <a:pt x="3053" y="10270"/>
                  </a:lnTo>
                  <a:lnTo>
                    <a:pt x="2946" y="10591"/>
                  </a:lnTo>
                  <a:lnTo>
                    <a:pt x="2839" y="10911"/>
                  </a:lnTo>
                  <a:lnTo>
                    <a:pt x="2702" y="11232"/>
                  </a:lnTo>
                  <a:lnTo>
                    <a:pt x="2442" y="11873"/>
                  </a:lnTo>
                  <a:lnTo>
                    <a:pt x="2153" y="12498"/>
                  </a:lnTo>
                  <a:lnTo>
                    <a:pt x="1863" y="13109"/>
                  </a:lnTo>
                  <a:lnTo>
                    <a:pt x="1863" y="13155"/>
                  </a:lnTo>
                  <a:lnTo>
                    <a:pt x="1863" y="13200"/>
                  </a:lnTo>
                  <a:lnTo>
                    <a:pt x="1878" y="13231"/>
                  </a:lnTo>
                  <a:lnTo>
                    <a:pt x="1908" y="13261"/>
                  </a:lnTo>
                  <a:lnTo>
                    <a:pt x="1954" y="13277"/>
                  </a:lnTo>
                  <a:lnTo>
                    <a:pt x="1985" y="13277"/>
                  </a:lnTo>
                  <a:lnTo>
                    <a:pt x="2015" y="13261"/>
                  </a:lnTo>
                  <a:lnTo>
                    <a:pt x="2046" y="13216"/>
                  </a:lnTo>
                  <a:lnTo>
                    <a:pt x="2442" y="12529"/>
                  </a:lnTo>
                  <a:lnTo>
                    <a:pt x="2793" y="11812"/>
                  </a:lnTo>
                  <a:lnTo>
                    <a:pt x="3129" y="11095"/>
                  </a:lnTo>
                  <a:lnTo>
                    <a:pt x="3419" y="10347"/>
                  </a:lnTo>
                  <a:lnTo>
                    <a:pt x="3526" y="10026"/>
                  </a:lnTo>
                  <a:lnTo>
                    <a:pt x="3618" y="9691"/>
                  </a:lnTo>
                  <a:lnTo>
                    <a:pt x="3694" y="9355"/>
                  </a:lnTo>
                  <a:lnTo>
                    <a:pt x="3740" y="9019"/>
                  </a:lnTo>
                  <a:lnTo>
                    <a:pt x="3785" y="8668"/>
                  </a:lnTo>
                  <a:lnTo>
                    <a:pt x="3801" y="8332"/>
                  </a:lnTo>
                  <a:lnTo>
                    <a:pt x="3816" y="7981"/>
                  </a:lnTo>
                  <a:lnTo>
                    <a:pt x="3801" y="7630"/>
                  </a:lnTo>
                  <a:lnTo>
                    <a:pt x="3755" y="7295"/>
                  </a:lnTo>
                  <a:lnTo>
                    <a:pt x="3694" y="6959"/>
                  </a:lnTo>
                  <a:lnTo>
                    <a:pt x="3633" y="6623"/>
                  </a:lnTo>
                  <a:lnTo>
                    <a:pt x="3541" y="6288"/>
                  </a:lnTo>
                  <a:lnTo>
                    <a:pt x="3450" y="5967"/>
                  </a:lnTo>
                  <a:lnTo>
                    <a:pt x="3328" y="5631"/>
                  </a:lnTo>
                  <a:lnTo>
                    <a:pt x="3205" y="5311"/>
                  </a:lnTo>
                  <a:lnTo>
                    <a:pt x="3068" y="5006"/>
                  </a:lnTo>
                  <a:lnTo>
                    <a:pt x="2824" y="4487"/>
                  </a:lnTo>
                  <a:lnTo>
                    <a:pt x="2549" y="3983"/>
                  </a:lnTo>
                  <a:lnTo>
                    <a:pt x="2275" y="3480"/>
                  </a:lnTo>
                  <a:lnTo>
                    <a:pt x="1969" y="2991"/>
                  </a:lnTo>
                  <a:lnTo>
                    <a:pt x="1786" y="2427"/>
                  </a:lnTo>
                  <a:lnTo>
                    <a:pt x="1557" y="1847"/>
                  </a:lnTo>
                  <a:lnTo>
                    <a:pt x="1313" y="1297"/>
                  </a:lnTo>
                  <a:lnTo>
                    <a:pt x="1039" y="748"/>
                  </a:lnTo>
                  <a:lnTo>
                    <a:pt x="1023" y="763"/>
                  </a:lnTo>
                  <a:lnTo>
                    <a:pt x="1374" y="1664"/>
                  </a:lnTo>
                  <a:lnTo>
                    <a:pt x="1695" y="2564"/>
                  </a:lnTo>
                  <a:lnTo>
                    <a:pt x="1695" y="2564"/>
                  </a:lnTo>
                  <a:lnTo>
                    <a:pt x="871" y="1297"/>
                  </a:lnTo>
                  <a:lnTo>
                    <a:pt x="459" y="656"/>
                  </a:lnTo>
                  <a:lnTo>
                    <a:pt x="62" y="16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0" name="Google Shape;5630;p63"/>
            <p:cNvSpPr/>
            <p:nvPr/>
          </p:nvSpPr>
          <p:spPr>
            <a:xfrm>
              <a:off x="1141900" y="3578925"/>
              <a:ext cx="479600" cy="76700"/>
            </a:xfrm>
            <a:custGeom>
              <a:avLst/>
              <a:gdLst/>
              <a:ahLst/>
              <a:cxnLst/>
              <a:rect l="l" t="t" r="r" b="b"/>
              <a:pathLst>
                <a:path w="19184" h="3068" extrusionOk="0">
                  <a:moveTo>
                    <a:pt x="535" y="0"/>
                  </a:moveTo>
                  <a:lnTo>
                    <a:pt x="1" y="3068"/>
                  </a:lnTo>
                  <a:lnTo>
                    <a:pt x="16955" y="3068"/>
                  </a:lnTo>
                  <a:lnTo>
                    <a:pt x="17138" y="3052"/>
                  </a:lnTo>
                  <a:lnTo>
                    <a:pt x="17321" y="3022"/>
                  </a:lnTo>
                  <a:lnTo>
                    <a:pt x="17489" y="2976"/>
                  </a:lnTo>
                  <a:lnTo>
                    <a:pt x="17642" y="2930"/>
                  </a:lnTo>
                  <a:lnTo>
                    <a:pt x="17810" y="2854"/>
                  </a:lnTo>
                  <a:lnTo>
                    <a:pt x="17962" y="2778"/>
                  </a:lnTo>
                  <a:lnTo>
                    <a:pt x="18100" y="2686"/>
                  </a:lnTo>
                  <a:lnTo>
                    <a:pt x="18237" y="2579"/>
                  </a:lnTo>
                  <a:lnTo>
                    <a:pt x="18359" y="2457"/>
                  </a:lnTo>
                  <a:lnTo>
                    <a:pt x="18481" y="2335"/>
                  </a:lnTo>
                  <a:lnTo>
                    <a:pt x="18588" y="2198"/>
                  </a:lnTo>
                  <a:lnTo>
                    <a:pt x="18679" y="2060"/>
                  </a:lnTo>
                  <a:lnTo>
                    <a:pt x="18756" y="1908"/>
                  </a:lnTo>
                  <a:lnTo>
                    <a:pt x="18832" y="1740"/>
                  </a:lnTo>
                  <a:lnTo>
                    <a:pt x="18893" y="1572"/>
                  </a:lnTo>
                  <a:lnTo>
                    <a:pt x="18939" y="1404"/>
                  </a:lnTo>
                  <a:lnTo>
                    <a:pt x="19183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1" name="Google Shape;5631;p63"/>
            <p:cNvSpPr/>
            <p:nvPr/>
          </p:nvSpPr>
          <p:spPr>
            <a:xfrm>
              <a:off x="1106800" y="3578925"/>
              <a:ext cx="90450" cy="76700"/>
            </a:xfrm>
            <a:custGeom>
              <a:avLst/>
              <a:gdLst/>
              <a:ahLst/>
              <a:cxnLst/>
              <a:rect l="l" t="t" r="r" b="b"/>
              <a:pathLst>
                <a:path w="3618" h="3068" extrusionOk="0">
                  <a:moveTo>
                    <a:pt x="275" y="0"/>
                  </a:moveTo>
                  <a:lnTo>
                    <a:pt x="31" y="1404"/>
                  </a:lnTo>
                  <a:lnTo>
                    <a:pt x="16" y="1557"/>
                  </a:lnTo>
                  <a:lnTo>
                    <a:pt x="1" y="1709"/>
                  </a:lnTo>
                  <a:lnTo>
                    <a:pt x="16" y="1862"/>
                  </a:lnTo>
                  <a:lnTo>
                    <a:pt x="47" y="2015"/>
                  </a:lnTo>
                  <a:lnTo>
                    <a:pt x="92" y="2167"/>
                  </a:lnTo>
                  <a:lnTo>
                    <a:pt x="138" y="2320"/>
                  </a:lnTo>
                  <a:lnTo>
                    <a:pt x="214" y="2442"/>
                  </a:lnTo>
                  <a:lnTo>
                    <a:pt x="306" y="2579"/>
                  </a:lnTo>
                  <a:lnTo>
                    <a:pt x="413" y="2686"/>
                  </a:lnTo>
                  <a:lnTo>
                    <a:pt x="535" y="2793"/>
                  </a:lnTo>
                  <a:lnTo>
                    <a:pt x="672" y="2869"/>
                  </a:lnTo>
                  <a:lnTo>
                    <a:pt x="810" y="2945"/>
                  </a:lnTo>
                  <a:lnTo>
                    <a:pt x="947" y="3007"/>
                  </a:lnTo>
                  <a:lnTo>
                    <a:pt x="1100" y="3037"/>
                  </a:lnTo>
                  <a:lnTo>
                    <a:pt x="1252" y="3068"/>
                  </a:lnTo>
                  <a:lnTo>
                    <a:pt x="1405" y="3068"/>
                  </a:lnTo>
                  <a:lnTo>
                    <a:pt x="1588" y="3052"/>
                  </a:lnTo>
                  <a:lnTo>
                    <a:pt x="1756" y="3022"/>
                  </a:lnTo>
                  <a:lnTo>
                    <a:pt x="1924" y="2976"/>
                  </a:lnTo>
                  <a:lnTo>
                    <a:pt x="2091" y="2930"/>
                  </a:lnTo>
                  <a:lnTo>
                    <a:pt x="2244" y="2854"/>
                  </a:lnTo>
                  <a:lnTo>
                    <a:pt x="2397" y="2778"/>
                  </a:lnTo>
                  <a:lnTo>
                    <a:pt x="2534" y="2686"/>
                  </a:lnTo>
                  <a:lnTo>
                    <a:pt x="2671" y="2579"/>
                  </a:lnTo>
                  <a:lnTo>
                    <a:pt x="2793" y="2457"/>
                  </a:lnTo>
                  <a:lnTo>
                    <a:pt x="2916" y="2335"/>
                  </a:lnTo>
                  <a:lnTo>
                    <a:pt x="3022" y="2198"/>
                  </a:lnTo>
                  <a:lnTo>
                    <a:pt x="3114" y="2060"/>
                  </a:lnTo>
                  <a:lnTo>
                    <a:pt x="3190" y="1908"/>
                  </a:lnTo>
                  <a:lnTo>
                    <a:pt x="3267" y="1740"/>
                  </a:lnTo>
                  <a:lnTo>
                    <a:pt x="3328" y="1572"/>
                  </a:lnTo>
                  <a:lnTo>
                    <a:pt x="3358" y="1404"/>
                  </a:lnTo>
                  <a:lnTo>
                    <a:pt x="36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2" name="Google Shape;5632;p63"/>
            <p:cNvSpPr/>
            <p:nvPr/>
          </p:nvSpPr>
          <p:spPr>
            <a:xfrm>
              <a:off x="1183500" y="2992150"/>
              <a:ext cx="541375" cy="663475"/>
            </a:xfrm>
            <a:custGeom>
              <a:avLst/>
              <a:gdLst/>
              <a:ahLst/>
              <a:cxnLst/>
              <a:rect l="l" t="t" r="r" b="b"/>
              <a:pathLst>
                <a:path w="21655" h="26539" extrusionOk="0">
                  <a:moveTo>
                    <a:pt x="6181" y="1"/>
                  </a:moveTo>
                  <a:lnTo>
                    <a:pt x="5997" y="31"/>
                  </a:lnTo>
                  <a:lnTo>
                    <a:pt x="5830" y="77"/>
                  </a:lnTo>
                  <a:lnTo>
                    <a:pt x="5677" y="123"/>
                  </a:lnTo>
                  <a:lnTo>
                    <a:pt x="5509" y="199"/>
                  </a:lnTo>
                  <a:lnTo>
                    <a:pt x="5372" y="276"/>
                  </a:lnTo>
                  <a:lnTo>
                    <a:pt x="5219" y="367"/>
                  </a:lnTo>
                  <a:lnTo>
                    <a:pt x="5082" y="489"/>
                  </a:lnTo>
                  <a:lnTo>
                    <a:pt x="4960" y="596"/>
                  </a:lnTo>
                  <a:lnTo>
                    <a:pt x="4838" y="733"/>
                  </a:lnTo>
                  <a:lnTo>
                    <a:pt x="4731" y="871"/>
                  </a:lnTo>
                  <a:lnTo>
                    <a:pt x="4639" y="1008"/>
                  </a:lnTo>
                  <a:lnTo>
                    <a:pt x="4548" y="1161"/>
                  </a:lnTo>
                  <a:lnTo>
                    <a:pt x="4487" y="1329"/>
                  </a:lnTo>
                  <a:lnTo>
                    <a:pt x="4426" y="1496"/>
                  </a:lnTo>
                  <a:lnTo>
                    <a:pt x="4395" y="1664"/>
                  </a:lnTo>
                  <a:lnTo>
                    <a:pt x="0" y="26539"/>
                  </a:lnTo>
                  <a:lnTo>
                    <a:pt x="15306" y="26539"/>
                  </a:lnTo>
                  <a:lnTo>
                    <a:pt x="15489" y="26523"/>
                  </a:lnTo>
                  <a:lnTo>
                    <a:pt x="15657" y="26493"/>
                  </a:lnTo>
                  <a:lnTo>
                    <a:pt x="15825" y="26447"/>
                  </a:lnTo>
                  <a:lnTo>
                    <a:pt x="15993" y="26401"/>
                  </a:lnTo>
                  <a:lnTo>
                    <a:pt x="16146" y="26325"/>
                  </a:lnTo>
                  <a:lnTo>
                    <a:pt x="16298" y="26249"/>
                  </a:lnTo>
                  <a:lnTo>
                    <a:pt x="16451" y="26142"/>
                  </a:lnTo>
                  <a:lnTo>
                    <a:pt x="16573" y="26050"/>
                  </a:lnTo>
                  <a:lnTo>
                    <a:pt x="16710" y="25928"/>
                  </a:lnTo>
                  <a:lnTo>
                    <a:pt x="16817" y="25806"/>
                  </a:lnTo>
                  <a:lnTo>
                    <a:pt x="16924" y="25669"/>
                  </a:lnTo>
                  <a:lnTo>
                    <a:pt x="17015" y="25516"/>
                  </a:lnTo>
                  <a:lnTo>
                    <a:pt x="17107" y="25364"/>
                  </a:lnTo>
                  <a:lnTo>
                    <a:pt x="17168" y="25211"/>
                  </a:lnTo>
                  <a:lnTo>
                    <a:pt x="17229" y="25043"/>
                  </a:lnTo>
                  <a:lnTo>
                    <a:pt x="17275" y="24875"/>
                  </a:lnTo>
                  <a:lnTo>
                    <a:pt x="21655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3" name="Google Shape;5633;p63"/>
            <p:cNvSpPr/>
            <p:nvPr/>
          </p:nvSpPr>
          <p:spPr>
            <a:xfrm>
              <a:off x="1320075" y="2992150"/>
              <a:ext cx="481475" cy="125550"/>
            </a:xfrm>
            <a:custGeom>
              <a:avLst/>
              <a:gdLst/>
              <a:ahLst/>
              <a:cxnLst/>
              <a:rect l="l" t="t" r="r" b="b"/>
              <a:pathLst>
                <a:path w="19259" h="5022" extrusionOk="0">
                  <a:moveTo>
                    <a:pt x="885" y="1"/>
                  </a:moveTo>
                  <a:lnTo>
                    <a:pt x="0" y="5022"/>
                  </a:lnTo>
                  <a:lnTo>
                    <a:pt x="18633" y="5022"/>
                  </a:lnTo>
                  <a:lnTo>
                    <a:pt x="19228" y="1664"/>
                  </a:lnTo>
                  <a:lnTo>
                    <a:pt x="19244" y="1496"/>
                  </a:lnTo>
                  <a:lnTo>
                    <a:pt x="19259" y="1329"/>
                  </a:lnTo>
                  <a:lnTo>
                    <a:pt x="19244" y="1161"/>
                  </a:lnTo>
                  <a:lnTo>
                    <a:pt x="19213" y="1008"/>
                  </a:lnTo>
                  <a:lnTo>
                    <a:pt x="19167" y="871"/>
                  </a:lnTo>
                  <a:lnTo>
                    <a:pt x="19106" y="733"/>
                  </a:lnTo>
                  <a:lnTo>
                    <a:pt x="19030" y="596"/>
                  </a:lnTo>
                  <a:lnTo>
                    <a:pt x="18938" y="489"/>
                  </a:lnTo>
                  <a:lnTo>
                    <a:pt x="18847" y="382"/>
                  </a:lnTo>
                  <a:lnTo>
                    <a:pt x="18740" y="276"/>
                  </a:lnTo>
                  <a:lnTo>
                    <a:pt x="18618" y="199"/>
                  </a:lnTo>
                  <a:lnTo>
                    <a:pt x="18481" y="123"/>
                  </a:lnTo>
                  <a:lnTo>
                    <a:pt x="18343" y="62"/>
                  </a:lnTo>
                  <a:lnTo>
                    <a:pt x="18191" y="31"/>
                  </a:lnTo>
                  <a:lnTo>
                    <a:pt x="18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4" name="Google Shape;5634;p63"/>
            <p:cNvSpPr/>
            <p:nvPr/>
          </p:nvSpPr>
          <p:spPr>
            <a:xfrm>
              <a:off x="1278475" y="2992150"/>
              <a:ext cx="98850" cy="125550"/>
            </a:xfrm>
            <a:custGeom>
              <a:avLst/>
              <a:gdLst/>
              <a:ahLst/>
              <a:cxnLst/>
              <a:rect l="l" t="t" r="r" b="b"/>
              <a:pathLst>
                <a:path w="3954" h="5022" extrusionOk="0">
                  <a:moveTo>
                    <a:pt x="2382" y="1"/>
                  </a:moveTo>
                  <a:lnTo>
                    <a:pt x="2214" y="31"/>
                  </a:lnTo>
                  <a:lnTo>
                    <a:pt x="2046" y="77"/>
                  </a:lnTo>
                  <a:lnTo>
                    <a:pt x="1878" y="123"/>
                  </a:lnTo>
                  <a:lnTo>
                    <a:pt x="1725" y="199"/>
                  </a:lnTo>
                  <a:lnTo>
                    <a:pt x="1573" y="276"/>
                  </a:lnTo>
                  <a:lnTo>
                    <a:pt x="1420" y="367"/>
                  </a:lnTo>
                  <a:lnTo>
                    <a:pt x="1283" y="489"/>
                  </a:lnTo>
                  <a:lnTo>
                    <a:pt x="1161" y="596"/>
                  </a:lnTo>
                  <a:lnTo>
                    <a:pt x="1039" y="733"/>
                  </a:lnTo>
                  <a:lnTo>
                    <a:pt x="932" y="871"/>
                  </a:lnTo>
                  <a:lnTo>
                    <a:pt x="840" y="1008"/>
                  </a:lnTo>
                  <a:lnTo>
                    <a:pt x="749" y="1161"/>
                  </a:lnTo>
                  <a:lnTo>
                    <a:pt x="688" y="1329"/>
                  </a:lnTo>
                  <a:lnTo>
                    <a:pt x="627" y="1496"/>
                  </a:lnTo>
                  <a:lnTo>
                    <a:pt x="596" y="1664"/>
                  </a:lnTo>
                  <a:lnTo>
                    <a:pt x="1" y="5022"/>
                  </a:lnTo>
                  <a:lnTo>
                    <a:pt x="3328" y="5022"/>
                  </a:lnTo>
                  <a:lnTo>
                    <a:pt x="3923" y="1664"/>
                  </a:lnTo>
                  <a:lnTo>
                    <a:pt x="3938" y="1496"/>
                  </a:lnTo>
                  <a:lnTo>
                    <a:pt x="3953" y="1329"/>
                  </a:lnTo>
                  <a:lnTo>
                    <a:pt x="3938" y="1161"/>
                  </a:lnTo>
                  <a:lnTo>
                    <a:pt x="3908" y="1008"/>
                  </a:lnTo>
                  <a:lnTo>
                    <a:pt x="3862" y="871"/>
                  </a:lnTo>
                  <a:lnTo>
                    <a:pt x="3801" y="733"/>
                  </a:lnTo>
                  <a:lnTo>
                    <a:pt x="3724" y="596"/>
                  </a:lnTo>
                  <a:lnTo>
                    <a:pt x="3648" y="489"/>
                  </a:lnTo>
                  <a:lnTo>
                    <a:pt x="3541" y="382"/>
                  </a:lnTo>
                  <a:lnTo>
                    <a:pt x="3435" y="276"/>
                  </a:lnTo>
                  <a:lnTo>
                    <a:pt x="3312" y="199"/>
                  </a:lnTo>
                  <a:lnTo>
                    <a:pt x="3175" y="123"/>
                  </a:lnTo>
                  <a:lnTo>
                    <a:pt x="3038" y="62"/>
                  </a:lnTo>
                  <a:lnTo>
                    <a:pt x="2885" y="31"/>
                  </a:lnTo>
                  <a:lnTo>
                    <a:pt x="2717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5" name="Google Shape;5635;p63"/>
            <p:cNvSpPr/>
            <p:nvPr/>
          </p:nvSpPr>
          <p:spPr>
            <a:xfrm>
              <a:off x="1423850" y="3232500"/>
              <a:ext cx="307500" cy="403300"/>
            </a:xfrm>
            <a:custGeom>
              <a:avLst/>
              <a:gdLst/>
              <a:ahLst/>
              <a:cxnLst/>
              <a:rect l="l" t="t" r="r" b="b"/>
              <a:pathLst>
                <a:path w="12300" h="16132" extrusionOk="0">
                  <a:moveTo>
                    <a:pt x="9782" y="1"/>
                  </a:moveTo>
                  <a:lnTo>
                    <a:pt x="8775" y="199"/>
                  </a:lnTo>
                  <a:lnTo>
                    <a:pt x="7524" y="2931"/>
                  </a:lnTo>
                  <a:lnTo>
                    <a:pt x="7188" y="2931"/>
                  </a:lnTo>
                  <a:lnTo>
                    <a:pt x="7005" y="2916"/>
                  </a:lnTo>
                  <a:lnTo>
                    <a:pt x="6822" y="2870"/>
                  </a:lnTo>
                  <a:lnTo>
                    <a:pt x="6623" y="2824"/>
                  </a:lnTo>
                  <a:lnTo>
                    <a:pt x="6425" y="2763"/>
                  </a:lnTo>
                  <a:lnTo>
                    <a:pt x="6028" y="2626"/>
                  </a:lnTo>
                  <a:lnTo>
                    <a:pt x="5616" y="2458"/>
                  </a:lnTo>
                  <a:lnTo>
                    <a:pt x="5204" y="2259"/>
                  </a:lnTo>
                  <a:lnTo>
                    <a:pt x="4380" y="1893"/>
                  </a:lnTo>
                  <a:lnTo>
                    <a:pt x="3983" y="1741"/>
                  </a:lnTo>
                  <a:lnTo>
                    <a:pt x="3602" y="1603"/>
                  </a:lnTo>
                  <a:lnTo>
                    <a:pt x="3418" y="1557"/>
                  </a:lnTo>
                  <a:lnTo>
                    <a:pt x="3235" y="1527"/>
                  </a:lnTo>
                  <a:lnTo>
                    <a:pt x="3067" y="1496"/>
                  </a:lnTo>
                  <a:lnTo>
                    <a:pt x="2900" y="1496"/>
                  </a:lnTo>
                  <a:lnTo>
                    <a:pt x="2747" y="1512"/>
                  </a:lnTo>
                  <a:lnTo>
                    <a:pt x="2594" y="1542"/>
                  </a:lnTo>
                  <a:lnTo>
                    <a:pt x="2457" y="1588"/>
                  </a:lnTo>
                  <a:lnTo>
                    <a:pt x="2320" y="1664"/>
                  </a:lnTo>
                  <a:lnTo>
                    <a:pt x="2198" y="1756"/>
                  </a:lnTo>
                  <a:lnTo>
                    <a:pt x="2091" y="1878"/>
                  </a:lnTo>
                  <a:lnTo>
                    <a:pt x="1999" y="2031"/>
                  </a:lnTo>
                  <a:lnTo>
                    <a:pt x="1908" y="2198"/>
                  </a:lnTo>
                  <a:lnTo>
                    <a:pt x="1862" y="2305"/>
                  </a:lnTo>
                  <a:lnTo>
                    <a:pt x="1831" y="2427"/>
                  </a:lnTo>
                  <a:lnTo>
                    <a:pt x="1816" y="2549"/>
                  </a:lnTo>
                  <a:lnTo>
                    <a:pt x="1801" y="2656"/>
                  </a:lnTo>
                  <a:lnTo>
                    <a:pt x="1801" y="2778"/>
                  </a:lnTo>
                  <a:lnTo>
                    <a:pt x="1816" y="2885"/>
                  </a:lnTo>
                  <a:lnTo>
                    <a:pt x="1862" y="3114"/>
                  </a:lnTo>
                  <a:lnTo>
                    <a:pt x="1938" y="3328"/>
                  </a:lnTo>
                  <a:lnTo>
                    <a:pt x="2030" y="3541"/>
                  </a:lnTo>
                  <a:lnTo>
                    <a:pt x="2137" y="3755"/>
                  </a:lnTo>
                  <a:lnTo>
                    <a:pt x="2259" y="3938"/>
                  </a:lnTo>
                  <a:lnTo>
                    <a:pt x="2381" y="4121"/>
                  </a:lnTo>
                  <a:lnTo>
                    <a:pt x="2518" y="4274"/>
                  </a:lnTo>
                  <a:lnTo>
                    <a:pt x="2762" y="4533"/>
                  </a:lnTo>
                  <a:lnTo>
                    <a:pt x="2930" y="4716"/>
                  </a:lnTo>
                  <a:lnTo>
                    <a:pt x="3006" y="4777"/>
                  </a:lnTo>
                  <a:lnTo>
                    <a:pt x="2900" y="4732"/>
                  </a:lnTo>
                  <a:lnTo>
                    <a:pt x="2625" y="4640"/>
                  </a:lnTo>
                  <a:lnTo>
                    <a:pt x="2442" y="4594"/>
                  </a:lnTo>
                  <a:lnTo>
                    <a:pt x="2243" y="4564"/>
                  </a:lnTo>
                  <a:lnTo>
                    <a:pt x="2015" y="4518"/>
                  </a:lnTo>
                  <a:lnTo>
                    <a:pt x="1786" y="4503"/>
                  </a:lnTo>
                  <a:lnTo>
                    <a:pt x="1557" y="4503"/>
                  </a:lnTo>
                  <a:lnTo>
                    <a:pt x="1328" y="4533"/>
                  </a:lnTo>
                  <a:lnTo>
                    <a:pt x="1206" y="4564"/>
                  </a:lnTo>
                  <a:lnTo>
                    <a:pt x="1099" y="4594"/>
                  </a:lnTo>
                  <a:lnTo>
                    <a:pt x="992" y="4640"/>
                  </a:lnTo>
                  <a:lnTo>
                    <a:pt x="885" y="4686"/>
                  </a:lnTo>
                  <a:lnTo>
                    <a:pt x="794" y="4747"/>
                  </a:lnTo>
                  <a:lnTo>
                    <a:pt x="702" y="4823"/>
                  </a:lnTo>
                  <a:lnTo>
                    <a:pt x="626" y="4899"/>
                  </a:lnTo>
                  <a:lnTo>
                    <a:pt x="550" y="5006"/>
                  </a:lnTo>
                  <a:lnTo>
                    <a:pt x="473" y="5113"/>
                  </a:lnTo>
                  <a:lnTo>
                    <a:pt x="427" y="5235"/>
                  </a:lnTo>
                  <a:lnTo>
                    <a:pt x="382" y="5373"/>
                  </a:lnTo>
                  <a:lnTo>
                    <a:pt x="336" y="5525"/>
                  </a:lnTo>
                  <a:lnTo>
                    <a:pt x="321" y="5693"/>
                  </a:lnTo>
                  <a:lnTo>
                    <a:pt x="321" y="5830"/>
                  </a:lnTo>
                  <a:lnTo>
                    <a:pt x="321" y="5983"/>
                  </a:lnTo>
                  <a:lnTo>
                    <a:pt x="351" y="6120"/>
                  </a:lnTo>
                  <a:lnTo>
                    <a:pt x="382" y="6273"/>
                  </a:lnTo>
                  <a:lnTo>
                    <a:pt x="427" y="6395"/>
                  </a:lnTo>
                  <a:lnTo>
                    <a:pt x="488" y="6532"/>
                  </a:lnTo>
                  <a:lnTo>
                    <a:pt x="565" y="6654"/>
                  </a:lnTo>
                  <a:lnTo>
                    <a:pt x="717" y="6899"/>
                  </a:lnTo>
                  <a:lnTo>
                    <a:pt x="916" y="7127"/>
                  </a:lnTo>
                  <a:lnTo>
                    <a:pt x="1114" y="7341"/>
                  </a:lnTo>
                  <a:lnTo>
                    <a:pt x="1343" y="7524"/>
                  </a:lnTo>
                  <a:lnTo>
                    <a:pt x="1557" y="7692"/>
                  </a:lnTo>
                  <a:lnTo>
                    <a:pt x="1786" y="7845"/>
                  </a:lnTo>
                  <a:lnTo>
                    <a:pt x="1984" y="7967"/>
                  </a:lnTo>
                  <a:lnTo>
                    <a:pt x="2167" y="8074"/>
                  </a:lnTo>
                  <a:lnTo>
                    <a:pt x="2457" y="8226"/>
                  </a:lnTo>
                  <a:lnTo>
                    <a:pt x="2564" y="8272"/>
                  </a:lnTo>
                  <a:lnTo>
                    <a:pt x="2457" y="8257"/>
                  </a:lnTo>
                  <a:lnTo>
                    <a:pt x="2182" y="8211"/>
                  </a:lnTo>
                  <a:lnTo>
                    <a:pt x="1999" y="8196"/>
                  </a:lnTo>
                  <a:lnTo>
                    <a:pt x="1786" y="8180"/>
                  </a:lnTo>
                  <a:lnTo>
                    <a:pt x="1557" y="8180"/>
                  </a:lnTo>
                  <a:lnTo>
                    <a:pt x="1328" y="8196"/>
                  </a:lnTo>
                  <a:lnTo>
                    <a:pt x="1099" y="8241"/>
                  </a:lnTo>
                  <a:lnTo>
                    <a:pt x="870" y="8287"/>
                  </a:lnTo>
                  <a:lnTo>
                    <a:pt x="656" y="8379"/>
                  </a:lnTo>
                  <a:lnTo>
                    <a:pt x="550" y="8425"/>
                  </a:lnTo>
                  <a:lnTo>
                    <a:pt x="458" y="8486"/>
                  </a:lnTo>
                  <a:lnTo>
                    <a:pt x="366" y="8562"/>
                  </a:lnTo>
                  <a:lnTo>
                    <a:pt x="290" y="8638"/>
                  </a:lnTo>
                  <a:lnTo>
                    <a:pt x="214" y="8730"/>
                  </a:lnTo>
                  <a:lnTo>
                    <a:pt x="153" y="8837"/>
                  </a:lnTo>
                  <a:lnTo>
                    <a:pt x="92" y="8943"/>
                  </a:lnTo>
                  <a:lnTo>
                    <a:pt x="46" y="9066"/>
                  </a:lnTo>
                  <a:lnTo>
                    <a:pt x="15" y="9203"/>
                  </a:lnTo>
                  <a:lnTo>
                    <a:pt x="0" y="9340"/>
                  </a:lnTo>
                  <a:lnTo>
                    <a:pt x="0" y="9493"/>
                  </a:lnTo>
                  <a:lnTo>
                    <a:pt x="0" y="9630"/>
                  </a:lnTo>
                  <a:lnTo>
                    <a:pt x="31" y="9783"/>
                  </a:lnTo>
                  <a:lnTo>
                    <a:pt x="76" y="9920"/>
                  </a:lnTo>
                  <a:lnTo>
                    <a:pt x="122" y="10057"/>
                  </a:lnTo>
                  <a:lnTo>
                    <a:pt x="183" y="10195"/>
                  </a:lnTo>
                  <a:lnTo>
                    <a:pt x="260" y="10317"/>
                  </a:lnTo>
                  <a:lnTo>
                    <a:pt x="336" y="10439"/>
                  </a:lnTo>
                  <a:lnTo>
                    <a:pt x="519" y="10683"/>
                  </a:lnTo>
                  <a:lnTo>
                    <a:pt x="733" y="10912"/>
                  </a:lnTo>
                  <a:lnTo>
                    <a:pt x="962" y="11110"/>
                  </a:lnTo>
                  <a:lnTo>
                    <a:pt x="1190" y="11294"/>
                  </a:lnTo>
                  <a:lnTo>
                    <a:pt x="1435" y="11461"/>
                  </a:lnTo>
                  <a:lnTo>
                    <a:pt x="1664" y="11614"/>
                  </a:lnTo>
                  <a:lnTo>
                    <a:pt x="2076" y="11858"/>
                  </a:lnTo>
                  <a:lnTo>
                    <a:pt x="2366" y="11995"/>
                  </a:lnTo>
                  <a:lnTo>
                    <a:pt x="2488" y="12041"/>
                  </a:lnTo>
                  <a:lnTo>
                    <a:pt x="2411" y="12041"/>
                  </a:lnTo>
                  <a:lnTo>
                    <a:pt x="2198" y="12026"/>
                  </a:lnTo>
                  <a:lnTo>
                    <a:pt x="1908" y="12026"/>
                  </a:lnTo>
                  <a:lnTo>
                    <a:pt x="1755" y="12041"/>
                  </a:lnTo>
                  <a:lnTo>
                    <a:pt x="1587" y="12072"/>
                  </a:lnTo>
                  <a:lnTo>
                    <a:pt x="1435" y="12118"/>
                  </a:lnTo>
                  <a:lnTo>
                    <a:pt x="1297" y="12179"/>
                  </a:lnTo>
                  <a:lnTo>
                    <a:pt x="1160" y="12270"/>
                  </a:lnTo>
                  <a:lnTo>
                    <a:pt x="1114" y="12316"/>
                  </a:lnTo>
                  <a:lnTo>
                    <a:pt x="1068" y="12377"/>
                  </a:lnTo>
                  <a:lnTo>
                    <a:pt x="1023" y="12453"/>
                  </a:lnTo>
                  <a:lnTo>
                    <a:pt x="992" y="12514"/>
                  </a:lnTo>
                  <a:lnTo>
                    <a:pt x="962" y="12606"/>
                  </a:lnTo>
                  <a:lnTo>
                    <a:pt x="962" y="12697"/>
                  </a:lnTo>
                  <a:lnTo>
                    <a:pt x="946" y="12789"/>
                  </a:lnTo>
                  <a:lnTo>
                    <a:pt x="962" y="12896"/>
                  </a:lnTo>
                  <a:lnTo>
                    <a:pt x="977" y="13018"/>
                  </a:lnTo>
                  <a:lnTo>
                    <a:pt x="1007" y="13140"/>
                  </a:lnTo>
                  <a:lnTo>
                    <a:pt x="1053" y="13277"/>
                  </a:lnTo>
                  <a:lnTo>
                    <a:pt x="1114" y="13415"/>
                  </a:lnTo>
                  <a:lnTo>
                    <a:pt x="1175" y="13552"/>
                  </a:lnTo>
                  <a:lnTo>
                    <a:pt x="1252" y="13674"/>
                  </a:lnTo>
                  <a:lnTo>
                    <a:pt x="1435" y="13934"/>
                  </a:lnTo>
                  <a:lnTo>
                    <a:pt x="1648" y="14162"/>
                  </a:lnTo>
                  <a:lnTo>
                    <a:pt x="1892" y="14391"/>
                  </a:lnTo>
                  <a:lnTo>
                    <a:pt x="2152" y="14590"/>
                  </a:lnTo>
                  <a:lnTo>
                    <a:pt x="2442" y="14788"/>
                  </a:lnTo>
                  <a:lnTo>
                    <a:pt x="2762" y="14971"/>
                  </a:lnTo>
                  <a:lnTo>
                    <a:pt x="3098" y="15154"/>
                  </a:lnTo>
                  <a:lnTo>
                    <a:pt x="3449" y="15307"/>
                  </a:lnTo>
                  <a:lnTo>
                    <a:pt x="3831" y="15444"/>
                  </a:lnTo>
                  <a:lnTo>
                    <a:pt x="4212" y="15582"/>
                  </a:lnTo>
                  <a:lnTo>
                    <a:pt x="4594" y="15704"/>
                  </a:lnTo>
                  <a:lnTo>
                    <a:pt x="5006" y="15795"/>
                  </a:lnTo>
                  <a:lnTo>
                    <a:pt x="5402" y="15887"/>
                  </a:lnTo>
                  <a:lnTo>
                    <a:pt x="5814" y="15963"/>
                  </a:lnTo>
                  <a:lnTo>
                    <a:pt x="6226" y="16024"/>
                  </a:lnTo>
                  <a:lnTo>
                    <a:pt x="6638" y="16070"/>
                  </a:lnTo>
                  <a:lnTo>
                    <a:pt x="7035" y="16116"/>
                  </a:lnTo>
                  <a:lnTo>
                    <a:pt x="7432" y="16131"/>
                  </a:lnTo>
                  <a:lnTo>
                    <a:pt x="8195" y="16131"/>
                  </a:lnTo>
                  <a:lnTo>
                    <a:pt x="8546" y="16100"/>
                  </a:lnTo>
                  <a:lnTo>
                    <a:pt x="8882" y="16070"/>
                  </a:lnTo>
                  <a:lnTo>
                    <a:pt x="9202" y="16009"/>
                  </a:lnTo>
                  <a:lnTo>
                    <a:pt x="9507" y="15948"/>
                  </a:lnTo>
                  <a:lnTo>
                    <a:pt x="9782" y="15872"/>
                  </a:lnTo>
                  <a:lnTo>
                    <a:pt x="10026" y="15780"/>
                  </a:lnTo>
                  <a:lnTo>
                    <a:pt x="10240" y="15673"/>
                  </a:lnTo>
                  <a:lnTo>
                    <a:pt x="10423" y="15536"/>
                  </a:lnTo>
                  <a:lnTo>
                    <a:pt x="10576" y="15399"/>
                  </a:lnTo>
                  <a:lnTo>
                    <a:pt x="10637" y="15322"/>
                  </a:lnTo>
                  <a:lnTo>
                    <a:pt x="10682" y="15246"/>
                  </a:lnTo>
                  <a:lnTo>
                    <a:pt x="10774" y="15093"/>
                  </a:lnTo>
                  <a:lnTo>
                    <a:pt x="10820" y="14925"/>
                  </a:lnTo>
                  <a:lnTo>
                    <a:pt x="10850" y="14758"/>
                  </a:lnTo>
                  <a:lnTo>
                    <a:pt x="10866" y="14590"/>
                  </a:lnTo>
                  <a:lnTo>
                    <a:pt x="10866" y="14422"/>
                  </a:lnTo>
                  <a:lnTo>
                    <a:pt x="10850" y="14254"/>
                  </a:lnTo>
                  <a:lnTo>
                    <a:pt x="10820" y="14086"/>
                  </a:lnTo>
                  <a:lnTo>
                    <a:pt x="10789" y="13934"/>
                  </a:lnTo>
                  <a:lnTo>
                    <a:pt x="10698" y="13674"/>
                  </a:lnTo>
                  <a:lnTo>
                    <a:pt x="10621" y="13460"/>
                  </a:lnTo>
                  <a:lnTo>
                    <a:pt x="10515" y="13262"/>
                  </a:lnTo>
                  <a:lnTo>
                    <a:pt x="10698" y="13201"/>
                  </a:lnTo>
                  <a:lnTo>
                    <a:pt x="10881" y="13125"/>
                  </a:lnTo>
                  <a:lnTo>
                    <a:pt x="11094" y="13018"/>
                  </a:lnTo>
                  <a:lnTo>
                    <a:pt x="11217" y="12942"/>
                  </a:lnTo>
                  <a:lnTo>
                    <a:pt x="11323" y="12850"/>
                  </a:lnTo>
                  <a:lnTo>
                    <a:pt x="11430" y="12758"/>
                  </a:lnTo>
                  <a:lnTo>
                    <a:pt x="11537" y="12652"/>
                  </a:lnTo>
                  <a:lnTo>
                    <a:pt x="11629" y="12530"/>
                  </a:lnTo>
                  <a:lnTo>
                    <a:pt x="11705" y="12392"/>
                  </a:lnTo>
                  <a:lnTo>
                    <a:pt x="11766" y="12255"/>
                  </a:lnTo>
                  <a:lnTo>
                    <a:pt x="11812" y="12087"/>
                  </a:lnTo>
                  <a:lnTo>
                    <a:pt x="11842" y="11889"/>
                  </a:lnTo>
                  <a:lnTo>
                    <a:pt x="11857" y="11690"/>
                  </a:lnTo>
                  <a:lnTo>
                    <a:pt x="11842" y="11507"/>
                  </a:lnTo>
                  <a:lnTo>
                    <a:pt x="11796" y="11324"/>
                  </a:lnTo>
                  <a:lnTo>
                    <a:pt x="11751" y="11171"/>
                  </a:lnTo>
                  <a:lnTo>
                    <a:pt x="11674" y="11019"/>
                  </a:lnTo>
                  <a:lnTo>
                    <a:pt x="11598" y="10881"/>
                  </a:lnTo>
                  <a:lnTo>
                    <a:pt x="11522" y="10744"/>
                  </a:lnTo>
                  <a:lnTo>
                    <a:pt x="11354" y="10546"/>
                  </a:lnTo>
                  <a:lnTo>
                    <a:pt x="11201" y="10378"/>
                  </a:lnTo>
                  <a:lnTo>
                    <a:pt x="11079" y="10286"/>
                  </a:lnTo>
                  <a:lnTo>
                    <a:pt x="11049" y="10256"/>
                  </a:lnTo>
                  <a:lnTo>
                    <a:pt x="11217" y="10180"/>
                  </a:lnTo>
                  <a:lnTo>
                    <a:pt x="11400" y="10088"/>
                  </a:lnTo>
                  <a:lnTo>
                    <a:pt x="11613" y="9966"/>
                  </a:lnTo>
                  <a:lnTo>
                    <a:pt x="11842" y="9813"/>
                  </a:lnTo>
                  <a:lnTo>
                    <a:pt x="11949" y="9722"/>
                  </a:lnTo>
                  <a:lnTo>
                    <a:pt x="12041" y="9630"/>
                  </a:lnTo>
                  <a:lnTo>
                    <a:pt x="12117" y="9523"/>
                  </a:lnTo>
                  <a:lnTo>
                    <a:pt x="12193" y="9416"/>
                  </a:lnTo>
                  <a:lnTo>
                    <a:pt x="12239" y="9310"/>
                  </a:lnTo>
                  <a:lnTo>
                    <a:pt x="12269" y="9188"/>
                  </a:lnTo>
                  <a:lnTo>
                    <a:pt x="12300" y="8943"/>
                  </a:lnTo>
                  <a:lnTo>
                    <a:pt x="12285" y="8730"/>
                  </a:lnTo>
                  <a:lnTo>
                    <a:pt x="12239" y="8516"/>
                  </a:lnTo>
                  <a:lnTo>
                    <a:pt x="12178" y="8318"/>
                  </a:lnTo>
                  <a:lnTo>
                    <a:pt x="12102" y="8135"/>
                  </a:lnTo>
                  <a:lnTo>
                    <a:pt x="12010" y="7951"/>
                  </a:lnTo>
                  <a:lnTo>
                    <a:pt x="11903" y="7799"/>
                  </a:lnTo>
                  <a:lnTo>
                    <a:pt x="11781" y="7662"/>
                  </a:lnTo>
                  <a:lnTo>
                    <a:pt x="11674" y="7524"/>
                  </a:lnTo>
                  <a:lnTo>
                    <a:pt x="11568" y="7402"/>
                  </a:lnTo>
                  <a:lnTo>
                    <a:pt x="11354" y="7234"/>
                  </a:lnTo>
                  <a:lnTo>
                    <a:pt x="11217" y="7112"/>
                  </a:lnTo>
                  <a:lnTo>
                    <a:pt x="11155" y="7082"/>
                  </a:lnTo>
                  <a:lnTo>
                    <a:pt x="11278" y="7036"/>
                  </a:lnTo>
                  <a:lnTo>
                    <a:pt x="11400" y="6975"/>
                  </a:lnTo>
                  <a:lnTo>
                    <a:pt x="11506" y="6899"/>
                  </a:lnTo>
                  <a:lnTo>
                    <a:pt x="11613" y="6822"/>
                  </a:lnTo>
                  <a:lnTo>
                    <a:pt x="11705" y="6746"/>
                  </a:lnTo>
                  <a:lnTo>
                    <a:pt x="11796" y="6654"/>
                  </a:lnTo>
                  <a:lnTo>
                    <a:pt x="11888" y="6563"/>
                  </a:lnTo>
                  <a:lnTo>
                    <a:pt x="11949" y="6456"/>
                  </a:lnTo>
                  <a:lnTo>
                    <a:pt x="12025" y="6349"/>
                  </a:lnTo>
                  <a:lnTo>
                    <a:pt x="12086" y="6242"/>
                  </a:lnTo>
                  <a:lnTo>
                    <a:pt x="12132" y="6120"/>
                  </a:lnTo>
                  <a:lnTo>
                    <a:pt x="12163" y="5998"/>
                  </a:lnTo>
                  <a:lnTo>
                    <a:pt x="12193" y="5876"/>
                  </a:lnTo>
                  <a:lnTo>
                    <a:pt x="12224" y="5754"/>
                  </a:lnTo>
                  <a:lnTo>
                    <a:pt x="12224" y="5617"/>
                  </a:lnTo>
                  <a:lnTo>
                    <a:pt x="12224" y="5495"/>
                  </a:lnTo>
                  <a:lnTo>
                    <a:pt x="12224" y="5357"/>
                  </a:lnTo>
                  <a:lnTo>
                    <a:pt x="12208" y="5220"/>
                  </a:lnTo>
                  <a:lnTo>
                    <a:pt x="12147" y="4930"/>
                  </a:lnTo>
                  <a:lnTo>
                    <a:pt x="12041" y="4609"/>
                  </a:lnTo>
                  <a:lnTo>
                    <a:pt x="11918" y="4289"/>
                  </a:lnTo>
                  <a:lnTo>
                    <a:pt x="11781" y="3953"/>
                  </a:lnTo>
                  <a:lnTo>
                    <a:pt x="11613" y="3602"/>
                  </a:lnTo>
                  <a:lnTo>
                    <a:pt x="11232" y="2885"/>
                  </a:lnTo>
                  <a:lnTo>
                    <a:pt x="10820" y="2153"/>
                  </a:lnTo>
                  <a:lnTo>
                    <a:pt x="10423" y="1405"/>
                  </a:lnTo>
                  <a:lnTo>
                    <a:pt x="10240" y="1054"/>
                  </a:lnTo>
                  <a:lnTo>
                    <a:pt x="10072" y="688"/>
                  </a:lnTo>
                  <a:lnTo>
                    <a:pt x="9919" y="337"/>
                  </a:lnTo>
                  <a:lnTo>
                    <a:pt x="9782" y="1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6" name="Google Shape;5636;p63"/>
            <p:cNvSpPr/>
            <p:nvPr/>
          </p:nvSpPr>
          <p:spPr>
            <a:xfrm>
              <a:off x="1636725" y="3140575"/>
              <a:ext cx="106075" cy="162925"/>
            </a:xfrm>
            <a:custGeom>
              <a:avLst/>
              <a:gdLst/>
              <a:ahLst/>
              <a:cxnLst/>
              <a:rect l="l" t="t" r="r" b="b"/>
              <a:pathLst>
                <a:path w="4243" h="6517" extrusionOk="0">
                  <a:moveTo>
                    <a:pt x="3388" y="0"/>
                  </a:moveTo>
                  <a:lnTo>
                    <a:pt x="3251" y="15"/>
                  </a:lnTo>
                  <a:lnTo>
                    <a:pt x="3098" y="46"/>
                  </a:lnTo>
                  <a:lnTo>
                    <a:pt x="2961" y="107"/>
                  </a:lnTo>
                  <a:lnTo>
                    <a:pt x="2808" y="168"/>
                  </a:lnTo>
                  <a:lnTo>
                    <a:pt x="2656" y="260"/>
                  </a:lnTo>
                  <a:lnTo>
                    <a:pt x="2503" y="366"/>
                  </a:lnTo>
                  <a:lnTo>
                    <a:pt x="2335" y="488"/>
                  </a:lnTo>
                  <a:lnTo>
                    <a:pt x="2183" y="626"/>
                  </a:lnTo>
                  <a:lnTo>
                    <a:pt x="2015" y="778"/>
                  </a:lnTo>
                  <a:lnTo>
                    <a:pt x="1862" y="946"/>
                  </a:lnTo>
                  <a:lnTo>
                    <a:pt x="1694" y="1129"/>
                  </a:lnTo>
                  <a:lnTo>
                    <a:pt x="1542" y="1313"/>
                  </a:lnTo>
                  <a:lnTo>
                    <a:pt x="1389" y="1526"/>
                  </a:lnTo>
                  <a:lnTo>
                    <a:pt x="1237" y="1740"/>
                  </a:lnTo>
                  <a:lnTo>
                    <a:pt x="1084" y="1984"/>
                  </a:lnTo>
                  <a:lnTo>
                    <a:pt x="947" y="2213"/>
                  </a:lnTo>
                  <a:lnTo>
                    <a:pt x="809" y="2472"/>
                  </a:lnTo>
                  <a:lnTo>
                    <a:pt x="687" y="2732"/>
                  </a:lnTo>
                  <a:lnTo>
                    <a:pt x="565" y="3006"/>
                  </a:lnTo>
                  <a:lnTo>
                    <a:pt x="458" y="3296"/>
                  </a:lnTo>
                  <a:lnTo>
                    <a:pt x="351" y="3586"/>
                  </a:lnTo>
                  <a:lnTo>
                    <a:pt x="260" y="3892"/>
                  </a:lnTo>
                  <a:lnTo>
                    <a:pt x="0" y="6516"/>
                  </a:lnTo>
                  <a:lnTo>
                    <a:pt x="2579" y="6303"/>
                  </a:lnTo>
                  <a:lnTo>
                    <a:pt x="2534" y="6135"/>
                  </a:lnTo>
                  <a:lnTo>
                    <a:pt x="2518" y="5967"/>
                  </a:lnTo>
                  <a:lnTo>
                    <a:pt x="2518" y="5814"/>
                  </a:lnTo>
                  <a:lnTo>
                    <a:pt x="2518" y="5646"/>
                  </a:lnTo>
                  <a:lnTo>
                    <a:pt x="2549" y="5479"/>
                  </a:lnTo>
                  <a:lnTo>
                    <a:pt x="2579" y="5311"/>
                  </a:lnTo>
                  <a:lnTo>
                    <a:pt x="2625" y="5143"/>
                  </a:lnTo>
                  <a:lnTo>
                    <a:pt x="2671" y="4990"/>
                  </a:lnTo>
                  <a:lnTo>
                    <a:pt x="2793" y="4655"/>
                  </a:lnTo>
                  <a:lnTo>
                    <a:pt x="2946" y="4319"/>
                  </a:lnTo>
                  <a:lnTo>
                    <a:pt x="3129" y="3983"/>
                  </a:lnTo>
                  <a:lnTo>
                    <a:pt x="3297" y="3647"/>
                  </a:lnTo>
                  <a:lnTo>
                    <a:pt x="3663" y="2976"/>
                  </a:lnTo>
                  <a:lnTo>
                    <a:pt x="3831" y="2655"/>
                  </a:lnTo>
                  <a:lnTo>
                    <a:pt x="3983" y="2320"/>
                  </a:lnTo>
                  <a:lnTo>
                    <a:pt x="4105" y="1984"/>
                  </a:lnTo>
                  <a:lnTo>
                    <a:pt x="4151" y="1831"/>
                  </a:lnTo>
                  <a:lnTo>
                    <a:pt x="4197" y="1664"/>
                  </a:lnTo>
                  <a:lnTo>
                    <a:pt x="4212" y="1496"/>
                  </a:lnTo>
                  <a:lnTo>
                    <a:pt x="4228" y="1343"/>
                  </a:lnTo>
                  <a:lnTo>
                    <a:pt x="4243" y="1175"/>
                  </a:lnTo>
                  <a:lnTo>
                    <a:pt x="4228" y="1023"/>
                  </a:lnTo>
                  <a:lnTo>
                    <a:pt x="4197" y="809"/>
                  </a:lnTo>
                  <a:lnTo>
                    <a:pt x="4151" y="626"/>
                  </a:lnTo>
                  <a:lnTo>
                    <a:pt x="4090" y="473"/>
                  </a:lnTo>
                  <a:lnTo>
                    <a:pt x="4029" y="336"/>
                  </a:lnTo>
                  <a:lnTo>
                    <a:pt x="3938" y="229"/>
                  </a:lnTo>
                  <a:lnTo>
                    <a:pt x="3846" y="137"/>
                  </a:lnTo>
                  <a:lnTo>
                    <a:pt x="3739" y="76"/>
                  </a:lnTo>
                  <a:lnTo>
                    <a:pt x="3632" y="31"/>
                  </a:lnTo>
                  <a:lnTo>
                    <a:pt x="3510" y="0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7" name="Google Shape;5637;p63"/>
            <p:cNvSpPr/>
            <p:nvPr/>
          </p:nvSpPr>
          <p:spPr>
            <a:xfrm>
              <a:off x="1482200" y="3529700"/>
              <a:ext cx="201100" cy="40075"/>
            </a:xfrm>
            <a:custGeom>
              <a:avLst/>
              <a:gdLst/>
              <a:ahLst/>
              <a:cxnLst/>
              <a:rect l="l" t="t" r="r" b="b"/>
              <a:pathLst>
                <a:path w="8044" h="1603" extrusionOk="0">
                  <a:moveTo>
                    <a:pt x="62" y="1"/>
                  </a:moveTo>
                  <a:lnTo>
                    <a:pt x="32" y="16"/>
                  </a:lnTo>
                  <a:lnTo>
                    <a:pt x="16" y="31"/>
                  </a:lnTo>
                  <a:lnTo>
                    <a:pt x="1" y="46"/>
                  </a:lnTo>
                  <a:lnTo>
                    <a:pt x="1" y="107"/>
                  </a:lnTo>
                  <a:lnTo>
                    <a:pt x="16" y="138"/>
                  </a:lnTo>
                  <a:lnTo>
                    <a:pt x="47" y="153"/>
                  </a:lnTo>
                  <a:lnTo>
                    <a:pt x="489" y="382"/>
                  </a:lnTo>
                  <a:lnTo>
                    <a:pt x="947" y="596"/>
                  </a:lnTo>
                  <a:lnTo>
                    <a:pt x="1420" y="779"/>
                  </a:lnTo>
                  <a:lnTo>
                    <a:pt x="1909" y="947"/>
                  </a:lnTo>
                  <a:lnTo>
                    <a:pt x="2397" y="1099"/>
                  </a:lnTo>
                  <a:lnTo>
                    <a:pt x="2900" y="1221"/>
                  </a:lnTo>
                  <a:lnTo>
                    <a:pt x="3419" y="1344"/>
                  </a:lnTo>
                  <a:lnTo>
                    <a:pt x="3923" y="1435"/>
                  </a:lnTo>
                  <a:lnTo>
                    <a:pt x="4442" y="1496"/>
                  </a:lnTo>
                  <a:lnTo>
                    <a:pt x="4961" y="1557"/>
                  </a:lnTo>
                  <a:lnTo>
                    <a:pt x="5479" y="1588"/>
                  </a:lnTo>
                  <a:lnTo>
                    <a:pt x="5998" y="1603"/>
                  </a:lnTo>
                  <a:lnTo>
                    <a:pt x="6502" y="1603"/>
                  </a:lnTo>
                  <a:lnTo>
                    <a:pt x="7021" y="1588"/>
                  </a:lnTo>
                  <a:lnTo>
                    <a:pt x="7524" y="1542"/>
                  </a:lnTo>
                  <a:lnTo>
                    <a:pt x="8013" y="1481"/>
                  </a:lnTo>
                  <a:lnTo>
                    <a:pt x="8028" y="1481"/>
                  </a:lnTo>
                  <a:lnTo>
                    <a:pt x="8043" y="1466"/>
                  </a:lnTo>
                  <a:lnTo>
                    <a:pt x="8028" y="1450"/>
                  </a:lnTo>
                  <a:lnTo>
                    <a:pt x="8013" y="1450"/>
                  </a:lnTo>
                  <a:lnTo>
                    <a:pt x="7494" y="1435"/>
                  </a:lnTo>
                  <a:lnTo>
                    <a:pt x="6975" y="1405"/>
                  </a:lnTo>
                  <a:lnTo>
                    <a:pt x="6471" y="1359"/>
                  </a:lnTo>
                  <a:lnTo>
                    <a:pt x="5968" y="1313"/>
                  </a:lnTo>
                  <a:lnTo>
                    <a:pt x="5479" y="1252"/>
                  </a:lnTo>
                  <a:lnTo>
                    <a:pt x="4976" y="1176"/>
                  </a:lnTo>
                  <a:lnTo>
                    <a:pt x="4488" y="1099"/>
                  </a:lnTo>
                  <a:lnTo>
                    <a:pt x="3999" y="1008"/>
                  </a:lnTo>
                  <a:lnTo>
                    <a:pt x="3038" y="809"/>
                  </a:lnTo>
                  <a:lnTo>
                    <a:pt x="2061" y="565"/>
                  </a:lnTo>
                  <a:lnTo>
                    <a:pt x="1084" y="306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8" name="Google Shape;5638;p63"/>
            <p:cNvSpPr/>
            <p:nvPr/>
          </p:nvSpPr>
          <p:spPr>
            <a:xfrm>
              <a:off x="1483750" y="3437000"/>
              <a:ext cx="217475" cy="56100"/>
            </a:xfrm>
            <a:custGeom>
              <a:avLst/>
              <a:gdLst/>
              <a:ahLst/>
              <a:cxnLst/>
              <a:rect l="l" t="t" r="r" b="b"/>
              <a:pathLst>
                <a:path w="8699" h="2244" extrusionOk="0">
                  <a:moveTo>
                    <a:pt x="15" y="0"/>
                  </a:moveTo>
                  <a:lnTo>
                    <a:pt x="0" y="16"/>
                  </a:lnTo>
                  <a:lnTo>
                    <a:pt x="0" y="46"/>
                  </a:lnTo>
                  <a:lnTo>
                    <a:pt x="15" y="107"/>
                  </a:lnTo>
                  <a:lnTo>
                    <a:pt x="76" y="153"/>
                  </a:lnTo>
                  <a:lnTo>
                    <a:pt x="549" y="473"/>
                  </a:lnTo>
                  <a:lnTo>
                    <a:pt x="1053" y="763"/>
                  </a:lnTo>
                  <a:lnTo>
                    <a:pt x="1572" y="1038"/>
                  </a:lnTo>
                  <a:lnTo>
                    <a:pt x="2106" y="1267"/>
                  </a:lnTo>
                  <a:lnTo>
                    <a:pt x="2640" y="1481"/>
                  </a:lnTo>
                  <a:lnTo>
                    <a:pt x="3189" y="1664"/>
                  </a:lnTo>
                  <a:lnTo>
                    <a:pt x="3754" y="1816"/>
                  </a:lnTo>
                  <a:lnTo>
                    <a:pt x="4303" y="1954"/>
                  </a:lnTo>
                  <a:lnTo>
                    <a:pt x="4868" y="2061"/>
                  </a:lnTo>
                  <a:lnTo>
                    <a:pt x="5433" y="2137"/>
                  </a:lnTo>
                  <a:lnTo>
                    <a:pt x="5997" y="2198"/>
                  </a:lnTo>
                  <a:lnTo>
                    <a:pt x="6547" y="2228"/>
                  </a:lnTo>
                  <a:lnTo>
                    <a:pt x="7096" y="2244"/>
                  </a:lnTo>
                  <a:lnTo>
                    <a:pt x="7630" y="2244"/>
                  </a:lnTo>
                  <a:lnTo>
                    <a:pt x="8164" y="2198"/>
                  </a:lnTo>
                  <a:lnTo>
                    <a:pt x="8683" y="2152"/>
                  </a:lnTo>
                  <a:lnTo>
                    <a:pt x="8698" y="2137"/>
                  </a:lnTo>
                  <a:lnTo>
                    <a:pt x="8698" y="2122"/>
                  </a:lnTo>
                  <a:lnTo>
                    <a:pt x="8698" y="2106"/>
                  </a:lnTo>
                  <a:lnTo>
                    <a:pt x="8683" y="2091"/>
                  </a:lnTo>
                  <a:lnTo>
                    <a:pt x="8195" y="2076"/>
                  </a:lnTo>
                  <a:lnTo>
                    <a:pt x="7661" y="2030"/>
                  </a:lnTo>
                  <a:lnTo>
                    <a:pt x="7096" y="1969"/>
                  </a:lnTo>
                  <a:lnTo>
                    <a:pt x="6516" y="1893"/>
                  </a:lnTo>
                  <a:lnTo>
                    <a:pt x="5921" y="1801"/>
                  </a:lnTo>
                  <a:lnTo>
                    <a:pt x="5311" y="1694"/>
                  </a:lnTo>
                  <a:lnTo>
                    <a:pt x="4700" y="1572"/>
                  </a:lnTo>
                  <a:lnTo>
                    <a:pt x="4090" y="1435"/>
                  </a:lnTo>
                  <a:lnTo>
                    <a:pt x="3495" y="1282"/>
                  </a:lnTo>
                  <a:lnTo>
                    <a:pt x="2915" y="1130"/>
                  </a:lnTo>
                  <a:lnTo>
                    <a:pt x="2350" y="962"/>
                  </a:lnTo>
                  <a:lnTo>
                    <a:pt x="1801" y="779"/>
                  </a:lnTo>
                  <a:lnTo>
                    <a:pt x="1312" y="596"/>
                  </a:lnTo>
                  <a:lnTo>
                    <a:pt x="839" y="412"/>
                  </a:lnTo>
                  <a:lnTo>
                    <a:pt x="427" y="214"/>
                  </a:lnTo>
                  <a:lnTo>
                    <a:pt x="76" y="16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9" name="Google Shape;5639;p63"/>
            <p:cNvSpPr/>
            <p:nvPr/>
          </p:nvSpPr>
          <p:spPr>
            <a:xfrm>
              <a:off x="1493650" y="3346950"/>
              <a:ext cx="207200" cy="66800"/>
            </a:xfrm>
            <a:custGeom>
              <a:avLst/>
              <a:gdLst/>
              <a:ahLst/>
              <a:cxnLst/>
              <a:rect l="l" t="t" r="r" b="b"/>
              <a:pathLst>
                <a:path w="8288" h="2672" extrusionOk="0">
                  <a:moveTo>
                    <a:pt x="31" y="1"/>
                  </a:moveTo>
                  <a:lnTo>
                    <a:pt x="1" y="16"/>
                  </a:lnTo>
                  <a:lnTo>
                    <a:pt x="1" y="62"/>
                  </a:lnTo>
                  <a:lnTo>
                    <a:pt x="16" y="93"/>
                  </a:lnTo>
                  <a:lnTo>
                    <a:pt x="398" y="444"/>
                  </a:lnTo>
                  <a:lnTo>
                    <a:pt x="794" y="764"/>
                  </a:lnTo>
                  <a:lnTo>
                    <a:pt x="1206" y="1054"/>
                  </a:lnTo>
                  <a:lnTo>
                    <a:pt x="1634" y="1329"/>
                  </a:lnTo>
                  <a:lnTo>
                    <a:pt x="2091" y="1558"/>
                  </a:lnTo>
                  <a:lnTo>
                    <a:pt x="2549" y="1771"/>
                  </a:lnTo>
                  <a:lnTo>
                    <a:pt x="3038" y="1939"/>
                  </a:lnTo>
                  <a:lnTo>
                    <a:pt x="3526" y="2092"/>
                  </a:lnTo>
                  <a:lnTo>
                    <a:pt x="4075" y="2229"/>
                  </a:lnTo>
                  <a:lnTo>
                    <a:pt x="4655" y="2366"/>
                  </a:lnTo>
                  <a:lnTo>
                    <a:pt x="5266" y="2488"/>
                  </a:lnTo>
                  <a:lnTo>
                    <a:pt x="5876" y="2580"/>
                  </a:lnTo>
                  <a:lnTo>
                    <a:pt x="6486" y="2656"/>
                  </a:lnTo>
                  <a:lnTo>
                    <a:pt x="6792" y="2672"/>
                  </a:lnTo>
                  <a:lnTo>
                    <a:pt x="7402" y="2672"/>
                  </a:lnTo>
                  <a:lnTo>
                    <a:pt x="7692" y="2656"/>
                  </a:lnTo>
                  <a:lnTo>
                    <a:pt x="7982" y="2626"/>
                  </a:lnTo>
                  <a:lnTo>
                    <a:pt x="8257" y="2580"/>
                  </a:lnTo>
                  <a:lnTo>
                    <a:pt x="8287" y="2565"/>
                  </a:lnTo>
                  <a:lnTo>
                    <a:pt x="8287" y="2549"/>
                  </a:lnTo>
                  <a:lnTo>
                    <a:pt x="8287" y="2534"/>
                  </a:lnTo>
                  <a:lnTo>
                    <a:pt x="8257" y="2519"/>
                  </a:lnTo>
                  <a:lnTo>
                    <a:pt x="7707" y="2473"/>
                  </a:lnTo>
                  <a:lnTo>
                    <a:pt x="7173" y="2397"/>
                  </a:lnTo>
                  <a:lnTo>
                    <a:pt x="6624" y="2336"/>
                  </a:lnTo>
                  <a:lnTo>
                    <a:pt x="6090" y="2244"/>
                  </a:lnTo>
                  <a:lnTo>
                    <a:pt x="5556" y="2153"/>
                  </a:lnTo>
                  <a:lnTo>
                    <a:pt x="5037" y="2031"/>
                  </a:lnTo>
                  <a:lnTo>
                    <a:pt x="4518" y="1909"/>
                  </a:lnTo>
                  <a:lnTo>
                    <a:pt x="3999" y="1771"/>
                  </a:lnTo>
                  <a:lnTo>
                    <a:pt x="3480" y="1619"/>
                  </a:lnTo>
                  <a:lnTo>
                    <a:pt x="2977" y="1435"/>
                  </a:lnTo>
                  <a:lnTo>
                    <a:pt x="2473" y="1252"/>
                  </a:lnTo>
                  <a:lnTo>
                    <a:pt x="1985" y="1039"/>
                  </a:lnTo>
                  <a:lnTo>
                    <a:pt x="1496" y="810"/>
                  </a:lnTo>
                  <a:lnTo>
                    <a:pt x="1008" y="566"/>
                  </a:lnTo>
                  <a:lnTo>
                    <a:pt x="535" y="291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0" name="Google Shape;5640;p63"/>
            <p:cNvSpPr/>
            <p:nvPr/>
          </p:nvSpPr>
          <p:spPr>
            <a:xfrm>
              <a:off x="759250" y="2746850"/>
              <a:ext cx="166750" cy="292250"/>
            </a:xfrm>
            <a:custGeom>
              <a:avLst/>
              <a:gdLst/>
              <a:ahLst/>
              <a:cxnLst/>
              <a:rect l="l" t="t" r="r" b="b"/>
              <a:pathLst>
                <a:path w="6670" h="11690" extrusionOk="0">
                  <a:moveTo>
                    <a:pt x="2015" y="1"/>
                  </a:moveTo>
                  <a:lnTo>
                    <a:pt x="1283" y="2335"/>
                  </a:lnTo>
                  <a:lnTo>
                    <a:pt x="1221" y="2518"/>
                  </a:lnTo>
                  <a:lnTo>
                    <a:pt x="1160" y="2732"/>
                  </a:lnTo>
                  <a:lnTo>
                    <a:pt x="977" y="3327"/>
                  </a:lnTo>
                  <a:lnTo>
                    <a:pt x="840" y="3785"/>
                  </a:lnTo>
                  <a:lnTo>
                    <a:pt x="703" y="4258"/>
                  </a:lnTo>
                  <a:lnTo>
                    <a:pt x="550" y="4853"/>
                  </a:lnTo>
                  <a:lnTo>
                    <a:pt x="413" y="5433"/>
                  </a:lnTo>
                  <a:lnTo>
                    <a:pt x="199" y="6501"/>
                  </a:lnTo>
                  <a:lnTo>
                    <a:pt x="46" y="7310"/>
                  </a:lnTo>
                  <a:lnTo>
                    <a:pt x="16" y="7554"/>
                  </a:lnTo>
                  <a:lnTo>
                    <a:pt x="1" y="7707"/>
                  </a:lnTo>
                  <a:lnTo>
                    <a:pt x="31" y="7814"/>
                  </a:lnTo>
                  <a:lnTo>
                    <a:pt x="92" y="7997"/>
                  </a:lnTo>
                  <a:lnTo>
                    <a:pt x="199" y="8226"/>
                  </a:lnTo>
                  <a:lnTo>
                    <a:pt x="321" y="8485"/>
                  </a:lnTo>
                  <a:lnTo>
                    <a:pt x="489" y="8790"/>
                  </a:lnTo>
                  <a:lnTo>
                    <a:pt x="687" y="9111"/>
                  </a:lnTo>
                  <a:lnTo>
                    <a:pt x="916" y="9447"/>
                  </a:lnTo>
                  <a:lnTo>
                    <a:pt x="1160" y="9798"/>
                  </a:lnTo>
                  <a:lnTo>
                    <a:pt x="1435" y="10133"/>
                  </a:lnTo>
                  <a:lnTo>
                    <a:pt x="1725" y="10454"/>
                  </a:lnTo>
                  <a:lnTo>
                    <a:pt x="2046" y="10759"/>
                  </a:lnTo>
                  <a:lnTo>
                    <a:pt x="2213" y="10912"/>
                  </a:lnTo>
                  <a:lnTo>
                    <a:pt x="2381" y="11049"/>
                  </a:lnTo>
                  <a:lnTo>
                    <a:pt x="2549" y="11171"/>
                  </a:lnTo>
                  <a:lnTo>
                    <a:pt x="2732" y="11293"/>
                  </a:lnTo>
                  <a:lnTo>
                    <a:pt x="2915" y="11385"/>
                  </a:lnTo>
                  <a:lnTo>
                    <a:pt x="3098" y="11476"/>
                  </a:lnTo>
                  <a:lnTo>
                    <a:pt x="3282" y="11553"/>
                  </a:lnTo>
                  <a:lnTo>
                    <a:pt x="3480" y="11614"/>
                  </a:lnTo>
                  <a:lnTo>
                    <a:pt x="3678" y="11675"/>
                  </a:lnTo>
                  <a:lnTo>
                    <a:pt x="3862" y="11690"/>
                  </a:lnTo>
                  <a:lnTo>
                    <a:pt x="3938" y="11690"/>
                  </a:lnTo>
                  <a:lnTo>
                    <a:pt x="3999" y="11675"/>
                  </a:lnTo>
                  <a:lnTo>
                    <a:pt x="4060" y="11629"/>
                  </a:lnTo>
                  <a:lnTo>
                    <a:pt x="4121" y="11568"/>
                  </a:lnTo>
                  <a:lnTo>
                    <a:pt x="4182" y="11476"/>
                  </a:lnTo>
                  <a:lnTo>
                    <a:pt x="4243" y="11385"/>
                  </a:lnTo>
                  <a:lnTo>
                    <a:pt x="4350" y="11156"/>
                  </a:lnTo>
                  <a:lnTo>
                    <a:pt x="4457" y="10881"/>
                  </a:lnTo>
                  <a:lnTo>
                    <a:pt x="4563" y="10576"/>
                  </a:lnTo>
                  <a:lnTo>
                    <a:pt x="4655" y="10240"/>
                  </a:lnTo>
                  <a:lnTo>
                    <a:pt x="4747" y="9904"/>
                  </a:lnTo>
                  <a:lnTo>
                    <a:pt x="4899" y="9218"/>
                  </a:lnTo>
                  <a:lnTo>
                    <a:pt x="5006" y="8638"/>
                  </a:lnTo>
                  <a:lnTo>
                    <a:pt x="5113" y="8058"/>
                  </a:lnTo>
                  <a:lnTo>
                    <a:pt x="5220" y="7783"/>
                  </a:lnTo>
                  <a:lnTo>
                    <a:pt x="6669" y="4075"/>
                  </a:lnTo>
                  <a:lnTo>
                    <a:pt x="2595" y="474"/>
                  </a:lnTo>
                  <a:lnTo>
                    <a:pt x="2015" y="1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1" name="Google Shape;5641;p63"/>
            <p:cNvSpPr/>
            <p:nvPr/>
          </p:nvSpPr>
          <p:spPr>
            <a:xfrm>
              <a:off x="790925" y="2746475"/>
              <a:ext cx="135075" cy="194975"/>
            </a:xfrm>
            <a:custGeom>
              <a:avLst/>
              <a:gdLst/>
              <a:ahLst/>
              <a:cxnLst/>
              <a:rect l="l" t="t" r="r" b="b"/>
              <a:pathLst>
                <a:path w="5403" h="7799" extrusionOk="0">
                  <a:moveTo>
                    <a:pt x="748" y="0"/>
                  </a:moveTo>
                  <a:lnTo>
                    <a:pt x="519" y="687"/>
                  </a:lnTo>
                  <a:lnTo>
                    <a:pt x="0" y="2350"/>
                  </a:lnTo>
                  <a:lnTo>
                    <a:pt x="107" y="2778"/>
                  </a:lnTo>
                  <a:lnTo>
                    <a:pt x="214" y="3190"/>
                  </a:lnTo>
                  <a:lnTo>
                    <a:pt x="366" y="3602"/>
                  </a:lnTo>
                  <a:lnTo>
                    <a:pt x="519" y="4014"/>
                  </a:lnTo>
                  <a:lnTo>
                    <a:pt x="702" y="4395"/>
                  </a:lnTo>
                  <a:lnTo>
                    <a:pt x="916" y="4777"/>
                  </a:lnTo>
                  <a:lnTo>
                    <a:pt x="1130" y="5158"/>
                  </a:lnTo>
                  <a:lnTo>
                    <a:pt x="1374" y="5509"/>
                  </a:lnTo>
                  <a:lnTo>
                    <a:pt x="1633" y="5845"/>
                  </a:lnTo>
                  <a:lnTo>
                    <a:pt x="1923" y="6181"/>
                  </a:lnTo>
                  <a:lnTo>
                    <a:pt x="2213" y="6486"/>
                  </a:lnTo>
                  <a:lnTo>
                    <a:pt x="2533" y="6791"/>
                  </a:lnTo>
                  <a:lnTo>
                    <a:pt x="2869" y="7066"/>
                  </a:lnTo>
                  <a:lnTo>
                    <a:pt x="3205" y="7325"/>
                  </a:lnTo>
                  <a:lnTo>
                    <a:pt x="3571" y="7569"/>
                  </a:lnTo>
                  <a:lnTo>
                    <a:pt x="3953" y="7798"/>
                  </a:lnTo>
                  <a:lnTo>
                    <a:pt x="5402" y="4090"/>
                  </a:lnTo>
                  <a:lnTo>
                    <a:pt x="1328" y="489"/>
                  </a:lnTo>
                  <a:lnTo>
                    <a:pt x="7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2" name="Google Shape;5642;p63"/>
            <p:cNvSpPr/>
            <p:nvPr/>
          </p:nvSpPr>
          <p:spPr>
            <a:xfrm>
              <a:off x="777175" y="2499625"/>
              <a:ext cx="314775" cy="413575"/>
            </a:xfrm>
            <a:custGeom>
              <a:avLst/>
              <a:gdLst/>
              <a:ahLst/>
              <a:cxnLst/>
              <a:rect l="l" t="t" r="r" b="b"/>
              <a:pathLst>
                <a:path w="12591" h="16543" extrusionOk="0">
                  <a:moveTo>
                    <a:pt x="5952" y="1"/>
                  </a:moveTo>
                  <a:lnTo>
                    <a:pt x="5662" y="31"/>
                  </a:lnTo>
                  <a:lnTo>
                    <a:pt x="5373" y="62"/>
                  </a:lnTo>
                  <a:lnTo>
                    <a:pt x="5067" y="108"/>
                  </a:lnTo>
                  <a:lnTo>
                    <a:pt x="4777" y="184"/>
                  </a:lnTo>
                  <a:lnTo>
                    <a:pt x="4487" y="260"/>
                  </a:lnTo>
                  <a:lnTo>
                    <a:pt x="4197" y="352"/>
                  </a:lnTo>
                  <a:lnTo>
                    <a:pt x="3908" y="474"/>
                  </a:lnTo>
                  <a:lnTo>
                    <a:pt x="3633" y="611"/>
                  </a:lnTo>
                  <a:lnTo>
                    <a:pt x="3358" y="764"/>
                  </a:lnTo>
                  <a:lnTo>
                    <a:pt x="3083" y="932"/>
                  </a:lnTo>
                  <a:lnTo>
                    <a:pt x="2824" y="1115"/>
                  </a:lnTo>
                  <a:lnTo>
                    <a:pt x="2565" y="1328"/>
                  </a:lnTo>
                  <a:lnTo>
                    <a:pt x="2320" y="1557"/>
                  </a:lnTo>
                  <a:lnTo>
                    <a:pt x="2092" y="1802"/>
                  </a:lnTo>
                  <a:lnTo>
                    <a:pt x="1863" y="2076"/>
                  </a:lnTo>
                  <a:lnTo>
                    <a:pt x="1634" y="2381"/>
                  </a:lnTo>
                  <a:lnTo>
                    <a:pt x="1435" y="2702"/>
                  </a:lnTo>
                  <a:lnTo>
                    <a:pt x="1237" y="3038"/>
                  </a:lnTo>
                  <a:lnTo>
                    <a:pt x="1039" y="3404"/>
                  </a:lnTo>
                  <a:lnTo>
                    <a:pt x="871" y="3801"/>
                  </a:lnTo>
                  <a:lnTo>
                    <a:pt x="718" y="4213"/>
                  </a:lnTo>
                  <a:lnTo>
                    <a:pt x="566" y="4655"/>
                  </a:lnTo>
                  <a:lnTo>
                    <a:pt x="443" y="5128"/>
                  </a:lnTo>
                  <a:lnTo>
                    <a:pt x="321" y="5617"/>
                  </a:lnTo>
                  <a:lnTo>
                    <a:pt x="230" y="6151"/>
                  </a:lnTo>
                  <a:lnTo>
                    <a:pt x="138" y="6700"/>
                  </a:lnTo>
                  <a:lnTo>
                    <a:pt x="77" y="7280"/>
                  </a:lnTo>
                  <a:lnTo>
                    <a:pt x="31" y="7890"/>
                  </a:lnTo>
                  <a:lnTo>
                    <a:pt x="1" y="8531"/>
                  </a:lnTo>
                  <a:lnTo>
                    <a:pt x="1" y="9172"/>
                  </a:lnTo>
                  <a:lnTo>
                    <a:pt x="16" y="9767"/>
                  </a:lnTo>
                  <a:lnTo>
                    <a:pt x="62" y="10347"/>
                  </a:lnTo>
                  <a:lnTo>
                    <a:pt x="138" y="10881"/>
                  </a:lnTo>
                  <a:lnTo>
                    <a:pt x="230" y="11385"/>
                  </a:lnTo>
                  <a:lnTo>
                    <a:pt x="337" y="11843"/>
                  </a:lnTo>
                  <a:lnTo>
                    <a:pt x="474" y="12285"/>
                  </a:lnTo>
                  <a:lnTo>
                    <a:pt x="627" y="12697"/>
                  </a:lnTo>
                  <a:lnTo>
                    <a:pt x="794" y="13094"/>
                  </a:lnTo>
                  <a:lnTo>
                    <a:pt x="978" y="13445"/>
                  </a:lnTo>
                  <a:lnTo>
                    <a:pt x="1161" y="13781"/>
                  </a:lnTo>
                  <a:lnTo>
                    <a:pt x="1374" y="14086"/>
                  </a:lnTo>
                  <a:lnTo>
                    <a:pt x="1588" y="14361"/>
                  </a:lnTo>
                  <a:lnTo>
                    <a:pt x="1817" y="14620"/>
                  </a:lnTo>
                  <a:lnTo>
                    <a:pt x="2061" y="14849"/>
                  </a:lnTo>
                  <a:lnTo>
                    <a:pt x="2290" y="15078"/>
                  </a:lnTo>
                  <a:lnTo>
                    <a:pt x="2534" y="15261"/>
                  </a:lnTo>
                  <a:lnTo>
                    <a:pt x="2794" y="15444"/>
                  </a:lnTo>
                  <a:lnTo>
                    <a:pt x="3038" y="15597"/>
                  </a:lnTo>
                  <a:lnTo>
                    <a:pt x="3282" y="15749"/>
                  </a:lnTo>
                  <a:lnTo>
                    <a:pt x="3541" y="15872"/>
                  </a:lnTo>
                  <a:lnTo>
                    <a:pt x="3785" y="15978"/>
                  </a:lnTo>
                  <a:lnTo>
                    <a:pt x="4030" y="16085"/>
                  </a:lnTo>
                  <a:lnTo>
                    <a:pt x="4259" y="16162"/>
                  </a:lnTo>
                  <a:lnTo>
                    <a:pt x="4701" y="16299"/>
                  </a:lnTo>
                  <a:lnTo>
                    <a:pt x="5113" y="16390"/>
                  </a:lnTo>
                  <a:lnTo>
                    <a:pt x="5464" y="16467"/>
                  </a:lnTo>
                  <a:lnTo>
                    <a:pt x="5754" y="16497"/>
                  </a:lnTo>
                  <a:lnTo>
                    <a:pt x="6074" y="16528"/>
                  </a:lnTo>
                  <a:lnTo>
                    <a:pt x="6441" y="16543"/>
                  </a:lnTo>
                  <a:lnTo>
                    <a:pt x="6853" y="16528"/>
                  </a:lnTo>
                  <a:lnTo>
                    <a:pt x="7066" y="16512"/>
                  </a:lnTo>
                  <a:lnTo>
                    <a:pt x="7311" y="16467"/>
                  </a:lnTo>
                  <a:lnTo>
                    <a:pt x="7539" y="16436"/>
                  </a:lnTo>
                  <a:lnTo>
                    <a:pt x="7784" y="16375"/>
                  </a:lnTo>
                  <a:lnTo>
                    <a:pt x="8028" y="16299"/>
                  </a:lnTo>
                  <a:lnTo>
                    <a:pt x="8287" y="16223"/>
                  </a:lnTo>
                  <a:lnTo>
                    <a:pt x="8547" y="16116"/>
                  </a:lnTo>
                  <a:lnTo>
                    <a:pt x="8791" y="15994"/>
                  </a:lnTo>
                  <a:lnTo>
                    <a:pt x="9050" y="15856"/>
                  </a:lnTo>
                  <a:lnTo>
                    <a:pt x="9310" y="15688"/>
                  </a:lnTo>
                  <a:lnTo>
                    <a:pt x="9569" y="15521"/>
                  </a:lnTo>
                  <a:lnTo>
                    <a:pt x="9813" y="15307"/>
                  </a:lnTo>
                  <a:lnTo>
                    <a:pt x="10073" y="15093"/>
                  </a:lnTo>
                  <a:lnTo>
                    <a:pt x="10317" y="14834"/>
                  </a:lnTo>
                  <a:lnTo>
                    <a:pt x="10546" y="14559"/>
                  </a:lnTo>
                  <a:lnTo>
                    <a:pt x="10775" y="14269"/>
                  </a:lnTo>
                  <a:lnTo>
                    <a:pt x="11004" y="13933"/>
                  </a:lnTo>
                  <a:lnTo>
                    <a:pt x="11217" y="13583"/>
                  </a:lnTo>
                  <a:lnTo>
                    <a:pt x="11416" y="13186"/>
                  </a:lnTo>
                  <a:lnTo>
                    <a:pt x="11599" y="12774"/>
                  </a:lnTo>
                  <a:lnTo>
                    <a:pt x="11782" y="12316"/>
                  </a:lnTo>
                  <a:lnTo>
                    <a:pt x="11950" y="11828"/>
                  </a:lnTo>
                  <a:lnTo>
                    <a:pt x="12087" y="11309"/>
                  </a:lnTo>
                  <a:lnTo>
                    <a:pt x="12224" y="10759"/>
                  </a:lnTo>
                  <a:lnTo>
                    <a:pt x="12346" y="10164"/>
                  </a:lnTo>
                  <a:lnTo>
                    <a:pt x="12438" y="9539"/>
                  </a:lnTo>
                  <a:lnTo>
                    <a:pt x="12514" y="8898"/>
                  </a:lnTo>
                  <a:lnTo>
                    <a:pt x="12560" y="8287"/>
                  </a:lnTo>
                  <a:lnTo>
                    <a:pt x="12591" y="7707"/>
                  </a:lnTo>
                  <a:lnTo>
                    <a:pt x="12591" y="7143"/>
                  </a:lnTo>
                  <a:lnTo>
                    <a:pt x="12575" y="6609"/>
                  </a:lnTo>
                  <a:lnTo>
                    <a:pt x="12530" y="6105"/>
                  </a:lnTo>
                  <a:lnTo>
                    <a:pt x="12469" y="5617"/>
                  </a:lnTo>
                  <a:lnTo>
                    <a:pt x="12392" y="5159"/>
                  </a:lnTo>
                  <a:lnTo>
                    <a:pt x="12301" y="4716"/>
                  </a:lnTo>
                  <a:lnTo>
                    <a:pt x="12179" y="4304"/>
                  </a:lnTo>
                  <a:lnTo>
                    <a:pt x="12041" y="3907"/>
                  </a:lnTo>
                  <a:lnTo>
                    <a:pt x="11904" y="3541"/>
                  </a:lnTo>
                  <a:lnTo>
                    <a:pt x="11736" y="3190"/>
                  </a:lnTo>
                  <a:lnTo>
                    <a:pt x="11553" y="2870"/>
                  </a:lnTo>
                  <a:lnTo>
                    <a:pt x="11370" y="2549"/>
                  </a:lnTo>
                  <a:lnTo>
                    <a:pt x="11156" y="2275"/>
                  </a:lnTo>
                  <a:lnTo>
                    <a:pt x="10943" y="2000"/>
                  </a:lnTo>
                  <a:lnTo>
                    <a:pt x="10714" y="1756"/>
                  </a:lnTo>
                  <a:lnTo>
                    <a:pt x="10485" y="1527"/>
                  </a:lnTo>
                  <a:lnTo>
                    <a:pt x="10241" y="1313"/>
                  </a:lnTo>
                  <a:lnTo>
                    <a:pt x="9981" y="1115"/>
                  </a:lnTo>
                  <a:lnTo>
                    <a:pt x="9722" y="947"/>
                  </a:lnTo>
                  <a:lnTo>
                    <a:pt x="9447" y="779"/>
                  </a:lnTo>
                  <a:lnTo>
                    <a:pt x="9172" y="642"/>
                  </a:lnTo>
                  <a:lnTo>
                    <a:pt x="8882" y="504"/>
                  </a:lnTo>
                  <a:lnTo>
                    <a:pt x="8608" y="398"/>
                  </a:lnTo>
                  <a:lnTo>
                    <a:pt x="8318" y="306"/>
                  </a:lnTo>
                  <a:lnTo>
                    <a:pt x="8028" y="214"/>
                  </a:lnTo>
                  <a:lnTo>
                    <a:pt x="7723" y="153"/>
                  </a:lnTo>
                  <a:lnTo>
                    <a:pt x="7433" y="92"/>
                  </a:lnTo>
                  <a:lnTo>
                    <a:pt x="7143" y="47"/>
                  </a:lnTo>
                  <a:lnTo>
                    <a:pt x="6853" y="16"/>
                  </a:lnTo>
                  <a:lnTo>
                    <a:pt x="6548" y="1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3" name="Google Shape;5643;p63"/>
            <p:cNvSpPr/>
            <p:nvPr/>
          </p:nvSpPr>
          <p:spPr>
            <a:xfrm>
              <a:off x="1041200" y="2697625"/>
              <a:ext cx="30525" cy="22175"/>
            </a:xfrm>
            <a:custGeom>
              <a:avLst/>
              <a:gdLst/>
              <a:ahLst/>
              <a:cxnLst/>
              <a:rect l="l" t="t" r="r" b="b"/>
              <a:pathLst>
                <a:path w="1221" h="887" extrusionOk="0">
                  <a:moveTo>
                    <a:pt x="305" y="1"/>
                  </a:moveTo>
                  <a:lnTo>
                    <a:pt x="229" y="31"/>
                  </a:lnTo>
                  <a:lnTo>
                    <a:pt x="153" y="62"/>
                  </a:lnTo>
                  <a:lnTo>
                    <a:pt x="76" y="92"/>
                  </a:lnTo>
                  <a:lnTo>
                    <a:pt x="31" y="154"/>
                  </a:lnTo>
                  <a:lnTo>
                    <a:pt x="0" y="230"/>
                  </a:lnTo>
                  <a:lnTo>
                    <a:pt x="0" y="306"/>
                  </a:lnTo>
                  <a:lnTo>
                    <a:pt x="15" y="398"/>
                  </a:lnTo>
                  <a:lnTo>
                    <a:pt x="107" y="489"/>
                  </a:lnTo>
                  <a:lnTo>
                    <a:pt x="198" y="566"/>
                  </a:lnTo>
                  <a:lnTo>
                    <a:pt x="320" y="627"/>
                  </a:lnTo>
                  <a:lnTo>
                    <a:pt x="427" y="672"/>
                  </a:lnTo>
                  <a:lnTo>
                    <a:pt x="656" y="779"/>
                  </a:lnTo>
                  <a:lnTo>
                    <a:pt x="885" y="871"/>
                  </a:lnTo>
                  <a:lnTo>
                    <a:pt x="977" y="886"/>
                  </a:lnTo>
                  <a:lnTo>
                    <a:pt x="1068" y="856"/>
                  </a:lnTo>
                  <a:lnTo>
                    <a:pt x="1114" y="825"/>
                  </a:lnTo>
                  <a:lnTo>
                    <a:pt x="1160" y="794"/>
                  </a:lnTo>
                  <a:lnTo>
                    <a:pt x="1190" y="749"/>
                  </a:lnTo>
                  <a:lnTo>
                    <a:pt x="1206" y="703"/>
                  </a:lnTo>
                  <a:lnTo>
                    <a:pt x="1221" y="657"/>
                  </a:lnTo>
                  <a:lnTo>
                    <a:pt x="1221" y="611"/>
                  </a:lnTo>
                  <a:lnTo>
                    <a:pt x="1221" y="550"/>
                  </a:lnTo>
                  <a:lnTo>
                    <a:pt x="1206" y="505"/>
                  </a:lnTo>
                  <a:lnTo>
                    <a:pt x="1114" y="367"/>
                  </a:lnTo>
                  <a:lnTo>
                    <a:pt x="992" y="245"/>
                  </a:lnTo>
                  <a:lnTo>
                    <a:pt x="855" y="154"/>
                  </a:lnTo>
                  <a:lnTo>
                    <a:pt x="702" y="77"/>
                  </a:lnTo>
                  <a:lnTo>
                    <a:pt x="626" y="47"/>
                  </a:lnTo>
                  <a:lnTo>
                    <a:pt x="549" y="1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4" name="Google Shape;5644;p63"/>
            <p:cNvSpPr/>
            <p:nvPr/>
          </p:nvSpPr>
          <p:spPr>
            <a:xfrm>
              <a:off x="940100" y="2672850"/>
              <a:ext cx="32450" cy="16800"/>
            </a:xfrm>
            <a:custGeom>
              <a:avLst/>
              <a:gdLst/>
              <a:ahLst/>
              <a:cxnLst/>
              <a:rect l="l" t="t" r="r" b="b"/>
              <a:pathLst>
                <a:path w="1298" h="672" extrusionOk="0">
                  <a:moveTo>
                    <a:pt x="778" y="0"/>
                  </a:moveTo>
                  <a:lnTo>
                    <a:pt x="702" y="15"/>
                  </a:lnTo>
                  <a:lnTo>
                    <a:pt x="534" y="15"/>
                  </a:lnTo>
                  <a:lnTo>
                    <a:pt x="366" y="46"/>
                  </a:lnTo>
                  <a:lnTo>
                    <a:pt x="214" y="122"/>
                  </a:lnTo>
                  <a:lnTo>
                    <a:pt x="76" y="214"/>
                  </a:lnTo>
                  <a:lnTo>
                    <a:pt x="46" y="244"/>
                  </a:lnTo>
                  <a:lnTo>
                    <a:pt x="15" y="290"/>
                  </a:lnTo>
                  <a:lnTo>
                    <a:pt x="0" y="336"/>
                  </a:lnTo>
                  <a:lnTo>
                    <a:pt x="0" y="397"/>
                  </a:lnTo>
                  <a:lnTo>
                    <a:pt x="0" y="443"/>
                  </a:lnTo>
                  <a:lnTo>
                    <a:pt x="15" y="488"/>
                  </a:lnTo>
                  <a:lnTo>
                    <a:pt x="31" y="534"/>
                  </a:lnTo>
                  <a:lnTo>
                    <a:pt x="61" y="580"/>
                  </a:lnTo>
                  <a:lnTo>
                    <a:pt x="137" y="641"/>
                  </a:lnTo>
                  <a:lnTo>
                    <a:pt x="229" y="671"/>
                  </a:lnTo>
                  <a:lnTo>
                    <a:pt x="839" y="671"/>
                  </a:lnTo>
                  <a:lnTo>
                    <a:pt x="961" y="656"/>
                  </a:lnTo>
                  <a:lnTo>
                    <a:pt x="1099" y="626"/>
                  </a:lnTo>
                  <a:lnTo>
                    <a:pt x="1206" y="565"/>
                  </a:lnTo>
                  <a:lnTo>
                    <a:pt x="1267" y="504"/>
                  </a:lnTo>
                  <a:lnTo>
                    <a:pt x="1282" y="427"/>
                  </a:lnTo>
                  <a:lnTo>
                    <a:pt x="1297" y="351"/>
                  </a:lnTo>
                  <a:lnTo>
                    <a:pt x="1267" y="275"/>
                  </a:lnTo>
                  <a:lnTo>
                    <a:pt x="1221" y="214"/>
                  </a:lnTo>
                  <a:lnTo>
                    <a:pt x="1160" y="153"/>
                  </a:lnTo>
                  <a:lnTo>
                    <a:pt x="1084" y="107"/>
                  </a:lnTo>
                  <a:lnTo>
                    <a:pt x="1022" y="61"/>
                  </a:lnTo>
                  <a:lnTo>
                    <a:pt x="946" y="31"/>
                  </a:lnTo>
                  <a:lnTo>
                    <a:pt x="870" y="15"/>
                  </a:lnTo>
                  <a:lnTo>
                    <a:pt x="7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5" name="Google Shape;5645;p63"/>
            <p:cNvSpPr/>
            <p:nvPr/>
          </p:nvSpPr>
          <p:spPr>
            <a:xfrm>
              <a:off x="945800" y="2727400"/>
              <a:ext cx="18725" cy="29025"/>
            </a:xfrm>
            <a:custGeom>
              <a:avLst/>
              <a:gdLst/>
              <a:ahLst/>
              <a:cxnLst/>
              <a:rect l="l" t="t" r="r" b="b"/>
              <a:pathLst>
                <a:path w="749" h="1161" extrusionOk="0">
                  <a:moveTo>
                    <a:pt x="733" y="0"/>
                  </a:moveTo>
                  <a:lnTo>
                    <a:pt x="718" y="16"/>
                  </a:lnTo>
                  <a:lnTo>
                    <a:pt x="703" y="46"/>
                  </a:lnTo>
                  <a:lnTo>
                    <a:pt x="672" y="229"/>
                  </a:lnTo>
                  <a:lnTo>
                    <a:pt x="627" y="397"/>
                  </a:lnTo>
                  <a:lnTo>
                    <a:pt x="566" y="580"/>
                  </a:lnTo>
                  <a:lnTo>
                    <a:pt x="505" y="733"/>
                  </a:lnTo>
                  <a:lnTo>
                    <a:pt x="413" y="870"/>
                  </a:lnTo>
                  <a:lnTo>
                    <a:pt x="306" y="992"/>
                  </a:lnTo>
                  <a:lnTo>
                    <a:pt x="245" y="1038"/>
                  </a:lnTo>
                  <a:lnTo>
                    <a:pt x="169" y="1068"/>
                  </a:lnTo>
                  <a:lnTo>
                    <a:pt x="93" y="1099"/>
                  </a:lnTo>
                  <a:lnTo>
                    <a:pt x="16" y="1130"/>
                  </a:lnTo>
                  <a:lnTo>
                    <a:pt x="1" y="1145"/>
                  </a:lnTo>
                  <a:lnTo>
                    <a:pt x="16" y="1145"/>
                  </a:lnTo>
                  <a:lnTo>
                    <a:pt x="16" y="1160"/>
                  </a:lnTo>
                  <a:lnTo>
                    <a:pt x="108" y="1145"/>
                  </a:lnTo>
                  <a:lnTo>
                    <a:pt x="199" y="1130"/>
                  </a:lnTo>
                  <a:lnTo>
                    <a:pt x="276" y="1099"/>
                  </a:lnTo>
                  <a:lnTo>
                    <a:pt x="352" y="1053"/>
                  </a:lnTo>
                  <a:lnTo>
                    <a:pt x="428" y="992"/>
                  </a:lnTo>
                  <a:lnTo>
                    <a:pt x="489" y="931"/>
                  </a:lnTo>
                  <a:lnTo>
                    <a:pt x="535" y="855"/>
                  </a:lnTo>
                  <a:lnTo>
                    <a:pt x="581" y="763"/>
                  </a:lnTo>
                  <a:lnTo>
                    <a:pt x="657" y="580"/>
                  </a:lnTo>
                  <a:lnTo>
                    <a:pt x="703" y="382"/>
                  </a:lnTo>
                  <a:lnTo>
                    <a:pt x="733" y="199"/>
                  </a:lnTo>
                  <a:lnTo>
                    <a:pt x="749" y="16"/>
                  </a:lnTo>
                  <a:lnTo>
                    <a:pt x="7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6" name="Google Shape;5646;p63"/>
            <p:cNvSpPr/>
            <p:nvPr/>
          </p:nvSpPr>
          <p:spPr>
            <a:xfrm>
              <a:off x="937025" y="2713275"/>
              <a:ext cx="27500" cy="37800"/>
            </a:xfrm>
            <a:custGeom>
              <a:avLst/>
              <a:gdLst/>
              <a:ahLst/>
              <a:cxnLst/>
              <a:rect l="l" t="t" r="r" b="b"/>
              <a:pathLst>
                <a:path w="1100" h="1512" extrusionOk="0">
                  <a:moveTo>
                    <a:pt x="627" y="1"/>
                  </a:moveTo>
                  <a:lnTo>
                    <a:pt x="505" y="16"/>
                  </a:lnTo>
                  <a:lnTo>
                    <a:pt x="398" y="62"/>
                  </a:lnTo>
                  <a:lnTo>
                    <a:pt x="291" y="138"/>
                  </a:lnTo>
                  <a:lnTo>
                    <a:pt x="199" y="230"/>
                  </a:lnTo>
                  <a:lnTo>
                    <a:pt x="138" y="352"/>
                  </a:lnTo>
                  <a:lnTo>
                    <a:pt x="77" y="474"/>
                  </a:lnTo>
                  <a:lnTo>
                    <a:pt x="31" y="611"/>
                  </a:lnTo>
                  <a:lnTo>
                    <a:pt x="1" y="764"/>
                  </a:lnTo>
                  <a:lnTo>
                    <a:pt x="1" y="901"/>
                  </a:lnTo>
                  <a:lnTo>
                    <a:pt x="16" y="1038"/>
                  </a:lnTo>
                  <a:lnTo>
                    <a:pt x="47" y="1160"/>
                  </a:lnTo>
                  <a:lnTo>
                    <a:pt x="93" y="1282"/>
                  </a:lnTo>
                  <a:lnTo>
                    <a:pt x="169" y="1374"/>
                  </a:lnTo>
                  <a:lnTo>
                    <a:pt x="260" y="1450"/>
                  </a:lnTo>
                  <a:lnTo>
                    <a:pt x="382" y="1496"/>
                  </a:lnTo>
                  <a:lnTo>
                    <a:pt x="444" y="1511"/>
                  </a:lnTo>
                  <a:lnTo>
                    <a:pt x="505" y="1511"/>
                  </a:lnTo>
                  <a:lnTo>
                    <a:pt x="611" y="1496"/>
                  </a:lnTo>
                  <a:lnTo>
                    <a:pt x="718" y="1435"/>
                  </a:lnTo>
                  <a:lnTo>
                    <a:pt x="810" y="1359"/>
                  </a:lnTo>
                  <a:lnTo>
                    <a:pt x="901" y="1267"/>
                  </a:lnTo>
                  <a:lnTo>
                    <a:pt x="962" y="1145"/>
                  </a:lnTo>
                  <a:lnTo>
                    <a:pt x="1023" y="1023"/>
                  </a:lnTo>
                  <a:lnTo>
                    <a:pt x="1069" y="886"/>
                  </a:lnTo>
                  <a:lnTo>
                    <a:pt x="1084" y="748"/>
                  </a:lnTo>
                  <a:lnTo>
                    <a:pt x="1100" y="596"/>
                  </a:lnTo>
                  <a:lnTo>
                    <a:pt x="1084" y="458"/>
                  </a:lnTo>
                  <a:lnTo>
                    <a:pt x="1069" y="336"/>
                  </a:lnTo>
                  <a:lnTo>
                    <a:pt x="1023" y="230"/>
                  </a:lnTo>
                  <a:lnTo>
                    <a:pt x="947" y="123"/>
                  </a:lnTo>
                  <a:lnTo>
                    <a:pt x="871" y="62"/>
                  </a:lnTo>
                  <a:lnTo>
                    <a:pt x="764" y="16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7" name="Google Shape;5647;p63"/>
            <p:cNvSpPr/>
            <p:nvPr/>
          </p:nvSpPr>
          <p:spPr>
            <a:xfrm>
              <a:off x="925600" y="2707925"/>
              <a:ext cx="24425" cy="19100"/>
            </a:xfrm>
            <a:custGeom>
              <a:avLst/>
              <a:gdLst/>
              <a:ahLst/>
              <a:cxnLst/>
              <a:rect l="l" t="t" r="r" b="b"/>
              <a:pathLst>
                <a:path w="977" h="764" extrusionOk="0">
                  <a:moveTo>
                    <a:pt x="46" y="1"/>
                  </a:moveTo>
                  <a:lnTo>
                    <a:pt x="31" y="16"/>
                  </a:lnTo>
                  <a:lnTo>
                    <a:pt x="15" y="123"/>
                  </a:lnTo>
                  <a:lnTo>
                    <a:pt x="0" y="245"/>
                  </a:lnTo>
                  <a:lnTo>
                    <a:pt x="0" y="352"/>
                  </a:lnTo>
                  <a:lnTo>
                    <a:pt x="31" y="444"/>
                  </a:lnTo>
                  <a:lnTo>
                    <a:pt x="61" y="535"/>
                  </a:lnTo>
                  <a:lnTo>
                    <a:pt x="122" y="627"/>
                  </a:lnTo>
                  <a:lnTo>
                    <a:pt x="199" y="688"/>
                  </a:lnTo>
                  <a:lnTo>
                    <a:pt x="305" y="733"/>
                  </a:lnTo>
                  <a:lnTo>
                    <a:pt x="412" y="764"/>
                  </a:lnTo>
                  <a:lnTo>
                    <a:pt x="504" y="764"/>
                  </a:lnTo>
                  <a:lnTo>
                    <a:pt x="595" y="733"/>
                  </a:lnTo>
                  <a:lnTo>
                    <a:pt x="687" y="688"/>
                  </a:lnTo>
                  <a:lnTo>
                    <a:pt x="778" y="627"/>
                  </a:lnTo>
                  <a:lnTo>
                    <a:pt x="855" y="550"/>
                  </a:lnTo>
                  <a:lnTo>
                    <a:pt x="916" y="459"/>
                  </a:lnTo>
                  <a:lnTo>
                    <a:pt x="977" y="352"/>
                  </a:lnTo>
                  <a:lnTo>
                    <a:pt x="977" y="321"/>
                  </a:lnTo>
                  <a:lnTo>
                    <a:pt x="977" y="276"/>
                  </a:lnTo>
                  <a:lnTo>
                    <a:pt x="946" y="245"/>
                  </a:lnTo>
                  <a:lnTo>
                    <a:pt x="931" y="230"/>
                  </a:lnTo>
                  <a:lnTo>
                    <a:pt x="901" y="245"/>
                  </a:lnTo>
                  <a:lnTo>
                    <a:pt x="794" y="291"/>
                  </a:lnTo>
                  <a:lnTo>
                    <a:pt x="672" y="352"/>
                  </a:lnTo>
                  <a:lnTo>
                    <a:pt x="550" y="398"/>
                  </a:lnTo>
                  <a:lnTo>
                    <a:pt x="443" y="398"/>
                  </a:lnTo>
                  <a:lnTo>
                    <a:pt x="366" y="382"/>
                  </a:lnTo>
                  <a:lnTo>
                    <a:pt x="305" y="352"/>
                  </a:lnTo>
                  <a:lnTo>
                    <a:pt x="260" y="306"/>
                  </a:lnTo>
                  <a:lnTo>
                    <a:pt x="214" y="260"/>
                  </a:lnTo>
                  <a:lnTo>
                    <a:pt x="122" y="138"/>
                  </a:lnTo>
                  <a:lnTo>
                    <a:pt x="61" y="16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8" name="Google Shape;5648;p63"/>
            <p:cNvSpPr/>
            <p:nvPr/>
          </p:nvSpPr>
          <p:spPr>
            <a:xfrm>
              <a:off x="1030125" y="2738450"/>
              <a:ext cx="9550" cy="33600"/>
            </a:xfrm>
            <a:custGeom>
              <a:avLst/>
              <a:gdLst/>
              <a:ahLst/>
              <a:cxnLst/>
              <a:rect l="l" t="t" r="r" b="b"/>
              <a:pathLst>
                <a:path w="382" h="1344" extrusionOk="0">
                  <a:moveTo>
                    <a:pt x="153" y="1"/>
                  </a:moveTo>
                  <a:lnTo>
                    <a:pt x="153" y="16"/>
                  </a:lnTo>
                  <a:lnTo>
                    <a:pt x="77" y="184"/>
                  </a:lnTo>
                  <a:lnTo>
                    <a:pt x="31" y="367"/>
                  </a:lnTo>
                  <a:lnTo>
                    <a:pt x="0" y="565"/>
                  </a:lnTo>
                  <a:lnTo>
                    <a:pt x="0" y="764"/>
                  </a:lnTo>
                  <a:lnTo>
                    <a:pt x="16" y="855"/>
                  </a:lnTo>
                  <a:lnTo>
                    <a:pt x="31" y="947"/>
                  </a:lnTo>
                  <a:lnTo>
                    <a:pt x="62" y="1038"/>
                  </a:lnTo>
                  <a:lnTo>
                    <a:pt x="92" y="1115"/>
                  </a:lnTo>
                  <a:lnTo>
                    <a:pt x="153" y="1191"/>
                  </a:lnTo>
                  <a:lnTo>
                    <a:pt x="214" y="1252"/>
                  </a:lnTo>
                  <a:lnTo>
                    <a:pt x="275" y="1298"/>
                  </a:lnTo>
                  <a:lnTo>
                    <a:pt x="367" y="1344"/>
                  </a:lnTo>
                  <a:lnTo>
                    <a:pt x="382" y="1344"/>
                  </a:lnTo>
                  <a:lnTo>
                    <a:pt x="382" y="1313"/>
                  </a:lnTo>
                  <a:lnTo>
                    <a:pt x="306" y="1267"/>
                  </a:lnTo>
                  <a:lnTo>
                    <a:pt x="245" y="1206"/>
                  </a:lnTo>
                  <a:lnTo>
                    <a:pt x="199" y="1145"/>
                  </a:lnTo>
                  <a:lnTo>
                    <a:pt x="168" y="1084"/>
                  </a:lnTo>
                  <a:lnTo>
                    <a:pt x="107" y="932"/>
                  </a:lnTo>
                  <a:lnTo>
                    <a:pt x="92" y="764"/>
                  </a:lnTo>
                  <a:lnTo>
                    <a:pt x="77" y="596"/>
                  </a:lnTo>
                  <a:lnTo>
                    <a:pt x="107" y="413"/>
                  </a:lnTo>
                  <a:lnTo>
                    <a:pt x="138" y="230"/>
                  </a:lnTo>
                  <a:lnTo>
                    <a:pt x="168" y="62"/>
                  </a:lnTo>
                  <a:lnTo>
                    <a:pt x="168" y="16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9" name="Google Shape;5649;p63"/>
            <p:cNvSpPr/>
            <p:nvPr/>
          </p:nvSpPr>
          <p:spPr>
            <a:xfrm>
              <a:off x="1031275" y="2728925"/>
              <a:ext cx="27100" cy="37800"/>
            </a:xfrm>
            <a:custGeom>
              <a:avLst/>
              <a:gdLst/>
              <a:ahLst/>
              <a:cxnLst/>
              <a:rect l="l" t="t" r="r" b="b"/>
              <a:pathLst>
                <a:path w="1084" h="1512" extrusionOk="0">
                  <a:moveTo>
                    <a:pt x="519" y="0"/>
                  </a:moveTo>
                  <a:lnTo>
                    <a:pt x="412" y="31"/>
                  </a:lnTo>
                  <a:lnTo>
                    <a:pt x="305" y="92"/>
                  </a:lnTo>
                  <a:lnTo>
                    <a:pt x="229" y="183"/>
                  </a:lnTo>
                  <a:lnTo>
                    <a:pt x="153" y="290"/>
                  </a:lnTo>
                  <a:lnTo>
                    <a:pt x="92" y="412"/>
                  </a:lnTo>
                  <a:lnTo>
                    <a:pt x="46" y="534"/>
                  </a:lnTo>
                  <a:lnTo>
                    <a:pt x="16" y="687"/>
                  </a:lnTo>
                  <a:lnTo>
                    <a:pt x="0" y="824"/>
                  </a:lnTo>
                  <a:lnTo>
                    <a:pt x="0" y="962"/>
                  </a:lnTo>
                  <a:lnTo>
                    <a:pt x="16" y="1099"/>
                  </a:lnTo>
                  <a:lnTo>
                    <a:pt x="46" y="1221"/>
                  </a:lnTo>
                  <a:lnTo>
                    <a:pt x="107" y="1328"/>
                  </a:lnTo>
                  <a:lnTo>
                    <a:pt x="183" y="1419"/>
                  </a:lnTo>
                  <a:lnTo>
                    <a:pt x="275" y="1481"/>
                  </a:lnTo>
                  <a:lnTo>
                    <a:pt x="336" y="1496"/>
                  </a:lnTo>
                  <a:lnTo>
                    <a:pt x="397" y="1511"/>
                  </a:lnTo>
                  <a:lnTo>
                    <a:pt x="519" y="1511"/>
                  </a:lnTo>
                  <a:lnTo>
                    <a:pt x="641" y="1481"/>
                  </a:lnTo>
                  <a:lnTo>
                    <a:pt x="748" y="1419"/>
                  </a:lnTo>
                  <a:lnTo>
                    <a:pt x="840" y="1343"/>
                  </a:lnTo>
                  <a:lnTo>
                    <a:pt x="916" y="1236"/>
                  </a:lnTo>
                  <a:lnTo>
                    <a:pt x="977" y="1114"/>
                  </a:lnTo>
                  <a:lnTo>
                    <a:pt x="1023" y="977"/>
                  </a:lnTo>
                  <a:lnTo>
                    <a:pt x="1068" y="840"/>
                  </a:lnTo>
                  <a:lnTo>
                    <a:pt x="1084" y="702"/>
                  </a:lnTo>
                  <a:lnTo>
                    <a:pt x="1068" y="550"/>
                  </a:lnTo>
                  <a:lnTo>
                    <a:pt x="1053" y="428"/>
                  </a:lnTo>
                  <a:lnTo>
                    <a:pt x="1007" y="290"/>
                  </a:lnTo>
                  <a:lnTo>
                    <a:pt x="946" y="183"/>
                  </a:lnTo>
                  <a:lnTo>
                    <a:pt x="870" y="92"/>
                  </a:lnTo>
                  <a:lnTo>
                    <a:pt x="763" y="31"/>
                  </a:lnTo>
                  <a:lnTo>
                    <a:pt x="702" y="16"/>
                  </a:lnTo>
                  <a:lnTo>
                    <a:pt x="6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0" name="Google Shape;5650;p63"/>
            <p:cNvSpPr/>
            <p:nvPr/>
          </p:nvSpPr>
          <p:spPr>
            <a:xfrm>
              <a:off x="1051875" y="2732350"/>
              <a:ext cx="22900" cy="17200"/>
            </a:xfrm>
            <a:custGeom>
              <a:avLst/>
              <a:gdLst/>
              <a:ahLst/>
              <a:cxnLst/>
              <a:rect l="l" t="t" r="r" b="b"/>
              <a:pathLst>
                <a:path w="916" h="688" extrusionOk="0">
                  <a:moveTo>
                    <a:pt x="61" y="1"/>
                  </a:moveTo>
                  <a:lnTo>
                    <a:pt x="31" y="31"/>
                  </a:lnTo>
                  <a:lnTo>
                    <a:pt x="16" y="62"/>
                  </a:lnTo>
                  <a:lnTo>
                    <a:pt x="0" y="107"/>
                  </a:lnTo>
                  <a:lnTo>
                    <a:pt x="16" y="214"/>
                  </a:lnTo>
                  <a:lnTo>
                    <a:pt x="31" y="321"/>
                  </a:lnTo>
                  <a:lnTo>
                    <a:pt x="61" y="428"/>
                  </a:lnTo>
                  <a:lnTo>
                    <a:pt x="107" y="504"/>
                  </a:lnTo>
                  <a:lnTo>
                    <a:pt x="168" y="581"/>
                  </a:lnTo>
                  <a:lnTo>
                    <a:pt x="229" y="642"/>
                  </a:lnTo>
                  <a:lnTo>
                    <a:pt x="321" y="672"/>
                  </a:lnTo>
                  <a:lnTo>
                    <a:pt x="428" y="687"/>
                  </a:lnTo>
                  <a:lnTo>
                    <a:pt x="519" y="672"/>
                  </a:lnTo>
                  <a:lnTo>
                    <a:pt x="611" y="642"/>
                  </a:lnTo>
                  <a:lnTo>
                    <a:pt x="687" y="581"/>
                  </a:lnTo>
                  <a:lnTo>
                    <a:pt x="748" y="504"/>
                  </a:lnTo>
                  <a:lnTo>
                    <a:pt x="809" y="413"/>
                  </a:lnTo>
                  <a:lnTo>
                    <a:pt x="855" y="321"/>
                  </a:lnTo>
                  <a:lnTo>
                    <a:pt x="885" y="214"/>
                  </a:lnTo>
                  <a:lnTo>
                    <a:pt x="916" y="107"/>
                  </a:lnTo>
                  <a:lnTo>
                    <a:pt x="901" y="92"/>
                  </a:lnTo>
                  <a:lnTo>
                    <a:pt x="885" y="92"/>
                  </a:lnTo>
                  <a:lnTo>
                    <a:pt x="779" y="184"/>
                  </a:lnTo>
                  <a:lnTo>
                    <a:pt x="672" y="275"/>
                  </a:lnTo>
                  <a:lnTo>
                    <a:pt x="611" y="306"/>
                  </a:lnTo>
                  <a:lnTo>
                    <a:pt x="550" y="321"/>
                  </a:lnTo>
                  <a:lnTo>
                    <a:pt x="489" y="336"/>
                  </a:lnTo>
                  <a:lnTo>
                    <a:pt x="443" y="321"/>
                  </a:lnTo>
                  <a:lnTo>
                    <a:pt x="382" y="306"/>
                  </a:lnTo>
                  <a:lnTo>
                    <a:pt x="336" y="275"/>
                  </a:lnTo>
                  <a:lnTo>
                    <a:pt x="260" y="199"/>
                  </a:lnTo>
                  <a:lnTo>
                    <a:pt x="107" y="16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1" name="Google Shape;5651;p63"/>
            <p:cNvSpPr/>
            <p:nvPr/>
          </p:nvSpPr>
          <p:spPr>
            <a:xfrm>
              <a:off x="944675" y="2827725"/>
              <a:ext cx="22525" cy="14150"/>
            </a:xfrm>
            <a:custGeom>
              <a:avLst/>
              <a:gdLst/>
              <a:ahLst/>
              <a:cxnLst/>
              <a:rect l="l" t="t" r="r" b="b"/>
              <a:pathLst>
                <a:path w="901" h="566" extrusionOk="0">
                  <a:moveTo>
                    <a:pt x="0" y="1"/>
                  </a:moveTo>
                  <a:lnTo>
                    <a:pt x="0" y="16"/>
                  </a:lnTo>
                  <a:lnTo>
                    <a:pt x="0" y="92"/>
                  </a:lnTo>
                  <a:lnTo>
                    <a:pt x="0" y="169"/>
                  </a:lnTo>
                  <a:lnTo>
                    <a:pt x="15" y="230"/>
                  </a:lnTo>
                  <a:lnTo>
                    <a:pt x="46" y="306"/>
                  </a:lnTo>
                  <a:lnTo>
                    <a:pt x="76" y="367"/>
                  </a:lnTo>
                  <a:lnTo>
                    <a:pt x="122" y="428"/>
                  </a:lnTo>
                  <a:lnTo>
                    <a:pt x="183" y="474"/>
                  </a:lnTo>
                  <a:lnTo>
                    <a:pt x="244" y="520"/>
                  </a:lnTo>
                  <a:lnTo>
                    <a:pt x="336" y="550"/>
                  </a:lnTo>
                  <a:lnTo>
                    <a:pt x="412" y="565"/>
                  </a:lnTo>
                  <a:lnTo>
                    <a:pt x="580" y="565"/>
                  </a:lnTo>
                  <a:lnTo>
                    <a:pt x="672" y="535"/>
                  </a:lnTo>
                  <a:lnTo>
                    <a:pt x="748" y="520"/>
                  </a:lnTo>
                  <a:lnTo>
                    <a:pt x="824" y="474"/>
                  </a:lnTo>
                  <a:lnTo>
                    <a:pt x="901" y="428"/>
                  </a:lnTo>
                  <a:lnTo>
                    <a:pt x="901" y="397"/>
                  </a:lnTo>
                  <a:lnTo>
                    <a:pt x="885" y="397"/>
                  </a:lnTo>
                  <a:lnTo>
                    <a:pt x="748" y="413"/>
                  </a:lnTo>
                  <a:lnTo>
                    <a:pt x="626" y="413"/>
                  </a:lnTo>
                  <a:lnTo>
                    <a:pt x="488" y="397"/>
                  </a:lnTo>
                  <a:lnTo>
                    <a:pt x="366" y="382"/>
                  </a:lnTo>
                  <a:lnTo>
                    <a:pt x="305" y="352"/>
                  </a:lnTo>
                  <a:lnTo>
                    <a:pt x="260" y="321"/>
                  </a:lnTo>
                  <a:lnTo>
                    <a:pt x="168" y="230"/>
                  </a:lnTo>
                  <a:lnTo>
                    <a:pt x="107" y="123"/>
                  </a:lnTo>
                  <a:lnTo>
                    <a:pt x="46" y="16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2" name="Google Shape;5652;p63"/>
            <p:cNvSpPr/>
            <p:nvPr/>
          </p:nvSpPr>
          <p:spPr>
            <a:xfrm>
              <a:off x="960300" y="2681225"/>
              <a:ext cx="65650" cy="141575"/>
            </a:xfrm>
            <a:custGeom>
              <a:avLst/>
              <a:gdLst/>
              <a:ahLst/>
              <a:cxnLst/>
              <a:rect l="l" t="t" r="r" b="b"/>
              <a:pathLst>
                <a:path w="2626" h="5663" extrusionOk="0">
                  <a:moveTo>
                    <a:pt x="2473" y="1"/>
                  </a:moveTo>
                  <a:lnTo>
                    <a:pt x="2442" y="16"/>
                  </a:lnTo>
                  <a:lnTo>
                    <a:pt x="2427" y="47"/>
                  </a:lnTo>
                  <a:lnTo>
                    <a:pt x="2366" y="611"/>
                  </a:lnTo>
                  <a:lnTo>
                    <a:pt x="2336" y="1161"/>
                  </a:lnTo>
                  <a:lnTo>
                    <a:pt x="2305" y="2275"/>
                  </a:lnTo>
                  <a:lnTo>
                    <a:pt x="2275" y="3404"/>
                  </a:lnTo>
                  <a:lnTo>
                    <a:pt x="2244" y="3968"/>
                  </a:lnTo>
                  <a:lnTo>
                    <a:pt x="2198" y="4518"/>
                  </a:lnTo>
                  <a:lnTo>
                    <a:pt x="2030" y="4426"/>
                  </a:lnTo>
                  <a:lnTo>
                    <a:pt x="1863" y="4335"/>
                  </a:lnTo>
                  <a:lnTo>
                    <a:pt x="1679" y="4258"/>
                  </a:lnTo>
                  <a:lnTo>
                    <a:pt x="1496" y="4197"/>
                  </a:lnTo>
                  <a:lnTo>
                    <a:pt x="1481" y="4213"/>
                  </a:lnTo>
                  <a:lnTo>
                    <a:pt x="1466" y="4243"/>
                  </a:lnTo>
                  <a:lnTo>
                    <a:pt x="1466" y="4380"/>
                  </a:lnTo>
                  <a:lnTo>
                    <a:pt x="1435" y="4777"/>
                  </a:lnTo>
                  <a:lnTo>
                    <a:pt x="1420" y="5189"/>
                  </a:lnTo>
                  <a:lnTo>
                    <a:pt x="1405" y="5342"/>
                  </a:lnTo>
                  <a:lnTo>
                    <a:pt x="1390" y="5418"/>
                  </a:lnTo>
                  <a:lnTo>
                    <a:pt x="1206" y="5388"/>
                  </a:lnTo>
                  <a:lnTo>
                    <a:pt x="1023" y="5327"/>
                  </a:lnTo>
                  <a:lnTo>
                    <a:pt x="840" y="5266"/>
                  </a:lnTo>
                  <a:lnTo>
                    <a:pt x="672" y="5174"/>
                  </a:lnTo>
                  <a:lnTo>
                    <a:pt x="504" y="5082"/>
                  </a:lnTo>
                  <a:lnTo>
                    <a:pt x="337" y="4976"/>
                  </a:lnTo>
                  <a:lnTo>
                    <a:pt x="199" y="4854"/>
                  </a:lnTo>
                  <a:lnTo>
                    <a:pt x="47" y="4716"/>
                  </a:lnTo>
                  <a:lnTo>
                    <a:pt x="31" y="4701"/>
                  </a:lnTo>
                  <a:lnTo>
                    <a:pt x="16" y="4701"/>
                  </a:lnTo>
                  <a:lnTo>
                    <a:pt x="1" y="4716"/>
                  </a:lnTo>
                  <a:lnTo>
                    <a:pt x="1" y="4747"/>
                  </a:lnTo>
                  <a:lnTo>
                    <a:pt x="108" y="4945"/>
                  </a:lnTo>
                  <a:lnTo>
                    <a:pt x="245" y="5113"/>
                  </a:lnTo>
                  <a:lnTo>
                    <a:pt x="398" y="5266"/>
                  </a:lnTo>
                  <a:lnTo>
                    <a:pt x="565" y="5388"/>
                  </a:lnTo>
                  <a:lnTo>
                    <a:pt x="749" y="5494"/>
                  </a:lnTo>
                  <a:lnTo>
                    <a:pt x="962" y="5571"/>
                  </a:lnTo>
                  <a:lnTo>
                    <a:pt x="1176" y="5632"/>
                  </a:lnTo>
                  <a:lnTo>
                    <a:pt x="1390" y="5647"/>
                  </a:lnTo>
                  <a:lnTo>
                    <a:pt x="1405" y="5647"/>
                  </a:lnTo>
                  <a:lnTo>
                    <a:pt x="1542" y="5662"/>
                  </a:lnTo>
                  <a:lnTo>
                    <a:pt x="1588" y="5662"/>
                  </a:lnTo>
                  <a:lnTo>
                    <a:pt x="1603" y="5632"/>
                  </a:lnTo>
                  <a:lnTo>
                    <a:pt x="1649" y="5342"/>
                  </a:lnTo>
                  <a:lnTo>
                    <a:pt x="1695" y="4991"/>
                  </a:lnTo>
                  <a:lnTo>
                    <a:pt x="1725" y="4594"/>
                  </a:lnTo>
                  <a:lnTo>
                    <a:pt x="1893" y="4701"/>
                  </a:lnTo>
                  <a:lnTo>
                    <a:pt x="2137" y="4838"/>
                  </a:lnTo>
                  <a:lnTo>
                    <a:pt x="2275" y="4884"/>
                  </a:lnTo>
                  <a:lnTo>
                    <a:pt x="2381" y="4930"/>
                  </a:lnTo>
                  <a:lnTo>
                    <a:pt x="2412" y="4930"/>
                  </a:lnTo>
                  <a:lnTo>
                    <a:pt x="2442" y="4915"/>
                  </a:lnTo>
                  <a:lnTo>
                    <a:pt x="2473" y="4899"/>
                  </a:lnTo>
                  <a:lnTo>
                    <a:pt x="2473" y="4884"/>
                  </a:lnTo>
                  <a:lnTo>
                    <a:pt x="2565" y="3694"/>
                  </a:lnTo>
                  <a:lnTo>
                    <a:pt x="2595" y="3083"/>
                  </a:lnTo>
                  <a:lnTo>
                    <a:pt x="2610" y="2473"/>
                  </a:lnTo>
                  <a:lnTo>
                    <a:pt x="2626" y="1863"/>
                  </a:lnTo>
                  <a:lnTo>
                    <a:pt x="2610" y="1252"/>
                  </a:lnTo>
                  <a:lnTo>
                    <a:pt x="2580" y="642"/>
                  </a:lnTo>
                  <a:lnTo>
                    <a:pt x="2519" y="47"/>
                  </a:lnTo>
                  <a:lnTo>
                    <a:pt x="2504" y="16"/>
                  </a:lnTo>
                  <a:lnTo>
                    <a:pt x="24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3" name="Google Shape;5653;p63"/>
            <p:cNvSpPr/>
            <p:nvPr/>
          </p:nvSpPr>
          <p:spPr>
            <a:xfrm>
              <a:off x="764600" y="2490850"/>
              <a:ext cx="339550" cy="225125"/>
            </a:xfrm>
            <a:custGeom>
              <a:avLst/>
              <a:gdLst/>
              <a:ahLst/>
              <a:cxnLst/>
              <a:rect l="l" t="t" r="r" b="b"/>
              <a:pathLst>
                <a:path w="13582" h="9005" extrusionOk="0">
                  <a:moveTo>
                    <a:pt x="7051" y="1"/>
                  </a:moveTo>
                  <a:lnTo>
                    <a:pt x="6791" y="16"/>
                  </a:lnTo>
                  <a:lnTo>
                    <a:pt x="6516" y="31"/>
                  </a:lnTo>
                  <a:lnTo>
                    <a:pt x="6257" y="62"/>
                  </a:lnTo>
                  <a:lnTo>
                    <a:pt x="5998" y="92"/>
                  </a:lnTo>
                  <a:lnTo>
                    <a:pt x="5738" y="153"/>
                  </a:lnTo>
                  <a:lnTo>
                    <a:pt x="5479" y="199"/>
                  </a:lnTo>
                  <a:lnTo>
                    <a:pt x="5219" y="276"/>
                  </a:lnTo>
                  <a:lnTo>
                    <a:pt x="4975" y="352"/>
                  </a:lnTo>
                  <a:lnTo>
                    <a:pt x="4716" y="428"/>
                  </a:lnTo>
                  <a:lnTo>
                    <a:pt x="4472" y="520"/>
                  </a:lnTo>
                  <a:lnTo>
                    <a:pt x="4243" y="627"/>
                  </a:lnTo>
                  <a:lnTo>
                    <a:pt x="3998" y="733"/>
                  </a:lnTo>
                  <a:lnTo>
                    <a:pt x="3770" y="855"/>
                  </a:lnTo>
                  <a:lnTo>
                    <a:pt x="3541" y="978"/>
                  </a:lnTo>
                  <a:lnTo>
                    <a:pt x="3327" y="1115"/>
                  </a:lnTo>
                  <a:lnTo>
                    <a:pt x="3098" y="1267"/>
                  </a:lnTo>
                  <a:lnTo>
                    <a:pt x="3007" y="1298"/>
                  </a:lnTo>
                  <a:lnTo>
                    <a:pt x="2747" y="1420"/>
                  </a:lnTo>
                  <a:lnTo>
                    <a:pt x="2381" y="1618"/>
                  </a:lnTo>
                  <a:lnTo>
                    <a:pt x="2152" y="1741"/>
                  </a:lnTo>
                  <a:lnTo>
                    <a:pt x="1923" y="1908"/>
                  </a:lnTo>
                  <a:lnTo>
                    <a:pt x="1694" y="2092"/>
                  </a:lnTo>
                  <a:lnTo>
                    <a:pt x="1450" y="2290"/>
                  </a:lnTo>
                  <a:lnTo>
                    <a:pt x="1206" y="2519"/>
                  </a:lnTo>
                  <a:lnTo>
                    <a:pt x="977" y="2778"/>
                  </a:lnTo>
                  <a:lnTo>
                    <a:pt x="763" y="3068"/>
                  </a:lnTo>
                  <a:lnTo>
                    <a:pt x="565" y="3389"/>
                  </a:lnTo>
                  <a:lnTo>
                    <a:pt x="473" y="3557"/>
                  </a:lnTo>
                  <a:lnTo>
                    <a:pt x="397" y="3724"/>
                  </a:lnTo>
                  <a:lnTo>
                    <a:pt x="321" y="3907"/>
                  </a:lnTo>
                  <a:lnTo>
                    <a:pt x="260" y="4106"/>
                  </a:lnTo>
                  <a:lnTo>
                    <a:pt x="153" y="4503"/>
                  </a:lnTo>
                  <a:lnTo>
                    <a:pt x="77" y="4899"/>
                  </a:lnTo>
                  <a:lnTo>
                    <a:pt x="31" y="5311"/>
                  </a:lnTo>
                  <a:lnTo>
                    <a:pt x="0" y="5723"/>
                  </a:lnTo>
                  <a:lnTo>
                    <a:pt x="0" y="6120"/>
                  </a:lnTo>
                  <a:lnTo>
                    <a:pt x="31" y="6517"/>
                  </a:lnTo>
                  <a:lnTo>
                    <a:pt x="77" y="6899"/>
                  </a:lnTo>
                  <a:lnTo>
                    <a:pt x="138" y="7265"/>
                  </a:lnTo>
                  <a:lnTo>
                    <a:pt x="214" y="7600"/>
                  </a:lnTo>
                  <a:lnTo>
                    <a:pt x="305" y="7921"/>
                  </a:lnTo>
                  <a:lnTo>
                    <a:pt x="412" y="8196"/>
                  </a:lnTo>
                  <a:lnTo>
                    <a:pt x="519" y="8455"/>
                  </a:lnTo>
                  <a:lnTo>
                    <a:pt x="641" y="8653"/>
                  </a:lnTo>
                  <a:lnTo>
                    <a:pt x="748" y="8806"/>
                  </a:lnTo>
                  <a:lnTo>
                    <a:pt x="809" y="8867"/>
                  </a:lnTo>
                  <a:lnTo>
                    <a:pt x="870" y="8913"/>
                  </a:lnTo>
                  <a:lnTo>
                    <a:pt x="931" y="8959"/>
                  </a:lnTo>
                  <a:lnTo>
                    <a:pt x="992" y="8974"/>
                  </a:lnTo>
                  <a:lnTo>
                    <a:pt x="1145" y="8989"/>
                  </a:lnTo>
                  <a:lnTo>
                    <a:pt x="1282" y="9004"/>
                  </a:lnTo>
                  <a:lnTo>
                    <a:pt x="1419" y="8989"/>
                  </a:lnTo>
                  <a:lnTo>
                    <a:pt x="1542" y="8974"/>
                  </a:lnTo>
                  <a:lnTo>
                    <a:pt x="1664" y="8943"/>
                  </a:lnTo>
                  <a:lnTo>
                    <a:pt x="1770" y="8882"/>
                  </a:lnTo>
                  <a:lnTo>
                    <a:pt x="1893" y="8837"/>
                  </a:lnTo>
                  <a:lnTo>
                    <a:pt x="1999" y="8760"/>
                  </a:lnTo>
                  <a:lnTo>
                    <a:pt x="2091" y="8684"/>
                  </a:lnTo>
                  <a:lnTo>
                    <a:pt x="2183" y="8608"/>
                  </a:lnTo>
                  <a:lnTo>
                    <a:pt x="2350" y="8425"/>
                  </a:lnTo>
                  <a:lnTo>
                    <a:pt x="2503" y="8211"/>
                  </a:lnTo>
                  <a:lnTo>
                    <a:pt x="2640" y="7997"/>
                  </a:lnTo>
                  <a:lnTo>
                    <a:pt x="2747" y="7768"/>
                  </a:lnTo>
                  <a:lnTo>
                    <a:pt x="2839" y="7555"/>
                  </a:lnTo>
                  <a:lnTo>
                    <a:pt x="2915" y="7341"/>
                  </a:lnTo>
                  <a:lnTo>
                    <a:pt x="2976" y="7158"/>
                  </a:lnTo>
                  <a:lnTo>
                    <a:pt x="3052" y="6868"/>
                  </a:lnTo>
                  <a:lnTo>
                    <a:pt x="3068" y="6761"/>
                  </a:lnTo>
                  <a:lnTo>
                    <a:pt x="3251" y="6761"/>
                  </a:lnTo>
                  <a:lnTo>
                    <a:pt x="3373" y="6746"/>
                  </a:lnTo>
                  <a:lnTo>
                    <a:pt x="3525" y="6715"/>
                  </a:lnTo>
                  <a:lnTo>
                    <a:pt x="3693" y="6670"/>
                  </a:lnTo>
                  <a:lnTo>
                    <a:pt x="3892" y="6593"/>
                  </a:lnTo>
                  <a:lnTo>
                    <a:pt x="4090" y="6486"/>
                  </a:lnTo>
                  <a:lnTo>
                    <a:pt x="4304" y="6349"/>
                  </a:lnTo>
                  <a:lnTo>
                    <a:pt x="4517" y="6181"/>
                  </a:lnTo>
                  <a:lnTo>
                    <a:pt x="4731" y="5968"/>
                  </a:lnTo>
                  <a:lnTo>
                    <a:pt x="4838" y="5830"/>
                  </a:lnTo>
                  <a:lnTo>
                    <a:pt x="4929" y="5693"/>
                  </a:lnTo>
                  <a:lnTo>
                    <a:pt x="5036" y="5540"/>
                  </a:lnTo>
                  <a:lnTo>
                    <a:pt x="5143" y="5372"/>
                  </a:lnTo>
                  <a:lnTo>
                    <a:pt x="5235" y="5189"/>
                  </a:lnTo>
                  <a:lnTo>
                    <a:pt x="5326" y="4991"/>
                  </a:lnTo>
                  <a:lnTo>
                    <a:pt x="5402" y="4777"/>
                  </a:lnTo>
                  <a:lnTo>
                    <a:pt x="5494" y="4548"/>
                  </a:lnTo>
                  <a:lnTo>
                    <a:pt x="5570" y="4304"/>
                  </a:lnTo>
                  <a:lnTo>
                    <a:pt x="5631" y="4045"/>
                  </a:lnTo>
                  <a:lnTo>
                    <a:pt x="5662" y="4121"/>
                  </a:lnTo>
                  <a:lnTo>
                    <a:pt x="5753" y="4365"/>
                  </a:lnTo>
                  <a:lnTo>
                    <a:pt x="5830" y="4518"/>
                  </a:lnTo>
                  <a:lnTo>
                    <a:pt x="5921" y="4701"/>
                  </a:lnTo>
                  <a:lnTo>
                    <a:pt x="6059" y="4899"/>
                  </a:lnTo>
                  <a:lnTo>
                    <a:pt x="6196" y="5113"/>
                  </a:lnTo>
                  <a:lnTo>
                    <a:pt x="6379" y="5342"/>
                  </a:lnTo>
                  <a:lnTo>
                    <a:pt x="6577" y="5571"/>
                  </a:lnTo>
                  <a:lnTo>
                    <a:pt x="6822" y="5815"/>
                  </a:lnTo>
                  <a:lnTo>
                    <a:pt x="7096" y="6044"/>
                  </a:lnTo>
                  <a:lnTo>
                    <a:pt x="7402" y="6258"/>
                  </a:lnTo>
                  <a:lnTo>
                    <a:pt x="7753" y="6471"/>
                  </a:lnTo>
                  <a:lnTo>
                    <a:pt x="8134" y="6654"/>
                  </a:lnTo>
                  <a:lnTo>
                    <a:pt x="8348" y="6746"/>
                  </a:lnTo>
                  <a:lnTo>
                    <a:pt x="8561" y="6822"/>
                  </a:lnTo>
                  <a:lnTo>
                    <a:pt x="8638" y="6837"/>
                  </a:lnTo>
                  <a:lnTo>
                    <a:pt x="8653" y="6837"/>
                  </a:lnTo>
                  <a:lnTo>
                    <a:pt x="8668" y="6822"/>
                  </a:lnTo>
                  <a:lnTo>
                    <a:pt x="8668" y="6761"/>
                  </a:lnTo>
                  <a:lnTo>
                    <a:pt x="8622" y="6670"/>
                  </a:lnTo>
                  <a:lnTo>
                    <a:pt x="8561" y="6563"/>
                  </a:lnTo>
                  <a:lnTo>
                    <a:pt x="8470" y="6425"/>
                  </a:lnTo>
                  <a:lnTo>
                    <a:pt x="8256" y="6135"/>
                  </a:lnTo>
                  <a:lnTo>
                    <a:pt x="8027" y="5846"/>
                  </a:lnTo>
                  <a:lnTo>
                    <a:pt x="7814" y="5571"/>
                  </a:lnTo>
                  <a:lnTo>
                    <a:pt x="7814" y="5571"/>
                  </a:lnTo>
                  <a:lnTo>
                    <a:pt x="7920" y="5678"/>
                  </a:lnTo>
                  <a:lnTo>
                    <a:pt x="8104" y="5846"/>
                  </a:lnTo>
                  <a:lnTo>
                    <a:pt x="8348" y="6044"/>
                  </a:lnTo>
                  <a:lnTo>
                    <a:pt x="8622" y="6258"/>
                  </a:lnTo>
                  <a:lnTo>
                    <a:pt x="8958" y="6471"/>
                  </a:lnTo>
                  <a:lnTo>
                    <a:pt x="9324" y="6685"/>
                  </a:lnTo>
                  <a:lnTo>
                    <a:pt x="9752" y="6899"/>
                  </a:lnTo>
                  <a:lnTo>
                    <a:pt x="10225" y="7097"/>
                  </a:lnTo>
                  <a:lnTo>
                    <a:pt x="10484" y="7188"/>
                  </a:lnTo>
                  <a:lnTo>
                    <a:pt x="10744" y="7280"/>
                  </a:lnTo>
                  <a:lnTo>
                    <a:pt x="11018" y="7356"/>
                  </a:lnTo>
                  <a:lnTo>
                    <a:pt x="11323" y="7433"/>
                  </a:lnTo>
                  <a:lnTo>
                    <a:pt x="11629" y="7494"/>
                  </a:lnTo>
                  <a:lnTo>
                    <a:pt x="11949" y="7539"/>
                  </a:lnTo>
                  <a:lnTo>
                    <a:pt x="12270" y="7585"/>
                  </a:lnTo>
                  <a:lnTo>
                    <a:pt x="12621" y="7631"/>
                  </a:lnTo>
                  <a:lnTo>
                    <a:pt x="12972" y="7646"/>
                  </a:lnTo>
                  <a:lnTo>
                    <a:pt x="13353" y="7662"/>
                  </a:lnTo>
                  <a:lnTo>
                    <a:pt x="13384" y="7646"/>
                  </a:lnTo>
                  <a:lnTo>
                    <a:pt x="13399" y="7616"/>
                  </a:lnTo>
                  <a:lnTo>
                    <a:pt x="13460" y="7478"/>
                  </a:lnTo>
                  <a:lnTo>
                    <a:pt x="13506" y="7249"/>
                  </a:lnTo>
                  <a:lnTo>
                    <a:pt x="13551" y="6960"/>
                  </a:lnTo>
                  <a:lnTo>
                    <a:pt x="13582" y="6609"/>
                  </a:lnTo>
                  <a:lnTo>
                    <a:pt x="13582" y="6212"/>
                  </a:lnTo>
                  <a:lnTo>
                    <a:pt x="13567" y="5769"/>
                  </a:lnTo>
                  <a:lnTo>
                    <a:pt x="13521" y="5281"/>
                  </a:lnTo>
                  <a:lnTo>
                    <a:pt x="13429" y="4777"/>
                  </a:lnTo>
                  <a:lnTo>
                    <a:pt x="13384" y="4533"/>
                  </a:lnTo>
                  <a:lnTo>
                    <a:pt x="13307" y="4274"/>
                  </a:lnTo>
                  <a:lnTo>
                    <a:pt x="13231" y="4014"/>
                  </a:lnTo>
                  <a:lnTo>
                    <a:pt x="13139" y="3755"/>
                  </a:lnTo>
                  <a:lnTo>
                    <a:pt x="13033" y="3495"/>
                  </a:lnTo>
                  <a:lnTo>
                    <a:pt x="12911" y="3236"/>
                  </a:lnTo>
                  <a:lnTo>
                    <a:pt x="12773" y="2977"/>
                  </a:lnTo>
                  <a:lnTo>
                    <a:pt x="12636" y="2732"/>
                  </a:lnTo>
                  <a:lnTo>
                    <a:pt x="12468" y="2488"/>
                  </a:lnTo>
                  <a:lnTo>
                    <a:pt x="12285" y="2259"/>
                  </a:lnTo>
                  <a:lnTo>
                    <a:pt x="12086" y="2030"/>
                  </a:lnTo>
                  <a:lnTo>
                    <a:pt x="11873" y="1817"/>
                  </a:lnTo>
                  <a:lnTo>
                    <a:pt x="11644" y="1603"/>
                  </a:lnTo>
                  <a:lnTo>
                    <a:pt x="11400" y="1420"/>
                  </a:lnTo>
                  <a:lnTo>
                    <a:pt x="11125" y="1237"/>
                  </a:lnTo>
                  <a:lnTo>
                    <a:pt x="10866" y="1069"/>
                  </a:lnTo>
                  <a:lnTo>
                    <a:pt x="10606" y="916"/>
                  </a:lnTo>
                  <a:lnTo>
                    <a:pt x="10332" y="779"/>
                  </a:lnTo>
                  <a:lnTo>
                    <a:pt x="10057" y="642"/>
                  </a:lnTo>
                  <a:lnTo>
                    <a:pt x="9782" y="535"/>
                  </a:lnTo>
                  <a:lnTo>
                    <a:pt x="9523" y="428"/>
                  </a:lnTo>
                  <a:lnTo>
                    <a:pt x="9248" y="337"/>
                  </a:lnTo>
                  <a:lnTo>
                    <a:pt x="8973" y="245"/>
                  </a:lnTo>
                  <a:lnTo>
                    <a:pt x="8699" y="184"/>
                  </a:lnTo>
                  <a:lnTo>
                    <a:pt x="8424" y="123"/>
                  </a:lnTo>
                  <a:lnTo>
                    <a:pt x="8149" y="77"/>
                  </a:lnTo>
                  <a:lnTo>
                    <a:pt x="7875" y="47"/>
                  </a:lnTo>
                  <a:lnTo>
                    <a:pt x="7600" y="16"/>
                  </a:lnTo>
                  <a:lnTo>
                    <a:pt x="73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4" name="Google Shape;5654;p63"/>
            <p:cNvSpPr/>
            <p:nvPr/>
          </p:nvSpPr>
          <p:spPr>
            <a:xfrm>
              <a:off x="880200" y="2680075"/>
              <a:ext cx="116375" cy="116025"/>
            </a:xfrm>
            <a:custGeom>
              <a:avLst/>
              <a:gdLst/>
              <a:ahLst/>
              <a:cxnLst/>
              <a:rect l="l" t="t" r="r" b="b"/>
              <a:pathLst>
                <a:path w="4655" h="4641" extrusionOk="0">
                  <a:moveTo>
                    <a:pt x="2472" y="321"/>
                  </a:moveTo>
                  <a:lnTo>
                    <a:pt x="2671" y="352"/>
                  </a:lnTo>
                  <a:lnTo>
                    <a:pt x="2869" y="398"/>
                  </a:lnTo>
                  <a:lnTo>
                    <a:pt x="2884" y="398"/>
                  </a:lnTo>
                  <a:lnTo>
                    <a:pt x="3037" y="444"/>
                  </a:lnTo>
                  <a:lnTo>
                    <a:pt x="3190" y="505"/>
                  </a:lnTo>
                  <a:lnTo>
                    <a:pt x="3342" y="596"/>
                  </a:lnTo>
                  <a:lnTo>
                    <a:pt x="3480" y="672"/>
                  </a:lnTo>
                  <a:lnTo>
                    <a:pt x="3617" y="779"/>
                  </a:lnTo>
                  <a:lnTo>
                    <a:pt x="3739" y="886"/>
                  </a:lnTo>
                  <a:lnTo>
                    <a:pt x="3846" y="1008"/>
                  </a:lnTo>
                  <a:lnTo>
                    <a:pt x="3953" y="1130"/>
                  </a:lnTo>
                  <a:lnTo>
                    <a:pt x="4044" y="1268"/>
                  </a:lnTo>
                  <a:lnTo>
                    <a:pt x="4120" y="1405"/>
                  </a:lnTo>
                  <a:lnTo>
                    <a:pt x="4182" y="1558"/>
                  </a:lnTo>
                  <a:lnTo>
                    <a:pt x="4243" y="1710"/>
                  </a:lnTo>
                  <a:lnTo>
                    <a:pt x="4288" y="1878"/>
                  </a:lnTo>
                  <a:lnTo>
                    <a:pt x="4319" y="2046"/>
                  </a:lnTo>
                  <a:lnTo>
                    <a:pt x="4334" y="2214"/>
                  </a:lnTo>
                  <a:lnTo>
                    <a:pt x="4334" y="2382"/>
                  </a:lnTo>
                  <a:lnTo>
                    <a:pt x="4319" y="2626"/>
                  </a:lnTo>
                  <a:lnTo>
                    <a:pt x="4273" y="2855"/>
                  </a:lnTo>
                  <a:lnTo>
                    <a:pt x="4212" y="3053"/>
                  </a:lnTo>
                  <a:lnTo>
                    <a:pt x="4120" y="3236"/>
                  </a:lnTo>
                  <a:lnTo>
                    <a:pt x="4029" y="3404"/>
                  </a:lnTo>
                  <a:lnTo>
                    <a:pt x="3907" y="3572"/>
                  </a:lnTo>
                  <a:lnTo>
                    <a:pt x="3785" y="3709"/>
                  </a:lnTo>
                  <a:lnTo>
                    <a:pt x="3647" y="3847"/>
                  </a:lnTo>
                  <a:lnTo>
                    <a:pt x="3495" y="3969"/>
                  </a:lnTo>
                  <a:lnTo>
                    <a:pt x="3327" y="4060"/>
                  </a:lnTo>
                  <a:lnTo>
                    <a:pt x="3159" y="4152"/>
                  </a:lnTo>
                  <a:lnTo>
                    <a:pt x="2976" y="4228"/>
                  </a:lnTo>
                  <a:lnTo>
                    <a:pt x="2793" y="4274"/>
                  </a:lnTo>
                  <a:lnTo>
                    <a:pt x="2594" y="4304"/>
                  </a:lnTo>
                  <a:lnTo>
                    <a:pt x="2396" y="4320"/>
                  </a:lnTo>
                  <a:lnTo>
                    <a:pt x="2198" y="4320"/>
                  </a:lnTo>
                  <a:lnTo>
                    <a:pt x="1999" y="4304"/>
                  </a:lnTo>
                  <a:lnTo>
                    <a:pt x="1801" y="4259"/>
                  </a:lnTo>
                  <a:lnTo>
                    <a:pt x="1603" y="4182"/>
                  </a:lnTo>
                  <a:lnTo>
                    <a:pt x="1419" y="4106"/>
                  </a:lnTo>
                  <a:lnTo>
                    <a:pt x="1252" y="4014"/>
                  </a:lnTo>
                  <a:lnTo>
                    <a:pt x="1099" y="3892"/>
                  </a:lnTo>
                  <a:lnTo>
                    <a:pt x="946" y="3770"/>
                  </a:lnTo>
                  <a:lnTo>
                    <a:pt x="809" y="3618"/>
                  </a:lnTo>
                  <a:lnTo>
                    <a:pt x="702" y="3480"/>
                  </a:lnTo>
                  <a:lnTo>
                    <a:pt x="595" y="3312"/>
                  </a:lnTo>
                  <a:lnTo>
                    <a:pt x="504" y="3145"/>
                  </a:lnTo>
                  <a:lnTo>
                    <a:pt x="443" y="2961"/>
                  </a:lnTo>
                  <a:lnTo>
                    <a:pt x="382" y="2778"/>
                  </a:lnTo>
                  <a:lnTo>
                    <a:pt x="351" y="2580"/>
                  </a:lnTo>
                  <a:lnTo>
                    <a:pt x="336" y="2382"/>
                  </a:lnTo>
                  <a:lnTo>
                    <a:pt x="336" y="2183"/>
                  </a:lnTo>
                  <a:lnTo>
                    <a:pt x="366" y="1985"/>
                  </a:lnTo>
                  <a:lnTo>
                    <a:pt x="412" y="1786"/>
                  </a:lnTo>
                  <a:lnTo>
                    <a:pt x="473" y="1588"/>
                  </a:lnTo>
                  <a:lnTo>
                    <a:pt x="550" y="1405"/>
                  </a:lnTo>
                  <a:lnTo>
                    <a:pt x="656" y="1237"/>
                  </a:lnTo>
                  <a:lnTo>
                    <a:pt x="763" y="1084"/>
                  </a:lnTo>
                  <a:lnTo>
                    <a:pt x="901" y="932"/>
                  </a:lnTo>
                  <a:lnTo>
                    <a:pt x="1038" y="794"/>
                  </a:lnTo>
                  <a:lnTo>
                    <a:pt x="1190" y="688"/>
                  </a:lnTo>
                  <a:lnTo>
                    <a:pt x="1343" y="581"/>
                  </a:lnTo>
                  <a:lnTo>
                    <a:pt x="1526" y="489"/>
                  </a:lnTo>
                  <a:lnTo>
                    <a:pt x="1694" y="428"/>
                  </a:lnTo>
                  <a:lnTo>
                    <a:pt x="1892" y="367"/>
                  </a:lnTo>
                  <a:lnTo>
                    <a:pt x="2076" y="337"/>
                  </a:lnTo>
                  <a:lnTo>
                    <a:pt x="2274" y="321"/>
                  </a:lnTo>
                  <a:close/>
                  <a:moveTo>
                    <a:pt x="2259" y="1"/>
                  </a:moveTo>
                  <a:lnTo>
                    <a:pt x="2030" y="31"/>
                  </a:lnTo>
                  <a:lnTo>
                    <a:pt x="1816" y="62"/>
                  </a:lnTo>
                  <a:lnTo>
                    <a:pt x="1603" y="123"/>
                  </a:lnTo>
                  <a:lnTo>
                    <a:pt x="1389" y="199"/>
                  </a:lnTo>
                  <a:lnTo>
                    <a:pt x="1190" y="306"/>
                  </a:lnTo>
                  <a:lnTo>
                    <a:pt x="1007" y="428"/>
                  </a:lnTo>
                  <a:lnTo>
                    <a:pt x="824" y="566"/>
                  </a:lnTo>
                  <a:lnTo>
                    <a:pt x="656" y="718"/>
                  </a:lnTo>
                  <a:lnTo>
                    <a:pt x="519" y="886"/>
                  </a:lnTo>
                  <a:lnTo>
                    <a:pt x="382" y="1069"/>
                  </a:lnTo>
                  <a:lnTo>
                    <a:pt x="260" y="1268"/>
                  </a:lnTo>
                  <a:lnTo>
                    <a:pt x="168" y="1481"/>
                  </a:lnTo>
                  <a:lnTo>
                    <a:pt x="92" y="1710"/>
                  </a:lnTo>
                  <a:lnTo>
                    <a:pt x="46" y="1939"/>
                  </a:lnTo>
                  <a:lnTo>
                    <a:pt x="15" y="2168"/>
                  </a:lnTo>
                  <a:lnTo>
                    <a:pt x="0" y="2397"/>
                  </a:lnTo>
                  <a:lnTo>
                    <a:pt x="31" y="2626"/>
                  </a:lnTo>
                  <a:lnTo>
                    <a:pt x="61" y="2839"/>
                  </a:lnTo>
                  <a:lnTo>
                    <a:pt x="122" y="3068"/>
                  </a:lnTo>
                  <a:lnTo>
                    <a:pt x="199" y="3267"/>
                  </a:lnTo>
                  <a:lnTo>
                    <a:pt x="305" y="3465"/>
                  </a:lnTo>
                  <a:lnTo>
                    <a:pt x="427" y="3663"/>
                  </a:lnTo>
                  <a:lnTo>
                    <a:pt x="565" y="3831"/>
                  </a:lnTo>
                  <a:lnTo>
                    <a:pt x="717" y="3999"/>
                  </a:lnTo>
                  <a:lnTo>
                    <a:pt x="885" y="4152"/>
                  </a:lnTo>
                  <a:lnTo>
                    <a:pt x="1068" y="4274"/>
                  </a:lnTo>
                  <a:lnTo>
                    <a:pt x="1267" y="4396"/>
                  </a:lnTo>
                  <a:lnTo>
                    <a:pt x="1480" y="4487"/>
                  </a:lnTo>
                  <a:lnTo>
                    <a:pt x="1709" y="4564"/>
                  </a:lnTo>
                  <a:lnTo>
                    <a:pt x="1847" y="4594"/>
                  </a:lnTo>
                  <a:lnTo>
                    <a:pt x="1999" y="4625"/>
                  </a:lnTo>
                  <a:lnTo>
                    <a:pt x="2137" y="4640"/>
                  </a:lnTo>
                  <a:lnTo>
                    <a:pt x="2518" y="4640"/>
                  </a:lnTo>
                  <a:lnTo>
                    <a:pt x="2747" y="4610"/>
                  </a:lnTo>
                  <a:lnTo>
                    <a:pt x="2976" y="4564"/>
                  </a:lnTo>
                  <a:lnTo>
                    <a:pt x="3190" y="4487"/>
                  </a:lnTo>
                  <a:lnTo>
                    <a:pt x="3388" y="4396"/>
                  </a:lnTo>
                  <a:lnTo>
                    <a:pt x="3586" y="4274"/>
                  </a:lnTo>
                  <a:lnTo>
                    <a:pt x="3769" y="4152"/>
                  </a:lnTo>
                  <a:lnTo>
                    <a:pt x="3937" y="3999"/>
                  </a:lnTo>
                  <a:lnTo>
                    <a:pt x="4090" y="3847"/>
                  </a:lnTo>
                  <a:lnTo>
                    <a:pt x="4227" y="3663"/>
                  </a:lnTo>
                  <a:lnTo>
                    <a:pt x="4349" y="3480"/>
                  </a:lnTo>
                  <a:lnTo>
                    <a:pt x="4456" y="3282"/>
                  </a:lnTo>
                  <a:lnTo>
                    <a:pt x="4532" y="3068"/>
                  </a:lnTo>
                  <a:lnTo>
                    <a:pt x="4594" y="2839"/>
                  </a:lnTo>
                  <a:lnTo>
                    <a:pt x="4639" y="2610"/>
                  </a:lnTo>
                  <a:lnTo>
                    <a:pt x="4655" y="2382"/>
                  </a:lnTo>
                  <a:lnTo>
                    <a:pt x="4655" y="2183"/>
                  </a:lnTo>
                  <a:lnTo>
                    <a:pt x="4624" y="1985"/>
                  </a:lnTo>
                  <a:lnTo>
                    <a:pt x="4594" y="1802"/>
                  </a:lnTo>
                  <a:lnTo>
                    <a:pt x="4548" y="1619"/>
                  </a:lnTo>
                  <a:lnTo>
                    <a:pt x="4471" y="1435"/>
                  </a:lnTo>
                  <a:lnTo>
                    <a:pt x="4395" y="1268"/>
                  </a:lnTo>
                  <a:lnTo>
                    <a:pt x="4304" y="1100"/>
                  </a:lnTo>
                  <a:lnTo>
                    <a:pt x="4197" y="947"/>
                  </a:lnTo>
                  <a:lnTo>
                    <a:pt x="4075" y="794"/>
                  </a:lnTo>
                  <a:lnTo>
                    <a:pt x="3953" y="657"/>
                  </a:lnTo>
                  <a:lnTo>
                    <a:pt x="3800" y="535"/>
                  </a:lnTo>
                  <a:lnTo>
                    <a:pt x="3663" y="428"/>
                  </a:lnTo>
                  <a:lnTo>
                    <a:pt x="3495" y="321"/>
                  </a:lnTo>
                  <a:lnTo>
                    <a:pt x="3327" y="230"/>
                  </a:lnTo>
                  <a:lnTo>
                    <a:pt x="3144" y="154"/>
                  </a:lnTo>
                  <a:lnTo>
                    <a:pt x="2961" y="93"/>
                  </a:lnTo>
                  <a:lnTo>
                    <a:pt x="2717" y="47"/>
                  </a:lnTo>
                  <a:lnTo>
                    <a:pt x="2488" y="16"/>
                  </a:lnTo>
                  <a:lnTo>
                    <a:pt x="22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5" name="Google Shape;5655;p63"/>
            <p:cNvSpPr/>
            <p:nvPr/>
          </p:nvSpPr>
          <p:spPr>
            <a:xfrm>
              <a:off x="1024025" y="2699925"/>
              <a:ext cx="87000" cy="115625"/>
            </a:xfrm>
            <a:custGeom>
              <a:avLst/>
              <a:gdLst/>
              <a:ahLst/>
              <a:cxnLst/>
              <a:rect l="l" t="t" r="r" b="b"/>
              <a:pathLst>
                <a:path w="3480" h="4625" extrusionOk="0">
                  <a:moveTo>
                    <a:pt x="2060" y="321"/>
                  </a:moveTo>
                  <a:lnTo>
                    <a:pt x="2167" y="351"/>
                  </a:lnTo>
                  <a:lnTo>
                    <a:pt x="2289" y="397"/>
                  </a:lnTo>
                  <a:lnTo>
                    <a:pt x="2411" y="458"/>
                  </a:lnTo>
                  <a:lnTo>
                    <a:pt x="2518" y="519"/>
                  </a:lnTo>
                  <a:lnTo>
                    <a:pt x="2625" y="611"/>
                  </a:lnTo>
                  <a:lnTo>
                    <a:pt x="2732" y="702"/>
                  </a:lnTo>
                  <a:lnTo>
                    <a:pt x="2808" y="809"/>
                  </a:lnTo>
                  <a:lnTo>
                    <a:pt x="2885" y="916"/>
                  </a:lnTo>
                  <a:lnTo>
                    <a:pt x="2946" y="1038"/>
                  </a:lnTo>
                  <a:lnTo>
                    <a:pt x="3022" y="1221"/>
                  </a:lnTo>
                  <a:lnTo>
                    <a:pt x="3083" y="1389"/>
                  </a:lnTo>
                  <a:lnTo>
                    <a:pt x="3129" y="1588"/>
                  </a:lnTo>
                  <a:lnTo>
                    <a:pt x="3159" y="1771"/>
                  </a:lnTo>
                  <a:lnTo>
                    <a:pt x="3190" y="1954"/>
                  </a:lnTo>
                  <a:lnTo>
                    <a:pt x="3190" y="2152"/>
                  </a:lnTo>
                  <a:lnTo>
                    <a:pt x="3174" y="2335"/>
                  </a:lnTo>
                  <a:lnTo>
                    <a:pt x="3144" y="2534"/>
                  </a:lnTo>
                  <a:lnTo>
                    <a:pt x="3113" y="2732"/>
                  </a:lnTo>
                  <a:lnTo>
                    <a:pt x="3052" y="2930"/>
                  </a:lnTo>
                  <a:lnTo>
                    <a:pt x="2991" y="3114"/>
                  </a:lnTo>
                  <a:lnTo>
                    <a:pt x="2915" y="3281"/>
                  </a:lnTo>
                  <a:lnTo>
                    <a:pt x="2839" y="3449"/>
                  </a:lnTo>
                  <a:lnTo>
                    <a:pt x="2732" y="3602"/>
                  </a:lnTo>
                  <a:lnTo>
                    <a:pt x="2640" y="3739"/>
                  </a:lnTo>
                  <a:lnTo>
                    <a:pt x="2518" y="3877"/>
                  </a:lnTo>
                  <a:lnTo>
                    <a:pt x="2396" y="3983"/>
                  </a:lnTo>
                  <a:lnTo>
                    <a:pt x="2274" y="4075"/>
                  </a:lnTo>
                  <a:lnTo>
                    <a:pt x="2137" y="4167"/>
                  </a:lnTo>
                  <a:lnTo>
                    <a:pt x="2015" y="4228"/>
                  </a:lnTo>
                  <a:lnTo>
                    <a:pt x="1862" y="4273"/>
                  </a:lnTo>
                  <a:lnTo>
                    <a:pt x="1725" y="4304"/>
                  </a:lnTo>
                  <a:lnTo>
                    <a:pt x="1435" y="4304"/>
                  </a:lnTo>
                  <a:lnTo>
                    <a:pt x="1297" y="4258"/>
                  </a:lnTo>
                  <a:lnTo>
                    <a:pt x="1160" y="4212"/>
                  </a:lnTo>
                  <a:lnTo>
                    <a:pt x="1038" y="4136"/>
                  </a:lnTo>
                  <a:lnTo>
                    <a:pt x="916" y="4060"/>
                  </a:lnTo>
                  <a:lnTo>
                    <a:pt x="809" y="3953"/>
                  </a:lnTo>
                  <a:lnTo>
                    <a:pt x="702" y="3831"/>
                  </a:lnTo>
                  <a:lnTo>
                    <a:pt x="611" y="3709"/>
                  </a:lnTo>
                  <a:lnTo>
                    <a:pt x="534" y="3556"/>
                  </a:lnTo>
                  <a:lnTo>
                    <a:pt x="458" y="3404"/>
                  </a:lnTo>
                  <a:lnTo>
                    <a:pt x="412" y="3236"/>
                  </a:lnTo>
                  <a:lnTo>
                    <a:pt x="367" y="3068"/>
                  </a:lnTo>
                  <a:lnTo>
                    <a:pt x="336" y="2885"/>
                  </a:lnTo>
                  <a:lnTo>
                    <a:pt x="321" y="2686"/>
                  </a:lnTo>
                  <a:lnTo>
                    <a:pt x="306" y="2488"/>
                  </a:lnTo>
                  <a:lnTo>
                    <a:pt x="321" y="2290"/>
                  </a:lnTo>
                  <a:lnTo>
                    <a:pt x="336" y="2091"/>
                  </a:lnTo>
                  <a:lnTo>
                    <a:pt x="382" y="1908"/>
                  </a:lnTo>
                  <a:lnTo>
                    <a:pt x="428" y="1710"/>
                  </a:lnTo>
                  <a:lnTo>
                    <a:pt x="489" y="1542"/>
                  </a:lnTo>
                  <a:lnTo>
                    <a:pt x="565" y="1359"/>
                  </a:lnTo>
                  <a:lnTo>
                    <a:pt x="657" y="1191"/>
                  </a:lnTo>
                  <a:lnTo>
                    <a:pt x="748" y="1038"/>
                  </a:lnTo>
                  <a:lnTo>
                    <a:pt x="870" y="870"/>
                  </a:lnTo>
                  <a:lnTo>
                    <a:pt x="992" y="733"/>
                  </a:lnTo>
                  <a:lnTo>
                    <a:pt x="1099" y="626"/>
                  </a:lnTo>
                  <a:lnTo>
                    <a:pt x="1221" y="535"/>
                  </a:lnTo>
                  <a:lnTo>
                    <a:pt x="1343" y="458"/>
                  </a:lnTo>
                  <a:lnTo>
                    <a:pt x="1481" y="397"/>
                  </a:lnTo>
                  <a:lnTo>
                    <a:pt x="1618" y="351"/>
                  </a:lnTo>
                  <a:lnTo>
                    <a:pt x="1755" y="321"/>
                  </a:lnTo>
                  <a:close/>
                  <a:moveTo>
                    <a:pt x="1755" y="0"/>
                  </a:moveTo>
                  <a:lnTo>
                    <a:pt x="1618" y="16"/>
                  </a:lnTo>
                  <a:lnTo>
                    <a:pt x="1481" y="62"/>
                  </a:lnTo>
                  <a:lnTo>
                    <a:pt x="1343" y="92"/>
                  </a:lnTo>
                  <a:lnTo>
                    <a:pt x="1221" y="153"/>
                  </a:lnTo>
                  <a:lnTo>
                    <a:pt x="1099" y="229"/>
                  </a:lnTo>
                  <a:lnTo>
                    <a:pt x="977" y="306"/>
                  </a:lnTo>
                  <a:lnTo>
                    <a:pt x="870" y="413"/>
                  </a:lnTo>
                  <a:lnTo>
                    <a:pt x="763" y="519"/>
                  </a:lnTo>
                  <a:lnTo>
                    <a:pt x="626" y="672"/>
                  </a:lnTo>
                  <a:lnTo>
                    <a:pt x="489" y="855"/>
                  </a:lnTo>
                  <a:lnTo>
                    <a:pt x="382" y="1038"/>
                  </a:lnTo>
                  <a:lnTo>
                    <a:pt x="275" y="1221"/>
                  </a:lnTo>
                  <a:lnTo>
                    <a:pt x="199" y="1420"/>
                  </a:lnTo>
                  <a:lnTo>
                    <a:pt x="122" y="1618"/>
                  </a:lnTo>
                  <a:lnTo>
                    <a:pt x="77" y="1832"/>
                  </a:lnTo>
                  <a:lnTo>
                    <a:pt x="31" y="2045"/>
                  </a:lnTo>
                  <a:lnTo>
                    <a:pt x="16" y="2259"/>
                  </a:lnTo>
                  <a:lnTo>
                    <a:pt x="0" y="2488"/>
                  </a:lnTo>
                  <a:lnTo>
                    <a:pt x="0" y="2702"/>
                  </a:lnTo>
                  <a:lnTo>
                    <a:pt x="31" y="2915"/>
                  </a:lnTo>
                  <a:lnTo>
                    <a:pt x="61" y="3114"/>
                  </a:lnTo>
                  <a:lnTo>
                    <a:pt x="107" y="3312"/>
                  </a:lnTo>
                  <a:lnTo>
                    <a:pt x="168" y="3495"/>
                  </a:lnTo>
                  <a:lnTo>
                    <a:pt x="244" y="3663"/>
                  </a:lnTo>
                  <a:lnTo>
                    <a:pt x="336" y="3831"/>
                  </a:lnTo>
                  <a:lnTo>
                    <a:pt x="428" y="3983"/>
                  </a:lnTo>
                  <a:lnTo>
                    <a:pt x="534" y="4121"/>
                  </a:lnTo>
                  <a:lnTo>
                    <a:pt x="657" y="4243"/>
                  </a:lnTo>
                  <a:lnTo>
                    <a:pt x="794" y="4350"/>
                  </a:lnTo>
                  <a:lnTo>
                    <a:pt x="931" y="4441"/>
                  </a:lnTo>
                  <a:lnTo>
                    <a:pt x="1084" y="4518"/>
                  </a:lnTo>
                  <a:lnTo>
                    <a:pt x="1236" y="4579"/>
                  </a:lnTo>
                  <a:lnTo>
                    <a:pt x="1374" y="4609"/>
                  </a:lnTo>
                  <a:lnTo>
                    <a:pt x="1557" y="4624"/>
                  </a:lnTo>
                  <a:lnTo>
                    <a:pt x="1725" y="4609"/>
                  </a:lnTo>
                  <a:lnTo>
                    <a:pt x="1893" y="4579"/>
                  </a:lnTo>
                  <a:lnTo>
                    <a:pt x="2076" y="4533"/>
                  </a:lnTo>
                  <a:lnTo>
                    <a:pt x="2228" y="4457"/>
                  </a:lnTo>
                  <a:lnTo>
                    <a:pt x="2396" y="4365"/>
                  </a:lnTo>
                  <a:lnTo>
                    <a:pt x="2549" y="4243"/>
                  </a:lnTo>
                  <a:lnTo>
                    <a:pt x="2686" y="4121"/>
                  </a:lnTo>
                  <a:lnTo>
                    <a:pt x="2823" y="3968"/>
                  </a:lnTo>
                  <a:lnTo>
                    <a:pt x="2946" y="3816"/>
                  </a:lnTo>
                  <a:lnTo>
                    <a:pt x="3068" y="3632"/>
                  </a:lnTo>
                  <a:lnTo>
                    <a:pt x="3174" y="3449"/>
                  </a:lnTo>
                  <a:lnTo>
                    <a:pt x="3266" y="3251"/>
                  </a:lnTo>
                  <a:lnTo>
                    <a:pt x="3342" y="3037"/>
                  </a:lnTo>
                  <a:lnTo>
                    <a:pt x="3403" y="2808"/>
                  </a:lnTo>
                  <a:lnTo>
                    <a:pt x="3449" y="2579"/>
                  </a:lnTo>
                  <a:lnTo>
                    <a:pt x="3480" y="2366"/>
                  </a:lnTo>
                  <a:lnTo>
                    <a:pt x="3480" y="2152"/>
                  </a:lnTo>
                  <a:lnTo>
                    <a:pt x="3480" y="1939"/>
                  </a:lnTo>
                  <a:lnTo>
                    <a:pt x="3464" y="1725"/>
                  </a:lnTo>
                  <a:lnTo>
                    <a:pt x="3419" y="1511"/>
                  </a:lnTo>
                  <a:lnTo>
                    <a:pt x="3373" y="1298"/>
                  </a:lnTo>
                  <a:lnTo>
                    <a:pt x="3297" y="1099"/>
                  </a:lnTo>
                  <a:lnTo>
                    <a:pt x="3205" y="901"/>
                  </a:lnTo>
                  <a:lnTo>
                    <a:pt x="3129" y="748"/>
                  </a:lnTo>
                  <a:lnTo>
                    <a:pt x="3037" y="596"/>
                  </a:lnTo>
                  <a:lnTo>
                    <a:pt x="2930" y="458"/>
                  </a:lnTo>
                  <a:lnTo>
                    <a:pt x="2808" y="336"/>
                  </a:lnTo>
                  <a:lnTo>
                    <a:pt x="2686" y="245"/>
                  </a:lnTo>
                  <a:lnTo>
                    <a:pt x="2564" y="168"/>
                  </a:lnTo>
                  <a:lnTo>
                    <a:pt x="2427" y="107"/>
                  </a:lnTo>
                  <a:lnTo>
                    <a:pt x="2305" y="62"/>
                  </a:lnTo>
                  <a:lnTo>
                    <a:pt x="2167" y="31"/>
                  </a:lnTo>
                  <a:lnTo>
                    <a:pt x="20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6" name="Google Shape;5656;p63"/>
            <p:cNvSpPr/>
            <p:nvPr/>
          </p:nvSpPr>
          <p:spPr>
            <a:xfrm>
              <a:off x="989675" y="2733125"/>
              <a:ext cx="43150" cy="15275"/>
            </a:xfrm>
            <a:custGeom>
              <a:avLst/>
              <a:gdLst/>
              <a:ahLst/>
              <a:cxnLst/>
              <a:rect l="l" t="t" r="r" b="b"/>
              <a:pathLst>
                <a:path w="1726" h="611" extrusionOk="0">
                  <a:moveTo>
                    <a:pt x="718" y="0"/>
                  </a:moveTo>
                  <a:lnTo>
                    <a:pt x="596" y="15"/>
                  </a:lnTo>
                  <a:lnTo>
                    <a:pt x="367" y="76"/>
                  </a:lnTo>
                  <a:lnTo>
                    <a:pt x="169" y="168"/>
                  </a:lnTo>
                  <a:lnTo>
                    <a:pt x="1" y="244"/>
                  </a:lnTo>
                  <a:lnTo>
                    <a:pt x="153" y="519"/>
                  </a:lnTo>
                  <a:lnTo>
                    <a:pt x="321" y="427"/>
                  </a:lnTo>
                  <a:lnTo>
                    <a:pt x="474" y="366"/>
                  </a:lnTo>
                  <a:lnTo>
                    <a:pt x="672" y="321"/>
                  </a:lnTo>
                  <a:lnTo>
                    <a:pt x="779" y="305"/>
                  </a:lnTo>
                  <a:lnTo>
                    <a:pt x="993" y="305"/>
                  </a:lnTo>
                  <a:lnTo>
                    <a:pt x="1100" y="336"/>
                  </a:lnTo>
                  <a:lnTo>
                    <a:pt x="1191" y="366"/>
                  </a:lnTo>
                  <a:lnTo>
                    <a:pt x="1298" y="427"/>
                  </a:lnTo>
                  <a:lnTo>
                    <a:pt x="1390" y="504"/>
                  </a:lnTo>
                  <a:lnTo>
                    <a:pt x="1466" y="611"/>
                  </a:lnTo>
                  <a:lnTo>
                    <a:pt x="1725" y="427"/>
                  </a:lnTo>
                  <a:lnTo>
                    <a:pt x="1634" y="321"/>
                  </a:lnTo>
                  <a:lnTo>
                    <a:pt x="1527" y="214"/>
                  </a:lnTo>
                  <a:lnTo>
                    <a:pt x="1420" y="137"/>
                  </a:lnTo>
                  <a:lnTo>
                    <a:pt x="1313" y="76"/>
                  </a:lnTo>
                  <a:lnTo>
                    <a:pt x="1191" y="31"/>
                  </a:lnTo>
                  <a:lnTo>
                    <a:pt x="1084" y="15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7" name="Google Shape;5657;p63"/>
            <p:cNvSpPr/>
            <p:nvPr/>
          </p:nvSpPr>
          <p:spPr>
            <a:xfrm>
              <a:off x="729500" y="2687325"/>
              <a:ext cx="161025" cy="34375"/>
            </a:xfrm>
            <a:custGeom>
              <a:avLst/>
              <a:gdLst/>
              <a:ahLst/>
              <a:cxnLst/>
              <a:rect l="l" t="t" r="r" b="b"/>
              <a:pathLst>
                <a:path w="6441" h="1375" extrusionOk="0">
                  <a:moveTo>
                    <a:pt x="1557" y="1"/>
                  </a:moveTo>
                  <a:lnTo>
                    <a:pt x="1435" y="16"/>
                  </a:lnTo>
                  <a:lnTo>
                    <a:pt x="1297" y="47"/>
                  </a:lnTo>
                  <a:lnTo>
                    <a:pt x="1160" y="92"/>
                  </a:lnTo>
                  <a:lnTo>
                    <a:pt x="1038" y="169"/>
                  </a:lnTo>
                  <a:lnTo>
                    <a:pt x="901" y="245"/>
                  </a:lnTo>
                  <a:lnTo>
                    <a:pt x="779" y="337"/>
                  </a:lnTo>
                  <a:lnTo>
                    <a:pt x="550" y="535"/>
                  </a:lnTo>
                  <a:lnTo>
                    <a:pt x="351" y="733"/>
                  </a:lnTo>
                  <a:lnTo>
                    <a:pt x="183" y="917"/>
                  </a:lnTo>
                  <a:lnTo>
                    <a:pt x="0" y="1145"/>
                  </a:lnTo>
                  <a:lnTo>
                    <a:pt x="244" y="1329"/>
                  </a:lnTo>
                  <a:lnTo>
                    <a:pt x="473" y="1054"/>
                  </a:lnTo>
                  <a:lnTo>
                    <a:pt x="641" y="886"/>
                  </a:lnTo>
                  <a:lnTo>
                    <a:pt x="809" y="718"/>
                  </a:lnTo>
                  <a:lnTo>
                    <a:pt x="992" y="566"/>
                  </a:lnTo>
                  <a:lnTo>
                    <a:pt x="1191" y="428"/>
                  </a:lnTo>
                  <a:lnTo>
                    <a:pt x="1282" y="382"/>
                  </a:lnTo>
                  <a:lnTo>
                    <a:pt x="1389" y="337"/>
                  </a:lnTo>
                  <a:lnTo>
                    <a:pt x="1481" y="321"/>
                  </a:lnTo>
                  <a:lnTo>
                    <a:pt x="1557" y="306"/>
                  </a:lnTo>
                  <a:lnTo>
                    <a:pt x="1694" y="321"/>
                  </a:lnTo>
                  <a:lnTo>
                    <a:pt x="1862" y="337"/>
                  </a:lnTo>
                  <a:lnTo>
                    <a:pt x="2366" y="428"/>
                  </a:lnTo>
                  <a:lnTo>
                    <a:pt x="2991" y="566"/>
                  </a:lnTo>
                  <a:lnTo>
                    <a:pt x="3724" y="733"/>
                  </a:lnTo>
                  <a:lnTo>
                    <a:pt x="5189" y="1084"/>
                  </a:lnTo>
                  <a:lnTo>
                    <a:pt x="6364" y="1374"/>
                  </a:lnTo>
                  <a:lnTo>
                    <a:pt x="6440" y="1069"/>
                  </a:lnTo>
                  <a:lnTo>
                    <a:pt x="5692" y="886"/>
                  </a:lnTo>
                  <a:lnTo>
                    <a:pt x="4182" y="520"/>
                  </a:lnTo>
                  <a:lnTo>
                    <a:pt x="3342" y="321"/>
                  </a:lnTo>
                  <a:lnTo>
                    <a:pt x="2579" y="154"/>
                  </a:lnTo>
                  <a:lnTo>
                    <a:pt x="1954" y="47"/>
                  </a:lnTo>
                  <a:lnTo>
                    <a:pt x="1725" y="16"/>
                  </a:lnTo>
                  <a:lnTo>
                    <a:pt x="15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8" name="Google Shape;5658;p63"/>
            <p:cNvSpPr/>
            <p:nvPr/>
          </p:nvSpPr>
          <p:spPr>
            <a:xfrm>
              <a:off x="734450" y="2675500"/>
              <a:ext cx="68700" cy="114875"/>
            </a:xfrm>
            <a:custGeom>
              <a:avLst/>
              <a:gdLst/>
              <a:ahLst/>
              <a:cxnLst/>
              <a:rect l="l" t="t" r="r" b="b"/>
              <a:pathLst>
                <a:path w="2748" h="4595" extrusionOk="0">
                  <a:moveTo>
                    <a:pt x="733" y="1"/>
                  </a:moveTo>
                  <a:lnTo>
                    <a:pt x="642" y="31"/>
                  </a:lnTo>
                  <a:lnTo>
                    <a:pt x="535" y="62"/>
                  </a:lnTo>
                  <a:lnTo>
                    <a:pt x="443" y="123"/>
                  </a:lnTo>
                  <a:lnTo>
                    <a:pt x="367" y="199"/>
                  </a:lnTo>
                  <a:lnTo>
                    <a:pt x="306" y="276"/>
                  </a:lnTo>
                  <a:lnTo>
                    <a:pt x="230" y="382"/>
                  </a:lnTo>
                  <a:lnTo>
                    <a:pt x="184" y="489"/>
                  </a:lnTo>
                  <a:lnTo>
                    <a:pt x="138" y="611"/>
                  </a:lnTo>
                  <a:lnTo>
                    <a:pt x="92" y="749"/>
                  </a:lnTo>
                  <a:lnTo>
                    <a:pt x="31" y="1039"/>
                  </a:lnTo>
                  <a:lnTo>
                    <a:pt x="1" y="1359"/>
                  </a:lnTo>
                  <a:lnTo>
                    <a:pt x="1" y="1710"/>
                  </a:lnTo>
                  <a:lnTo>
                    <a:pt x="31" y="2061"/>
                  </a:lnTo>
                  <a:lnTo>
                    <a:pt x="77" y="2427"/>
                  </a:lnTo>
                  <a:lnTo>
                    <a:pt x="153" y="2778"/>
                  </a:lnTo>
                  <a:lnTo>
                    <a:pt x="260" y="3114"/>
                  </a:lnTo>
                  <a:lnTo>
                    <a:pt x="367" y="3450"/>
                  </a:lnTo>
                  <a:lnTo>
                    <a:pt x="504" y="3740"/>
                  </a:lnTo>
                  <a:lnTo>
                    <a:pt x="581" y="3877"/>
                  </a:lnTo>
                  <a:lnTo>
                    <a:pt x="672" y="3999"/>
                  </a:lnTo>
                  <a:lnTo>
                    <a:pt x="748" y="4106"/>
                  </a:lnTo>
                  <a:lnTo>
                    <a:pt x="840" y="4213"/>
                  </a:lnTo>
                  <a:lnTo>
                    <a:pt x="932" y="4289"/>
                  </a:lnTo>
                  <a:lnTo>
                    <a:pt x="1023" y="4365"/>
                  </a:lnTo>
                  <a:lnTo>
                    <a:pt x="1130" y="4426"/>
                  </a:lnTo>
                  <a:lnTo>
                    <a:pt x="1237" y="4487"/>
                  </a:lnTo>
                  <a:lnTo>
                    <a:pt x="1344" y="4533"/>
                  </a:lnTo>
                  <a:lnTo>
                    <a:pt x="1450" y="4564"/>
                  </a:lnTo>
                  <a:lnTo>
                    <a:pt x="1557" y="4594"/>
                  </a:lnTo>
                  <a:lnTo>
                    <a:pt x="1908" y="4594"/>
                  </a:lnTo>
                  <a:lnTo>
                    <a:pt x="2015" y="4564"/>
                  </a:lnTo>
                  <a:lnTo>
                    <a:pt x="2122" y="4533"/>
                  </a:lnTo>
                  <a:lnTo>
                    <a:pt x="2229" y="4487"/>
                  </a:lnTo>
                  <a:lnTo>
                    <a:pt x="2336" y="4442"/>
                  </a:lnTo>
                  <a:lnTo>
                    <a:pt x="2427" y="4381"/>
                  </a:lnTo>
                  <a:lnTo>
                    <a:pt x="2519" y="4304"/>
                  </a:lnTo>
                  <a:lnTo>
                    <a:pt x="2610" y="4213"/>
                  </a:lnTo>
                  <a:lnTo>
                    <a:pt x="2687" y="4121"/>
                  </a:lnTo>
                  <a:lnTo>
                    <a:pt x="2717" y="4091"/>
                  </a:lnTo>
                  <a:lnTo>
                    <a:pt x="2748" y="2183"/>
                  </a:lnTo>
                  <a:lnTo>
                    <a:pt x="2702" y="2076"/>
                  </a:lnTo>
                  <a:lnTo>
                    <a:pt x="2564" y="1802"/>
                  </a:lnTo>
                  <a:lnTo>
                    <a:pt x="2366" y="1405"/>
                  </a:lnTo>
                  <a:lnTo>
                    <a:pt x="2229" y="1206"/>
                  </a:lnTo>
                  <a:lnTo>
                    <a:pt x="2091" y="977"/>
                  </a:lnTo>
                  <a:lnTo>
                    <a:pt x="1939" y="764"/>
                  </a:lnTo>
                  <a:lnTo>
                    <a:pt x="1786" y="565"/>
                  </a:lnTo>
                  <a:lnTo>
                    <a:pt x="1603" y="382"/>
                  </a:lnTo>
                  <a:lnTo>
                    <a:pt x="1420" y="230"/>
                  </a:lnTo>
                  <a:lnTo>
                    <a:pt x="1328" y="169"/>
                  </a:lnTo>
                  <a:lnTo>
                    <a:pt x="1237" y="108"/>
                  </a:lnTo>
                  <a:lnTo>
                    <a:pt x="1130" y="62"/>
                  </a:lnTo>
                  <a:lnTo>
                    <a:pt x="1038" y="31"/>
                  </a:lnTo>
                  <a:lnTo>
                    <a:pt x="947" y="1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9" name="Google Shape;5659;p63"/>
            <p:cNvSpPr/>
            <p:nvPr/>
          </p:nvSpPr>
          <p:spPr>
            <a:xfrm>
              <a:off x="753900" y="2699925"/>
              <a:ext cx="34375" cy="76325"/>
            </a:xfrm>
            <a:custGeom>
              <a:avLst/>
              <a:gdLst/>
              <a:ahLst/>
              <a:cxnLst/>
              <a:rect l="l" t="t" r="r" b="b"/>
              <a:pathLst>
                <a:path w="1375" h="3053" extrusionOk="0">
                  <a:moveTo>
                    <a:pt x="1" y="0"/>
                  </a:moveTo>
                  <a:lnTo>
                    <a:pt x="1" y="16"/>
                  </a:lnTo>
                  <a:lnTo>
                    <a:pt x="1" y="31"/>
                  </a:lnTo>
                  <a:lnTo>
                    <a:pt x="138" y="138"/>
                  </a:lnTo>
                  <a:lnTo>
                    <a:pt x="260" y="245"/>
                  </a:lnTo>
                  <a:lnTo>
                    <a:pt x="367" y="351"/>
                  </a:lnTo>
                  <a:lnTo>
                    <a:pt x="459" y="474"/>
                  </a:lnTo>
                  <a:lnTo>
                    <a:pt x="550" y="596"/>
                  </a:lnTo>
                  <a:lnTo>
                    <a:pt x="642" y="718"/>
                  </a:lnTo>
                  <a:lnTo>
                    <a:pt x="779" y="992"/>
                  </a:lnTo>
                  <a:lnTo>
                    <a:pt x="901" y="1282"/>
                  </a:lnTo>
                  <a:lnTo>
                    <a:pt x="978" y="1572"/>
                  </a:lnTo>
                  <a:lnTo>
                    <a:pt x="1054" y="1893"/>
                  </a:lnTo>
                  <a:lnTo>
                    <a:pt x="1100" y="2198"/>
                  </a:lnTo>
                  <a:lnTo>
                    <a:pt x="1100" y="2198"/>
                  </a:lnTo>
                  <a:lnTo>
                    <a:pt x="1039" y="2076"/>
                  </a:lnTo>
                  <a:lnTo>
                    <a:pt x="947" y="1969"/>
                  </a:lnTo>
                  <a:lnTo>
                    <a:pt x="856" y="1878"/>
                  </a:lnTo>
                  <a:lnTo>
                    <a:pt x="749" y="1801"/>
                  </a:lnTo>
                  <a:lnTo>
                    <a:pt x="642" y="1755"/>
                  </a:lnTo>
                  <a:lnTo>
                    <a:pt x="505" y="1740"/>
                  </a:lnTo>
                  <a:lnTo>
                    <a:pt x="352" y="1755"/>
                  </a:lnTo>
                  <a:lnTo>
                    <a:pt x="199" y="1816"/>
                  </a:lnTo>
                  <a:lnTo>
                    <a:pt x="184" y="1832"/>
                  </a:lnTo>
                  <a:lnTo>
                    <a:pt x="184" y="1847"/>
                  </a:lnTo>
                  <a:lnTo>
                    <a:pt x="199" y="1862"/>
                  </a:lnTo>
                  <a:lnTo>
                    <a:pt x="321" y="1862"/>
                  </a:lnTo>
                  <a:lnTo>
                    <a:pt x="428" y="1878"/>
                  </a:lnTo>
                  <a:lnTo>
                    <a:pt x="535" y="1908"/>
                  </a:lnTo>
                  <a:lnTo>
                    <a:pt x="642" y="1954"/>
                  </a:lnTo>
                  <a:lnTo>
                    <a:pt x="733" y="2015"/>
                  </a:lnTo>
                  <a:lnTo>
                    <a:pt x="810" y="2091"/>
                  </a:lnTo>
                  <a:lnTo>
                    <a:pt x="871" y="2183"/>
                  </a:lnTo>
                  <a:lnTo>
                    <a:pt x="932" y="2274"/>
                  </a:lnTo>
                  <a:lnTo>
                    <a:pt x="1008" y="2457"/>
                  </a:lnTo>
                  <a:lnTo>
                    <a:pt x="1069" y="2625"/>
                  </a:lnTo>
                  <a:lnTo>
                    <a:pt x="1130" y="2808"/>
                  </a:lnTo>
                  <a:lnTo>
                    <a:pt x="1176" y="2992"/>
                  </a:lnTo>
                  <a:lnTo>
                    <a:pt x="1176" y="3022"/>
                  </a:lnTo>
                  <a:lnTo>
                    <a:pt x="1207" y="3037"/>
                  </a:lnTo>
                  <a:lnTo>
                    <a:pt x="1252" y="3053"/>
                  </a:lnTo>
                  <a:lnTo>
                    <a:pt x="1283" y="3037"/>
                  </a:lnTo>
                  <a:lnTo>
                    <a:pt x="1298" y="3022"/>
                  </a:lnTo>
                  <a:lnTo>
                    <a:pt x="1313" y="3007"/>
                  </a:lnTo>
                  <a:lnTo>
                    <a:pt x="1313" y="2976"/>
                  </a:lnTo>
                  <a:lnTo>
                    <a:pt x="1313" y="2961"/>
                  </a:lnTo>
                  <a:lnTo>
                    <a:pt x="1359" y="2763"/>
                  </a:lnTo>
                  <a:lnTo>
                    <a:pt x="1374" y="2549"/>
                  </a:lnTo>
                  <a:lnTo>
                    <a:pt x="1374" y="2335"/>
                  </a:lnTo>
                  <a:lnTo>
                    <a:pt x="1359" y="2122"/>
                  </a:lnTo>
                  <a:lnTo>
                    <a:pt x="1329" y="1893"/>
                  </a:lnTo>
                  <a:lnTo>
                    <a:pt x="1283" y="1664"/>
                  </a:lnTo>
                  <a:lnTo>
                    <a:pt x="1222" y="1450"/>
                  </a:lnTo>
                  <a:lnTo>
                    <a:pt x="1146" y="1237"/>
                  </a:lnTo>
                  <a:lnTo>
                    <a:pt x="1054" y="1023"/>
                  </a:lnTo>
                  <a:lnTo>
                    <a:pt x="947" y="825"/>
                  </a:lnTo>
                  <a:lnTo>
                    <a:pt x="840" y="641"/>
                  </a:lnTo>
                  <a:lnTo>
                    <a:pt x="703" y="474"/>
                  </a:lnTo>
                  <a:lnTo>
                    <a:pt x="550" y="321"/>
                  </a:lnTo>
                  <a:lnTo>
                    <a:pt x="382" y="184"/>
                  </a:lnTo>
                  <a:lnTo>
                    <a:pt x="215" y="7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0" name="Google Shape;5660;p63"/>
            <p:cNvSpPr/>
            <p:nvPr/>
          </p:nvSpPr>
          <p:spPr>
            <a:xfrm>
              <a:off x="732175" y="2941425"/>
              <a:ext cx="183525" cy="174375"/>
            </a:xfrm>
            <a:custGeom>
              <a:avLst/>
              <a:gdLst/>
              <a:ahLst/>
              <a:cxnLst/>
              <a:rect l="l" t="t" r="r" b="b"/>
              <a:pathLst>
                <a:path w="7341" h="6975" extrusionOk="0">
                  <a:moveTo>
                    <a:pt x="992" y="0"/>
                  </a:moveTo>
                  <a:lnTo>
                    <a:pt x="0" y="1343"/>
                  </a:lnTo>
                  <a:lnTo>
                    <a:pt x="672" y="2259"/>
                  </a:lnTo>
                  <a:lnTo>
                    <a:pt x="2152" y="4258"/>
                  </a:lnTo>
                  <a:lnTo>
                    <a:pt x="2930" y="5311"/>
                  </a:lnTo>
                  <a:lnTo>
                    <a:pt x="3617" y="6196"/>
                  </a:lnTo>
                  <a:lnTo>
                    <a:pt x="3892" y="6547"/>
                  </a:lnTo>
                  <a:lnTo>
                    <a:pt x="4105" y="6806"/>
                  </a:lnTo>
                  <a:lnTo>
                    <a:pt x="4243" y="6944"/>
                  </a:lnTo>
                  <a:lnTo>
                    <a:pt x="4273" y="6974"/>
                  </a:lnTo>
                  <a:lnTo>
                    <a:pt x="4288" y="6974"/>
                  </a:lnTo>
                  <a:lnTo>
                    <a:pt x="4288" y="6959"/>
                  </a:lnTo>
                  <a:lnTo>
                    <a:pt x="5341" y="4182"/>
                  </a:lnTo>
                  <a:lnTo>
                    <a:pt x="7340" y="5891"/>
                  </a:lnTo>
                  <a:lnTo>
                    <a:pt x="6791" y="1236"/>
                  </a:lnTo>
                  <a:lnTo>
                    <a:pt x="6135" y="382"/>
                  </a:lnTo>
                  <a:lnTo>
                    <a:pt x="5158" y="3586"/>
                  </a:lnTo>
                  <a:lnTo>
                    <a:pt x="9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1" name="Google Shape;5661;p63"/>
            <p:cNvSpPr/>
            <p:nvPr/>
          </p:nvSpPr>
          <p:spPr>
            <a:xfrm>
              <a:off x="730250" y="2972700"/>
              <a:ext cx="188500" cy="149575"/>
            </a:xfrm>
            <a:custGeom>
              <a:avLst/>
              <a:gdLst/>
              <a:ahLst/>
              <a:cxnLst/>
              <a:rect l="l" t="t" r="r" b="b"/>
              <a:pathLst>
                <a:path w="7540" h="5983" extrusionOk="0">
                  <a:moveTo>
                    <a:pt x="6883" y="1"/>
                  </a:moveTo>
                  <a:lnTo>
                    <a:pt x="6868" y="16"/>
                  </a:lnTo>
                  <a:lnTo>
                    <a:pt x="6853" y="31"/>
                  </a:lnTo>
                  <a:lnTo>
                    <a:pt x="6837" y="199"/>
                  </a:lnTo>
                  <a:lnTo>
                    <a:pt x="6853" y="413"/>
                  </a:lnTo>
                  <a:lnTo>
                    <a:pt x="6868" y="931"/>
                  </a:lnTo>
                  <a:lnTo>
                    <a:pt x="6929" y="1557"/>
                  </a:lnTo>
                  <a:lnTo>
                    <a:pt x="7005" y="2244"/>
                  </a:lnTo>
                  <a:lnTo>
                    <a:pt x="7173" y="3526"/>
                  </a:lnTo>
                  <a:lnTo>
                    <a:pt x="7234" y="4045"/>
                  </a:lnTo>
                  <a:lnTo>
                    <a:pt x="7280" y="4411"/>
                  </a:lnTo>
                  <a:lnTo>
                    <a:pt x="7280" y="4411"/>
                  </a:lnTo>
                  <a:lnTo>
                    <a:pt x="6319" y="3633"/>
                  </a:lnTo>
                  <a:lnTo>
                    <a:pt x="5708" y="3144"/>
                  </a:lnTo>
                  <a:lnTo>
                    <a:pt x="5495" y="2992"/>
                  </a:lnTo>
                  <a:lnTo>
                    <a:pt x="5418" y="2946"/>
                  </a:lnTo>
                  <a:lnTo>
                    <a:pt x="5311" y="3175"/>
                  </a:lnTo>
                  <a:lnTo>
                    <a:pt x="5159" y="3526"/>
                  </a:lnTo>
                  <a:lnTo>
                    <a:pt x="4823" y="4365"/>
                  </a:lnTo>
                  <a:lnTo>
                    <a:pt x="4518" y="5174"/>
                  </a:lnTo>
                  <a:lnTo>
                    <a:pt x="4365" y="5601"/>
                  </a:lnTo>
                  <a:lnTo>
                    <a:pt x="3511" y="4472"/>
                  </a:lnTo>
                  <a:lnTo>
                    <a:pt x="2244" y="2824"/>
                  </a:lnTo>
                  <a:lnTo>
                    <a:pt x="947" y="1206"/>
                  </a:lnTo>
                  <a:lnTo>
                    <a:pt x="428" y="550"/>
                  </a:lnTo>
                  <a:lnTo>
                    <a:pt x="47" y="107"/>
                  </a:lnTo>
                  <a:lnTo>
                    <a:pt x="31" y="92"/>
                  </a:lnTo>
                  <a:lnTo>
                    <a:pt x="1" y="92"/>
                  </a:lnTo>
                  <a:lnTo>
                    <a:pt x="1" y="123"/>
                  </a:lnTo>
                  <a:lnTo>
                    <a:pt x="1" y="138"/>
                  </a:lnTo>
                  <a:lnTo>
                    <a:pt x="367" y="672"/>
                  </a:lnTo>
                  <a:lnTo>
                    <a:pt x="932" y="1466"/>
                  </a:lnTo>
                  <a:lnTo>
                    <a:pt x="1634" y="2427"/>
                  </a:lnTo>
                  <a:lnTo>
                    <a:pt x="2397" y="3434"/>
                  </a:lnTo>
                  <a:lnTo>
                    <a:pt x="3740" y="5220"/>
                  </a:lnTo>
                  <a:lnTo>
                    <a:pt x="4182" y="5769"/>
                  </a:lnTo>
                  <a:lnTo>
                    <a:pt x="4350" y="5983"/>
                  </a:lnTo>
                  <a:lnTo>
                    <a:pt x="4655" y="5250"/>
                  </a:lnTo>
                  <a:lnTo>
                    <a:pt x="4945" y="4533"/>
                  </a:lnTo>
                  <a:lnTo>
                    <a:pt x="5205" y="3785"/>
                  </a:lnTo>
                  <a:lnTo>
                    <a:pt x="5449" y="3053"/>
                  </a:lnTo>
                  <a:lnTo>
                    <a:pt x="5907" y="3480"/>
                  </a:lnTo>
                  <a:lnTo>
                    <a:pt x="6609" y="4106"/>
                  </a:lnTo>
                  <a:lnTo>
                    <a:pt x="7265" y="4670"/>
                  </a:lnTo>
                  <a:lnTo>
                    <a:pt x="7463" y="4823"/>
                  </a:lnTo>
                  <a:lnTo>
                    <a:pt x="7524" y="4853"/>
                  </a:lnTo>
                  <a:lnTo>
                    <a:pt x="7539" y="4869"/>
                  </a:lnTo>
                  <a:lnTo>
                    <a:pt x="7539" y="4853"/>
                  </a:lnTo>
                  <a:lnTo>
                    <a:pt x="7494" y="4228"/>
                  </a:lnTo>
                  <a:lnTo>
                    <a:pt x="7448" y="3587"/>
                  </a:lnTo>
                  <a:lnTo>
                    <a:pt x="7372" y="2961"/>
                  </a:lnTo>
                  <a:lnTo>
                    <a:pt x="7280" y="2320"/>
                  </a:lnTo>
                  <a:lnTo>
                    <a:pt x="7112" y="1176"/>
                  </a:lnTo>
                  <a:lnTo>
                    <a:pt x="7021" y="596"/>
                  </a:lnTo>
                  <a:lnTo>
                    <a:pt x="6914" y="31"/>
                  </a:lnTo>
                  <a:lnTo>
                    <a:pt x="6899" y="16"/>
                  </a:lnTo>
                  <a:lnTo>
                    <a:pt x="68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2" name="Google Shape;5662;p63"/>
            <p:cNvSpPr/>
            <p:nvPr/>
          </p:nvSpPr>
          <p:spPr>
            <a:xfrm>
              <a:off x="304125" y="2990625"/>
              <a:ext cx="428450" cy="561600"/>
            </a:xfrm>
            <a:custGeom>
              <a:avLst/>
              <a:gdLst/>
              <a:ahLst/>
              <a:cxnLst/>
              <a:rect l="l" t="t" r="r" b="b"/>
              <a:pathLst>
                <a:path w="17138" h="22464" extrusionOk="0">
                  <a:moveTo>
                    <a:pt x="15642" y="1"/>
                  </a:moveTo>
                  <a:lnTo>
                    <a:pt x="15428" y="16"/>
                  </a:lnTo>
                  <a:lnTo>
                    <a:pt x="15215" y="47"/>
                  </a:lnTo>
                  <a:lnTo>
                    <a:pt x="14986" y="108"/>
                  </a:lnTo>
                  <a:lnTo>
                    <a:pt x="14772" y="184"/>
                  </a:lnTo>
                  <a:lnTo>
                    <a:pt x="14543" y="276"/>
                  </a:lnTo>
                  <a:lnTo>
                    <a:pt x="14314" y="382"/>
                  </a:lnTo>
                  <a:lnTo>
                    <a:pt x="14085" y="504"/>
                  </a:lnTo>
                  <a:lnTo>
                    <a:pt x="13872" y="657"/>
                  </a:lnTo>
                  <a:lnTo>
                    <a:pt x="13658" y="810"/>
                  </a:lnTo>
                  <a:lnTo>
                    <a:pt x="13444" y="978"/>
                  </a:lnTo>
                  <a:lnTo>
                    <a:pt x="13246" y="1145"/>
                  </a:lnTo>
                  <a:lnTo>
                    <a:pt x="13048" y="1344"/>
                  </a:lnTo>
                  <a:lnTo>
                    <a:pt x="12865" y="1527"/>
                  </a:lnTo>
                  <a:lnTo>
                    <a:pt x="12681" y="1741"/>
                  </a:lnTo>
                  <a:lnTo>
                    <a:pt x="12529" y="1939"/>
                  </a:lnTo>
                  <a:lnTo>
                    <a:pt x="12346" y="2183"/>
                  </a:lnTo>
                  <a:lnTo>
                    <a:pt x="12117" y="2458"/>
                  </a:lnTo>
                  <a:lnTo>
                    <a:pt x="11506" y="3175"/>
                  </a:lnTo>
                  <a:lnTo>
                    <a:pt x="9843" y="5083"/>
                  </a:lnTo>
                  <a:lnTo>
                    <a:pt x="8851" y="6227"/>
                  </a:lnTo>
                  <a:lnTo>
                    <a:pt x="7783" y="7463"/>
                  </a:lnTo>
                  <a:lnTo>
                    <a:pt x="6669" y="8760"/>
                  </a:lnTo>
                  <a:lnTo>
                    <a:pt x="5555" y="10103"/>
                  </a:lnTo>
                  <a:lnTo>
                    <a:pt x="4471" y="11461"/>
                  </a:lnTo>
                  <a:lnTo>
                    <a:pt x="3937" y="12133"/>
                  </a:lnTo>
                  <a:lnTo>
                    <a:pt x="3418" y="12820"/>
                  </a:lnTo>
                  <a:lnTo>
                    <a:pt x="2930" y="13476"/>
                  </a:lnTo>
                  <a:lnTo>
                    <a:pt x="2472" y="14132"/>
                  </a:lnTo>
                  <a:lnTo>
                    <a:pt x="2030" y="14773"/>
                  </a:lnTo>
                  <a:lnTo>
                    <a:pt x="1633" y="15383"/>
                  </a:lnTo>
                  <a:lnTo>
                    <a:pt x="1251" y="15994"/>
                  </a:lnTo>
                  <a:lnTo>
                    <a:pt x="931" y="16558"/>
                  </a:lnTo>
                  <a:lnTo>
                    <a:pt x="641" y="17108"/>
                  </a:lnTo>
                  <a:lnTo>
                    <a:pt x="412" y="17626"/>
                  </a:lnTo>
                  <a:lnTo>
                    <a:pt x="305" y="17871"/>
                  </a:lnTo>
                  <a:lnTo>
                    <a:pt x="214" y="18115"/>
                  </a:lnTo>
                  <a:lnTo>
                    <a:pt x="153" y="18344"/>
                  </a:lnTo>
                  <a:lnTo>
                    <a:pt x="92" y="18557"/>
                  </a:lnTo>
                  <a:lnTo>
                    <a:pt x="46" y="18771"/>
                  </a:lnTo>
                  <a:lnTo>
                    <a:pt x="15" y="18969"/>
                  </a:lnTo>
                  <a:lnTo>
                    <a:pt x="0" y="19168"/>
                  </a:lnTo>
                  <a:lnTo>
                    <a:pt x="15" y="19336"/>
                  </a:lnTo>
                  <a:lnTo>
                    <a:pt x="46" y="19671"/>
                  </a:lnTo>
                  <a:lnTo>
                    <a:pt x="122" y="19992"/>
                  </a:lnTo>
                  <a:lnTo>
                    <a:pt x="214" y="20282"/>
                  </a:lnTo>
                  <a:lnTo>
                    <a:pt x="336" y="20541"/>
                  </a:lnTo>
                  <a:lnTo>
                    <a:pt x="488" y="20801"/>
                  </a:lnTo>
                  <a:lnTo>
                    <a:pt x="656" y="21030"/>
                  </a:lnTo>
                  <a:lnTo>
                    <a:pt x="855" y="21243"/>
                  </a:lnTo>
                  <a:lnTo>
                    <a:pt x="1068" y="21442"/>
                  </a:lnTo>
                  <a:lnTo>
                    <a:pt x="1297" y="21609"/>
                  </a:lnTo>
                  <a:lnTo>
                    <a:pt x="1557" y="21777"/>
                  </a:lnTo>
                  <a:lnTo>
                    <a:pt x="1816" y="21915"/>
                  </a:lnTo>
                  <a:lnTo>
                    <a:pt x="2091" y="22037"/>
                  </a:lnTo>
                  <a:lnTo>
                    <a:pt x="2381" y="22144"/>
                  </a:lnTo>
                  <a:lnTo>
                    <a:pt x="2671" y="22235"/>
                  </a:lnTo>
                  <a:lnTo>
                    <a:pt x="2976" y="22311"/>
                  </a:lnTo>
                  <a:lnTo>
                    <a:pt x="3281" y="22372"/>
                  </a:lnTo>
                  <a:lnTo>
                    <a:pt x="3601" y="22418"/>
                  </a:lnTo>
                  <a:lnTo>
                    <a:pt x="3922" y="22449"/>
                  </a:lnTo>
                  <a:lnTo>
                    <a:pt x="4242" y="22464"/>
                  </a:lnTo>
                  <a:lnTo>
                    <a:pt x="4563" y="22464"/>
                  </a:lnTo>
                  <a:lnTo>
                    <a:pt x="4868" y="22449"/>
                  </a:lnTo>
                  <a:lnTo>
                    <a:pt x="5189" y="22433"/>
                  </a:lnTo>
                  <a:lnTo>
                    <a:pt x="5494" y="22403"/>
                  </a:lnTo>
                  <a:lnTo>
                    <a:pt x="5784" y="22357"/>
                  </a:lnTo>
                  <a:lnTo>
                    <a:pt x="6074" y="22296"/>
                  </a:lnTo>
                  <a:lnTo>
                    <a:pt x="6364" y="22220"/>
                  </a:lnTo>
                  <a:lnTo>
                    <a:pt x="6623" y="22144"/>
                  </a:lnTo>
                  <a:lnTo>
                    <a:pt x="6867" y="22052"/>
                  </a:lnTo>
                  <a:lnTo>
                    <a:pt x="7111" y="21945"/>
                  </a:lnTo>
                  <a:lnTo>
                    <a:pt x="7325" y="21838"/>
                  </a:lnTo>
                  <a:lnTo>
                    <a:pt x="7523" y="21732"/>
                  </a:lnTo>
                  <a:lnTo>
                    <a:pt x="7707" y="21594"/>
                  </a:lnTo>
                  <a:lnTo>
                    <a:pt x="7981" y="21365"/>
                  </a:lnTo>
                  <a:lnTo>
                    <a:pt x="8271" y="21106"/>
                  </a:lnTo>
                  <a:lnTo>
                    <a:pt x="8561" y="20816"/>
                  </a:lnTo>
                  <a:lnTo>
                    <a:pt x="8866" y="20495"/>
                  </a:lnTo>
                  <a:lnTo>
                    <a:pt x="9172" y="20144"/>
                  </a:lnTo>
                  <a:lnTo>
                    <a:pt x="9492" y="19763"/>
                  </a:lnTo>
                  <a:lnTo>
                    <a:pt x="9797" y="19366"/>
                  </a:lnTo>
                  <a:lnTo>
                    <a:pt x="10133" y="18939"/>
                  </a:lnTo>
                  <a:lnTo>
                    <a:pt x="10453" y="18496"/>
                  </a:lnTo>
                  <a:lnTo>
                    <a:pt x="10774" y="18023"/>
                  </a:lnTo>
                  <a:lnTo>
                    <a:pt x="11110" y="17535"/>
                  </a:lnTo>
                  <a:lnTo>
                    <a:pt x="11445" y="17016"/>
                  </a:lnTo>
                  <a:lnTo>
                    <a:pt x="11766" y="16497"/>
                  </a:lnTo>
                  <a:lnTo>
                    <a:pt x="12101" y="15948"/>
                  </a:lnTo>
                  <a:lnTo>
                    <a:pt x="12422" y="15383"/>
                  </a:lnTo>
                  <a:lnTo>
                    <a:pt x="12742" y="14803"/>
                  </a:lnTo>
                  <a:lnTo>
                    <a:pt x="13063" y="14208"/>
                  </a:lnTo>
                  <a:lnTo>
                    <a:pt x="13383" y="13613"/>
                  </a:lnTo>
                  <a:lnTo>
                    <a:pt x="13689" y="13003"/>
                  </a:lnTo>
                  <a:lnTo>
                    <a:pt x="13994" y="12377"/>
                  </a:lnTo>
                  <a:lnTo>
                    <a:pt x="14284" y="11736"/>
                  </a:lnTo>
                  <a:lnTo>
                    <a:pt x="14574" y="11095"/>
                  </a:lnTo>
                  <a:lnTo>
                    <a:pt x="14848" y="10454"/>
                  </a:lnTo>
                  <a:lnTo>
                    <a:pt x="15123" y="9798"/>
                  </a:lnTo>
                  <a:lnTo>
                    <a:pt x="15382" y="9142"/>
                  </a:lnTo>
                  <a:lnTo>
                    <a:pt x="15627" y="8470"/>
                  </a:lnTo>
                  <a:lnTo>
                    <a:pt x="15871" y="7814"/>
                  </a:lnTo>
                  <a:lnTo>
                    <a:pt x="16084" y="7143"/>
                  </a:lnTo>
                  <a:lnTo>
                    <a:pt x="16298" y="6486"/>
                  </a:lnTo>
                  <a:lnTo>
                    <a:pt x="16481" y="5815"/>
                  </a:lnTo>
                  <a:lnTo>
                    <a:pt x="16664" y="5159"/>
                  </a:lnTo>
                  <a:lnTo>
                    <a:pt x="16832" y="4503"/>
                  </a:lnTo>
                  <a:lnTo>
                    <a:pt x="16954" y="3938"/>
                  </a:lnTo>
                  <a:lnTo>
                    <a:pt x="17031" y="3404"/>
                  </a:lnTo>
                  <a:lnTo>
                    <a:pt x="17092" y="2931"/>
                  </a:lnTo>
                  <a:lnTo>
                    <a:pt x="17122" y="2488"/>
                  </a:lnTo>
                  <a:lnTo>
                    <a:pt x="17137" y="2092"/>
                  </a:lnTo>
                  <a:lnTo>
                    <a:pt x="17107" y="1725"/>
                  </a:lnTo>
                  <a:lnTo>
                    <a:pt x="17061" y="1405"/>
                  </a:lnTo>
                  <a:lnTo>
                    <a:pt x="17000" y="1130"/>
                  </a:lnTo>
                  <a:lnTo>
                    <a:pt x="16909" y="871"/>
                  </a:lnTo>
                  <a:lnTo>
                    <a:pt x="16802" y="657"/>
                  </a:lnTo>
                  <a:lnTo>
                    <a:pt x="16680" y="474"/>
                  </a:lnTo>
                  <a:lnTo>
                    <a:pt x="16542" y="337"/>
                  </a:lnTo>
                  <a:lnTo>
                    <a:pt x="16390" y="214"/>
                  </a:lnTo>
                  <a:lnTo>
                    <a:pt x="16207" y="123"/>
                  </a:lnTo>
                  <a:lnTo>
                    <a:pt x="16023" y="62"/>
                  </a:lnTo>
                  <a:lnTo>
                    <a:pt x="15840" y="16"/>
                  </a:lnTo>
                  <a:lnTo>
                    <a:pt x="15642" y="1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3" name="Google Shape;5663;p63"/>
            <p:cNvSpPr/>
            <p:nvPr/>
          </p:nvSpPr>
          <p:spPr>
            <a:xfrm>
              <a:off x="304125" y="2990625"/>
              <a:ext cx="428450" cy="561600"/>
            </a:xfrm>
            <a:custGeom>
              <a:avLst/>
              <a:gdLst/>
              <a:ahLst/>
              <a:cxnLst/>
              <a:rect l="l" t="t" r="r" b="b"/>
              <a:pathLst>
                <a:path w="17138" h="22464" extrusionOk="0">
                  <a:moveTo>
                    <a:pt x="15642" y="1"/>
                  </a:moveTo>
                  <a:lnTo>
                    <a:pt x="15428" y="16"/>
                  </a:lnTo>
                  <a:lnTo>
                    <a:pt x="15215" y="47"/>
                  </a:lnTo>
                  <a:lnTo>
                    <a:pt x="14986" y="108"/>
                  </a:lnTo>
                  <a:lnTo>
                    <a:pt x="14772" y="184"/>
                  </a:lnTo>
                  <a:lnTo>
                    <a:pt x="14543" y="276"/>
                  </a:lnTo>
                  <a:lnTo>
                    <a:pt x="14314" y="382"/>
                  </a:lnTo>
                  <a:lnTo>
                    <a:pt x="14085" y="504"/>
                  </a:lnTo>
                  <a:lnTo>
                    <a:pt x="13872" y="657"/>
                  </a:lnTo>
                  <a:lnTo>
                    <a:pt x="13658" y="810"/>
                  </a:lnTo>
                  <a:lnTo>
                    <a:pt x="13444" y="978"/>
                  </a:lnTo>
                  <a:lnTo>
                    <a:pt x="13246" y="1145"/>
                  </a:lnTo>
                  <a:lnTo>
                    <a:pt x="13048" y="1344"/>
                  </a:lnTo>
                  <a:lnTo>
                    <a:pt x="12865" y="1527"/>
                  </a:lnTo>
                  <a:lnTo>
                    <a:pt x="12681" y="1741"/>
                  </a:lnTo>
                  <a:lnTo>
                    <a:pt x="12529" y="1939"/>
                  </a:lnTo>
                  <a:lnTo>
                    <a:pt x="12346" y="2183"/>
                  </a:lnTo>
                  <a:lnTo>
                    <a:pt x="12117" y="2458"/>
                  </a:lnTo>
                  <a:lnTo>
                    <a:pt x="11506" y="3175"/>
                  </a:lnTo>
                  <a:lnTo>
                    <a:pt x="9843" y="5083"/>
                  </a:lnTo>
                  <a:lnTo>
                    <a:pt x="8851" y="6227"/>
                  </a:lnTo>
                  <a:lnTo>
                    <a:pt x="7783" y="7463"/>
                  </a:lnTo>
                  <a:lnTo>
                    <a:pt x="6669" y="8760"/>
                  </a:lnTo>
                  <a:lnTo>
                    <a:pt x="5555" y="10103"/>
                  </a:lnTo>
                  <a:lnTo>
                    <a:pt x="4471" y="11461"/>
                  </a:lnTo>
                  <a:lnTo>
                    <a:pt x="3937" y="12133"/>
                  </a:lnTo>
                  <a:lnTo>
                    <a:pt x="3418" y="12820"/>
                  </a:lnTo>
                  <a:lnTo>
                    <a:pt x="2930" y="13476"/>
                  </a:lnTo>
                  <a:lnTo>
                    <a:pt x="2472" y="14132"/>
                  </a:lnTo>
                  <a:lnTo>
                    <a:pt x="2030" y="14773"/>
                  </a:lnTo>
                  <a:lnTo>
                    <a:pt x="1633" y="15383"/>
                  </a:lnTo>
                  <a:lnTo>
                    <a:pt x="1251" y="15994"/>
                  </a:lnTo>
                  <a:lnTo>
                    <a:pt x="931" y="16558"/>
                  </a:lnTo>
                  <a:lnTo>
                    <a:pt x="641" y="17108"/>
                  </a:lnTo>
                  <a:lnTo>
                    <a:pt x="412" y="17626"/>
                  </a:lnTo>
                  <a:lnTo>
                    <a:pt x="305" y="17871"/>
                  </a:lnTo>
                  <a:lnTo>
                    <a:pt x="214" y="18115"/>
                  </a:lnTo>
                  <a:lnTo>
                    <a:pt x="153" y="18344"/>
                  </a:lnTo>
                  <a:lnTo>
                    <a:pt x="92" y="18557"/>
                  </a:lnTo>
                  <a:lnTo>
                    <a:pt x="46" y="18771"/>
                  </a:lnTo>
                  <a:lnTo>
                    <a:pt x="15" y="18969"/>
                  </a:lnTo>
                  <a:lnTo>
                    <a:pt x="0" y="19168"/>
                  </a:lnTo>
                  <a:lnTo>
                    <a:pt x="15" y="19336"/>
                  </a:lnTo>
                  <a:lnTo>
                    <a:pt x="46" y="19671"/>
                  </a:lnTo>
                  <a:lnTo>
                    <a:pt x="122" y="19992"/>
                  </a:lnTo>
                  <a:lnTo>
                    <a:pt x="214" y="20282"/>
                  </a:lnTo>
                  <a:lnTo>
                    <a:pt x="336" y="20541"/>
                  </a:lnTo>
                  <a:lnTo>
                    <a:pt x="488" y="20801"/>
                  </a:lnTo>
                  <a:lnTo>
                    <a:pt x="656" y="21030"/>
                  </a:lnTo>
                  <a:lnTo>
                    <a:pt x="855" y="21243"/>
                  </a:lnTo>
                  <a:lnTo>
                    <a:pt x="1068" y="21442"/>
                  </a:lnTo>
                  <a:lnTo>
                    <a:pt x="1297" y="21609"/>
                  </a:lnTo>
                  <a:lnTo>
                    <a:pt x="1557" y="21777"/>
                  </a:lnTo>
                  <a:lnTo>
                    <a:pt x="1816" y="21915"/>
                  </a:lnTo>
                  <a:lnTo>
                    <a:pt x="2091" y="22037"/>
                  </a:lnTo>
                  <a:lnTo>
                    <a:pt x="2381" y="22144"/>
                  </a:lnTo>
                  <a:lnTo>
                    <a:pt x="2671" y="22235"/>
                  </a:lnTo>
                  <a:lnTo>
                    <a:pt x="2976" y="22311"/>
                  </a:lnTo>
                  <a:lnTo>
                    <a:pt x="3281" y="22372"/>
                  </a:lnTo>
                  <a:lnTo>
                    <a:pt x="3601" y="22418"/>
                  </a:lnTo>
                  <a:lnTo>
                    <a:pt x="3922" y="22449"/>
                  </a:lnTo>
                  <a:lnTo>
                    <a:pt x="4242" y="22464"/>
                  </a:lnTo>
                  <a:lnTo>
                    <a:pt x="4563" y="22464"/>
                  </a:lnTo>
                  <a:lnTo>
                    <a:pt x="4868" y="22449"/>
                  </a:lnTo>
                  <a:lnTo>
                    <a:pt x="5189" y="22433"/>
                  </a:lnTo>
                  <a:lnTo>
                    <a:pt x="5494" y="22403"/>
                  </a:lnTo>
                  <a:lnTo>
                    <a:pt x="5784" y="22357"/>
                  </a:lnTo>
                  <a:lnTo>
                    <a:pt x="6074" y="22296"/>
                  </a:lnTo>
                  <a:lnTo>
                    <a:pt x="6364" y="22220"/>
                  </a:lnTo>
                  <a:lnTo>
                    <a:pt x="6623" y="22144"/>
                  </a:lnTo>
                  <a:lnTo>
                    <a:pt x="6867" y="22052"/>
                  </a:lnTo>
                  <a:lnTo>
                    <a:pt x="7111" y="21945"/>
                  </a:lnTo>
                  <a:lnTo>
                    <a:pt x="7325" y="21838"/>
                  </a:lnTo>
                  <a:lnTo>
                    <a:pt x="7523" y="21732"/>
                  </a:lnTo>
                  <a:lnTo>
                    <a:pt x="7707" y="21594"/>
                  </a:lnTo>
                  <a:lnTo>
                    <a:pt x="7981" y="21365"/>
                  </a:lnTo>
                  <a:lnTo>
                    <a:pt x="8271" y="21106"/>
                  </a:lnTo>
                  <a:lnTo>
                    <a:pt x="8561" y="20816"/>
                  </a:lnTo>
                  <a:lnTo>
                    <a:pt x="8866" y="20495"/>
                  </a:lnTo>
                  <a:lnTo>
                    <a:pt x="9172" y="20144"/>
                  </a:lnTo>
                  <a:lnTo>
                    <a:pt x="9492" y="19763"/>
                  </a:lnTo>
                  <a:lnTo>
                    <a:pt x="9797" y="19366"/>
                  </a:lnTo>
                  <a:lnTo>
                    <a:pt x="10133" y="18939"/>
                  </a:lnTo>
                  <a:lnTo>
                    <a:pt x="10453" y="18496"/>
                  </a:lnTo>
                  <a:lnTo>
                    <a:pt x="10774" y="18023"/>
                  </a:lnTo>
                  <a:lnTo>
                    <a:pt x="11110" y="17535"/>
                  </a:lnTo>
                  <a:lnTo>
                    <a:pt x="11445" y="17016"/>
                  </a:lnTo>
                  <a:lnTo>
                    <a:pt x="11766" y="16497"/>
                  </a:lnTo>
                  <a:lnTo>
                    <a:pt x="12101" y="15948"/>
                  </a:lnTo>
                  <a:lnTo>
                    <a:pt x="12422" y="15383"/>
                  </a:lnTo>
                  <a:lnTo>
                    <a:pt x="12742" y="14803"/>
                  </a:lnTo>
                  <a:lnTo>
                    <a:pt x="13063" y="14208"/>
                  </a:lnTo>
                  <a:lnTo>
                    <a:pt x="13383" y="13613"/>
                  </a:lnTo>
                  <a:lnTo>
                    <a:pt x="13689" y="13003"/>
                  </a:lnTo>
                  <a:lnTo>
                    <a:pt x="13994" y="12377"/>
                  </a:lnTo>
                  <a:lnTo>
                    <a:pt x="14284" y="11736"/>
                  </a:lnTo>
                  <a:lnTo>
                    <a:pt x="14574" y="11095"/>
                  </a:lnTo>
                  <a:lnTo>
                    <a:pt x="14848" y="10454"/>
                  </a:lnTo>
                  <a:lnTo>
                    <a:pt x="15123" y="9798"/>
                  </a:lnTo>
                  <a:lnTo>
                    <a:pt x="15382" y="9142"/>
                  </a:lnTo>
                  <a:lnTo>
                    <a:pt x="15627" y="8470"/>
                  </a:lnTo>
                  <a:lnTo>
                    <a:pt x="15871" y="7814"/>
                  </a:lnTo>
                  <a:lnTo>
                    <a:pt x="16084" y="7143"/>
                  </a:lnTo>
                  <a:lnTo>
                    <a:pt x="16298" y="6486"/>
                  </a:lnTo>
                  <a:lnTo>
                    <a:pt x="16481" y="5815"/>
                  </a:lnTo>
                  <a:lnTo>
                    <a:pt x="16664" y="5159"/>
                  </a:lnTo>
                  <a:lnTo>
                    <a:pt x="16832" y="4503"/>
                  </a:lnTo>
                  <a:lnTo>
                    <a:pt x="16954" y="3938"/>
                  </a:lnTo>
                  <a:lnTo>
                    <a:pt x="17031" y="3404"/>
                  </a:lnTo>
                  <a:lnTo>
                    <a:pt x="17092" y="2931"/>
                  </a:lnTo>
                  <a:lnTo>
                    <a:pt x="17122" y="2488"/>
                  </a:lnTo>
                  <a:lnTo>
                    <a:pt x="17137" y="2092"/>
                  </a:lnTo>
                  <a:lnTo>
                    <a:pt x="17107" y="1725"/>
                  </a:lnTo>
                  <a:lnTo>
                    <a:pt x="17061" y="1405"/>
                  </a:lnTo>
                  <a:lnTo>
                    <a:pt x="17000" y="1130"/>
                  </a:lnTo>
                  <a:lnTo>
                    <a:pt x="16909" y="871"/>
                  </a:lnTo>
                  <a:lnTo>
                    <a:pt x="16802" y="657"/>
                  </a:lnTo>
                  <a:lnTo>
                    <a:pt x="16680" y="474"/>
                  </a:lnTo>
                  <a:lnTo>
                    <a:pt x="16542" y="337"/>
                  </a:lnTo>
                  <a:lnTo>
                    <a:pt x="16390" y="214"/>
                  </a:lnTo>
                  <a:lnTo>
                    <a:pt x="16207" y="123"/>
                  </a:lnTo>
                  <a:lnTo>
                    <a:pt x="16023" y="62"/>
                  </a:lnTo>
                  <a:lnTo>
                    <a:pt x="15840" y="16"/>
                  </a:lnTo>
                  <a:lnTo>
                    <a:pt x="156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4" name="Google Shape;5664;p63"/>
            <p:cNvSpPr/>
            <p:nvPr/>
          </p:nvSpPr>
          <p:spPr>
            <a:xfrm>
              <a:off x="304500" y="3049000"/>
              <a:ext cx="400975" cy="456300"/>
            </a:xfrm>
            <a:custGeom>
              <a:avLst/>
              <a:gdLst/>
              <a:ahLst/>
              <a:cxnLst/>
              <a:rect l="l" t="t" r="r" b="b"/>
              <a:pathLst>
                <a:path w="16039" h="18252" extrusionOk="0">
                  <a:moveTo>
                    <a:pt x="14543" y="1"/>
                  </a:moveTo>
                  <a:lnTo>
                    <a:pt x="14345" y="31"/>
                  </a:lnTo>
                  <a:lnTo>
                    <a:pt x="14131" y="62"/>
                  </a:lnTo>
                  <a:lnTo>
                    <a:pt x="13933" y="107"/>
                  </a:lnTo>
                  <a:lnTo>
                    <a:pt x="13719" y="184"/>
                  </a:lnTo>
                  <a:lnTo>
                    <a:pt x="13536" y="260"/>
                  </a:lnTo>
                  <a:lnTo>
                    <a:pt x="13353" y="352"/>
                  </a:lnTo>
                  <a:lnTo>
                    <a:pt x="13170" y="458"/>
                  </a:lnTo>
                  <a:lnTo>
                    <a:pt x="13002" y="581"/>
                  </a:lnTo>
                  <a:lnTo>
                    <a:pt x="13002" y="581"/>
                  </a:lnTo>
                  <a:lnTo>
                    <a:pt x="13201" y="550"/>
                  </a:lnTo>
                  <a:lnTo>
                    <a:pt x="13414" y="520"/>
                  </a:lnTo>
                  <a:lnTo>
                    <a:pt x="13613" y="458"/>
                  </a:lnTo>
                  <a:lnTo>
                    <a:pt x="13811" y="397"/>
                  </a:lnTo>
                  <a:lnTo>
                    <a:pt x="14009" y="321"/>
                  </a:lnTo>
                  <a:lnTo>
                    <a:pt x="14192" y="230"/>
                  </a:lnTo>
                  <a:lnTo>
                    <a:pt x="14376" y="123"/>
                  </a:lnTo>
                  <a:lnTo>
                    <a:pt x="14543" y="1"/>
                  </a:lnTo>
                  <a:close/>
                  <a:moveTo>
                    <a:pt x="15505" y="3602"/>
                  </a:moveTo>
                  <a:lnTo>
                    <a:pt x="15520" y="3800"/>
                  </a:lnTo>
                  <a:lnTo>
                    <a:pt x="15566" y="4014"/>
                  </a:lnTo>
                  <a:lnTo>
                    <a:pt x="15612" y="4213"/>
                  </a:lnTo>
                  <a:lnTo>
                    <a:pt x="15688" y="4411"/>
                  </a:lnTo>
                  <a:lnTo>
                    <a:pt x="15749" y="4579"/>
                  </a:lnTo>
                  <a:lnTo>
                    <a:pt x="15825" y="4731"/>
                  </a:lnTo>
                  <a:lnTo>
                    <a:pt x="15902" y="4884"/>
                  </a:lnTo>
                  <a:lnTo>
                    <a:pt x="15993" y="5037"/>
                  </a:lnTo>
                  <a:lnTo>
                    <a:pt x="16039" y="4899"/>
                  </a:lnTo>
                  <a:lnTo>
                    <a:pt x="15978" y="4609"/>
                  </a:lnTo>
                  <a:lnTo>
                    <a:pt x="15886" y="4335"/>
                  </a:lnTo>
                  <a:lnTo>
                    <a:pt x="15810" y="4136"/>
                  </a:lnTo>
                  <a:lnTo>
                    <a:pt x="15718" y="3953"/>
                  </a:lnTo>
                  <a:lnTo>
                    <a:pt x="15612" y="3770"/>
                  </a:lnTo>
                  <a:lnTo>
                    <a:pt x="15505" y="3602"/>
                  </a:lnTo>
                  <a:close/>
                  <a:moveTo>
                    <a:pt x="11339" y="4731"/>
                  </a:moveTo>
                  <a:lnTo>
                    <a:pt x="11201" y="4899"/>
                  </a:lnTo>
                  <a:lnTo>
                    <a:pt x="11095" y="5082"/>
                  </a:lnTo>
                  <a:lnTo>
                    <a:pt x="10988" y="5265"/>
                  </a:lnTo>
                  <a:lnTo>
                    <a:pt x="10896" y="5449"/>
                  </a:lnTo>
                  <a:lnTo>
                    <a:pt x="10820" y="5632"/>
                  </a:lnTo>
                  <a:lnTo>
                    <a:pt x="10744" y="5830"/>
                  </a:lnTo>
                  <a:lnTo>
                    <a:pt x="10683" y="6028"/>
                  </a:lnTo>
                  <a:lnTo>
                    <a:pt x="10652" y="6242"/>
                  </a:lnTo>
                  <a:lnTo>
                    <a:pt x="10652" y="6242"/>
                  </a:lnTo>
                  <a:lnTo>
                    <a:pt x="10774" y="6074"/>
                  </a:lnTo>
                  <a:lnTo>
                    <a:pt x="10896" y="5906"/>
                  </a:lnTo>
                  <a:lnTo>
                    <a:pt x="11003" y="5723"/>
                  </a:lnTo>
                  <a:lnTo>
                    <a:pt x="11095" y="5540"/>
                  </a:lnTo>
                  <a:lnTo>
                    <a:pt x="11171" y="5342"/>
                  </a:lnTo>
                  <a:lnTo>
                    <a:pt x="11247" y="5143"/>
                  </a:lnTo>
                  <a:lnTo>
                    <a:pt x="11293" y="4945"/>
                  </a:lnTo>
                  <a:lnTo>
                    <a:pt x="11339" y="4731"/>
                  </a:lnTo>
                  <a:close/>
                  <a:moveTo>
                    <a:pt x="7066" y="6151"/>
                  </a:moveTo>
                  <a:lnTo>
                    <a:pt x="7081" y="6364"/>
                  </a:lnTo>
                  <a:lnTo>
                    <a:pt x="7127" y="6563"/>
                  </a:lnTo>
                  <a:lnTo>
                    <a:pt x="7173" y="6776"/>
                  </a:lnTo>
                  <a:lnTo>
                    <a:pt x="7234" y="6975"/>
                  </a:lnTo>
                  <a:lnTo>
                    <a:pt x="7325" y="7158"/>
                  </a:lnTo>
                  <a:lnTo>
                    <a:pt x="7417" y="7356"/>
                  </a:lnTo>
                  <a:lnTo>
                    <a:pt x="7508" y="7539"/>
                  </a:lnTo>
                  <a:lnTo>
                    <a:pt x="7630" y="7707"/>
                  </a:lnTo>
                  <a:lnTo>
                    <a:pt x="7600" y="7509"/>
                  </a:lnTo>
                  <a:lnTo>
                    <a:pt x="7569" y="7295"/>
                  </a:lnTo>
                  <a:lnTo>
                    <a:pt x="7508" y="7097"/>
                  </a:lnTo>
                  <a:lnTo>
                    <a:pt x="7432" y="6898"/>
                  </a:lnTo>
                  <a:lnTo>
                    <a:pt x="7371" y="6700"/>
                  </a:lnTo>
                  <a:lnTo>
                    <a:pt x="7279" y="6517"/>
                  </a:lnTo>
                  <a:lnTo>
                    <a:pt x="7173" y="6334"/>
                  </a:lnTo>
                  <a:lnTo>
                    <a:pt x="7066" y="6151"/>
                  </a:lnTo>
                  <a:close/>
                  <a:moveTo>
                    <a:pt x="11034" y="9844"/>
                  </a:moveTo>
                  <a:lnTo>
                    <a:pt x="10835" y="9859"/>
                  </a:lnTo>
                  <a:lnTo>
                    <a:pt x="10622" y="9905"/>
                  </a:lnTo>
                  <a:lnTo>
                    <a:pt x="10408" y="9950"/>
                  </a:lnTo>
                  <a:lnTo>
                    <a:pt x="10209" y="10027"/>
                  </a:lnTo>
                  <a:lnTo>
                    <a:pt x="10026" y="10103"/>
                  </a:lnTo>
                  <a:lnTo>
                    <a:pt x="9843" y="10195"/>
                  </a:lnTo>
                  <a:lnTo>
                    <a:pt x="9660" y="10301"/>
                  </a:lnTo>
                  <a:lnTo>
                    <a:pt x="9492" y="10408"/>
                  </a:lnTo>
                  <a:lnTo>
                    <a:pt x="9492" y="10408"/>
                  </a:lnTo>
                  <a:lnTo>
                    <a:pt x="9691" y="10393"/>
                  </a:lnTo>
                  <a:lnTo>
                    <a:pt x="9904" y="10347"/>
                  </a:lnTo>
                  <a:lnTo>
                    <a:pt x="10103" y="10286"/>
                  </a:lnTo>
                  <a:lnTo>
                    <a:pt x="10301" y="10225"/>
                  </a:lnTo>
                  <a:lnTo>
                    <a:pt x="10499" y="10149"/>
                  </a:lnTo>
                  <a:lnTo>
                    <a:pt x="10683" y="10057"/>
                  </a:lnTo>
                  <a:lnTo>
                    <a:pt x="10866" y="9950"/>
                  </a:lnTo>
                  <a:lnTo>
                    <a:pt x="11034" y="9844"/>
                  </a:lnTo>
                  <a:close/>
                  <a:moveTo>
                    <a:pt x="4746" y="9935"/>
                  </a:moveTo>
                  <a:lnTo>
                    <a:pt x="4914" y="10057"/>
                  </a:lnTo>
                  <a:lnTo>
                    <a:pt x="5082" y="10179"/>
                  </a:lnTo>
                  <a:lnTo>
                    <a:pt x="5265" y="10286"/>
                  </a:lnTo>
                  <a:lnTo>
                    <a:pt x="5448" y="10378"/>
                  </a:lnTo>
                  <a:lnTo>
                    <a:pt x="5647" y="10454"/>
                  </a:lnTo>
                  <a:lnTo>
                    <a:pt x="5845" y="10530"/>
                  </a:lnTo>
                  <a:lnTo>
                    <a:pt x="6043" y="10591"/>
                  </a:lnTo>
                  <a:lnTo>
                    <a:pt x="6257" y="10622"/>
                  </a:lnTo>
                  <a:lnTo>
                    <a:pt x="6257" y="10622"/>
                  </a:lnTo>
                  <a:lnTo>
                    <a:pt x="6089" y="10500"/>
                  </a:lnTo>
                  <a:lnTo>
                    <a:pt x="5906" y="10378"/>
                  </a:lnTo>
                  <a:lnTo>
                    <a:pt x="5738" y="10271"/>
                  </a:lnTo>
                  <a:lnTo>
                    <a:pt x="5540" y="10179"/>
                  </a:lnTo>
                  <a:lnTo>
                    <a:pt x="5357" y="10103"/>
                  </a:lnTo>
                  <a:lnTo>
                    <a:pt x="5158" y="10027"/>
                  </a:lnTo>
                  <a:lnTo>
                    <a:pt x="4945" y="9981"/>
                  </a:lnTo>
                  <a:lnTo>
                    <a:pt x="4746" y="9935"/>
                  </a:lnTo>
                  <a:close/>
                  <a:moveTo>
                    <a:pt x="2518" y="13109"/>
                  </a:moveTo>
                  <a:lnTo>
                    <a:pt x="2549" y="13323"/>
                  </a:lnTo>
                  <a:lnTo>
                    <a:pt x="2579" y="13521"/>
                  </a:lnTo>
                  <a:lnTo>
                    <a:pt x="2640" y="13735"/>
                  </a:lnTo>
                  <a:lnTo>
                    <a:pt x="2701" y="13933"/>
                  </a:lnTo>
                  <a:lnTo>
                    <a:pt x="2778" y="14116"/>
                  </a:lnTo>
                  <a:lnTo>
                    <a:pt x="2869" y="14315"/>
                  </a:lnTo>
                  <a:lnTo>
                    <a:pt x="2976" y="14498"/>
                  </a:lnTo>
                  <a:lnTo>
                    <a:pt x="3098" y="14666"/>
                  </a:lnTo>
                  <a:lnTo>
                    <a:pt x="3068" y="14452"/>
                  </a:lnTo>
                  <a:lnTo>
                    <a:pt x="3037" y="14254"/>
                  </a:lnTo>
                  <a:lnTo>
                    <a:pt x="2976" y="14055"/>
                  </a:lnTo>
                  <a:lnTo>
                    <a:pt x="2915" y="13857"/>
                  </a:lnTo>
                  <a:lnTo>
                    <a:pt x="2839" y="13659"/>
                  </a:lnTo>
                  <a:lnTo>
                    <a:pt x="2747" y="13476"/>
                  </a:lnTo>
                  <a:lnTo>
                    <a:pt x="2640" y="13292"/>
                  </a:lnTo>
                  <a:lnTo>
                    <a:pt x="2518" y="13109"/>
                  </a:lnTo>
                  <a:close/>
                  <a:moveTo>
                    <a:pt x="7554" y="13445"/>
                  </a:moveTo>
                  <a:lnTo>
                    <a:pt x="7417" y="13613"/>
                  </a:lnTo>
                  <a:lnTo>
                    <a:pt x="7310" y="13781"/>
                  </a:lnTo>
                  <a:lnTo>
                    <a:pt x="7203" y="13964"/>
                  </a:lnTo>
                  <a:lnTo>
                    <a:pt x="7112" y="14162"/>
                  </a:lnTo>
                  <a:lnTo>
                    <a:pt x="7020" y="14345"/>
                  </a:lnTo>
                  <a:lnTo>
                    <a:pt x="6959" y="14544"/>
                  </a:lnTo>
                  <a:lnTo>
                    <a:pt x="6898" y="14742"/>
                  </a:lnTo>
                  <a:lnTo>
                    <a:pt x="6867" y="14956"/>
                  </a:lnTo>
                  <a:lnTo>
                    <a:pt x="6990" y="14788"/>
                  </a:lnTo>
                  <a:lnTo>
                    <a:pt x="7112" y="14620"/>
                  </a:lnTo>
                  <a:lnTo>
                    <a:pt x="7218" y="14437"/>
                  </a:lnTo>
                  <a:lnTo>
                    <a:pt x="7310" y="14239"/>
                  </a:lnTo>
                  <a:lnTo>
                    <a:pt x="7386" y="14055"/>
                  </a:lnTo>
                  <a:lnTo>
                    <a:pt x="7463" y="13857"/>
                  </a:lnTo>
                  <a:lnTo>
                    <a:pt x="7508" y="13659"/>
                  </a:lnTo>
                  <a:lnTo>
                    <a:pt x="7554" y="13445"/>
                  </a:lnTo>
                  <a:close/>
                  <a:moveTo>
                    <a:pt x="565" y="15887"/>
                  </a:moveTo>
                  <a:lnTo>
                    <a:pt x="443" y="16055"/>
                  </a:lnTo>
                  <a:lnTo>
                    <a:pt x="321" y="16222"/>
                  </a:lnTo>
                  <a:lnTo>
                    <a:pt x="214" y="16406"/>
                  </a:lnTo>
                  <a:lnTo>
                    <a:pt x="122" y="16604"/>
                  </a:lnTo>
                  <a:lnTo>
                    <a:pt x="61" y="16756"/>
                  </a:lnTo>
                  <a:lnTo>
                    <a:pt x="0" y="16924"/>
                  </a:lnTo>
                  <a:lnTo>
                    <a:pt x="0" y="17001"/>
                  </a:lnTo>
                  <a:lnTo>
                    <a:pt x="0" y="17107"/>
                  </a:lnTo>
                  <a:lnTo>
                    <a:pt x="16" y="17230"/>
                  </a:lnTo>
                  <a:lnTo>
                    <a:pt x="183" y="16970"/>
                  </a:lnTo>
                  <a:lnTo>
                    <a:pt x="321" y="16695"/>
                  </a:lnTo>
                  <a:lnTo>
                    <a:pt x="397" y="16497"/>
                  </a:lnTo>
                  <a:lnTo>
                    <a:pt x="473" y="16299"/>
                  </a:lnTo>
                  <a:lnTo>
                    <a:pt x="519" y="16100"/>
                  </a:lnTo>
                  <a:lnTo>
                    <a:pt x="565" y="15887"/>
                  </a:lnTo>
                  <a:close/>
                  <a:moveTo>
                    <a:pt x="9248" y="16894"/>
                  </a:moveTo>
                  <a:lnTo>
                    <a:pt x="9263" y="17062"/>
                  </a:lnTo>
                  <a:lnTo>
                    <a:pt x="9294" y="17230"/>
                  </a:lnTo>
                  <a:lnTo>
                    <a:pt x="9324" y="17382"/>
                  </a:lnTo>
                  <a:lnTo>
                    <a:pt x="9370" y="17550"/>
                  </a:lnTo>
                  <a:lnTo>
                    <a:pt x="9523" y="17367"/>
                  </a:lnTo>
                  <a:lnTo>
                    <a:pt x="9401" y="17123"/>
                  </a:lnTo>
                  <a:lnTo>
                    <a:pt x="9248" y="16894"/>
                  </a:lnTo>
                  <a:close/>
                  <a:moveTo>
                    <a:pt x="4823" y="17672"/>
                  </a:moveTo>
                  <a:lnTo>
                    <a:pt x="4609" y="17703"/>
                  </a:lnTo>
                  <a:lnTo>
                    <a:pt x="4411" y="17733"/>
                  </a:lnTo>
                  <a:lnTo>
                    <a:pt x="4197" y="17794"/>
                  </a:lnTo>
                  <a:lnTo>
                    <a:pt x="3999" y="17855"/>
                  </a:lnTo>
                  <a:lnTo>
                    <a:pt x="3800" y="17932"/>
                  </a:lnTo>
                  <a:lnTo>
                    <a:pt x="3617" y="18023"/>
                  </a:lnTo>
                  <a:lnTo>
                    <a:pt x="3449" y="18130"/>
                  </a:lnTo>
                  <a:lnTo>
                    <a:pt x="3266" y="18252"/>
                  </a:lnTo>
                  <a:lnTo>
                    <a:pt x="3480" y="18221"/>
                  </a:lnTo>
                  <a:lnTo>
                    <a:pt x="3678" y="18191"/>
                  </a:lnTo>
                  <a:lnTo>
                    <a:pt x="3892" y="18130"/>
                  </a:lnTo>
                  <a:lnTo>
                    <a:pt x="4090" y="18069"/>
                  </a:lnTo>
                  <a:lnTo>
                    <a:pt x="4273" y="17993"/>
                  </a:lnTo>
                  <a:lnTo>
                    <a:pt x="4472" y="17901"/>
                  </a:lnTo>
                  <a:lnTo>
                    <a:pt x="4655" y="17794"/>
                  </a:lnTo>
                  <a:lnTo>
                    <a:pt x="4823" y="176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5" name="Google Shape;5665;p63"/>
            <p:cNvSpPr/>
            <p:nvPr/>
          </p:nvSpPr>
          <p:spPr>
            <a:xfrm>
              <a:off x="373175" y="3074575"/>
              <a:ext cx="366275" cy="477650"/>
            </a:xfrm>
            <a:custGeom>
              <a:avLst/>
              <a:gdLst/>
              <a:ahLst/>
              <a:cxnLst/>
              <a:rect l="l" t="t" r="r" b="b"/>
              <a:pathLst>
                <a:path w="14651" h="19106" extrusionOk="0">
                  <a:moveTo>
                    <a:pt x="14589" y="0"/>
                  </a:moveTo>
                  <a:lnTo>
                    <a:pt x="14574" y="15"/>
                  </a:lnTo>
                  <a:lnTo>
                    <a:pt x="14345" y="626"/>
                  </a:lnTo>
                  <a:lnTo>
                    <a:pt x="14131" y="1236"/>
                  </a:lnTo>
                  <a:lnTo>
                    <a:pt x="13887" y="1831"/>
                  </a:lnTo>
                  <a:lnTo>
                    <a:pt x="13399" y="3022"/>
                  </a:lnTo>
                  <a:lnTo>
                    <a:pt x="12895" y="4212"/>
                  </a:lnTo>
                  <a:lnTo>
                    <a:pt x="12651" y="4822"/>
                  </a:lnTo>
                  <a:lnTo>
                    <a:pt x="12392" y="5418"/>
                  </a:lnTo>
                  <a:lnTo>
                    <a:pt x="11857" y="6593"/>
                  </a:lnTo>
                  <a:lnTo>
                    <a:pt x="11308" y="7752"/>
                  </a:lnTo>
                  <a:lnTo>
                    <a:pt x="10743" y="8912"/>
                  </a:lnTo>
                  <a:lnTo>
                    <a:pt x="10164" y="10072"/>
                  </a:lnTo>
                  <a:lnTo>
                    <a:pt x="9553" y="11201"/>
                  </a:lnTo>
                  <a:lnTo>
                    <a:pt x="8927" y="12330"/>
                  </a:lnTo>
                  <a:lnTo>
                    <a:pt x="8287" y="13444"/>
                  </a:lnTo>
                  <a:lnTo>
                    <a:pt x="7615" y="14543"/>
                  </a:lnTo>
                  <a:lnTo>
                    <a:pt x="7295" y="15047"/>
                  </a:lnTo>
                  <a:lnTo>
                    <a:pt x="6974" y="15535"/>
                  </a:lnTo>
                  <a:lnTo>
                    <a:pt x="6623" y="16023"/>
                  </a:lnTo>
                  <a:lnTo>
                    <a:pt x="6257" y="16481"/>
                  </a:lnTo>
                  <a:lnTo>
                    <a:pt x="6059" y="16710"/>
                  </a:lnTo>
                  <a:lnTo>
                    <a:pt x="5860" y="16924"/>
                  </a:lnTo>
                  <a:lnTo>
                    <a:pt x="5646" y="17137"/>
                  </a:lnTo>
                  <a:lnTo>
                    <a:pt x="5433" y="17336"/>
                  </a:lnTo>
                  <a:lnTo>
                    <a:pt x="5204" y="17519"/>
                  </a:lnTo>
                  <a:lnTo>
                    <a:pt x="4975" y="17702"/>
                  </a:lnTo>
                  <a:lnTo>
                    <a:pt x="4731" y="17870"/>
                  </a:lnTo>
                  <a:lnTo>
                    <a:pt x="4471" y="18023"/>
                  </a:lnTo>
                  <a:lnTo>
                    <a:pt x="4227" y="18160"/>
                  </a:lnTo>
                  <a:lnTo>
                    <a:pt x="3968" y="18282"/>
                  </a:lnTo>
                  <a:lnTo>
                    <a:pt x="3708" y="18404"/>
                  </a:lnTo>
                  <a:lnTo>
                    <a:pt x="3449" y="18496"/>
                  </a:lnTo>
                  <a:lnTo>
                    <a:pt x="3174" y="18587"/>
                  </a:lnTo>
                  <a:lnTo>
                    <a:pt x="2900" y="18663"/>
                  </a:lnTo>
                  <a:lnTo>
                    <a:pt x="2625" y="18725"/>
                  </a:lnTo>
                  <a:lnTo>
                    <a:pt x="2350" y="18786"/>
                  </a:lnTo>
                  <a:lnTo>
                    <a:pt x="2060" y="18816"/>
                  </a:lnTo>
                  <a:lnTo>
                    <a:pt x="1770" y="18847"/>
                  </a:lnTo>
                  <a:lnTo>
                    <a:pt x="1480" y="18862"/>
                  </a:lnTo>
                  <a:lnTo>
                    <a:pt x="901" y="18862"/>
                  </a:lnTo>
                  <a:lnTo>
                    <a:pt x="611" y="18847"/>
                  </a:lnTo>
                  <a:lnTo>
                    <a:pt x="321" y="18816"/>
                  </a:lnTo>
                  <a:lnTo>
                    <a:pt x="46" y="18770"/>
                  </a:lnTo>
                  <a:lnTo>
                    <a:pt x="15" y="18770"/>
                  </a:lnTo>
                  <a:lnTo>
                    <a:pt x="0" y="18786"/>
                  </a:lnTo>
                  <a:lnTo>
                    <a:pt x="0" y="18816"/>
                  </a:lnTo>
                  <a:lnTo>
                    <a:pt x="15" y="18847"/>
                  </a:lnTo>
                  <a:lnTo>
                    <a:pt x="290" y="18923"/>
                  </a:lnTo>
                  <a:lnTo>
                    <a:pt x="565" y="18999"/>
                  </a:lnTo>
                  <a:lnTo>
                    <a:pt x="855" y="19045"/>
                  </a:lnTo>
                  <a:lnTo>
                    <a:pt x="1145" y="19075"/>
                  </a:lnTo>
                  <a:lnTo>
                    <a:pt x="1435" y="19106"/>
                  </a:lnTo>
                  <a:lnTo>
                    <a:pt x="2030" y="19106"/>
                  </a:lnTo>
                  <a:lnTo>
                    <a:pt x="2320" y="19075"/>
                  </a:lnTo>
                  <a:lnTo>
                    <a:pt x="2594" y="19045"/>
                  </a:lnTo>
                  <a:lnTo>
                    <a:pt x="2884" y="18984"/>
                  </a:lnTo>
                  <a:lnTo>
                    <a:pt x="3174" y="18923"/>
                  </a:lnTo>
                  <a:lnTo>
                    <a:pt x="3449" y="18847"/>
                  </a:lnTo>
                  <a:lnTo>
                    <a:pt x="3724" y="18755"/>
                  </a:lnTo>
                  <a:lnTo>
                    <a:pt x="3998" y="18648"/>
                  </a:lnTo>
                  <a:lnTo>
                    <a:pt x="4258" y="18541"/>
                  </a:lnTo>
                  <a:lnTo>
                    <a:pt x="4517" y="18404"/>
                  </a:lnTo>
                  <a:lnTo>
                    <a:pt x="4777" y="18251"/>
                  </a:lnTo>
                  <a:lnTo>
                    <a:pt x="5021" y="18099"/>
                  </a:lnTo>
                  <a:lnTo>
                    <a:pt x="5280" y="17916"/>
                  </a:lnTo>
                  <a:lnTo>
                    <a:pt x="5509" y="17733"/>
                  </a:lnTo>
                  <a:lnTo>
                    <a:pt x="5753" y="17534"/>
                  </a:lnTo>
                  <a:lnTo>
                    <a:pt x="5967" y="17321"/>
                  </a:lnTo>
                  <a:lnTo>
                    <a:pt x="6181" y="17107"/>
                  </a:lnTo>
                  <a:lnTo>
                    <a:pt x="6394" y="16878"/>
                  </a:lnTo>
                  <a:lnTo>
                    <a:pt x="6577" y="16649"/>
                  </a:lnTo>
                  <a:lnTo>
                    <a:pt x="6776" y="16420"/>
                  </a:lnTo>
                  <a:lnTo>
                    <a:pt x="7142" y="15917"/>
                  </a:lnTo>
                  <a:lnTo>
                    <a:pt x="7493" y="15413"/>
                  </a:lnTo>
                  <a:lnTo>
                    <a:pt x="7813" y="14894"/>
                  </a:lnTo>
                  <a:lnTo>
                    <a:pt x="8134" y="14375"/>
                  </a:lnTo>
                  <a:lnTo>
                    <a:pt x="8821" y="13246"/>
                  </a:lnTo>
                  <a:lnTo>
                    <a:pt x="9477" y="12117"/>
                  </a:lnTo>
                  <a:lnTo>
                    <a:pt x="10103" y="10957"/>
                  </a:lnTo>
                  <a:lnTo>
                    <a:pt x="10713" y="9782"/>
                  </a:lnTo>
                  <a:lnTo>
                    <a:pt x="11308" y="8607"/>
                  </a:lnTo>
                  <a:lnTo>
                    <a:pt x="11857" y="7417"/>
                  </a:lnTo>
                  <a:lnTo>
                    <a:pt x="12392" y="6211"/>
                  </a:lnTo>
                  <a:lnTo>
                    <a:pt x="12895" y="4990"/>
                  </a:lnTo>
                  <a:lnTo>
                    <a:pt x="13338" y="3846"/>
                  </a:lnTo>
                  <a:lnTo>
                    <a:pt x="13780" y="2915"/>
                  </a:lnTo>
                  <a:lnTo>
                    <a:pt x="14223" y="1984"/>
                  </a:lnTo>
                  <a:lnTo>
                    <a:pt x="14650" y="1023"/>
                  </a:lnTo>
                  <a:lnTo>
                    <a:pt x="14650" y="1007"/>
                  </a:lnTo>
                  <a:lnTo>
                    <a:pt x="14635" y="977"/>
                  </a:lnTo>
                  <a:lnTo>
                    <a:pt x="14620" y="977"/>
                  </a:lnTo>
                  <a:lnTo>
                    <a:pt x="14604" y="992"/>
                  </a:lnTo>
                  <a:lnTo>
                    <a:pt x="14131" y="1923"/>
                  </a:lnTo>
                  <a:lnTo>
                    <a:pt x="13689" y="2854"/>
                  </a:lnTo>
                  <a:lnTo>
                    <a:pt x="13796" y="2533"/>
                  </a:lnTo>
                  <a:lnTo>
                    <a:pt x="14009" y="1908"/>
                  </a:lnTo>
                  <a:lnTo>
                    <a:pt x="14208" y="1282"/>
                  </a:lnTo>
                  <a:lnTo>
                    <a:pt x="14589" y="31"/>
                  </a:lnTo>
                  <a:lnTo>
                    <a:pt x="145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6" name="Google Shape;5666;p63"/>
            <p:cNvSpPr/>
            <p:nvPr/>
          </p:nvSpPr>
          <p:spPr>
            <a:xfrm>
              <a:off x="441850" y="2594250"/>
              <a:ext cx="457450" cy="405575"/>
            </a:xfrm>
            <a:custGeom>
              <a:avLst/>
              <a:gdLst/>
              <a:ahLst/>
              <a:cxnLst/>
              <a:rect l="l" t="t" r="r" b="b"/>
              <a:pathLst>
                <a:path w="18298" h="16223" extrusionOk="0">
                  <a:moveTo>
                    <a:pt x="11628" y="0"/>
                  </a:moveTo>
                  <a:lnTo>
                    <a:pt x="11354" y="31"/>
                  </a:lnTo>
                  <a:lnTo>
                    <a:pt x="11003" y="122"/>
                  </a:lnTo>
                  <a:lnTo>
                    <a:pt x="10606" y="229"/>
                  </a:lnTo>
                  <a:lnTo>
                    <a:pt x="10133" y="367"/>
                  </a:lnTo>
                  <a:lnTo>
                    <a:pt x="9645" y="535"/>
                  </a:lnTo>
                  <a:lnTo>
                    <a:pt x="9110" y="733"/>
                  </a:lnTo>
                  <a:lnTo>
                    <a:pt x="7996" y="1145"/>
                  </a:lnTo>
                  <a:lnTo>
                    <a:pt x="6867" y="1587"/>
                  </a:lnTo>
                  <a:lnTo>
                    <a:pt x="5829" y="2015"/>
                  </a:lnTo>
                  <a:lnTo>
                    <a:pt x="4944" y="2396"/>
                  </a:lnTo>
                  <a:lnTo>
                    <a:pt x="4303" y="2686"/>
                  </a:lnTo>
                  <a:lnTo>
                    <a:pt x="4181" y="2747"/>
                  </a:lnTo>
                  <a:lnTo>
                    <a:pt x="4059" y="2824"/>
                  </a:lnTo>
                  <a:lnTo>
                    <a:pt x="3922" y="2930"/>
                  </a:lnTo>
                  <a:lnTo>
                    <a:pt x="3800" y="3052"/>
                  </a:lnTo>
                  <a:lnTo>
                    <a:pt x="3525" y="3327"/>
                  </a:lnTo>
                  <a:lnTo>
                    <a:pt x="3250" y="3663"/>
                  </a:lnTo>
                  <a:lnTo>
                    <a:pt x="2976" y="4060"/>
                  </a:lnTo>
                  <a:lnTo>
                    <a:pt x="2686" y="4502"/>
                  </a:lnTo>
                  <a:lnTo>
                    <a:pt x="2396" y="4975"/>
                  </a:lnTo>
                  <a:lnTo>
                    <a:pt x="2106" y="5479"/>
                  </a:lnTo>
                  <a:lnTo>
                    <a:pt x="1816" y="6013"/>
                  </a:lnTo>
                  <a:lnTo>
                    <a:pt x="1541" y="6562"/>
                  </a:lnTo>
                  <a:lnTo>
                    <a:pt x="1251" y="7127"/>
                  </a:lnTo>
                  <a:lnTo>
                    <a:pt x="992" y="7707"/>
                  </a:lnTo>
                  <a:lnTo>
                    <a:pt x="473" y="8851"/>
                  </a:lnTo>
                  <a:lnTo>
                    <a:pt x="0" y="9950"/>
                  </a:lnTo>
                  <a:lnTo>
                    <a:pt x="9156" y="16222"/>
                  </a:lnTo>
                  <a:lnTo>
                    <a:pt x="9477" y="15841"/>
                  </a:lnTo>
                  <a:lnTo>
                    <a:pt x="10240" y="14971"/>
                  </a:lnTo>
                  <a:lnTo>
                    <a:pt x="10713" y="14452"/>
                  </a:lnTo>
                  <a:lnTo>
                    <a:pt x="11201" y="13948"/>
                  </a:lnTo>
                  <a:lnTo>
                    <a:pt x="11659" y="13491"/>
                  </a:lnTo>
                  <a:lnTo>
                    <a:pt x="11873" y="13292"/>
                  </a:lnTo>
                  <a:lnTo>
                    <a:pt x="12056" y="13140"/>
                  </a:lnTo>
                  <a:lnTo>
                    <a:pt x="12407" y="12834"/>
                  </a:lnTo>
                  <a:lnTo>
                    <a:pt x="12727" y="12529"/>
                  </a:lnTo>
                  <a:lnTo>
                    <a:pt x="13032" y="12209"/>
                  </a:lnTo>
                  <a:lnTo>
                    <a:pt x="13307" y="11903"/>
                  </a:lnTo>
                  <a:lnTo>
                    <a:pt x="13551" y="11583"/>
                  </a:lnTo>
                  <a:lnTo>
                    <a:pt x="13780" y="11278"/>
                  </a:lnTo>
                  <a:lnTo>
                    <a:pt x="14009" y="10973"/>
                  </a:lnTo>
                  <a:lnTo>
                    <a:pt x="14207" y="10667"/>
                  </a:lnTo>
                  <a:lnTo>
                    <a:pt x="14925" y="9538"/>
                  </a:lnTo>
                  <a:lnTo>
                    <a:pt x="15093" y="9294"/>
                  </a:lnTo>
                  <a:lnTo>
                    <a:pt x="15260" y="9050"/>
                  </a:lnTo>
                  <a:lnTo>
                    <a:pt x="15428" y="8836"/>
                  </a:lnTo>
                  <a:lnTo>
                    <a:pt x="15596" y="8653"/>
                  </a:lnTo>
                  <a:lnTo>
                    <a:pt x="15856" y="8378"/>
                  </a:lnTo>
                  <a:lnTo>
                    <a:pt x="16100" y="8149"/>
                  </a:lnTo>
                  <a:lnTo>
                    <a:pt x="16527" y="7753"/>
                  </a:lnTo>
                  <a:lnTo>
                    <a:pt x="16893" y="7447"/>
                  </a:lnTo>
                  <a:lnTo>
                    <a:pt x="17198" y="7219"/>
                  </a:lnTo>
                  <a:lnTo>
                    <a:pt x="17443" y="7035"/>
                  </a:lnTo>
                  <a:lnTo>
                    <a:pt x="17534" y="6944"/>
                  </a:lnTo>
                  <a:lnTo>
                    <a:pt x="17610" y="6868"/>
                  </a:lnTo>
                  <a:lnTo>
                    <a:pt x="17672" y="6776"/>
                  </a:lnTo>
                  <a:lnTo>
                    <a:pt x="17717" y="6700"/>
                  </a:lnTo>
                  <a:lnTo>
                    <a:pt x="17748" y="6608"/>
                  </a:lnTo>
                  <a:lnTo>
                    <a:pt x="17748" y="6517"/>
                  </a:lnTo>
                  <a:lnTo>
                    <a:pt x="17748" y="6456"/>
                  </a:lnTo>
                  <a:lnTo>
                    <a:pt x="17733" y="6410"/>
                  </a:lnTo>
                  <a:lnTo>
                    <a:pt x="17672" y="6303"/>
                  </a:lnTo>
                  <a:lnTo>
                    <a:pt x="17580" y="6211"/>
                  </a:lnTo>
                  <a:lnTo>
                    <a:pt x="17458" y="6105"/>
                  </a:lnTo>
                  <a:lnTo>
                    <a:pt x="17290" y="6013"/>
                  </a:lnTo>
                  <a:lnTo>
                    <a:pt x="17107" y="5937"/>
                  </a:lnTo>
                  <a:lnTo>
                    <a:pt x="16893" y="5860"/>
                  </a:lnTo>
                  <a:lnTo>
                    <a:pt x="16664" y="5799"/>
                  </a:lnTo>
                  <a:lnTo>
                    <a:pt x="16420" y="5754"/>
                  </a:lnTo>
                  <a:lnTo>
                    <a:pt x="16161" y="5723"/>
                  </a:lnTo>
                  <a:lnTo>
                    <a:pt x="15886" y="5708"/>
                  </a:lnTo>
                  <a:lnTo>
                    <a:pt x="15627" y="5708"/>
                  </a:lnTo>
                  <a:lnTo>
                    <a:pt x="15352" y="5738"/>
                  </a:lnTo>
                  <a:lnTo>
                    <a:pt x="15077" y="5784"/>
                  </a:lnTo>
                  <a:lnTo>
                    <a:pt x="14818" y="5860"/>
                  </a:lnTo>
                  <a:lnTo>
                    <a:pt x="14558" y="5967"/>
                  </a:lnTo>
                  <a:lnTo>
                    <a:pt x="14314" y="6089"/>
                  </a:lnTo>
                  <a:lnTo>
                    <a:pt x="14101" y="6211"/>
                  </a:lnTo>
                  <a:lnTo>
                    <a:pt x="13887" y="6349"/>
                  </a:lnTo>
                  <a:lnTo>
                    <a:pt x="13673" y="6486"/>
                  </a:lnTo>
                  <a:lnTo>
                    <a:pt x="13307" y="6761"/>
                  </a:lnTo>
                  <a:lnTo>
                    <a:pt x="12956" y="7051"/>
                  </a:lnTo>
                  <a:lnTo>
                    <a:pt x="12605" y="7295"/>
                  </a:lnTo>
                  <a:lnTo>
                    <a:pt x="12437" y="7417"/>
                  </a:lnTo>
                  <a:lnTo>
                    <a:pt x="12269" y="7524"/>
                  </a:lnTo>
                  <a:lnTo>
                    <a:pt x="12086" y="7615"/>
                  </a:lnTo>
                  <a:lnTo>
                    <a:pt x="11918" y="7692"/>
                  </a:lnTo>
                  <a:lnTo>
                    <a:pt x="11720" y="7753"/>
                  </a:lnTo>
                  <a:lnTo>
                    <a:pt x="11522" y="7798"/>
                  </a:lnTo>
                  <a:lnTo>
                    <a:pt x="11323" y="7829"/>
                  </a:lnTo>
                  <a:lnTo>
                    <a:pt x="11110" y="7814"/>
                  </a:lnTo>
                  <a:lnTo>
                    <a:pt x="10911" y="7798"/>
                  </a:lnTo>
                  <a:lnTo>
                    <a:pt x="10698" y="7737"/>
                  </a:lnTo>
                  <a:lnTo>
                    <a:pt x="10484" y="7676"/>
                  </a:lnTo>
                  <a:lnTo>
                    <a:pt x="10286" y="7585"/>
                  </a:lnTo>
                  <a:lnTo>
                    <a:pt x="10087" y="7493"/>
                  </a:lnTo>
                  <a:lnTo>
                    <a:pt x="9889" y="7386"/>
                  </a:lnTo>
                  <a:lnTo>
                    <a:pt x="9706" y="7264"/>
                  </a:lnTo>
                  <a:lnTo>
                    <a:pt x="9553" y="7142"/>
                  </a:lnTo>
                  <a:lnTo>
                    <a:pt x="9400" y="7005"/>
                  </a:lnTo>
                  <a:lnTo>
                    <a:pt x="9263" y="6883"/>
                  </a:lnTo>
                  <a:lnTo>
                    <a:pt x="9156" y="6745"/>
                  </a:lnTo>
                  <a:lnTo>
                    <a:pt x="9080" y="6623"/>
                  </a:lnTo>
                  <a:lnTo>
                    <a:pt x="9004" y="6501"/>
                  </a:lnTo>
                  <a:lnTo>
                    <a:pt x="8973" y="6379"/>
                  </a:lnTo>
                  <a:lnTo>
                    <a:pt x="8973" y="6288"/>
                  </a:lnTo>
                  <a:lnTo>
                    <a:pt x="8973" y="6196"/>
                  </a:lnTo>
                  <a:lnTo>
                    <a:pt x="8988" y="6089"/>
                  </a:lnTo>
                  <a:lnTo>
                    <a:pt x="9004" y="5982"/>
                  </a:lnTo>
                  <a:lnTo>
                    <a:pt x="9080" y="5769"/>
                  </a:lnTo>
                  <a:lnTo>
                    <a:pt x="9202" y="5540"/>
                  </a:lnTo>
                  <a:lnTo>
                    <a:pt x="9355" y="5326"/>
                  </a:lnTo>
                  <a:lnTo>
                    <a:pt x="9522" y="5097"/>
                  </a:lnTo>
                  <a:lnTo>
                    <a:pt x="9721" y="4884"/>
                  </a:lnTo>
                  <a:lnTo>
                    <a:pt x="9919" y="4670"/>
                  </a:lnTo>
                  <a:lnTo>
                    <a:pt x="10148" y="4472"/>
                  </a:lnTo>
                  <a:lnTo>
                    <a:pt x="10362" y="4289"/>
                  </a:lnTo>
                  <a:lnTo>
                    <a:pt x="10591" y="4121"/>
                  </a:lnTo>
                  <a:lnTo>
                    <a:pt x="10804" y="3968"/>
                  </a:lnTo>
                  <a:lnTo>
                    <a:pt x="11018" y="3846"/>
                  </a:lnTo>
                  <a:lnTo>
                    <a:pt x="11201" y="3739"/>
                  </a:lnTo>
                  <a:lnTo>
                    <a:pt x="11369" y="3678"/>
                  </a:lnTo>
                  <a:lnTo>
                    <a:pt x="11522" y="3632"/>
                  </a:lnTo>
                  <a:lnTo>
                    <a:pt x="11766" y="3617"/>
                  </a:lnTo>
                  <a:lnTo>
                    <a:pt x="12040" y="3602"/>
                  </a:lnTo>
                  <a:lnTo>
                    <a:pt x="12330" y="3617"/>
                  </a:lnTo>
                  <a:lnTo>
                    <a:pt x="12681" y="3648"/>
                  </a:lnTo>
                  <a:lnTo>
                    <a:pt x="13658" y="3754"/>
                  </a:lnTo>
                  <a:lnTo>
                    <a:pt x="14314" y="3831"/>
                  </a:lnTo>
                  <a:lnTo>
                    <a:pt x="15123" y="3892"/>
                  </a:lnTo>
                  <a:lnTo>
                    <a:pt x="15352" y="3907"/>
                  </a:lnTo>
                  <a:lnTo>
                    <a:pt x="15581" y="3922"/>
                  </a:lnTo>
                  <a:lnTo>
                    <a:pt x="15993" y="3907"/>
                  </a:lnTo>
                  <a:lnTo>
                    <a:pt x="16390" y="3861"/>
                  </a:lnTo>
                  <a:lnTo>
                    <a:pt x="16741" y="3785"/>
                  </a:lnTo>
                  <a:lnTo>
                    <a:pt x="17061" y="3678"/>
                  </a:lnTo>
                  <a:lnTo>
                    <a:pt x="17351" y="3556"/>
                  </a:lnTo>
                  <a:lnTo>
                    <a:pt x="17595" y="3419"/>
                  </a:lnTo>
                  <a:lnTo>
                    <a:pt x="17809" y="3251"/>
                  </a:lnTo>
                  <a:lnTo>
                    <a:pt x="17977" y="3098"/>
                  </a:lnTo>
                  <a:lnTo>
                    <a:pt x="18114" y="2915"/>
                  </a:lnTo>
                  <a:lnTo>
                    <a:pt x="18221" y="2747"/>
                  </a:lnTo>
                  <a:lnTo>
                    <a:pt x="18282" y="2579"/>
                  </a:lnTo>
                  <a:lnTo>
                    <a:pt x="18297" y="2488"/>
                  </a:lnTo>
                  <a:lnTo>
                    <a:pt x="18297" y="2412"/>
                  </a:lnTo>
                  <a:lnTo>
                    <a:pt x="18297" y="2335"/>
                  </a:lnTo>
                  <a:lnTo>
                    <a:pt x="18282" y="2259"/>
                  </a:lnTo>
                  <a:lnTo>
                    <a:pt x="18251" y="2183"/>
                  </a:lnTo>
                  <a:lnTo>
                    <a:pt x="18221" y="2106"/>
                  </a:lnTo>
                  <a:lnTo>
                    <a:pt x="18175" y="2045"/>
                  </a:lnTo>
                  <a:lnTo>
                    <a:pt x="18114" y="1984"/>
                  </a:lnTo>
                  <a:lnTo>
                    <a:pt x="18038" y="1908"/>
                  </a:lnTo>
                  <a:lnTo>
                    <a:pt x="17931" y="1832"/>
                  </a:lnTo>
                  <a:lnTo>
                    <a:pt x="17656" y="1664"/>
                  </a:lnTo>
                  <a:lnTo>
                    <a:pt x="17336" y="1496"/>
                  </a:lnTo>
                  <a:lnTo>
                    <a:pt x="16939" y="1328"/>
                  </a:lnTo>
                  <a:lnTo>
                    <a:pt x="16512" y="1160"/>
                  </a:lnTo>
                  <a:lnTo>
                    <a:pt x="16039" y="977"/>
                  </a:lnTo>
                  <a:lnTo>
                    <a:pt x="15550" y="809"/>
                  </a:lnTo>
                  <a:lnTo>
                    <a:pt x="15047" y="657"/>
                  </a:lnTo>
                  <a:lnTo>
                    <a:pt x="14528" y="504"/>
                  </a:lnTo>
                  <a:lnTo>
                    <a:pt x="14024" y="367"/>
                  </a:lnTo>
                  <a:lnTo>
                    <a:pt x="13521" y="260"/>
                  </a:lnTo>
                  <a:lnTo>
                    <a:pt x="13063" y="153"/>
                  </a:lnTo>
                  <a:lnTo>
                    <a:pt x="12620" y="77"/>
                  </a:lnTo>
                  <a:lnTo>
                    <a:pt x="12239" y="16"/>
                  </a:lnTo>
                  <a:lnTo>
                    <a:pt x="11903" y="0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7" name="Google Shape;5667;p63"/>
            <p:cNvSpPr/>
            <p:nvPr/>
          </p:nvSpPr>
          <p:spPr>
            <a:xfrm>
              <a:off x="549425" y="2572875"/>
              <a:ext cx="326600" cy="172850"/>
            </a:xfrm>
            <a:custGeom>
              <a:avLst/>
              <a:gdLst/>
              <a:ahLst/>
              <a:cxnLst/>
              <a:rect l="l" t="t" r="r" b="b"/>
              <a:pathLst>
                <a:path w="13064" h="6914" extrusionOk="0">
                  <a:moveTo>
                    <a:pt x="6944" y="1"/>
                  </a:moveTo>
                  <a:lnTo>
                    <a:pt x="6700" y="31"/>
                  </a:lnTo>
                  <a:lnTo>
                    <a:pt x="6440" y="77"/>
                  </a:lnTo>
                  <a:lnTo>
                    <a:pt x="5952" y="184"/>
                  </a:lnTo>
                  <a:lnTo>
                    <a:pt x="5448" y="337"/>
                  </a:lnTo>
                  <a:lnTo>
                    <a:pt x="4945" y="504"/>
                  </a:lnTo>
                  <a:lnTo>
                    <a:pt x="4441" y="703"/>
                  </a:lnTo>
                  <a:lnTo>
                    <a:pt x="3953" y="932"/>
                  </a:lnTo>
                  <a:lnTo>
                    <a:pt x="3465" y="1176"/>
                  </a:lnTo>
                  <a:lnTo>
                    <a:pt x="2991" y="1420"/>
                  </a:lnTo>
                  <a:lnTo>
                    <a:pt x="2518" y="1695"/>
                  </a:lnTo>
                  <a:lnTo>
                    <a:pt x="2076" y="1954"/>
                  </a:lnTo>
                  <a:lnTo>
                    <a:pt x="1664" y="2229"/>
                  </a:lnTo>
                  <a:lnTo>
                    <a:pt x="1267" y="2504"/>
                  </a:lnTo>
                  <a:lnTo>
                    <a:pt x="901" y="2778"/>
                  </a:lnTo>
                  <a:lnTo>
                    <a:pt x="565" y="3038"/>
                  </a:lnTo>
                  <a:lnTo>
                    <a:pt x="260" y="3297"/>
                  </a:lnTo>
                  <a:lnTo>
                    <a:pt x="0" y="3541"/>
                  </a:lnTo>
                  <a:lnTo>
                    <a:pt x="4426" y="6914"/>
                  </a:lnTo>
                  <a:lnTo>
                    <a:pt x="4685" y="6502"/>
                  </a:lnTo>
                  <a:lnTo>
                    <a:pt x="4960" y="6074"/>
                  </a:lnTo>
                  <a:lnTo>
                    <a:pt x="5311" y="5556"/>
                  </a:lnTo>
                  <a:lnTo>
                    <a:pt x="5693" y="5021"/>
                  </a:lnTo>
                  <a:lnTo>
                    <a:pt x="6089" y="4503"/>
                  </a:lnTo>
                  <a:lnTo>
                    <a:pt x="6288" y="4258"/>
                  </a:lnTo>
                  <a:lnTo>
                    <a:pt x="6471" y="4060"/>
                  </a:lnTo>
                  <a:lnTo>
                    <a:pt x="6654" y="3877"/>
                  </a:lnTo>
                  <a:lnTo>
                    <a:pt x="6822" y="3740"/>
                  </a:lnTo>
                  <a:lnTo>
                    <a:pt x="6883" y="3709"/>
                  </a:lnTo>
                  <a:lnTo>
                    <a:pt x="6959" y="3679"/>
                  </a:lnTo>
                  <a:lnTo>
                    <a:pt x="7035" y="3663"/>
                  </a:lnTo>
                  <a:lnTo>
                    <a:pt x="7127" y="3663"/>
                  </a:lnTo>
                  <a:lnTo>
                    <a:pt x="7325" y="3679"/>
                  </a:lnTo>
                  <a:lnTo>
                    <a:pt x="7554" y="3740"/>
                  </a:lnTo>
                  <a:lnTo>
                    <a:pt x="7798" y="3831"/>
                  </a:lnTo>
                  <a:lnTo>
                    <a:pt x="8073" y="3938"/>
                  </a:lnTo>
                  <a:lnTo>
                    <a:pt x="8348" y="4060"/>
                  </a:lnTo>
                  <a:lnTo>
                    <a:pt x="8623" y="4197"/>
                  </a:lnTo>
                  <a:lnTo>
                    <a:pt x="9172" y="4487"/>
                  </a:lnTo>
                  <a:lnTo>
                    <a:pt x="9660" y="4777"/>
                  </a:lnTo>
                  <a:lnTo>
                    <a:pt x="10072" y="5006"/>
                  </a:lnTo>
                  <a:lnTo>
                    <a:pt x="10225" y="5082"/>
                  </a:lnTo>
                  <a:lnTo>
                    <a:pt x="10332" y="5128"/>
                  </a:lnTo>
                  <a:lnTo>
                    <a:pt x="10820" y="5311"/>
                  </a:lnTo>
                  <a:lnTo>
                    <a:pt x="11263" y="5449"/>
                  </a:lnTo>
                  <a:lnTo>
                    <a:pt x="11476" y="5510"/>
                  </a:lnTo>
                  <a:lnTo>
                    <a:pt x="11675" y="5540"/>
                  </a:lnTo>
                  <a:lnTo>
                    <a:pt x="11858" y="5571"/>
                  </a:lnTo>
                  <a:lnTo>
                    <a:pt x="12193" y="5571"/>
                  </a:lnTo>
                  <a:lnTo>
                    <a:pt x="12346" y="5540"/>
                  </a:lnTo>
                  <a:lnTo>
                    <a:pt x="12499" y="5495"/>
                  </a:lnTo>
                  <a:lnTo>
                    <a:pt x="12621" y="5418"/>
                  </a:lnTo>
                  <a:lnTo>
                    <a:pt x="12743" y="5327"/>
                  </a:lnTo>
                  <a:lnTo>
                    <a:pt x="12850" y="5205"/>
                  </a:lnTo>
                  <a:lnTo>
                    <a:pt x="12956" y="5052"/>
                  </a:lnTo>
                  <a:lnTo>
                    <a:pt x="13048" y="4884"/>
                  </a:lnTo>
                  <a:lnTo>
                    <a:pt x="13063" y="4777"/>
                  </a:lnTo>
                  <a:lnTo>
                    <a:pt x="13063" y="4655"/>
                  </a:lnTo>
                  <a:lnTo>
                    <a:pt x="13033" y="4518"/>
                  </a:lnTo>
                  <a:lnTo>
                    <a:pt x="12972" y="4381"/>
                  </a:lnTo>
                  <a:lnTo>
                    <a:pt x="12895" y="4213"/>
                  </a:lnTo>
                  <a:lnTo>
                    <a:pt x="12789" y="4045"/>
                  </a:lnTo>
                  <a:lnTo>
                    <a:pt x="12667" y="3862"/>
                  </a:lnTo>
                  <a:lnTo>
                    <a:pt x="12514" y="3663"/>
                  </a:lnTo>
                  <a:lnTo>
                    <a:pt x="12163" y="3267"/>
                  </a:lnTo>
                  <a:lnTo>
                    <a:pt x="11766" y="2839"/>
                  </a:lnTo>
                  <a:lnTo>
                    <a:pt x="11308" y="2412"/>
                  </a:lnTo>
                  <a:lnTo>
                    <a:pt x="10805" y="1985"/>
                  </a:lnTo>
                  <a:lnTo>
                    <a:pt x="10286" y="1573"/>
                  </a:lnTo>
                  <a:lnTo>
                    <a:pt x="9752" y="1191"/>
                  </a:lnTo>
                  <a:lnTo>
                    <a:pt x="9218" y="840"/>
                  </a:lnTo>
                  <a:lnTo>
                    <a:pt x="8943" y="688"/>
                  </a:lnTo>
                  <a:lnTo>
                    <a:pt x="8684" y="535"/>
                  </a:lnTo>
                  <a:lnTo>
                    <a:pt x="8439" y="413"/>
                  </a:lnTo>
                  <a:lnTo>
                    <a:pt x="8180" y="291"/>
                  </a:lnTo>
                  <a:lnTo>
                    <a:pt x="7951" y="199"/>
                  </a:lnTo>
                  <a:lnTo>
                    <a:pt x="7722" y="108"/>
                  </a:lnTo>
                  <a:lnTo>
                    <a:pt x="7509" y="47"/>
                  </a:lnTo>
                  <a:lnTo>
                    <a:pt x="7295" y="16"/>
                  </a:lnTo>
                  <a:lnTo>
                    <a:pt x="7112" y="1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8" name="Google Shape;5668;p63"/>
            <p:cNvSpPr/>
            <p:nvPr/>
          </p:nvSpPr>
          <p:spPr>
            <a:xfrm>
              <a:off x="797025" y="2605700"/>
              <a:ext cx="77850" cy="78600"/>
            </a:xfrm>
            <a:custGeom>
              <a:avLst/>
              <a:gdLst/>
              <a:ahLst/>
              <a:cxnLst/>
              <a:rect l="l" t="t" r="r" b="b"/>
              <a:pathLst>
                <a:path w="3114" h="3144" extrusionOk="0">
                  <a:moveTo>
                    <a:pt x="16" y="0"/>
                  </a:moveTo>
                  <a:lnTo>
                    <a:pt x="0" y="15"/>
                  </a:lnTo>
                  <a:lnTo>
                    <a:pt x="0" y="31"/>
                  </a:lnTo>
                  <a:lnTo>
                    <a:pt x="16" y="31"/>
                  </a:lnTo>
                  <a:lnTo>
                    <a:pt x="214" y="183"/>
                  </a:lnTo>
                  <a:lnTo>
                    <a:pt x="550" y="458"/>
                  </a:lnTo>
                  <a:lnTo>
                    <a:pt x="977" y="809"/>
                  </a:lnTo>
                  <a:lnTo>
                    <a:pt x="1450" y="1236"/>
                  </a:lnTo>
                  <a:lnTo>
                    <a:pt x="1938" y="1709"/>
                  </a:lnTo>
                  <a:lnTo>
                    <a:pt x="2167" y="1954"/>
                  </a:lnTo>
                  <a:lnTo>
                    <a:pt x="2396" y="2198"/>
                  </a:lnTo>
                  <a:lnTo>
                    <a:pt x="2610" y="2442"/>
                  </a:lnTo>
                  <a:lnTo>
                    <a:pt x="2793" y="2686"/>
                  </a:lnTo>
                  <a:lnTo>
                    <a:pt x="2961" y="2915"/>
                  </a:lnTo>
                  <a:lnTo>
                    <a:pt x="3083" y="3144"/>
                  </a:lnTo>
                  <a:lnTo>
                    <a:pt x="3098" y="3144"/>
                  </a:lnTo>
                  <a:lnTo>
                    <a:pt x="3114" y="3129"/>
                  </a:lnTo>
                  <a:lnTo>
                    <a:pt x="3022" y="2900"/>
                  </a:lnTo>
                  <a:lnTo>
                    <a:pt x="2915" y="2655"/>
                  </a:lnTo>
                  <a:lnTo>
                    <a:pt x="2793" y="2442"/>
                  </a:lnTo>
                  <a:lnTo>
                    <a:pt x="2656" y="2213"/>
                  </a:lnTo>
                  <a:lnTo>
                    <a:pt x="2503" y="1999"/>
                  </a:lnTo>
                  <a:lnTo>
                    <a:pt x="2320" y="1801"/>
                  </a:lnTo>
                  <a:lnTo>
                    <a:pt x="2137" y="1603"/>
                  </a:lnTo>
                  <a:lnTo>
                    <a:pt x="1938" y="1404"/>
                  </a:lnTo>
                  <a:lnTo>
                    <a:pt x="1725" y="1221"/>
                  </a:lnTo>
                  <a:lnTo>
                    <a:pt x="1496" y="1023"/>
                  </a:lnTo>
                  <a:lnTo>
                    <a:pt x="1038" y="672"/>
                  </a:lnTo>
                  <a:lnTo>
                    <a:pt x="535" y="336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9" name="Google Shape;5669;p63"/>
            <p:cNvSpPr/>
            <p:nvPr/>
          </p:nvSpPr>
          <p:spPr>
            <a:xfrm>
              <a:off x="549425" y="2572875"/>
              <a:ext cx="293775" cy="149975"/>
            </a:xfrm>
            <a:custGeom>
              <a:avLst/>
              <a:gdLst/>
              <a:ahLst/>
              <a:cxnLst/>
              <a:rect l="l" t="t" r="r" b="b"/>
              <a:pathLst>
                <a:path w="11751" h="5999" extrusionOk="0">
                  <a:moveTo>
                    <a:pt x="6944" y="1"/>
                  </a:moveTo>
                  <a:lnTo>
                    <a:pt x="6700" y="31"/>
                  </a:lnTo>
                  <a:lnTo>
                    <a:pt x="6440" y="77"/>
                  </a:lnTo>
                  <a:lnTo>
                    <a:pt x="5952" y="184"/>
                  </a:lnTo>
                  <a:lnTo>
                    <a:pt x="5448" y="337"/>
                  </a:lnTo>
                  <a:lnTo>
                    <a:pt x="4945" y="504"/>
                  </a:lnTo>
                  <a:lnTo>
                    <a:pt x="4441" y="703"/>
                  </a:lnTo>
                  <a:lnTo>
                    <a:pt x="3953" y="932"/>
                  </a:lnTo>
                  <a:lnTo>
                    <a:pt x="3465" y="1176"/>
                  </a:lnTo>
                  <a:lnTo>
                    <a:pt x="2991" y="1420"/>
                  </a:lnTo>
                  <a:lnTo>
                    <a:pt x="2518" y="1695"/>
                  </a:lnTo>
                  <a:lnTo>
                    <a:pt x="2076" y="1954"/>
                  </a:lnTo>
                  <a:lnTo>
                    <a:pt x="1664" y="2229"/>
                  </a:lnTo>
                  <a:lnTo>
                    <a:pt x="1267" y="2504"/>
                  </a:lnTo>
                  <a:lnTo>
                    <a:pt x="901" y="2778"/>
                  </a:lnTo>
                  <a:lnTo>
                    <a:pt x="565" y="3038"/>
                  </a:lnTo>
                  <a:lnTo>
                    <a:pt x="260" y="3297"/>
                  </a:lnTo>
                  <a:lnTo>
                    <a:pt x="0" y="3541"/>
                  </a:lnTo>
                  <a:lnTo>
                    <a:pt x="3236" y="5998"/>
                  </a:lnTo>
                  <a:lnTo>
                    <a:pt x="4395" y="5128"/>
                  </a:lnTo>
                  <a:lnTo>
                    <a:pt x="6211" y="3785"/>
                  </a:lnTo>
                  <a:lnTo>
                    <a:pt x="6272" y="3740"/>
                  </a:lnTo>
                  <a:lnTo>
                    <a:pt x="6333" y="3724"/>
                  </a:lnTo>
                  <a:lnTo>
                    <a:pt x="6395" y="3709"/>
                  </a:lnTo>
                  <a:lnTo>
                    <a:pt x="6471" y="3709"/>
                  </a:lnTo>
                  <a:lnTo>
                    <a:pt x="6608" y="3724"/>
                  </a:lnTo>
                  <a:lnTo>
                    <a:pt x="6761" y="3770"/>
                  </a:lnTo>
                  <a:lnTo>
                    <a:pt x="6929" y="3846"/>
                  </a:lnTo>
                  <a:lnTo>
                    <a:pt x="7097" y="3953"/>
                  </a:lnTo>
                  <a:lnTo>
                    <a:pt x="7280" y="4075"/>
                  </a:lnTo>
                  <a:lnTo>
                    <a:pt x="7447" y="4197"/>
                  </a:lnTo>
                  <a:lnTo>
                    <a:pt x="7783" y="4487"/>
                  </a:lnTo>
                  <a:lnTo>
                    <a:pt x="8088" y="4777"/>
                  </a:lnTo>
                  <a:lnTo>
                    <a:pt x="8363" y="5021"/>
                  </a:lnTo>
                  <a:lnTo>
                    <a:pt x="8561" y="5174"/>
                  </a:lnTo>
                  <a:lnTo>
                    <a:pt x="8821" y="5342"/>
                  </a:lnTo>
                  <a:lnTo>
                    <a:pt x="9065" y="5479"/>
                  </a:lnTo>
                  <a:lnTo>
                    <a:pt x="9325" y="5617"/>
                  </a:lnTo>
                  <a:lnTo>
                    <a:pt x="9569" y="5723"/>
                  </a:lnTo>
                  <a:lnTo>
                    <a:pt x="9798" y="5815"/>
                  </a:lnTo>
                  <a:lnTo>
                    <a:pt x="10042" y="5891"/>
                  </a:lnTo>
                  <a:lnTo>
                    <a:pt x="10271" y="5937"/>
                  </a:lnTo>
                  <a:lnTo>
                    <a:pt x="10484" y="5968"/>
                  </a:lnTo>
                  <a:lnTo>
                    <a:pt x="10683" y="5983"/>
                  </a:lnTo>
                  <a:lnTo>
                    <a:pt x="10881" y="5968"/>
                  </a:lnTo>
                  <a:lnTo>
                    <a:pt x="11064" y="5922"/>
                  </a:lnTo>
                  <a:lnTo>
                    <a:pt x="11232" y="5861"/>
                  </a:lnTo>
                  <a:lnTo>
                    <a:pt x="11369" y="5769"/>
                  </a:lnTo>
                  <a:lnTo>
                    <a:pt x="11507" y="5647"/>
                  </a:lnTo>
                  <a:lnTo>
                    <a:pt x="11614" y="5510"/>
                  </a:lnTo>
                  <a:lnTo>
                    <a:pt x="11705" y="5327"/>
                  </a:lnTo>
                  <a:lnTo>
                    <a:pt x="11736" y="5235"/>
                  </a:lnTo>
                  <a:lnTo>
                    <a:pt x="11751" y="5098"/>
                  </a:lnTo>
                  <a:lnTo>
                    <a:pt x="11736" y="4960"/>
                  </a:lnTo>
                  <a:lnTo>
                    <a:pt x="11690" y="4808"/>
                  </a:lnTo>
                  <a:lnTo>
                    <a:pt x="11644" y="4640"/>
                  </a:lnTo>
                  <a:lnTo>
                    <a:pt x="11583" y="4457"/>
                  </a:lnTo>
                  <a:lnTo>
                    <a:pt x="11491" y="4258"/>
                  </a:lnTo>
                  <a:lnTo>
                    <a:pt x="11385" y="4045"/>
                  </a:lnTo>
                  <a:lnTo>
                    <a:pt x="11140" y="3618"/>
                  </a:lnTo>
                  <a:lnTo>
                    <a:pt x="10851" y="3144"/>
                  </a:lnTo>
                  <a:lnTo>
                    <a:pt x="10515" y="2687"/>
                  </a:lnTo>
                  <a:lnTo>
                    <a:pt x="10133" y="2214"/>
                  </a:lnTo>
                  <a:lnTo>
                    <a:pt x="9737" y="1756"/>
                  </a:lnTo>
                  <a:lnTo>
                    <a:pt x="9325" y="1328"/>
                  </a:lnTo>
                  <a:lnTo>
                    <a:pt x="9111" y="1130"/>
                  </a:lnTo>
                  <a:lnTo>
                    <a:pt x="8897" y="947"/>
                  </a:lnTo>
                  <a:lnTo>
                    <a:pt x="8699" y="779"/>
                  </a:lnTo>
                  <a:lnTo>
                    <a:pt x="8485" y="611"/>
                  </a:lnTo>
                  <a:lnTo>
                    <a:pt x="8272" y="459"/>
                  </a:lnTo>
                  <a:lnTo>
                    <a:pt x="8058" y="337"/>
                  </a:lnTo>
                  <a:lnTo>
                    <a:pt x="7860" y="230"/>
                  </a:lnTo>
                  <a:lnTo>
                    <a:pt x="7661" y="138"/>
                  </a:lnTo>
                  <a:lnTo>
                    <a:pt x="7463" y="62"/>
                  </a:lnTo>
                  <a:lnTo>
                    <a:pt x="7280" y="16"/>
                  </a:lnTo>
                  <a:lnTo>
                    <a:pt x="7112" y="1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0" name="Google Shape;5670;p63"/>
            <p:cNvSpPr/>
            <p:nvPr/>
          </p:nvSpPr>
          <p:spPr>
            <a:xfrm>
              <a:off x="660450" y="2570600"/>
              <a:ext cx="185050" cy="153775"/>
            </a:xfrm>
            <a:custGeom>
              <a:avLst/>
              <a:gdLst/>
              <a:ahLst/>
              <a:cxnLst/>
              <a:rect l="l" t="t" r="r" b="b"/>
              <a:pathLst>
                <a:path w="7402" h="6151" extrusionOk="0">
                  <a:moveTo>
                    <a:pt x="2457" y="0"/>
                  </a:moveTo>
                  <a:lnTo>
                    <a:pt x="2289" y="31"/>
                  </a:lnTo>
                  <a:lnTo>
                    <a:pt x="1984" y="92"/>
                  </a:lnTo>
                  <a:lnTo>
                    <a:pt x="1694" y="168"/>
                  </a:lnTo>
                  <a:lnTo>
                    <a:pt x="1435" y="244"/>
                  </a:lnTo>
                  <a:lnTo>
                    <a:pt x="1038" y="397"/>
                  </a:lnTo>
                  <a:lnTo>
                    <a:pt x="1023" y="397"/>
                  </a:lnTo>
                  <a:lnTo>
                    <a:pt x="1023" y="412"/>
                  </a:lnTo>
                  <a:lnTo>
                    <a:pt x="1023" y="428"/>
                  </a:lnTo>
                  <a:lnTo>
                    <a:pt x="1038" y="428"/>
                  </a:lnTo>
                  <a:lnTo>
                    <a:pt x="1389" y="321"/>
                  </a:lnTo>
                  <a:lnTo>
                    <a:pt x="1633" y="260"/>
                  </a:lnTo>
                  <a:lnTo>
                    <a:pt x="1892" y="199"/>
                  </a:lnTo>
                  <a:lnTo>
                    <a:pt x="2167" y="153"/>
                  </a:lnTo>
                  <a:lnTo>
                    <a:pt x="2442" y="122"/>
                  </a:lnTo>
                  <a:lnTo>
                    <a:pt x="2686" y="122"/>
                  </a:lnTo>
                  <a:lnTo>
                    <a:pt x="2808" y="138"/>
                  </a:lnTo>
                  <a:lnTo>
                    <a:pt x="2915" y="153"/>
                  </a:lnTo>
                  <a:lnTo>
                    <a:pt x="3144" y="244"/>
                  </a:lnTo>
                  <a:lnTo>
                    <a:pt x="3373" y="367"/>
                  </a:lnTo>
                  <a:lnTo>
                    <a:pt x="3586" y="504"/>
                  </a:lnTo>
                  <a:lnTo>
                    <a:pt x="3785" y="672"/>
                  </a:lnTo>
                  <a:lnTo>
                    <a:pt x="4471" y="1236"/>
                  </a:lnTo>
                  <a:lnTo>
                    <a:pt x="4807" y="1526"/>
                  </a:lnTo>
                  <a:lnTo>
                    <a:pt x="5143" y="1831"/>
                  </a:lnTo>
                  <a:lnTo>
                    <a:pt x="5479" y="2152"/>
                  </a:lnTo>
                  <a:lnTo>
                    <a:pt x="5799" y="2488"/>
                  </a:lnTo>
                  <a:lnTo>
                    <a:pt x="6089" y="2839"/>
                  </a:lnTo>
                  <a:lnTo>
                    <a:pt x="6379" y="3190"/>
                  </a:lnTo>
                  <a:lnTo>
                    <a:pt x="6638" y="3571"/>
                  </a:lnTo>
                  <a:lnTo>
                    <a:pt x="6867" y="3968"/>
                  </a:lnTo>
                  <a:lnTo>
                    <a:pt x="6989" y="4182"/>
                  </a:lnTo>
                  <a:lnTo>
                    <a:pt x="7081" y="4426"/>
                  </a:lnTo>
                  <a:lnTo>
                    <a:pt x="7157" y="4670"/>
                  </a:lnTo>
                  <a:lnTo>
                    <a:pt x="7203" y="4914"/>
                  </a:lnTo>
                  <a:lnTo>
                    <a:pt x="7218" y="5036"/>
                  </a:lnTo>
                  <a:lnTo>
                    <a:pt x="7218" y="5143"/>
                  </a:lnTo>
                  <a:lnTo>
                    <a:pt x="7203" y="5265"/>
                  </a:lnTo>
                  <a:lnTo>
                    <a:pt x="7188" y="5372"/>
                  </a:lnTo>
                  <a:lnTo>
                    <a:pt x="7142" y="5494"/>
                  </a:lnTo>
                  <a:lnTo>
                    <a:pt x="7096" y="5586"/>
                  </a:lnTo>
                  <a:lnTo>
                    <a:pt x="7035" y="5692"/>
                  </a:lnTo>
                  <a:lnTo>
                    <a:pt x="6944" y="5784"/>
                  </a:lnTo>
                  <a:lnTo>
                    <a:pt x="6852" y="5860"/>
                  </a:lnTo>
                  <a:lnTo>
                    <a:pt x="6745" y="5906"/>
                  </a:lnTo>
                  <a:lnTo>
                    <a:pt x="6623" y="5952"/>
                  </a:lnTo>
                  <a:lnTo>
                    <a:pt x="6501" y="5982"/>
                  </a:lnTo>
                  <a:lnTo>
                    <a:pt x="6349" y="6013"/>
                  </a:lnTo>
                  <a:lnTo>
                    <a:pt x="6013" y="6013"/>
                  </a:lnTo>
                  <a:lnTo>
                    <a:pt x="5860" y="5982"/>
                  </a:lnTo>
                  <a:lnTo>
                    <a:pt x="5708" y="5952"/>
                  </a:lnTo>
                  <a:lnTo>
                    <a:pt x="5555" y="5906"/>
                  </a:lnTo>
                  <a:lnTo>
                    <a:pt x="5402" y="5860"/>
                  </a:lnTo>
                  <a:lnTo>
                    <a:pt x="5250" y="5799"/>
                  </a:lnTo>
                  <a:lnTo>
                    <a:pt x="4945" y="5647"/>
                  </a:lnTo>
                  <a:lnTo>
                    <a:pt x="4655" y="5479"/>
                  </a:lnTo>
                  <a:lnTo>
                    <a:pt x="4395" y="5280"/>
                  </a:lnTo>
                  <a:lnTo>
                    <a:pt x="4136" y="5097"/>
                  </a:lnTo>
                  <a:lnTo>
                    <a:pt x="3922" y="4914"/>
                  </a:lnTo>
                  <a:lnTo>
                    <a:pt x="3754" y="4746"/>
                  </a:lnTo>
                  <a:lnTo>
                    <a:pt x="3464" y="4472"/>
                  </a:lnTo>
                  <a:lnTo>
                    <a:pt x="3174" y="4182"/>
                  </a:lnTo>
                  <a:lnTo>
                    <a:pt x="3022" y="4059"/>
                  </a:lnTo>
                  <a:lnTo>
                    <a:pt x="2854" y="3937"/>
                  </a:lnTo>
                  <a:lnTo>
                    <a:pt x="2671" y="3831"/>
                  </a:lnTo>
                  <a:lnTo>
                    <a:pt x="2488" y="3754"/>
                  </a:lnTo>
                  <a:lnTo>
                    <a:pt x="2320" y="3709"/>
                  </a:lnTo>
                  <a:lnTo>
                    <a:pt x="2152" y="3678"/>
                  </a:lnTo>
                  <a:lnTo>
                    <a:pt x="1984" y="3693"/>
                  </a:lnTo>
                  <a:lnTo>
                    <a:pt x="1801" y="3724"/>
                  </a:lnTo>
                  <a:lnTo>
                    <a:pt x="1633" y="3800"/>
                  </a:lnTo>
                  <a:lnTo>
                    <a:pt x="1480" y="3892"/>
                  </a:lnTo>
                  <a:lnTo>
                    <a:pt x="1328" y="3998"/>
                  </a:lnTo>
                  <a:lnTo>
                    <a:pt x="1175" y="4105"/>
                  </a:lnTo>
                  <a:lnTo>
                    <a:pt x="855" y="4380"/>
                  </a:lnTo>
                  <a:lnTo>
                    <a:pt x="534" y="4655"/>
                  </a:lnTo>
                  <a:lnTo>
                    <a:pt x="46" y="5097"/>
                  </a:lnTo>
                  <a:lnTo>
                    <a:pt x="0" y="5158"/>
                  </a:lnTo>
                  <a:lnTo>
                    <a:pt x="0" y="5173"/>
                  </a:lnTo>
                  <a:lnTo>
                    <a:pt x="15" y="5189"/>
                  </a:lnTo>
                  <a:lnTo>
                    <a:pt x="46" y="5189"/>
                  </a:lnTo>
                  <a:lnTo>
                    <a:pt x="122" y="5158"/>
                  </a:lnTo>
                  <a:lnTo>
                    <a:pt x="397" y="4929"/>
                  </a:lnTo>
                  <a:lnTo>
                    <a:pt x="672" y="4716"/>
                  </a:lnTo>
                  <a:lnTo>
                    <a:pt x="962" y="4517"/>
                  </a:lnTo>
                  <a:lnTo>
                    <a:pt x="1267" y="4334"/>
                  </a:lnTo>
                  <a:lnTo>
                    <a:pt x="1419" y="4243"/>
                  </a:lnTo>
                  <a:lnTo>
                    <a:pt x="1572" y="4136"/>
                  </a:lnTo>
                  <a:lnTo>
                    <a:pt x="1740" y="4059"/>
                  </a:lnTo>
                  <a:lnTo>
                    <a:pt x="1908" y="3998"/>
                  </a:lnTo>
                  <a:lnTo>
                    <a:pt x="1999" y="3983"/>
                  </a:lnTo>
                  <a:lnTo>
                    <a:pt x="2106" y="3968"/>
                  </a:lnTo>
                  <a:lnTo>
                    <a:pt x="2198" y="3983"/>
                  </a:lnTo>
                  <a:lnTo>
                    <a:pt x="2289" y="3998"/>
                  </a:lnTo>
                  <a:lnTo>
                    <a:pt x="2381" y="4014"/>
                  </a:lnTo>
                  <a:lnTo>
                    <a:pt x="2457" y="4044"/>
                  </a:lnTo>
                  <a:lnTo>
                    <a:pt x="2549" y="4090"/>
                  </a:lnTo>
                  <a:lnTo>
                    <a:pt x="2625" y="4136"/>
                  </a:lnTo>
                  <a:lnTo>
                    <a:pt x="2793" y="4243"/>
                  </a:lnTo>
                  <a:lnTo>
                    <a:pt x="2945" y="4365"/>
                  </a:lnTo>
                  <a:lnTo>
                    <a:pt x="3235" y="4624"/>
                  </a:lnTo>
                  <a:lnTo>
                    <a:pt x="3541" y="4884"/>
                  </a:lnTo>
                  <a:lnTo>
                    <a:pt x="3678" y="5021"/>
                  </a:lnTo>
                  <a:lnTo>
                    <a:pt x="3846" y="5143"/>
                  </a:lnTo>
                  <a:lnTo>
                    <a:pt x="4166" y="5357"/>
                  </a:lnTo>
                  <a:lnTo>
                    <a:pt x="4517" y="5570"/>
                  </a:lnTo>
                  <a:lnTo>
                    <a:pt x="4853" y="5769"/>
                  </a:lnTo>
                  <a:lnTo>
                    <a:pt x="5219" y="5952"/>
                  </a:lnTo>
                  <a:lnTo>
                    <a:pt x="5387" y="6013"/>
                  </a:lnTo>
                  <a:lnTo>
                    <a:pt x="5555" y="6074"/>
                  </a:lnTo>
                  <a:lnTo>
                    <a:pt x="5723" y="6104"/>
                  </a:lnTo>
                  <a:lnTo>
                    <a:pt x="5891" y="6135"/>
                  </a:lnTo>
                  <a:lnTo>
                    <a:pt x="6120" y="6150"/>
                  </a:lnTo>
                  <a:lnTo>
                    <a:pt x="6272" y="6150"/>
                  </a:lnTo>
                  <a:lnTo>
                    <a:pt x="6410" y="6135"/>
                  </a:lnTo>
                  <a:lnTo>
                    <a:pt x="6577" y="6104"/>
                  </a:lnTo>
                  <a:lnTo>
                    <a:pt x="6730" y="6059"/>
                  </a:lnTo>
                  <a:lnTo>
                    <a:pt x="6867" y="5982"/>
                  </a:lnTo>
                  <a:lnTo>
                    <a:pt x="7005" y="5860"/>
                  </a:lnTo>
                  <a:lnTo>
                    <a:pt x="7081" y="5784"/>
                  </a:lnTo>
                  <a:lnTo>
                    <a:pt x="7142" y="5708"/>
                  </a:lnTo>
                  <a:lnTo>
                    <a:pt x="7249" y="5524"/>
                  </a:lnTo>
                  <a:lnTo>
                    <a:pt x="7325" y="5326"/>
                  </a:lnTo>
                  <a:lnTo>
                    <a:pt x="7386" y="5128"/>
                  </a:lnTo>
                  <a:lnTo>
                    <a:pt x="7401" y="4914"/>
                  </a:lnTo>
                  <a:lnTo>
                    <a:pt x="7401" y="4700"/>
                  </a:lnTo>
                  <a:lnTo>
                    <a:pt x="7371" y="4502"/>
                  </a:lnTo>
                  <a:lnTo>
                    <a:pt x="7310" y="4288"/>
                  </a:lnTo>
                  <a:lnTo>
                    <a:pt x="7234" y="4075"/>
                  </a:lnTo>
                  <a:lnTo>
                    <a:pt x="7127" y="3861"/>
                  </a:lnTo>
                  <a:lnTo>
                    <a:pt x="7005" y="3647"/>
                  </a:lnTo>
                  <a:lnTo>
                    <a:pt x="6883" y="3434"/>
                  </a:lnTo>
                  <a:lnTo>
                    <a:pt x="6730" y="3235"/>
                  </a:lnTo>
                  <a:lnTo>
                    <a:pt x="6593" y="3037"/>
                  </a:lnTo>
                  <a:lnTo>
                    <a:pt x="6287" y="2671"/>
                  </a:lnTo>
                  <a:lnTo>
                    <a:pt x="5952" y="2289"/>
                  </a:lnTo>
                  <a:lnTo>
                    <a:pt x="5616" y="1938"/>
                  </a:lnTo>
                  <a:lnTo>
                    <a:pt x="5250" y="1587"/>
                  </a:lnTo>
                  <a:lnTo>
                    <a:pt x="4884" y="1267"/>
                  </a:lnTo>
                  <a:lnTo>
                    <a:pt x="4487" y="931"/>
                  </a:lnTo>
                  <a:lnTo>
                    <a:pt x="4090" y="611"/>
                  </a:lnTo>
                  <a:lnTo>
                    <a:pt x="3907" y="458"/>
                  </a:lnTo>
                  <a:lnTo>
                    <a:pt x="3708" y="305"/>
                  </a:lnTo>
                  <a:lnTo>
                    <a:pt x="3495" y="168"/>
                  </a:lnTo>
                  <a:lnTo>
                    <a:pt x="3388" y="122"/>
                  </a:lnTo>
                  <a:lnTo>
                    <a:pt x="3266" y="77"/>
                  </a:lnTo>
                  <a:lnTo>
                    <a:pt x="3113" y="31"/>
                  </a:lnTo>
                  <a:lnTo>
                    <a:pt x="2945" y="16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1" name="Google Shape;5671;p63"/>
            <p:cNvSpPr/>
            <p:nvPr/>
          </p:nvSpPr>
          <p:spPr>
            <a:xfrm>
              <a:off x="523875" y="2519100"/>
              <a:ext cx="207550" cy="169400"/>
            </a:xfrm>
            <a:custGeom>
              <a:avLst/>
              <a:gdLst/>
              <a:ahLst/>
              <a:cxnLst/>
              <a:rect l="l" t="t" r="r" b="b"/>
              <a:pathLst>
                <a:path w="8302" h="6776" extrusionOk="0">
                  <a:moveTo>
                    <a:pt x="7310" y="0"/>
                  </a:moveTo>
                  <a:lnTo>
                    <a:pt x="7157" y="31"/>
                  </a:lnTo>
                  <a:lnTo>
                    <a:pt x="6989" y="76"/>
                  </a:lnTo>
                  <a:lnTo>
                    <a:pt x="6638" y="183"/>
                  </a:lnTo>
                  <a:lnTo>
                    <a:pt x="6272" y="336"/>
                  </a:lnTo>
                  <a:lnTo>
                    <a:pt x="5875" y="504"/>
                  </a:lnTo>
                  <a:lnTo>
                    <a:pt x="5478" y="717"/>
                  </a:lnTo>
                  <a:lnTo>
                    <a:pt x="5082" y="946"/>
                  </a:lnTo>
                  <a:lnTo>
                    <a:pt x="4685" y="1190"/>
                  </a:lnTo>
                  <a:lnTo>
                    <a:pt x="4303" y="1450"/>
                  </a:lnTo>
                  <a:lnTo>
                    <a:pt x="3937" y="1694"/>
                  </a:lnTo>
                  <a:lnTo>
                    <a:pt x="3601" y="1938"/>
                  </a:lnTo>
                  <a:lnTo>
                    <a:pt x="3006" y="2381"/>
                  </a:lnTo>
                  <a:lnTo>
                    <a:pt x="2777" y="2579"/>
                  </a:lnTo>
                  <a:lnTo>
                    <a:pt x="2610" y="2732"/>
                  </a:lnTo>
                  <a:lnTo>
                    <a:pt x="2457" y="2884"/>
                  </a:lnTo>
                  <a:lnTo>
                    <a:pt x="2289" y="3083"/>
                  </a:lnTo>
                  <a:lnTo>
                    <a:pt x="2121" y="3327"/>
                  </a:lnTo>
                  <a:lnTo>
                    <a:pt x="1938" y="3586"/>
                  </a:lnTo>
                  <a:lnTo>
                    <a:pt x="1572" y="4166"/>
                  </a:lnTo>
                  <a:lnTo>
                    <a:pt x="1206" y="4807"/>
                  </a:lnTo>
                  <a:lnTo>
                    <a:pt x="519" y="5997"/>
                  </a:lnTo>
                  <a:lnTo>
                    <a:pt x="229" y="6455"/>
                  </a:lnTo>
                  <a:lnTo>
                    <a:pt x="107" y="6638"/>
                  </a:lnTo>
                  <a:lnTo>
                    <a:pt x="0" y="6776"/>
                  </a:lnTo>
                  <a:lnTo>
                    <a:pt x="4578" y="6547"/>
                  </a:lnTo>
                  <a:lnTo>
                    <a:pt x="4654" y="6242"/>
                  </a:lnTo>
                  <a:lnTo>
                    <a:pt x="4746" y="5906"/>
                  </a:lnTo>
                  <a:lnTo>
                    <a:pt x="4883" y="5494"/>
                  </a:lnTo>
                  <a:lnTo>
                    <a:pt x="4975" y="5265"/>
                  </a:lnTo>
                  <a:lnTo>
                    <a:pt x="5066" y="5036"/>
                  </a:lnTo>
                  <a:lnTo>
                    <a:pt x="5189" y="4807"/>
                  </a:lnTo>
                  <a:lnTo>
                    <a:pt x="5311" y="4578"/>
                  </a:lnTo>
                  <a:lnTo>
                    <a:pt x="5463" y="4349"/>
                  </a:lnTo>
                  <a:lnTo>
                    <a:pt x="5616" y="4136"/>
                  </a:lnTo>
                  <a:lnTo>
                    <a:pt x="5799" y="3937"/>
                  </a:lnTo>
                  <a:lnTo>
                    <a:pt x="5982" y="3754"/>
                  </a:lnTo>
                  <a:lnTo>
                    <a:pt x="6425" y="3357"/>
                  </a:lnTo>
                  <a:lnTo>
                    <a:pt x="6669" y="3128"/>
                  </a:lnTo>
                  <a:lnTo>
                    <a:pt x="6913" y="2869"/>
                  </a:lnTo>
                  <a:lnTo>
                    <a:pt x="7172" y="2610"/>
                  </a:lnTo>
                  <a:lnTo>
                    <a:pt x="7417" y="2335"/>
                  </a:lnTo>
                  <a:lnTo>
                    <a:pt x="7630" y="2045"/>
                  </a:lnTo>
                  <a:lnTo>
                    <a:pt x="7844" y="1770"/>
                  </a:lnTo>
                  <a:lnTo>
                    <a:pt x="8012" y="1496"/>
                  </a:lnTo>
                  <a:lnTo>
                    <a:pt x="8149" y="1221"/>
                  </a:lnTo>
                  <a:lnTo>
                    <a:pt x="8210" y="1099"/>
                  </a:lnTo>
                  <a:lnTo>
                    <a:pt x="8256" y="962"/>
                  </a:lnTo>
                  <a:lnTo>
                    <a:pt x="8286" y="855"/>
                  </a:lnTo>
                  <a:lnTo>
                    <a:pt x="8302" y="733"/>
                  </a:lnTo>
                  <a:lnTo>
                    <a:pt x="8302" y="626"/>
                  </a:lnTo>
                  <a:lnTo>
                    <a:pt x="8286" y="519"/>
                  </a:lnTo>
                  <a:lnTo>
                    <a:pt x="8256" y="412"/>
                  </a:lnTo>
                  <a:lnTo>
                    <a:pt x="8210" y="321"/>
                  </a:lnTo>
                  <a:lnTo>
                    <a:pt x="8134" y="244"/>
                  </a:lnTo>
                  <a:lnTo>
                    <a:pt x="8057" y="168"/>
                  </a:lnTo>
                  <a:lnTo>
                    <a:pt x="7951" y="107"/>
                  </a:lnTo>
                  <a:lnTo>
                    <a:pt x="7829" y="46"/>
                  </a:lnTo>
                  <a:lnTo>
                    <a:pt x="7722" y="15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2" name="Google Shape;5672;p63"/>
            <p:cNvSpPr/>
            <p:nvPr/>
          </p:nvSpPr>
          <p:spPr>
            <a:xfrm>
              <a:off x="638700" y="2574400"/>
              <a:ext cx="74800" cy="107225"/>
            </a:xfrm>
            <a:custGeom>
              <a:avLst/>
              <a:gdLst/>
              <a:ahLst/>
              <a:cxnLst/>
              <a:rect l="l" t="t" r="r" b="b"/>
              <a:pathLst>
                <a:path w="2992" h="4289" extrusionOk="0">
                  <a:moveTo>
                    <a:pt x="2961" y="1"/>
                  </a:moveTo>
                  <a:lnTo>
                    <a:pt x="2930" y="16"/>
                  </a:lnTo>
                  <a:lnTo>
                    <a:pt x="2671" y="230"/>
                  </a:lnTo>
                  <a:lnTo>
                    <a:pt x="2412" y="459"/>
                  </a:lnTo>
                  <a:lnTo>
                    <a:pt x="1893" y="916"/>
                  </a:lnTo>
                  <a:lnTo>
                    <a:pt x="1648" y="1130"/>
                  </a:lnTo>
                  <a:lnTo>
                    <a:pt x="1404" y="1359"/>
                  </a:lnTo>
                  <a:lnTo>
                    <a:pt x="1175" y="1588"/>
                  </a:lnTo>
                  <a:lnTo>
                    <a:pt x="947" y="1832"/>
                  </a:lnTo>
                  <a:lnTo>
                    <a:pt x="763" y="2107"/>
                  </a:lnTo>
                  <a:lnTo>
                    <a:pt x="611" y="2381"/>
                  </a:lnTo>
                  <a:lnTo>
                    <a:pt x="473" y="2671"/>
                  </a:lnTo>
                  <a:lnTo>
                    <a:pt x="351" y="2977"/>
                  </a:lnTo>
                  <a:lnTo>
                    <a:pt x="260" y="3282"/>
                  </a:lnTo>
                  <a:lnTo>
                    <a:pt x="168" y="3587"/>
                  </a:lnTo>
                  <a:lnTo>
                    <a:pt x="92" y="3923"/>
                  </a:lnTo>
                  <a:lnTo>
                    <a:pt x="0" y="4274"/>
                  </a:lnTo>
                  <a:lnTo>
                    <a:pt x="16" y="4289"/>
                  </a:lnTo>
                  <a:lnTo>
                    <a:pt x="31" y="4289"/>
                  </a:lnTo>
                  <a:lnTo>
                    <a:pt x="46" y="4274"/>
                  </a:lnTo>
                  <a:lnTo>
                    <a:pt x="153" y="3984"/>
                  </a:lnTo>
                  <a:lnTo>
                    <a:pt x="260" y="3679"/>
                  </a:lnTo>
                  <a:lnTo>
                    <a:pt x="382" y="3389"/>
                  </a:lnTo>
                  <a:lnTo>
                    <a:pt x="519" y="3099"/>
                  </a:lnTo>
                  <a:lnTo>
                    <a:pt x="672" y="2793"/>
                  </a:lnTo>
                  <a:lnTo>
                    <a:pt x="824" y="2519"/>
                  </a:lnTo>
                  <a:lnTo>
                    <a:pt x="1008" y="2229"/>
                  </a:lnTo>
                  <a:lnTo>
                    <a:pt x="1206" y="1969"/>
                  </a:lnTo>
                  <a:lnTo>
                    <a:pt x="1420" y="1725"/>
                  </a:lnTo>
                  <a:lnTo>
                    <a:pt x="1633" y="1481"/>
                  </a:lnTo>
                  <a:lnTo>
                    <a:pt x="2091" y="1008"/>
                  </a:lnTo>
                  <a:lnTo>
                    <a:pt x="2549" y="535"/>
                  </a:lnTo>
                  <a:lnTo>
                    <a:pt x="2778" y="291"/>
                  </a:lnTo>
                  <a:lnTo>
                    <a:pt x="2976" y="47"/>
                  </a:lnTo>
                  <a:lnTo>
                    <a:pt x="2991" y="31"/>
                  </a:lnTo>
                  <a:lnTo>
                    <a:pt x="2976" y="16"/>
                  </a:lnTo>
                  <a:lnTo>
                    <a:pt x="29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3" name="Google Shape;5673;p63"/>
            <p:cNvSpPr/>
            <p:nvPr/>
          </p:nvSpPr>
          <p:spPr>
            <a:xfrm>
              <a:off x="716150" y="2734650"/>
              <a:ext cx="173225" cy="215175"/>
            </a:xfrm>
            <a:custGeom>
              <a:avLst/>
              <a:gdLst/>
              <a:ahLst/>
              <a:cxnLst/>
              <a:rect l="l" t="t" r="r" b="b"/>
              <a:pathLst>
                <a:path w="6929" h="8607" extrusionOk="0">
                  <a:moveTo>
                    <a:pt x="5128" y="0"/>
                  </a:moveTo>
                  <a:lnTo>
                    <a:pt x="4960" y="15"/>
                  </a:lnTo>
                  <a:lnTo>
                    <a:pt x="4594" y="46"/>
                  </a:lnTo>
                  <a:lnTo>
                    <a:pt x="4227" y="92"/>
                  </a:lnTo>
                  <a:lnTo>
                    <a:pt x="3876" y="168"/>
                  </a:lnTo>
                  <a:lnTo>
                    <a:pt x="3525" y="260"/>
                  </a:lnTo>
                  <a:lnTo>
                    <a:pt x="3220" y="397"/>
                  </a:lnTo>
                  <a:lnTo>
                    <a:pt x="2930" y="550"/>
                  </a:lnTo>
                  <a:lnTo>
                    <a:pt x="2656" y="733"/>
                  </a:lnTo>
                  <a:lnTo>
                    <a:pt x="2396" y="916"/>
                  </a:lnTo>
                  <a:lnTo>
                    <a:pt x="1877" y="1328"/>
                  </a:lnTo>
                  <a:lnTo>
                    <a:pt x="1358" y="1725"/>
                  </a:lnTo>
                  <a:lnTo>
                    <a:pt x="1221" y="1847"/>
                  </a:lnTo>
                  <a:lnTo>
                    <a:pt x="1068" y="1938"/>
                  </a:lnTo>
                  <a:lnTo>
                    <a:pt x="901" y="2015"/>
                  </a:lnTo>
                  <a:lnTo>
                    <a:pt x="733" y="2091"/>
                  </a:lnTo>
                  <a:lnTo>
                    <a:pt x="565" y="2137"/>
                  </a:lnTo>
                  <a:lnTo>
                    <a:pt x="382" y="2167"/>
                  </a:lnTo>
                  <a:lnTo>
                    <a:pt x="199" y="2182"/>
                  </a:lnTo>
                  <a:lnTo>
                    <a:pt x="0" y="2182"/>
                  </a:lnTo>
                  <a:lnTo>
                    <a:pt x="0" y="2198"/>
                  </a:lnTo>
                  <a:lnTo>
                    <a:pt x="0" y="2213"/>
                  </a:lnTo>
                  <a:lnTo>
                    <a:pt x="183" y="2243"/>
                  </a:lnTo>
                  <a:lnTo>
                    <a:pt x="351" y="2243"/>
                  </a:lnTo>
                  <a:lnTo>
                    <a:pt x="519" y="2228"/>
                  </a:lnTo>
                  <a:lnTo>
                    <a:pt x="687" y="2198"/>
                  </a:lnTo>
                  <a:lnTo>
                    <a:pt x="855" y="2152"/>
                  </a:lnTo>
                  <a:lnTo>
                    <a:pt x="1023" y="2091"/>
                  </a:lnTo>
                  <a:lnTo>
                    <a:pt x="1175" y="2015"/>
                  </a:lnTo>
                  <a:lnTo>
                    <a:pt x="1328" y="1923"/>
                  </a:lnTo>
                  <a:lnTo>
                    <a:pt x="1633" y="1740"/>
                  </a:lnTo>
                  <a:lnTo>
                    <a:pt x="1923" y="1541"/>
                  </a:lnTo>
                  <a:lnTo>
                    <a:pt x="2503" y="1129"/>
                  </a:lnTo>
                  <a:lnTo>
                    <a:pt x="2762" y="962"/>
                  </a:lnTo>
                  <a:lnTo>
                    <a:pt x="3037" y="809"/>
                  </a:lnTo>
                  <a:lnTo>
                    <a:pt x="3312" y="672"/>
                  </a:lnTo>
                  <a:lnTo>
                    <a:pt x="3602" y="550"/>
                  </a:lnTo>
                  <a:lnTo>
                    <a:pt x="3937" y="473"/>
                  </a:lnTo>
                  <a:lnTo>
                    <a:pt x="4288" y="397"/>
                  </a:lnTo>
                  <a:lnTo>
                    <a:pt x="4639" y="351"/>
                  </a:lnTo>
                  <a:lnTo>
                    <a:pt x="4990" y="336"/>
                  </a:lnTo>
                  <a:lnTo>
                    <a:pt x="5326" y="305"/>
                  </a:lnTo>
                  <a:lnTo>
                    <a:pt x="5677" y="305"/>
                  </a:lnTo>
                  <a:lnTo>
                    <a:pt x="5845" y="336"/>
                  </a:lnTo>
                  <a:lnTo>
                    <a:pt x="6013" y="366"/>
                  </a:lnTo>
                  <a:lnTo>
                    <a:pt x="6181" y="412"/>
                  </a:lnTo>
                  <a:lnTo>
                    <a:pt x="6349" y="489"/>
                  </a:lnTo>
                  <a:lnTo>
                    <a:pt x="6410" y="519"/>
                  </a:lnTo>
                  <a:lnTo>
                    <a:pt x="6471" y="565"/>
                  </a:lnTo>
                  <a:lnTo>
                    <a:pt x="6532" y="611"/>
                  </a:lnTo>
                  <a:lnTo>
                    <a:pt x="6577" y="672"/>
                  </a:lnTo>
                  <a:lnTo>
                    <a:pt x="6623" y="733"/>
                  </a:lnTo>
                  <a:lnTo>
                    <a:pt x="6654" y="794"/>
                  </a:lnTo>
                  <a:lnTo>
                    <a:pt x="6684" y="870"/>
                  </a:lnTo>
                  <a:lnTo>
                    <a:pt x="6700" y="946"/>
                  </a:lnTo>
                  <a:lnTo>
                    <a:pt x="6700" y="1023"/>
                  </a:lnTo>
                  <a:lnTo>
                    <a:pt x="6669" y="1099"/>
                  </a:lnTo>
                  <a:lnTo>
                    <a:pt x="6638" y="1175"/>
                  </a:lnTo>
                  <a:lnTo>
                    <a:pt x="6593" y="1236"/>
                  </a:lnTo>
                  <a:lnTo>
                    <a:pt x="6471" y="1374"/>
                  </a:lnTo>
                  <a:lnTo>
                    <a:pt x="6364" y="1480"/>
                  </a:lnTo>
                  <a:lnTo>
                    <a:pt x="6135" y="1694"/>
                  </a:lnTo>
                  <a:lnTo>
                    <a:pt x="5891" y="1877"/>
                  </a:lnTo>
                  <a:lnTo>
                    <a:pt x="5387" y="2228"/>
                  </a:lnTo>
                  <a:lnTo>
                    <a:pt x="5128" y="2411"/>
                  </a:lnTo>
                  <a:lnTo>
                    <a:pt x="4884" y="2610"/>
                  </a:lnTo>
                  <a:lnTo>
                    <a:pt x="4670" y="2823"/>
                  </a:lnTo>
                  <a:lnTo>
                    <a:pt x="4563" y="2930"/>
                  </a:lnTo>
                  <a:lnTo>
                    <a:pt x="4456" y="3052"/>
                  </a:lnTo>
                  <a:lnTo>
                    <a:pt x="4273" y="3327"/>
                  </a:lnTo>
                  <a:lnTo>
                    <a:pt x="3998" y="3769"/>
                  </a:lnTo>
                  <a:lnTo>
                    <a:pt x="3220" y="4975"/>
                  </a:lnTo>
                  <a:lnTo>
                    <a:pt x="2793" y="5616"/>
                  </a:lnTo>
                  <a:lnTo>
                    <a:pt x="2366" y="6211"/>
                  </a:lnTo>
                  <a:lnTo>
                    <a:pt x="2167" y="6471"/>
                  </a:lnTo>
                  <a:lnTo>
                    <a:pt x="1969" y="6699"/>
                  </a:lnTo>
                  <a:lnTo>
                    <a:pt x="1801" y="6883"/>
                  </a:lnTo>
                  <a:lnTo>
                    <a:pt x="1633" y="7020"/>
                  </a:lnTo>
                  <a:lnTo>
                    <a:pt x="1175" y="7356"/>
                  </a:lnTo>
                  <a:lnTo>
                    <a:pt x="946" y="7524"/>
                  </a:lnTo>
                  <a:lnTo>
                    <a:pt x="733" y="7707"/>
                  </a:lnTo>
                  <a:lnTo>
                    <a:pt x="519" y="7905"/>
                  </a:lnTo>
                  <a:lnTo>
                    <a:pt x="321" y="8119"/>
                  </a:lnTo>
                  <a:lnTo>
                    <a:pt x="153" y="8332"/>
                  </a:lnTo>
                  <a:lnTo>
                    <a:pt x="0" y="8576"/>
                  </a:lnTo>
                  <a:lnTo>
                    <a:pt x="0" y="8592"/>
                  </a:lnTo>
                  <a:lnTo>
                    <a:pt x="0" y="8607"/>
                  </a:lnTo>
                  <a:lnTo>
                    <a:pt x="15" y="8607"/>
                  </a:lnTo>
                  <a:lnTo>
                    <a:pt x="31" y="8592"/>
                  </a:lnTo>
                  <a:lnTo>
                    <a:pt x="244" y="8363"/>
                  </a:lnTo>
                  <a:lnTo>
                    <a:pt x="489" y="8134"/>
                  </a:lnTo>
                  <a:lnTo>
                    <a:pt x="733" y="7920"/>
                  </a:lnTo>
                  <a:lnTo>
                    <a:pt x="992" y="7737"/>
                  </a:lnTo>
                  <a:lnTo>
                    <a:pt x="1465" y="7371"/>
                  </a:lnTo>
                  <a:lnTo>
                    <a:pt x="1923" y="6974"/>
                  </a:lnTo>
                  <a:lnTo>
                    <a:pt x="2152" y="6745"/>
                  </a:lnTo>
                  <a:lnTo>
                    <a:pt x="2350" y="6501"/>
                  </a:lnTo>
                  <a:lnTo>
                    <a:pt x="2549" y="6257"/>
                  </a:lnTo>
                  <a:lnTo>
                    <a:pt x="2732" y="5997"/>
                  </a:lnTo>
                  <a:lnTo>
                    <a:pt x="3022" y="5585"/>
                  </a:lnTo>
                  <a:lnTo>
                    <a:pt x="3388" y="5036"/>
                  </a:lnTo>
                  <a:lnTo>
                    <a:pt x="3907" y="4227"/>
                  </a:lnTo>
                  <a:lnTo>
                    <a:pt x="4136" y="3861"/>
                  </a:lnTo>
                  <a:lnTo>
                    <a:pt x="4380" y="3495"/>
                  </a:lnTo>
                  <a:lnTo>
                    <a:pt x="4502" y="3327"/>
                  </a:lnTo>
                  <a:lnTo>
                    <a:pt x="4639" y="3159"/>
                  </a:lnTo>
                  <a:lnTo>
                    <a:pt x="4792" y="3006"/>
                  </a:lnTo>
                  <a:lnTo>
                    <a:pt x="4945" y="2854"/>
                  </a:lnTo>
                  <a:lnTo>
                    <a:pt x="5189" y="2655"/>
                  </a:lnTo>
                  <a:lnTo>
                    <a:pt x="5463" y="2457"/>
                  </a:lnTo>
                  <a:lnTo>
                    <a:pt x="5982" y="2091"/>
                  </a:lnTo>
                  <a:lnTo>
                    <a:pt x="6242" y="1908"/>
                  </a:lnTo>
                  <a:lnTo>
                    <a:pt x="6486" y="1694"/>
                  </a:lnTo>
                  <a:lnTo>
                    <a:pt x="6593" y="1587"/>
                  </a:lnTo>
                  <a:lnTo>
                    <a:pt x="6700" y="1465"/>
                  </a:lnTo>
                  <a:lnTo>
                    <a:pt x="6791" y="1328"/>
                  </a:lnTo>
                  <a:lnTo>
                    <a:pt x="6883" y="1190"/>
                  </a:lnTo>
                  <a:lnTo>
                    <a:pt x="6913" y="1114"/>
                  </a:lnTo>
                  <a:lnTo>
                    <a:pt x="6928" y="1023"/>
                  </a:lnTo>
                  <a:lnTo>
                    <a:pt x="6928" y="946"/>
                  </a:lnTo>
                  <a:lnTo>
                    <a:pt x="6928" y="885"/>
                  </a:lnTo>
                  <a:lnTo>
                    <a:pt x="6913" y="809"/>
                  </a:lnTo>
                  <a:lnTo>
                    <a:pt x="6883" y="733"/>
                  </a:lnTo>
                  <a:lnTo>
                    <a:pt x="6822" y="611"/>
                  </a:lnTo>
                  <a:lnTo>
                    <a:pt x="6715" y="489"/>
                  </a:lnTo>
                  <a:lnTo>
                    <a:pt x="6608" y="382"/>
                  </a:lnTo>
                  <a:lnTo>
                    <a:pt x="6471" y="290"/>
                  </a:lnTo>
                  <a:lnTo>
                    <a:pt x="6349" y="229"/>
                  </a:lnTo>
                  <a:lnTo>
                    <a:pt x="6181" y="153"/>
                  </a:lnTo>
                  <a:lnTo>
                    <a:pt x="6013" y="107"/>
                  </a:lnTo>
                  <a:lnTo>
                    <a:pt x="5830" y="61"/>
                  </a:lnTo>
                  <a:lnTo>
                    <a:pt x="5662" y="31"/>
                  </a:lnTo>
                  <a:lnTo>
                    <a:pt x="5494" y="15"/>
                  </a:lnTo>
                  <a:lnTo>
                    <a:pt x="53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4" name="Google Shape;5674;p63"/>
            <p:cNvSpPr/>
            <p:nvPr/>
          </p:nvSpPr>
          <p:spPr>
            <a:xfrm>
              <a:off x="852725" y="2622850"/>
              <a:ext cx="47700" cy="60700"/>
            </a:xfrm>
            <a:custGeom>
              <a:avLst/>
              <a:gdLst/>
              <a:ahLst/>
              <a:cxnLst/>
              <a:rect l="l" t="t" r="r" b="b"/>
              <a:pathLst>
                <a:path w="1908" h="2428" extrusionOk="0">
                  <a:moveTo>
                    <a:pt x="0" y="1"/>
                  </a:moveTo>
                  <a:lnTo>
                    <a:pt x="0" y="16"/>
                  </a:lnTo>
                  <a:lnTo>
                    <a:pt x="473" y="245"/>
                  </a:lnTo>
                  <a:lnTo>
                    <a:pt x="947" y="474"/>
                  </a:lnTo>
                  <a:lnTo>
                    <a:pt x="1145" y="581"/>
                  </a:lnTo>
                  <a:lnTo>
                    <a:pt x="1328" y="703"/>
                  </a:lnTo>
                  <a:lnTo>
                    <a:pt x="1496" y="840"/>
                  </a:lnTo>
                  <a:lnTo>
                    <a:pt x="1649" y="1008"/>
                  </a:lnTo>
                  <a:lnTo>
                    <a:pt x="1694" y="1130"/>
                  </a:lnTo>
                  <a:lnTo>
                    <a:pt x="1725" y="1237"/>
                  </a:lnTo>
                  <a:lnTo>
                    <a:pt x="1740" y="1344"/>
                  </a:lnTo>
                  <a:lnTo>
                    <a:pt x="1740" y="1451"/>
                  </a:lnTo>
                  <a:lnTo>
                    <a:pt x="1710" y="1557"/>
                  </a:lnTo>
                  <a:lnTo>
                    <a:pt x="1679" y="1649"/>
                  </a:lnTo>
                  <a:lnTo>
                    <a:pt x="1618" y="1741"/>
                  </a:lnTo>
                  <a:lnTo>
                    <a:pt x="1557" y="1832"/>
                  </a:lnTo>
                  <a:lnTo>
                    <a:pt x="1404" y="2015"/>
                  </a:lnTo>
                  <a:lnTo>
                    <a:pt x="1221" y="2168"/>
                  </a:lnTo>
                  <a:lnTo>
                    <a:pt x="1038" y="2290"/>
                  </a:lnTo>
                  <a:lnTo>
                    <a:pt x="855" y="2412"/>
                  </a:lnTo>
                  <a:lnTo>
                    <a:pt x="840" y="2412"/>
                  </a:lnTo>
                  <a:lnTo>
                    <a:pt x="855" y="2427"/>
                  </a:lnTo>
                  <a:lnTo>
                    <a:pt x="870" y="2427"/>
                  </a:lnTo>
                  <a:lnTo>
                    <a:pt x="1099" y="2320"/>
                  </a:lnTo>
                  <a:lnTo>
                    <a:pt x="1313" y="2198"/>
                  </a:lnTo>
                  <a:lnTo>
                    <a:pt x="1511" y="2046"/>
                  </a:lnTo>
                  <a:lnTo>
                    <a:pt x="1694" y="1878"/>
                  </a:lnTo>
                  <a:lnTo>
                    <a:pt x="1755" y="1786"/>
                  </a:lnTo>
                  <a:lnTo>
                    <a:pt x="1816" y="1680"/>
                  </a:lnTo>
                  <a:lnTo>
                    <a:pt x="1862" y="1573"/>
                  </a:lnTo>
                  <a:lnTo>
                    <a:pt x="1893" y="1466"/>
                  </a:lnTo>
                  <a:lnTo>
                    <a:pt x="1908" y="1359"/>
                  </a:lnTo>
                  <a:lnTo>
                    <a:pt x="1908" y="1237"/>
                  </a:lnTo>
                  <a:lnTo>
                    <a:pt x="1908" y="1130"/>
                  </a:lnTo>
                  <a:lnTo>
                    <a:pt x="1877" y="1008"/>
                  </a:lnTo>
                  <a:lnTo>
                    <a:pt x="1816" y="901"/>
                  </a:lnTo>
                  <a:lnTo>
                    <a:pt x="1755" y="810"/>
                  </a:lnTo>
                  <a:lnTo>
                    <a:pt x="1664" y="718"/>
                  </a:lnTo>
                  <a:lnTo>
                    <a:pt x="1572" y="642"/>
                  </a:lnTo>
                  <a:lnTo>
                    <a:pt x="1481" y="581"/>
                  </a:lnTo>
                  <a:lnTo>
                    <a:pt x="1374" y="520"/>
                  </a:lnTo>
                  <a:lnTo>
                    <a:pt x="1145" y="413"/>
                  </a:lnTo>
                  <a:lnTo>
                    <a:pt x="580" y="2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5" name="Google Shape;5675;p63"/>
            <p:cNvSpPr/>
            <p:nvPr/>
          </p:nvSpPr>
          <p:spPr>
            <a:xfrm>
              <a:off x="837850" y="2684275"/>
              <a:ext cx="38925" cy="29025"/>
            </a:xfrm>
            <a:custGeom>
              <a:avLst/>
              <a:gdLst/>
              <a:ahLst/>
              <a:cxnLst/>
              <a:rect l="l" t="t" r="r" b="b"/>
              <a:pathLst>
                <a:path w="1557" h="1161" extrusionOk="0">
                  <a:moveTo>
                    <a:pt x="1450" y="1"/>
                  </a:moveTo>
                  <a:lnTo>
                    <a:pt x="1435" y="16"/>
                  </a:lnTo>
                  <a:lnTo>
                    <a:pt x="1435" y="31"/>
                  </a:lnTo>
                  <a:lnTo>
                    <a:pt x="1465" y="92"/>
                  </a:lnTo>
                  <a:lnTo>
                    <a:pt x="1481" y="153"/>
                  </a:lnTo>
                  <a:lnTo>
                    <a:pt x="1481" y="214"/>
                  </a:lnTo>
                  <a:lnTo>
                    <a:pt x="1481" y="291"/>
                  </a:lnTo>
                  <a:lnTo>
                    <a:pt x="1450" y="382"/>
                  </a:lnTo>
                  <a:lnTo>
                    <a:pt x="1435" y="459"/>
                  </a:lnTo>
                  <a:lnTo>
                    <a:pt x="1389" y="550"/>
                  </a:lnTo>
                  <a:lnTo>
                    <a:pt x="1343" y="626"/>
                  </a:lnTo>
                  <a:lnTo>
                    <a:pt x="1297" y="688"/>
                  </a:lnTo>
                  <a:lnTo>
                    <a:pt x="1236" y="749"/>
                  </a:lnTo>
                  <a:lnTo>
                    <a:pt x="1160" y="810"/>
                  </a:lnTo>
                  <a:lnTo>
                    <a:pt x="1084" y="855"/>
                  </a:lnTo>
                  <a:lnTo>
                    <a:pt x="962" y="916"/>
                  </a:lnTo>
                  <a:lnTo>
                    <a:pt x="840" y="962"/>
                  </a:lnTo>
                  <a:lnTo>
                    <a:pt x="702" y="1008"/>
                  </a:lnTo>
                  <a:lnTo>
                    <a:pt x="565" y="1023"/>
                  </a:lnTo>
                  <a:lnTo>
                    <a:pt x="290" y="1039"/>
                  </a:lnTo>
                  <a:lnTo>
                    <a:pt x="16" y="1039"/>
                  </a:lnTo>
                  <a:lnTo>
                    <a:pt x="0" y="1054"/>
                  </a:lnTo>
                  <a:lnTo>
                    <a:pt x="16" y="1069"/>
                  </a:lnTo>
                  <a:lnTo>
                    <a:pt x="168" y="1115"/>
                  </a:lnTo>
                  <a:lnTo>
                    <a:pt x="321" y="1145"/>
                  </a:lnTo>
                  <a:lnTo>
                    <a:pt x="473" y="1161"/>
                  </a:lnTo>
                  <a:lnTo>
                    <a:pt x="626" y="1161"/>
                  </a:lnTo>
                  <a:lnTo>
                    <a:pt x="779" y="1145"/>
                  </a:lnTo>
                  <a:lnTo>
                    <a:pt x="931" y="1100"/>
                  </a:lnTo>
                  <a:lnTo>
                    <a:pt x="1068" y="1039"/>
                  </a:lnTo>
                  <a:lnTo>
                    <a:pt x="1206" y="962"/>
                  </a:lnTo>
                  <a:lnTo>
                    <a:pt x="1313" y="871"/>
                  </a:lnTo>
                  <a:lnTo>
                    <a:pt x="1404" y="779"/>
                  </a:lnTo>
                  <a:lnTo>
                    <a:pt x="1481" y="657"/>
                  </a:lnTo>
                  <a:lnTo>
                    <a:pt x="1526" y="535"/>
                  </a:lnTo>
                  <a:lnTo>
                    <a:pt x="1557" y="398"/>
                  </a:lnTo>
                  <a:lnTo>
                    <a:pt x="1542" y="276"/>
                  </a:lnTo>
                  <a:lnTo>
                    <a:pt x="1526" y="153"/>
                  </a:lnTo>
                  <a:lnTo>
                    <a:pt x="1465" y="16"/>
                  </a:lnTo>
                  <a:lnTo>
                    <a:pt x="14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6" name="Google Shape;5676;p63"/>
            <p:cNvSpPr/>
            <p:nvPr/>
          </p:nvSpPr>
          <p:spPr>
            <a:xfrm>
              <a:off x="290750" y="2836875"/>
              <a:ext cx="380025" cy="698950"/>
            </a:xfrm>
            <a:custGeom>
              <a:avLst/>
              <a:gdLst/>
              <a:ahLst/>
              <a:cxnLst/>
              <a:rect l="l" t="t" r="r" b="b"/>
              <a:pathLst>
                <a:path w="15201" h="27958" extrusionOk="0">
                  <a:moveTo>
                    <a:pt x="6441" y="1"/>
                  </a:moveTo>
                  <a:lnTo>
                    <a:pt x="6349" y="16"/>
                  </a:lnTo>
                  <a:lnTo>
                    <a:pt x="6258" y="47"/>
                  </a:lnTo>
                  <a:lnTo>
                    <a:pt x="6197" y="77"/>
                  </a:lnTo>
                  <a:lnTo>
                    <a:pt x="6136" y="123"/>
                  </a:lnTo>
                  <a:lnTo>
                    <a:pt x="6090" y="169"/>
                  </a:lnTo>
                  <a:lnTo>
                    <a:pt x="6044" y="245"/>
                  </a:lnTo>
                  <a:lnTo>
                    <a:pt x="5769" y="947"/>
                  </a:lnTo>
                  <a:lnTo>
                    <a:pt x="5388" y="1970"/>
                  </a:lnTo>
                  <a:lnTo>
                    <a:pt x="4945" y="3267"/>
                  </a:lnTo>
                  <a:lnTo>
                    <a:pt x="4442" y="4793"/>
                  </a:lnTo>
                  <a:lnTo>
                    <a:pt x="3908" y="6502"/>
                  </a:lnTo>
                  <a:lnTo>
                    <a:pt x="3343" y="8364"/>
                  </a:lnTo>
                  <a:lnTo>
                    <a:pt x="2778" y="10317"/>
                  </a:lnTo>
                  <a:lnTo>
                    <a:pt x="2214" y="12316"/>
                  </a:lnTo>
                  <a:lnTo>
                    <a:pt x="1680" y="14330"/>
                  </a:lnTo>
                  <a:lnTo>
                    <a:pt x="1435" y="15338"/>
                  </a:lnTo>
                  <a:lnTo>
                    <a:pt x="1191" y="16314"/>
                  </a:lnTo>
                  <a:lnTo>
                    <a:pt x="978" y="17291"/>
                  </a:lnTo>
                  <a:lnTo>
                    <a:pt x="764" y="18222"/>
                  </a:lnTo>
                  <a:lnTo>
                    <a:pt x="581" y="19137"/>
                  </a:lnTo>
                  <a:lnTo>
                    <a:pt x="413" y="20022"/>
                  </a:lnTo>
                  <a:lnTo>
                    <a:pt x="276" y="20862"/>
                  </a:lnTo>
                  <a:lnTo>
                    <a:pt x="169" y="21640"/>
                  </a:lnTo>
                  <a:lnTo>
                    <a:pt x="77" y="22388"/>
                  </a:lnTo>
                  <a:lnTo>
                    <a:pt x="16" y="23059"/>
                  </a:lnTo>
                  <a:lnTo>
                    <a:pt x="1" y="23685"/>
                  </a:lnTo>
                  <a:lnTo>
                    <a:pt x="1" y="23975"/>
                  </a:lnTo>
                  <a:lnTo>
                    <a:pt x="1" y="24234"/>
                  </a:lnTo>
                  <a:lnTo>
                    <a:pt x="31" y="24478"/>
                  </a:lnTo>
                  <a:lnTo>
                    <a:pt x="47" y="24707"/>
                  </a:lnTo>
                  <a:lnTo>
                    <a:pt x="92" y="24921"/>
                  </a:lnTo>
                  <a:lnTo>
                    <a:pt x="138" y="25104"/>
                  </a:lnTo>
                  <a:lnTo>
                    <a:pt x="245" y="25455"/>
                  </a:lnTo>
                  <a:lnTo>
                    <a:pt x="382" y="25776"/>
                  </a:lnTo>
                  <a:lnTo>
                    <a:pt x="520" y="26066"/>
                  </a:lnTo>
                  <a:lnTo>
                    <a:pt x="688" y="26340"/>
                  </a:lnTo>
                  <a:lnTo>
                    <a:pt x="856" y="26600"/>
                  </a:lnTo>
                  <a:lnTo>
                    <a:pt x="1039" y="26829"/>
                  </a:lnTo>
                  <a:lnTo>
                    <a:pt x="1222" y="27027"/>
                  </a:lnTo>
                  <a:lnTo>
                    <a:pt x="1435" y="27210"/>
                  </a:lnTo>
                  <a:lnTo>
                    <a:pt x="1649" y="27378"/>
                  </a:lnTo>
                  <a:lnTo>
                    <a:pt x="1863" y="27515"/>
                  </a:lnTo>
                  <a:lnTo>
                    <a:pt x="2092" y="27637"/>
                  </a:lnTo>
                  <a:lnTo>
                    <a:pt x="2336" y="27729"/>
                  </a:lnTo>
                  <a:lnTo>
                    <a:pt x="2565" y="27820"/>
                  </a:lnTo>
                  <a:lnTo>
                    <a:pt x="2809" y="27882"/>
                  </a:lnTo>
                  <a:lnTo>
                    <a:pt x="3068" y="27927"/>
                  </a:lnTo>
                  <a:lnTo>
                    <a:pt x="3312" y="27958"/>
                  </a:lnTo>
                  <a:lnTo>
                    <a:pt x="3816" y="27958"/>
                  </a:lnTo>
                  <a:lnTo>
                    <a:pt x="4075" y="27927"/>
                  </a:lnTo>
                  <a:lnTo>
                    <a:pt x="4320" y="27897"/>
                  </a:lnTo>
                  <a:lnTo>
                    <a:pt x="4564" y="27836"/>
                  </a:lnTo>
                  <a:lnTo>
                    <a:pt x="4808" y="27775"/>
                  </a:lnTo>
                  <a:lnTo>
                    <a:pt x="5052" y="27683"/>
                  </a:lnTo>
                  <a:lnTo>
                    <a:pt x="5296" y="27592"/>
                  </a:lnTo>
                  <a:lnTo>
                    <a:pt x="5525" y="27485"/>
                  </a:lnTo>
                  <a:lnTo>
                    <a:pt x="5739" y="27347"/>
                  </a:lnTo>
                  <a:lnTo>
                    <a:pt x="5952" y="27210"/>
                  </a:lnTo>
                  <a:lnTo>
                    <a:pt x="6166" y="27073"/>
                  </a:lnTo>
                  <a:lnTo>
                    <a:pt x="6364" y="26905"/>
                  </a:lnTo>
                  <a:lnTo>
                    <a:pt x="6548" y="26737"/>
                  </a:lnTo>
                  <a:lnTo>
                    <a:pt x="6715" y="26554"/>
                  </a:lnTo>
                  <a:lnTo>
                    <a:pt x="6883" y="26355"/>
                  </a:lnTo>
                  <a:lnTo>
                    <a:pt x="7051" y="26127"/>
                  </a:lnTo>
                  <a:lnTo>
                    <a:pt x="7234" y="25821"/>
                  </a:lnTo>
                  <a:lnTo>
                    <a:pt x="7448" y="25455"/>
                  </a:lnTo>
                  <a:lnTo>
                    <a:pt x="7677" y="25013"/>
                  </a:lnTo>
                  <a:lnTo>
                    <a:pt x="8196" y="23990"/>
                  </a:lnTo>
                  <a:lnTo>
                    <a:pt x="8760" y="22769"/>
                  </a:lnTo>
                  <a:lnTo>
                    <a:pt x="9386" y="21381"/>
                  </a:lnTo>
                  <a:lnTo>
                    <a:pt x="10027" y="19885"/>
                  </a:lnTo>
                  <a:lnTo>
                    <a:pt x="10698" y="18313"/>
                  </a:lnTo>
                  <a:lnTo>
                    <a:pt x="11355" y="16696"/>
                  </a:lnTo>
                  <a:lnTo>
                    <a:pt x="12026" y="15063"/>
                  </a:lnTo>
                  <a:lnTo>
                    <a:pt x="12652" y="13476"/>
                  </a:lnTo>
                  <a:lnTo>
                    <a:pt x="13247" y="11935"/>
                  </a:lnTo>
                  <a:lnTo>
                    <a:pt x="13796" y="10500"/>
                  </a:lnTo>
                  <a:lnTo>
                    <a:pt x="14285" y="9203"/>
                  </a:lnTo>
                  <a:lnTo>
                    <a:pt x="14681" y="8089"/>
                  </a:lnTo>
                  <a:lnTo>
                    <a:pt x="14987" y="7173"/>
                  </a:lnTo>
                  <a:lnTo>
                    <a:pt x="15200" y="6517"/>
                  </a:lnTo>
                  <a:lnTo>
                    <a:pt x="15200" y="6456"/>
                  </a:lnTo>
                  <a:lnTo>
                    <a:pt x="15200" y="6410"/>
                  </a:lnTo>
                  <a:lnTo>
                    <a:pt x="15139" y="6258"/>
                  </a:lnTo>
                  <a:lnTo>
                    <a:pt x="15048" y="6090"/>
                  </a:lnTo>
                  <a:lnTo>
                    <a:pt x="14910" y="5891"/>
                  </a:lnTo>
                  <a:lnTo>
                    <a:pt x="14727" y="5663"/>
                  </a:lnTo>
                  <a:lnTo>
                    <a:pt x="14514" y="5418"/>
                  </a:lnTo>
                  <a:lnTo>
                    <a:pt x="14269" y="5159"/>
                  </a:lnTo>
                  <a:lnTo>
                    <a:pt x="13979" y="4884"/>
                  </a:lnTo>
                  <a:lnTo>
                    <a:pt x="13338" y="4289"/>
                  </a:lnTo>
                  <a:lnTo>
                    <a:pt x="12606" y="3663"/>
                  </a:lnTo>
                  <a:lnTo>
                    <a:pt x="11812" y="3022"/>
                  </a:lnTo>
                  <a:lnTo>
                    <a:pt x="10988" y="2397"/>
                  </a:lnTo>
                  <a:lnTo>
                    <a:pt x="10134" y="1802"/>
                  </a:lnTo>
                  <a:lnTo>
                    <a:pt x="9722" y="1527"/>
                  </a:lnTo>
                  <a:lnTo>
                    <a:pt x="9310" y="1268"/>
                  </a:lnTo>
                  <a:lnTo>
                    <a:pt x="8913" y="1008"/>
                  </a:lnTo>
                  <a:lnTo>
                    <a:pt x="8531" y="794"/>
                  </a:lnTo>
                  <a:lnTo>
                    <a:pt x="8150" y="581"/>
                  </a:lnTo>
                  <a:lnTo>
                    <a:pt x="7799" y="413"/>
                  </a:lnTo>
                  <a:lnTo>
                    <a:pt x="7478" y="260"/>
                  </a:lnTo>
                  <a:lnTo>
                    <a:pt x="7173" y="138"/>
                  </a:lnTo>
                  <a:lnTo>
                    <a:pt x="6899" y="62"/>
                  </a:lnTo>
                  <a:lnTo>
                    <a:pt x="6639" y="16"/>
                  </a:lnTo>
                  <a:lnTo>
                    <a:pt x="6532" y="1"/>
                  </a:ln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7" name="Google Shape;5677;p63"/>
            <p:cNvSpPr/>
            <p:nvPr/>
          </p:nvSpPr>
          <p:spPr>
            <a:xfrm>
              <a:off x="287325" y="2879225"/>
              <a:ext cx="415500" cy="661575"/>
            </a:xfrm>
            <a:custGeom>
              <a:avLst/>
              <a:gdLst/>
              <a:ahLst/>
              <a:cxnLst/>
              <a:rect l="l" t="t" r="r" b="b"/>
              <a:pathLst>
                <a:path w="16620" h="26463" extrusionOk="0">
                  <a:moveTo>
                    <a:pt x="5052" y="1"/>
                  </a:moveTo>
                  <a:lnTo>
                    <a:pt x="4838" y="733"/>
                  </a:lnTo>
                  <a:lnTo>
                    <a:pt x="4273" y="2732"/>
                  </a:lnTo>
                  <a:lnTo>
                    <a:pt x="3480" y="5647"/>
                  </a:lnTo>
                  <a:lnTo>
                    <a:pt x="3022" y="7341"/>
                  </a:lnTo>
                  <a:lnTo>
                    <a:pt x="2564" y="9142"/>
                  </a:lnTo>
                  <a:lnTo>
                    <a:pt x="2091" y="11004"/>
                  </a:lnTo>
                  <a:lnTo>
                    <a:pt x="1633" y="12881"/>
                  </a:lnTo>
                  <a:lnTo>
                    <a:pt x="1206" y="14742"/>
                  </a:lnTo>
                  <a:lnTo>
                    <a:pt x="825" y="16543"/>
                  </a:lnTo>
                  <a:lnTo>
                    <a:pt x="657" y="17398"/>
                  </a:lnTo>
                  <a:lnTo>
                    <a:pt x="504" y="18222"/>
                  </a:lnTo>
                  <a:lnTo>
                    <a:pt x="367" y="19015"/>
                  </a:lnTo>
                  <a:lnTo>
                    <a:pt x="245" y="19763"/>
                  </a:lnTo>
                  <a:lnTo>
                    <a:pt x="153" y="20465"/>
                  </a:lnTo>
                  <a:lnTo>
                    <a:pt x="77" y="21106"/>
                  </a:lnTo>
                  <a:lnTo>
                    <a:pt x="31" y="21701"/>
                  </a:lnTo>
                  <a:lnTo>
                    <a:pt x="1" y="22220"/>
                  </a:lnTo>
                  <a:lnTo>
                    <a:pt x="16" y="22571"/>
                  </a:lnTo>
                  <a:lnTo>
                    <a:pt x="46" y="22907"/>
                  </a:lnTo>
                  <a:lnTo>
                    <a:pt x="107" y="23242"/>
                  </a:lnTo>
                  <a:lnTo>
                    <a:pt x="184" y="23578"/>
                  </a:lnTo>
                  <a:lnTo>
                    <a:pt x="291" y="23883"/>
                  </a:lnTo>
                  <a:lnTo>
                    <a:pt x="413" y="24188"/>
                  </a:lnTo>
                  <a:lnTo>
                    <a:pt x="565" y="24478"/>
                  </a:lnTo>
                  <a:lnTo>
                    <a:pt x="733" y="24753"/>
                  </a:lnTo>
                  <a:lnTo>
                    <a:pt x="916" y="25012"/>
                  </a:lnTo>
                  <a:lnTo>
                    <a:pt x="1115" y="25257"/>
                  </a:lnTo>
                  <a:lnTo>
                    <a:pt x="1328" y="25470"/>
                  </a:lnTo>
                  <a:lnTo>
                    <a:pt x="1572" y="25684"/>
                  </a:lnTo>
                  <a:lnTo>
                    <a:pt x="1817" y="25867"/>
                  </a:lnTo>
                  <a:lnTo>
                    <a:pt x="2091" y="26020"/>
                  </a:lnTo>
                  <a:lnTo>
                    <a:pt x="2366" y="26172"/>
                  </a:lnTo>
                  <a:lnTo>
                    <a:pt x="2641" y="26279"/>
                  </a:lnTo>
                  <a:lnTo>
                    <a:pt x="2946" y="26371"/>
                  </a:lnTo>
                  <a:lnTo>
                    <a:pt x="3251" y="26432"/>
                  </a:lnTo>
                  <a:lnTo>
                    <a:pt x="3572" y="26462"/>
                  </a:lnTo>
                  <a:lnTo>
                    <a:pt x="3892" y="26462"/>
                  </a:lnTo>
                  <a:lnTo>
                    <a:pt x="4228" y="26432"/>
                  </a:lnTo>
                  <a:lnTo>
                    <a:pt x="4563" y="26371"/>
                  </a:lnTo>
                  <a:lnTo>
                    <a:pt x="4899" y="26279"/>
                  </a:lnTo>
                  <a:lnTo>
                    <a:pt x="5250" y="26142"/>
                  </a:lnTo>
                  <a:lnTo>
                    <a:pt x="5601" y="25974"/>
                  </a:lnTo>
                  <a:lnTo>
                    <a:pt x="5937" y="25775"/>
                  </a:lnTo>
                  <a:lnTo>
                    <a:pt x="6288" y="25531"/>
                  </a:lnTo>
                  <a:lnTo>
                    <a:pt x="6639" y="25257"/>
                  </a:lnTo>
                  <a:lnTo>
                    <a:pt x="6990" y="24936"/>
                  </a:lnTo>
                  <a:lnTo>
                    <a:pt x="7326" y="24570"/>
                  </a:lnTo>
                  <a:lnTo>
                    <a:pt x="7677" y="24158"/>
                  </a:lnTo>
                  <a:lnTo>
                    <a:pt x="8012" y="23700"/>
                  </a:lnTo>
                  <a:lnTo>
                    <a:pt x="8348" y="23212"/>
                  </a:lnTo>
                  <a:lnTo>
                    <a:pt x="8699" y="22678"/>
                  </a:lnTo>
                  <a:lnTo>
                    <a:pt x="9050" y="22113"/>
                  </a:lnTo>
                  <a:lnTo>
                    <a:pt x="9401" y="21518"/>
                  </a:lnTo>
                  <a:lnTo>
                    <a:pt x="9767" y="20892"/>
                  </a:lnTo>
                  <a:lnTo>
                    <a:pt x="10118" y="20251"/>
                  </a:lnTo>
                  <a:lnTo>
                    <a:pt x="10851" y="18908"/>
                  </a:lnTo>
                  <a:lnTo>
                    <a:pt x="11583" y="17520"/>
                  </a:lnTo>
                  <a:lnTo>
                    <a:pt x="12300" y="16100"/>
                  </a:lnTo>
                  <a:lnTo>
                    <a:pt x="12987" y="14681"/>
                  </a:lnTo>
                  <a:lnTo>
                    <a:pt x="13643" y="13308"/>
                  </a:lnTo>
                  <a:lnTo>
                    <a:pt x="14269" y="11980"/>
                  </a:lnTo>
                  <a:lnTo>
                    <a:pt x="14834" y="10744"/>
                  </a:lnTo>
                  <a:lnTo>
                    <a:pt x="15780" y="8653"/>
                  </a:lnTo>
                  <a:lnTo>
                    <a:pt x="16405" y="7234"/>
                  </a:lnTo>
                  <a:lnTo>
                    <a:pt x="16619" y="6715"/>
                  </a:lnTo>
                  <a:lnTo>
                    <a:pt x="50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8" name="Google Shape;5678;p63"/>
            <p:cNvSpPr/>
            <p:nvPr/>
          </p:nvSpPr>
          <p:spPr>
            <a:xfrm>
              <a:off x="301450" y="2884575"/>
              <a:ext cx="366650" cy="620725"/>
            </a:xfrm>
            <a:custGeom>
              <a:avLst/>
              <a:gdLst/>
              <a:ahLst/>
              <a:cxnLst/>
              <a:rect l="l" t="t" r="r" b="b"/>
              <a:pathLst>
                <a:path w="14666" h="24829" extrusionOk="0">
                  <a:moveTo>
                    <a:pt x="4838" y="0"/>
                  </a:moveTo>
                  <a:lnTo>
                    <a:pt x="4716" y="153"/>
                  </a:lnTo>
                  <a:lnTo>
                    <a:pt x="4594" y="321"/>
                  </a:lnTo>
                  <a:lnTo>
                    <a:pt x="4502" y="504"/>
                  </a:lnTo>
                  <a:lnTo>
                    <a:pt x="4410" y="687"/>
                  </a:lnTo>
                  <a:lnTo>
                    <a:pt x="4319" y="870"/>
                  </a:lnTo>
                  <a:lnTo>
                    <a:pt x="4258" y="1069"/>
                  </a:lnTo>
                  <a:lnTo>
                    <a:pt x="4197" y="1267"/>
                  </a:lnTo>
                  <a:lnTo>
                    <a:pt x="4166" y="1481"/>
                  </a:lnTo>
                  <a:lnTo>
                    <a:pt x="4288" y="1313"/>
                  </a:lnTo>
                  <a:lnTo>
                    <a:pt x="4410" y="1145"/>
                  </a:lnTo>
                  <a:lnTo>
                    <a:pt x="4517" y="962"/>
                  </a:lnTo>
                  <a:lnTo>
                    <a:pt x="4609" y="779"/>
                  </a:lnTo>
                  <a:lnTo>
                    <a:pt x="4685" y="580"/>
                  </a:lnTo>
                  <a:lnTo>
                    <a:pt x="4746" y="397"/>
                  </a:lnTo>
                  <a:lnTo>
                    <a:pt x="4807" y="199"/>
                  </a:lnTo>
                  <a:lnTo>
                    <a:pt x="4853" y="0"/>
                  </a:lnTo>
                  <a:close/>
                  <a:moveTo>
                    <a:pt x="11125" y="3632"/>
                  </a:moveTo>
                  <a:lnTo>
                    <a:pt x="11125" y="3693"/>
                  </a:lnTo>
                  <a:lnTo>
                    <a:pt x="11156" y="3648"/>
                  </a:lnTo>
                  <a:lnTo>
                    <a:pt x="11125" y="3632"/>
                  </a:lnTo>
                  <a:close/>
                  <a:moveTo>
                    <a:pt x="7951" y="3861"/>
                  </a:moveTo>
                  <a:lnTo>
                    <a:pt x="7737" y="3892"/>
                  </a:lnTo>
                  <a:lnTo>
                    <a:pt x="7539" y="3922"/>
                  </a:lnTo>
                  <a:lnTo>
                    <a:pt x="7340" y="3983"/>
                  </a:lnTo>
                  <a:lnTo>
                    <a:pt x="7142" y="4044"/>
                  </a:lnTo>
                  <a:lnTo>
                    <a:pt x="6944" y="4121"/>
                  </a:lnTo>
                  <a:lnTo>
                    <a:pt x="6745" y="4212"/>
                  </a:lnTo>
                  <a:lnTo>
                    <a:pt x="6562" y="4319"/>
                  </a:lnTo>
                  <a:lnTo>
                    <a:pt x="6394" y="4441"/>
                  </a:lnTo>
                  <a:lnTo>
                    <a:pt x="6608" y="4411"/>
                  </a:lnTo>
                  <a:lnTo>
                    <a:pt x="6806" y="4380"/>
                  </a:lnTo>
                  <a:lnTo>
                    <a:pt x="7005" y="4319"/>
                  </a:lnTo>
                  <a:lnTo>
                    <a:pt x="7203" y="4258"/>
                  </a:lnTo>
                  <a:lnTo>
                    <a:pt x="7401" y="4182"/>
                  </a:lnTo>
                  <a:lnTo>
                    <a:pt x="7600" y="4090"/>
                  </a:lnTo>
                  <a:lnTo>
                    <a:pt x="7783" y="3983"/>
                  </a:lnTo>
                  <a:lnTo>
                    <a:pt x="7951" y="3861"/>
                  </a:lnTo>
                  <a:close/>
                  <a:moveTo>
                    <a:pt x="3129" y="5830"/>
                  </a:moveTo>
                  <a:lnTo>
                    <a:pt x="3296" y="5967"/>
                  </a:lnTo>
                  <a:lnTo>
                    <a:pt x="3480" y="6089"/>
                  </a:lnTo>
                  <a:lnTo>
                    <a:pt x="3663" y="6181"/>
                  </a:lnTo>
                  <a:lnTo>
                    <a:pt x="3846" y="6288"/>
                  </a:lnTo>
                  <a:lnTo>
                    <a:pt x="4029" y="6364"/>
                  </a:lnTo>
                  <a:lnTo>
                    <a:pt x="4227" y="6425"/>
                  </a:lnTo>
                  <a:lnTo>
                    <a:pt x="4441" y="6486"/>
                  </a:lnTo>
                  <a:lnTo>
                    <a:pt x="4639" y="6532"/>
                  </a:lnTo>
                  <a:lnTo>
                    <a:pt x="4472" y="6395"/>
                  </a:lnTo>
                  <a:lnTo>
                    <a:pt x="4304" y="6288"/>
                  </a:lnTo>
                  <a:lnTo>
                    <a:pt x="4121" y="6181"/>
                  </a:lnTo>
                  <a:lnTo>
                    <a:pt x="3937" y="6089"/>
                  </a:lnTo>
                  <a:lnTo>
                    <a:pt x="3739" y="5998"/>
                  </a:lnTo>
                  <a:lnTo>
                    <a:pt x="3541" y="5937"/>
                  </a:lnTo>
                  <a:lnTo>
                    <a:pt x="3342" y="5876"/>
                  </a:lnTo>
                  <a:lnTo>
                    <a:pt x="3129" y="5830"/>
                  </a:lnTo>
                  <a:close/>
                  <a:moveTo>
                    <a:pt x="14665" y="6578"/>
                  </a:moveTo>
                  <a:lnTo>
                    <a:pt x="14467" y="6593"/>
                  </a:lnTo>
                  <a:lnTo>
                    <a:pt x="14253" y="6639"/>
                  </a:lnTo>
                  <a:lnTo>
                    <a:pt x="14055" y="6684"/>
                  </a:lnTo>
                  <a:lnTo>
                    <a:pt x="13841" y="6761"/>
                  </a:lnTo>
                  <a:lnTo>
                    <a:pt x="13658" y="6837"/>
                  </a:lnTo>
                  <a:lnTo>
                    <a:pt x="13475" y="6929"/>
                  </a:lnTo>
                  <a:lnTo>
                    <a:pt x="13292" y="7035"/>
                  </a:lnTo>
                  <a:lnTo>
                    <a:pt x="13124" y="7142"/>
                  </a:lnTo>
                  <a:lnTo>
                    <a:pt x="13124" y="7142"/>
                  </a:lnTo>
                  <a:lnTo>
                    <a:pt x="13323" y="7127"/>
                  </a:lnTo>
                  <a:lnTo>
                    <a:pt x="13536" y="7081"/>
                  </a:lnTo>
                  <a:lnTo>
                    <a:pt x="13735" y="7035"/>
                  </a:lnTo>
                  <a:lnTo>
                    <a:pt x="13933" y="6959"/>
                  </a:lnTo>
                  <a:lnTo>
                    <a:pt x="14131" y="6883"/>
                  </a:lnTo>
                  <a:lnTo>
                    <a:pt x="14314" y="6791"/>
                  </a:lnTo>
                  <a:lnTo>
                    <a:pt x="14498" y="6700"/>
                  </a:lnTo>
                  <a:lnTo>
                    <a:pt x="14665" y="6578"/>
                  </a:lnTo>
                  <a:close/>
                  <a:moveTo>
                    <a:pt x="8851" y="7875"/>
                  </a:moveTo>
                  <a:lnTo>
                    <a:pt x="9004" y="7997"/>
                  </a:lnTo>
                  <a:lnTo>
                    <a:pt x="9187" y="8119"/>
                  </a:lnTo>
                  <a:lnTo>
                    <a:pt x="9370" y="8226"/>
                  </a:lnTo>
                  <a:lnTo>
                    <a:pt x="9553" y="8317"/>
                  </a:lnTo>
                  <a:lnTo>
                    <a:pt x="9752" y="8394"/>
                  </a:lnTo>
                  <a:lnTo>
                    <a:pt x="9950" y="8470"/>
                  </a:lnTo>
                  <a:lnTo>
                    <a:pt x="10148" y="8516"/>
                  </a:lnTo>
                  <a:lnTo>
                    <a:pt x="10347" y="8562"/>
                  </a:lnTo>
                  <a:lnTo>
                    <a:pt x="10194" y="8424"/>
                  </a:lnTo>
                  <a:lnTo>
                    <a:pt x="10011" y="8317"/>
                  </a:lnTo>
                  <a:lnTo>
                    <a:pt x="9828" y="8211"/>
                  </a:lnTo>
                  <a:lnTo>
                    <a:pt x="9645" y="8119"/>
                  </a:lnTo>
                  <a:lnTo>
                    <a:pt x="9446" y="8043"/>
                  </a:lnTo>
                  <a:lnTo>
                    <a:pt x="9248" y="7966"/>
                  </a:lnTo>
                  <a:lnTo>
                    <a:pt x="9050" y="7921"/>
                  </a:lnTo>
                  <a:lnTo>
                    <a:pt x="8851" y="7875"/>
                  </a:lnTo>
                  <a:close/>
                  <a:moveTo>
                    <a:pt x="6120" y="9416"/>
                  </a:moveTo>
                  <a:lnTo>
                    <a:pt x="5998" y="9584"/>
                  </a:lnTo>
                  <a:lnTo>
                    <a:pt x="5875" y="9752"/>
                  </a:lnTo>
                  <a:lnTo>
                    <a:pt x="5769" y="9935"/>
                  </a:lnTo>
                  <a:lnTo>
                    <a:pt x="5677" y="10133"/>
                  </a:lnTo>
                  <a:lnTo>
                    <a:pt x="5601" y="10332"/>
                  </a:lnTo>
                  <a:lnTo>
                    <a:pt x="5524" y="10515"/>
                  </a:lnTo>
                  <a:lnTo>
                    <a:pt x="5479" y="10728"/>
                  </a:lnTo>
                  <a:lnTo>
                    <a:pt x="5433" y="10927"/>
                  </a:lnTo>
                  <a:lnTo>
                    <a:pt x="5555" y="10759"/>
                  </a:lnTo>
                  <a:lnTo>
                    <a:pt x="5677" y="10591"/>
                  </a:lnTo>
                  <a:lnTo>
                    <a:pt x="5784" y="10408"/>
                  </a:lnTo>
                  <a:lnTo>
                    <a:pt x="5875" y="10225"/>
                  </a:lnTo>
                  <a:lnTo>
                    <a:pt x="5952" y="10027"/>
                  </a:lnTo>
                  <a:lnTo>
                    <a:pt x="6028" y="9828"/>
                  </a:lnTo>
                  <a:lnTo>
                    <a:pt x="6074" y="9630"/>
                  </a:lnTo>
                  <a:lnTo>
                    <a:pt x="6120" y="9416"/>
                  </a:lnTo>
                  <a:close/>
                  <a:moveTo>
                    <a:pt x="11461" y="11324"/>
                  </a:moveTo>
                  <a:lnTo>
                    <a:pt x="11339" y="11491"/>
                  </a:lnTo>
                  <a:lnTo>
                    <a:pt x="11217" y="11659"/>
                  </a:lnTo>
                  <a:lnTo>
                    <a:pt x="11110" y="11842"/>
                  </a:lnTo>
                  <a:lnTo>
                    <a:pt x="11018" y="12026"/>
                  </a:lnTo>
                  <a:lnTo>
                    <a:pt x="11018" y="12041"/>
                  </a:lnTo>
                  <a:lnTo>
                    <a:pt x="10942" y="12224"/>
                  </a:lnTo>
                  <a:lnTo>
                    <a:pt x="10866" y="12422"/>
                  </a:lnTo>
                  <a:lnTo>
                    <a:pt x="10805" y="12636"/>
                  </a:lnTo>
                  <a:lnTo>
                    <a:pt x="10774" y="12834"/>
                  </a:lnTo>
                  <a:lnTo>
                    <a:pt x="10896" y="12667"/>
                  </a:lnTo>
                  <a:lnTo>
                    <a:pt x="11018" y="12499"/>
                  </a:lnTo>
                  <a:lnTo>
                    <a:pt x="11125" y="12316"/>
                  </a:lnTo>
                  <a:lnTo>
                    <a:pt x="11217" y="12132"/>
                  </a:lnTo>
                  <a:lnTo>
                    <a:pt x="11293" y="11934"/>
                  </a:lnTo>
                  <a:lnTo>
                    <a:pt x="11369" y="11736"/>
                  </a:lnTo>
                  <a:lnTo>
                    <a:pt x="11415" y="11537"/>
                  </a:lnTo>
                  <a:lnTo>
                    <a:pt x="11461" y="11324"/>
                  </a:lnTo>
                  <a:close/>
                  <a:moveTo>
                    <a:pt x="3419" y="12361"/>
                  </a:moveTo>
                  <a:lnTo>
                    <a:pt x="3205" y="12392"/>
                  </a:lnTo>
                  <a:lnTo>
                    <a:pt x="3007" y="12422"/>
                  </a:lnTo>
                  <a:lnTo>
                    <a:pt x="2808" y="12483"/>
                  </a:lnTo>
                  <a:lnTo>
                    <a:pt x="2610" y="12544"/>
                  </a:lnTo>
                  <a:lnTo>
                    <a:pt x="2411" y="12621"/>
                  </a:lnTo>
                  <a:lnTo>
                    <a:pt x="2228" y="12712"/>
                  </a:lnTo>
                  <a:lnTo>
                    <a:pt x="2045" y="12819"/>
                  </a:lnTo>
                  <a:lnTo>
                    <a:pt x="1877" y="12926"/>
                  </a:lnTo>
                  <a:lnTo>
                    <a:pt x="1877" y="12926"/>
                  </a:lnTo>
                  <a:lnTo>
                    <a:pt x="2076" y="12911"/>
                  </a:lnTo>
                  <a:lnTo>
                    <a:pt x="2289" y="12865"/>
                  </a:lnTo>
                  <a:lnTo>
                    <a:pt x="2488" y="12819"/>
                  </a:lnTo>
                  <a:lnTo>
                    <a:pt x="2686" y="12758"/>
                  </a:lnTo>
                  <a:lnTo>
                    <a:pt x="2884" y="12667"/>
                  </a:lnTo>
                  <a:lnTo>
                    <a:pt x="3068" y="12575"/>
                  </a:lnTo>
                  <a:lnTo>
                    <a:pt x="3251" y="12483"/>
                  </a:lnTo>
                  <a:lnTo>
                    <a:pt x="3419" y="12361"/>
                  </a:lnTo>
                  <a:close/>
                  <a:moveTo>
                    <a:pt x="7188" y="12728"/>
                  </a:moveTo>
                  <a:lnTo>
                    <a:pt x="7203" y="12941"/>
                  </a:lnTo>
                  <a:lnTo>
                    <a:pt x="7249" y="13140"/>
                  </a:lnTo>
                  <a:lnTo>
                    <a:pt x="7295" y="13353"/>
                  </a:lnTo>
                  <a:lnTo>
                    <a:pt x="7356" y="13552"/>
                  </a:lnTo>
                  <a:lnTo>
                    <a:pt x="7447" y="13735"/>
                  </a:lnTo>
                  <a:lnTo>
                    <a:pt x="7539" y="13933"/>
                  </a:lnTo>
                  <a:lnTo>
                    <a:pt x="7630" y="14116"/>
                  </a:lnTo>
                  <a:lnTo>
                    <a:pt x="7752" y="14284"/>
                  </a:lnTo>
                  <a:lnTo>
                    <a:pt x="7722" y="14086"/>
                  </a:lnTo>
                  <a:lnTo>
                    <a:pt x="7691" y="13872"/>
                  </a:lnTo>
                  <a:lnTo>
                    <a:pt x="7630" y="13674"/>
                  </a:lnTo>
                  <a:lnTo>
                    <a:pt x="7554" y="13475"/>
                  </a:lnTo>
                  <a:lnTo>
                    <a:pt x="7493" y="13277"/>
                  </a:lnTo>
                  <a:lnTo>
                    <a:pt x="7401" y="13094"/>
                  </a:lnTo>
                  <a:lnTo>
                    <a:pt x="7295" y="12911"/>
                  </a:lnTo>
                  <a:lnTo>
                    <a:pt x="7188" y="12728"/>
                  </a:lnTo>
                  <a:close/>
                  <a:moveTo>
                    <a:pt x="1542" y="15490"/>
                  </a:moveTo>
                  <a:lnTo>
                    <a:pt x="1419" y="15642"/>
                  </a:lnTo>
                  <a:lnTo>
                    <a:pt x="1297" y="15825"/>
                  </a:lnTo>
                  <a:lnTo>
                    <a:pt x="1191" y="16009"/>
                  </a:lnTo>
                  <a:lnTo>
                    <a:pt x="1099" y="16192"/>
                  </a:lnTo>
                  <a:lnTo>
                    <a:pt x="1023" y="16390"/>
                  </a:lnTo>
                  <a:lnTo>
                    <a:pt x="946" y="16588"/>
                  </a:lnTo>
                  <a:lnTo>
                    <a:pt x="901" y="16787"/>
                  </a:lnTo>
                  <a:lnTo>
                    <a:pt x="855" y="16985"/>
                  </a:lnTo>
                  <a:lnTo>
                    <a:pt x="855" y="16985"/>
                  </a:lnTo>
                  <a:lnTo>
                    <a:pt x="992" y="16833"/>
                  </a:lnTo>
                  <a:lnTo>
                    <a:pt x="1099" y="16649"/>
                  </a:lnTo>
                  <a:lnTo>
                    <a:pt x="1206" y="16466"/>
                  </a:lnTo>
                  <a:lnTo>
                    <a:pt x="1297" y="16283"/>
                  </a:lnTo>
                  <a:lnTo>
                    <a:pt x="1389" y="16085"/>
                  </a:lnTo>
                  <a:lnTo>
                    <a:pt x="1450" y="15886"/>
                  </a:lnTo>
                  <a:lnTo>
                    <a:pt x="1511" y="15688"/>
                  </a:lnTo>
                  <a:lnTo>
                    <a:pt x="1542" y="15490"/>
                  </a:lnTo>
                  <a:close/>
                  <a:moveTo>
                    <a:pt x="11156" y="16421"/>
                  </a:moveTo>
                  <a:lnTo>
                    <a:pt x="10957" y="16436"/>
                  </a:lnTo>
                  <a:lnTo>
                    <a:pt x="10744" y="16482"/>
                  </a:lnTo>
                  <a:lnTo>
                    <a:pt x="10530" y="16527"/>
                  </a:lnTo>
                  <a:lnTo>
                    <a:pt x="10331" y="16604"/>
                  </a:lnTo>
                  <a:lnTo>
                    <a:pt x="10148" y="16680"/>
                  </a:lnTo>
                  <a:lnTo>
                    <a:pt x="9965" y="16772"/>
                  </a:lnTo>
                  <a:lnTo>
                    <a:pt x="9782" y="16878"/>
                  </a:lnTo>
                  <a:lnTo>
                    <a:pt x="9614" y="17000"/>
                  </a:lnTo>
                  <a:lnTo>
                    <a:pt x="9813" y="16970"/>
                  </a:lnTo>
                  <a:lnTo>
                    <a:pt x="10026" y="16924"/>
                  </a:lnTo>
                  <a:lnTo>
                    <a:pt x="10225" y="16878"/>
                  </a:lnTo>
                  <a:lnTo>
                    <a:pt x="10423" y="16802"/>
                  </a:lnTo>
                  <a:lnTo>
                    <a:pt x="10621" y="16726"/>
                  </a:lnTo>
                  <a:lnTo>
                    <a:pt x="10805" y="16634"/>
                  </a:lnTo>
                  <a:lnTo>
                    <a:pt x="10988" y="16527"/>
                  </a:lnTo>
                  <a:lnTo>
                    <a:pt x="11156" y="16421"/>
                  </a:lnTo>
                  <a:close/>
                  <a:moveTo>
                    <a:pt x="4868" y="16512"/>
                  </a:moveTo>
                  <a:lnTo>
                    <a:pt x="5036" y="16634"/>
                  </a:lnTo>
                  <a:lnTo>
                    <a:pt x="5204" y="16756"/>
                  </a:lnTo>
                  <a:lnTo>
                    <a:pt x="5387" y="16863"/>
                  </a:lnTo>
                  <a:lnTo>
                    <a:pt x="5570" y="16955"/>
                  </a:lnTo>
                  <a:lnTo>
                    <a:pt x="5769" y="17031"/>
                  </a:lnTo>
                  <a:lnTo>
                    <a:pt x="5967" y="17107"/>
                  </a:lnTo>
                  <a:lnTo>
                    <a:pt x="6165" y="17168"/>
                  </a:lnTo>
                  <a:lnTo>
                    <a:pt x="6379" y="17199"/>
                  </a:lnTo>
                  <a:lnTo>
                    <a:pt x="6379" y="17199"/>
                  </a:lnTo>
                  <a:lnTo>
                    <a:pt x="6211" y="17077"/>
                  </a:lnTo>
                  <a:lnTo>
                    <a:pt x="6028" y="16955"/>
                  </a:lnTo>
                  <a:lnTo>
                    <a:pt x="5860" y="16848"/>
                  </a:lnTo>
                  <a:lnTo>
                    <a:pt x="5662" y="16756"/>
                  </a:lnTo>
                  <a:lnTo>
                    <a:pt x="5479" y="16680"/>
                  </a:lnTo>
                  <a:lnTo>
                    <a:pt x="5280" y="16604"/>
                  </a:lnTo>
                  <a:lnTo>
                    <a:pt x="5067" y="16558"/>
                  </a:lnTo>
                  <a:lnTo>
                    <a:pt x="4868" y="16512"/>
                  </a:lnTo>
                  <a:close/>
                  <a:moveTo>
                    <a:pt x="2640" y="19686"/>
                  </a:moveTo>
                  <a:lnTo>
                    <a:pt x="2656" y="19885"/>
                  </a:lnTo>
                  <a:lnTo>
                    <a:pt x="2701" y="20098"/>
                  </a:lnTo>
                  <a:lnTo>
                    <a:pt x="2747" y="20297"/>
                  </a:lnTo>
                  <a:lnTo>
                    <a:pt x="2823" y="20495"/>
                  </a:lnTo>
                  <a:lnTo>
                    <a:pt x="2900" y="20693"/>
                  </a:lnTo>
                  <a:lnTo>
                    <a:pt x="2991" y="20877"/>
                  </a:lnTo>
                  <a:lnTo>
                    <a:pt x="3098" y="21060"/>
                  </a:lnTo>
                  <a:lnTo>
                    <a:pt x="3205" y="21243"/>
                  </a:lnTo>
                  <a:lnTo>
                    <a:pt x="3190" y="21029"/>
                  </a:lnTo>
                  <a:lnTo>
                    <a:pt x="3144" y="20831"/>
                  </a:lnTo>
                  <a:lnTo>
                    <a:pt x="3098" y="20632"/>
                  </a:lnTo>
                  <a:lnTo>
                    <a:pt x="3037" y="20434"/>
                  </a:lnTo>
                  <a:lnTo>
                    <a:pt x="3022" y="20419"/>
                  </a:lnTo>
                  <a:lnTo>
                    <a:pt x="2945" y="20220"/>
                  </a:lnTo>
                  <a:lnTo>
                    <a:pt x="2854" y="20037"/>
                  </a:lnTo>
                  <a:lnTo>
                    <a:pt x="2747" y="19854"/>
                  </a:lnTo>
                  <a:lnTo>
                    <a:pt x="2640" y="19686"/>
                  </a:lnTo>
                  <a:close/>
                  <a:moveTo>
                    <a:pt x="7676" y="20022"/>
                  </a:moveTo>
                  <a:lnTo>
                    <a:pt x="7539" y="20190"/>
                  </a:lnTo>
                  <a:lnTo>
                    <a:pt x="7432" y="20358"/>
                  </a:lnTo>
                  <a:lnTo>
                    <a:pt x="7325" y="20541"/>
                  </a:lnTo>
                  <a:lnTo>
                    <a:pt x="7234" y="20739"/>
                  </a:lnTo>
                  <a:lnTo>
                    <a:pt x="7142" y="20922"/>
                  </a:lnTo>
                  <a:lnTo>
                    <a:pt x="7081" y="21121"/>
                  </a:lnTo>
                  <a:lnTo>
                    <a:pt x="7020" y="21319"/>
                  </a:lnTo>
                  <a:lnTo>
                    <a:pt x="6989" y="21533"/>
                  </a:lnTo>
                  <a:lnTo>
                    <a:pt x="7112" y="21365"/>
                  </a:lnTo>
                  <a:lnTo>
                    <a:pt x="7234" y="21197"/>
                  </a:lnTo>
                  <a:lnTo>
                    <a:pt x="7340" y="21014"/>
                  </a:lnTo>
                  <a:lnTo>
                    <a:pt x="7432" y="20816"/>
                  </a:lnTo>
                  <a:lnTo>
                    <a:pt x="7508" y="20632"/>
                  </a:lnTo>
                  <a:lnTo>
                    <a:pt x="7585" y="20434"/>
                  </a:lnTo>
                  <a:lnTo>
                    <a:pt x="7630" y="20236"/>
                  </a:lnTo>
                  <a:lnTo>
                    <a:pt x="7676" y="20022"/>
                  </a:lnTo>
                  <a:close/>
                  <a:moveTo>
                    <a:pt x="687" y="22464"/>
                  </a:moveTo>
                  <a:lnTo>
                    <a:pt x="565" y="22632"/>
                  </a:lnTo>
                  <a:lnTo>
                    <a:pt x="443" y="22799"/>
                  </a:lnTo>
                  <a:lnTo>
                    <a:pt x="336" y="22983"/>
                  </a:lnTo>
                  <a:lnTo>
                    <a:pt x="244" y="23181"/>
                  </a:lnTo>
                  <a:lnTo>
                    <a:pt x="168" y="23364"/>
                  </a:lnTo>
                  <a:lnTo>
                    <a:pt x="92" y="23562"/>
                  </a:lnTo>
                  <a:lnTo>
                    <a:pt x="46" y="23776"/>
                  </a:lnTo>
                  <a:lnTo>
                    <a:pt x="0" y="23974"/>
                  </a:lnTo>
                  <a:lnTo>
                    <a:pt x="122" y="23807"/>
                  </a:lnTo>
                  <a:lnTo>
                    <a:pt x="244" y="23639"/>
                  </a:lnTo>
                  <a:lnTo>
                    <a:pt x="351" y="23456"/>
                  </a:lnTo>
                  <a:lnTo>
                    <a:pt x="443" y="23272"/>
                  </a:lnTo>
                  <a:lnTo>
                    <a:pt x="519" y="23074"/>
                  </a:lnTo>
                  <a:lnTo>
                    <a:pt x="595" y="22876"/>
                  </a:lnTo>
                  <a:lnTo>
                    <a:pt x="641" y="22677"/>
                  </a:lnTo>
                  <a:lnTo>
                    <a:pt x="687" y="22464"/>
                  </a:lnTo>
                  <a:close/>
                  <a:moveTo>
                    <a:pt x="4945" y="24249"/>
                  </a:moveTo>
                  <a:lnTo>
                    <a:pt x="4731" y="24280"/>
                  </a:lnTo>
                  <a:lnTo>
                    <a:pt x="4533" y="24310"/>
                  </a:lnTo>
                  <a:lnTo>
                    <a:pt x="4319" y="24371"/>
                  </a:lnTo>
                  <a:lnTo>
                    <a:pt x="4121" y="24432"/>
                  </a:lnTo>
                  <a:lnTo>
                    <a:pt x="3922" y="24509"/>
                  </a:lnTo>
                  <a:lnTo>
                    <a:pt x="3739" y="24600"/>
                  </a:lnTo>
                  <a:lnTo>
                    <a:pt x="3571" y="24707"/>
                  </a:lnTo>
                  <a:lnTo>
                    <a:pt x="3388" y="24829"/>
                  </a:lnTo>
                  <a:lnTo>
                    <a:pt x="3602" y="24798"/>
                  </a:lnTo>
                  <a:lnTo>
                    <a:pt x="3800" y="24753"/>
                  </a:lnTo>
                  <a:lnTo>
                    <a:pt x="4014" y="24707"/>
                  </a:lnTo>
                  <a:lnTo>
                    <a:pt x="4212" y="24646"/>
                  </a:lnTo>
                  <a:lnTo>
                    <a:pt x="4395" y="24570"/>
                  </a:lnTo>
                  <a:lnTo>
                    <a:pt x="4594" y="24478"/>
                  </a:lnTo>
                  <a:lnTo>
                    <a:pt x="4777" y="24371"/>
                  </a:lnTo>
                  <a:lnTo>
                    <a:pt x="4945" y="242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9" name="Google Shape;5679;p63"/>
            <p:cNvSpPr/>
            <p:nvPr/>
          </p:nvSpPr>
          <p:spPr>
            <a:xfrm>
              <a:off x="405225" y="2944475"/>
              <a:ext cx="259450" cy="154150"/>
            </a:xfrm>
            <a:custGeom>
              <a:avLst/>
              <a:gdLst/>
              <a:ahLst/>
              <a:cxnLst/>
              <a:rect l="l" t="t" r="r" b="b"/>
              <a:pathLst>
                <a:path w="10378" h="6166" extrusionOk="0">
                  <a:moveTo>
                    <a:pt x="31" y="0"/>
                  </a:moveTo>
                  <a:lnTo>
                    <a:pt x="15" y="16"/>
                  </a:lnTo>
                  <a:lnTo>
                    <a:pt x="0" y="31"/>
                  </a:lnTo>
                  <a:lnTo>
                    <a:pt x="0" y="46"/>
                  </a:lnTo>
                  <a:lnTo>
                    <a:pt x="15" y="61"/>
                  </a:lnTo>
                  <a:lnTo>
                    <a:pt x="76" y="122"/>
                  </a:lnTo>
                  <a:lnTo>
                    <a:pt x="855" y="626"/>
                  </a:lnTo>
                  <a:lnTo>
                    <a:pt x="2045" y="1343"/>
                  </a:lnTo>
                  <a:lnTo>
                    <a:pt x="3495" y="2213"/>
                  </a:lnTo>
                  <a:lnTo>
                    <a:pt x="5082" y="3159"/>
                  </a:lnTo>
                  <a:lnTo>
                    <a:pt x="8180" y="4960"/>
                  </a:lnTo>
                  <a:lnTo>
                    <a:pt x="9431" y="5677"/>
                  </a:lnTo>
                  <a:lnTo>
                    <a:pt x="10316" y="6166"/>
                  </a:lnTo>
                  <a:lnTo>
                    <a:pt x="10347" y="6166"/>
                  </a:lnTo>
                  <a:lnTo>
                    <a:pt x="10377" y="6135"/>
                  </a:lnTo>
                  <a:lnTo>
                    <a:pt x="10377" y="6120"/>
                  </a:lnTo>
                  <a:lnTo>
                    <a:pt x="10362" y="6089"/>
                  </a:lnTo>
                  <a:lnTo>
                    <a:pt x="9660" y="5647"/>
                  </a:lnTo>
                  <a:lnTo>
                    <a:pt x="8790" y="5082"/>
                  </a:lnTo>
                  <a:lnTo>
                    <a:pt x="7783" y="4426"/>
                  </a:lnTo>
                  <a:lnTo>
                    <a:pt x="6593" y="3678"/>
                  </a:lnTo>
                  <a:lnTo>
                    <a:pt x="5250" y="2854"/>
                  </a:lnTo>
                  <a:lnTo>
                    <a:pt x="4502" y="2411"/>
                  </a:lnTo>
                  <a:lnTo>
                    <a:pt x="3708" y="1969"/>
                  </a:lnTo>
                  <a:lnTo>
                    <a:pt x="2884" y="1496"/>
                  </a:lnTo>
                  <a:lnTo>
                    <a:pt x="1999" y="1023"/>
                  </a:lnTo>
                  <a:lnTo>
                    <a:pt x="1084" y="519"/>
                  </a:lnTo>
                  <a:lnTo>
                    <a:pt x="107" y="3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0" name="Google Shape;5680;p63"/>
            <p:cNvSpPr/>
            <p:nvPr/>
          </p:nvSpPr>
          <p:spPr>
            <a:xfrm>
              <a:off x="552475" y="3023825"/>
              <a:ext cx="152625" cy="339575"/>
            </a:xfrm>
            <a:custGeom>
              <a:avLst/>
              <a:gdLst/>
              <a:ahLst/>
              <a:cxnLst/>
              <a:rect l="l" t="t" r="r" b="b"/>
              <a:pathLst>
                <a:path w="6105" h="13583" extrusionOk="0">
                  <a:moveTo>
                    <a:pt x="4441" y="0"/>
                  </a:moveTo>
                  <a:lnTo>
                    <a:pt x="4411" y="16"/>
                  </a:lnTo>
                  <a:lnTo>
                    <a:pt x="4411" y="46"/>
                  </a:lnTo>
                  <a:lnTo>
                    <a:pt x="4426" y="77"/>
                  </a:lnTo>
                  <a:lnTo>
                    <a:pt x="4655" y="245"/>
                  </a:lnTo>
                  <a:lnTo>
                    <a:pt x="5082" y="535"/>
                  </a:lnTo>
                  <a:lnTo>
                    <a:pt x="5845" y="1053"/>
                  </a:lnTo>
                  <a:lnTo>
                    <a:pt x="5662" y="1542"/>
                  </a:lnTo>
                  <a:lnTo>
                    <a:pt x="5464" y="2030"/>
                  </a:lnTo>
                  <a:lnTo>
                    <a:pt x="5052" y="2992"/>
                  </a:lnTo>
                  <a:lnTo>
                    <a:pt x="4624" y="3999"/>
                  </a:lnTo>
                  <a:lnTo>
                    <a:pt x="4182" y="5006"/>
                  </a:lnTo>
                  <a:lnTo>
                    <a:pt x="3785" y="5891"/>
                  </a:lnTo>
                  <a:lnTo>
                    <a:pt x="3373" y="6776"/>
                  </a:lnTo>
                  <a:lnTo>
                    <a:pt x="2946" y="7646"/>
                  </a:lnTo>
                  <a:lnTo>
                    <a:pt x="2518" y="8531"/>
                  </a:lnTo>
                  <a:lnTo>
                    <a:pt x="1633" y="10271"/>
                  </a:lnTo>
                  <a:lnTo>
                    <a:pt x="718" y="11995"/>
                  </a:lnTo>
                  <a:lnTo>
                    <a:pt x="260" y="12880"/>
                  </a:lnTo>
                  <a:lnTo>
                    <a:pt x="123" y="13185"/>
                  </a:lnTo>
                  <a:lnTo>
                    <a:pt x="31" y="13384"/>
                  </a:lnTo>
                  <a:lnTo>
                    <a:pt x="1" y="13521"/>
                  </a:lnTo>
                  <a:lnTo>
                    <a:pt x="1" y="13552"/>
                  </a:lnTo>
                  <a:lnTo>
                    <a:pt x="1" y="13567"/>
                  </a:lnTo>
                  <a:lnTo>
                    <a:pt x="16" y="13582"/>
                  </a:lnTo>
                  <a:lnTo>
                    <a:pt x="46" y="13567"/>
                  </a:lnTo>
                  <a:lnTo>
                    <a:pt x="107" y="13506"/>
                  </a:lnTo>
                  <a:lnTo>
                    <a:pt x="214" y="13384"/>
                  </a:lnTo>
                  <a:lnTo>
                    <a:pt x="321" y="13246"/>
                  </a:lnTo>
                  <a:lnTo>
                    <a:pt x="596" y="12850"/>
                  </a:lnTo>
                  <a:lnTo>
                    <a:pt x="870" y="12422"/>
                  </a:lnTo>
                  <a:lnTo>
                    <a:pt x="1130" y="11995"/>
                  </a:lnTo>
                  <a:lnTo>
                    <a:pt x="1618" y="11064"/>
                  </a:lnTo>
                  <a:lnTo>
                    <a:pt x="2106" y="10149"/>
                  </a:lnTo>
                  <a:lnTo>
                    <a:pt x="2580" y="9202"/>
                  </a:lnTo>
                  <a:lnTo>
                    <a:pt x="3037" y="8256"/>
                  </a:lnTo>
                  <a:lnTo>
                    <a:pt x="3449" y="7371"/>
                  </a:lnTo>
                  <a:lnTo>
                    <a:pt x="3861" y="6486"/>
                  </a:lnTo>
                  <a:lnTo>
                    <a:pt x="4258" y="5601"/>
                  </a:lnTo>
                  <a:lnTo>
                    <a:pt x="4640" y="4701"/>
                  </a:lnTo>
                  <a:lnTo>
                    <a:pt x="5021" y="3800"/>
                  </a:lnTo>
                  <a:lnTo>
                    <a:pt x="5387" y="2885"/>
                  </a:lnTo>
                  <a:lnTo>
                    <a:pt x="5845" y="1710"/>
                  </a:lnTo>
                  <a:lnTo>
                    <a:pt x="6044" y="1191"/>
                  </a:lnTo>
                  <a:lnTo>
                    <a:pt x="6105" y="1023"/>
                  </a:lnTo>
                  <a:lnTo>
                    <a:pt x="6105" y="962"/>
                  </a:lnTo>
                  <a:lnTo>
                    <a:pt x="5769" y="733"/>
                  </a:lnTo>
                  <a:lnTo>
                    <a:pt x="5250" y="428"/>
                  </a:lnTo>
                  <a:lnTo>
                    <a:pt x="4746" y="138"/>
                  </a:lnTo>
                  <a:lnTo>
                    <a:pt x="44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1" name="Google Shape;5681;p63"/>
            <p:cNvSpPr/>
            <p:nvPr/>
          </p:nvSpPr>
          <p:spPr>
            <a:xfrm>
              <a:off x="1739725" y="3728100"/>
              <a:ext cx="59175" cy="69825"/>
            </a:xfrm>
            <a:custGeom>
              <a:avLst/>
              <a:gdLst/>
              <a:ahLst/>
              <a:cxnLst/>
              <a:rect l="l" t="t" r="r" b="b"/>
              <a:pathLst>
                <a:path w="2367" h="2793" extrusionOk="0">
                  <a:moveTo>
                    <a:pt x="153" y="0"/>
                  </a:moveTo>
                  <a:lnTo>
                    <a:pt x="1" y="2762"/>
                  </a:lnTo>
                  <a:lnTo>
                    <a:pt x="108" y="2777"/>
                  </a:lnTo>
                  <a:lnTo>
                    <a:pt x="367" y="2793"/>
                  </a:lnTo>
                  <a:lnTo>
                    <a:pt x="535" y="2793"/>
                  </a:lnTo>
                  <a:lnTo>
                    <a:pt x="733" y="2777"/>
                  </a:lnTo>
                  <a:lnTo>
                    <a:pt x="932" y="2762"/>
                  </a:lnTo>
                  <a:lnTo>
                    <a:pt x="1145" y="2732"/>
                  </a:lnTo>
                  <a:lnTo>
                    <a:pt x="1374" y="2671"/>
                  </a:lnTo>
                  <a:lnTo>
                    <a:pt x="1573" y="2594"/>
                  </a:lnTo>
                  <a:lnTo>
                    <a:pt x="1771" y="2487"/>
                  </a:lnTo>
                  <a:lnTo>
                    <a:pt x="1878" y="2426"/>
                  </a:lnTo>
                  <a:lnTo>
                    <a:pt x="1954" y="2365"/>
                  </a:lnTo>
                  <a:lnTo>
                    <a:pt x="2046" y="2289"/>
                  </a:lnTo>
                  <a:lnTo>
                    <a:pt x="2107" y="2213"/>
                  </a:lnTo>
                  <a:lnTo>
                    <a:pt x="2183" y="2121"/>
                  </a:lnTo>
                  <a:lnTo>
                    <a:pt x="2229" y="2014"/>
                  </a:lnTo>
                  <a:lnTo>
                    <a:pt x="2290" y="1908"/>
                  </a:lnTo>
                  <a:lnTo>
                    <a:pt x="2320" y="1785"/>
                  </a:lnTo>
                  <a:lnTo>
                    <a:pt x="2351" y="1648"/>
                  </a:lnTo>
                  <a:lnTo>
                    <a:pt x="2366" y="1511"/>
                  </a:lnTo>
                  <a:lnTo>
                    <a:pt x="2366" y="1373"/>
                  </a:lnTo>
                  <a:lnTo>
                    <a:pt x="2351" y="1236"/>
                  </a:lnTo>
                  <a:lnTo>
                    <a:pt x="2320" y="1114"/>
                  </a:lnTo>
                  <a:lnTo>
                    <a:pt x="2290" y="992"/>
                  </a:lnTo>
                  <a:lnTo>
                    <a:pt x="2244" y="885"/>
                  </a:lnTo>
                  <a:lnTo>
                    <a:pt x="2183" y="794"/>
                  </a:lnTo>
                  <a:lnTo>
                    <a:pt x="2122" y="702"/>
                  </a:lnTo>
                  <a:lnTo>
                    <a:pt x="2046" y="610"/>
                  </a:lnTo>
                  <a:lnTo>
                    <a:pt x="1969" y="534"/>
                  </a:lnTo>
                  <a:lnTo>
                    <a:pt x="1893" y="473"/>
                  </a:lnTo>
                  <a:lnTo>
                    <a:pt x="1695" y="351"/>
                  </a:lnTo>
                  <a:lnTo>
                    <a:pt x="1496" y="244"/>
                  </a:lnTo>
                  <a:lnTo>
                    <a:pt x="1283" y="168"/>
                  </a:lnTo>
                  <a:lnTo>
                    <a:pt x="1084" y="107"/>
                  </a:lnTo>
                  <a:lnTo>
                    <a:pt x="871" y="76"/>
                  </a:lnTo>
                  <a:lnTo>
                    <a:pt x="687" y="46"/>
                  </a:lnTo>
                  <a:lnTo>
                    <a:pt x="504" y="15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2" name="Google Shape;5682;p63"/>
            <p:cNvSpPr/>
            <p:nvPr/>
          </p:nvSpPr>
          <p:spPr>
            <a:xfrm>
              <a:off x="1339900" y="3706725"/>
              <a:ext cx="405950" cy="90825"/>
            </a:xfrm>
            <a:custGeom>
              <a:avLst/>
              <a:gdLst/>
              <a:ahLst/>
              <a:cxnLst/>
              <a:rect l="l" t="t" r="r" b="b"/>
              <a:pathLst>
                <a:path w="16238" h="3633" extrusionOk="0">
                  <a:moveTo>
                    <a:pt x="153" y="0"/>
                  </a:moveTo>
                  <a:lnTo>
                    <a:pt x="1" y="2763"/>
                  </a:lnTo>
                  <a:lnTo>
                    <a:pt x="16101" y="3632"/>
                  </a:lnTo>
                  <a:lnTo>
                    <a:pt x="16238" y="870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3" name="Google Shape;5683;p63"/>
            <p:cNvSpPr/>
            <p:nvPr/>
          </p:nvSpPr>
          <p:spPr>
            <a:xfrm>
              <a:off x="1728275" y="3721975"/>
              <a:ext cx="20250" cy="81675"/>
            </a:xfrm>
            <a:custGeom>
              <a:avLst/>
              <a:gdLst/>
              <a:ahLst/>
              <a:cxnLst/>
              <a:rect l="l" t="t" r="r" b="b"/>
              <a:pathLst>
                <a:path w="810" h="3267" extrusionOk="0">
                  <a:moveTo>
                    <a:pt x="169" y="1"/>
                  </a:moveTo>
                  <a:lnTo>
                    <a:pt x="1" y="3221"/>
                  </a:lnTo>
                  <a:lnTo>
                    <a:pt x="627" y="3267"/>
                  </a:lnTo>
                  <a:lnTo>
                    <a:pt x="810" y="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4" name="Google Shape;5684;p63"/>
            <p:cNvSpPr/>
            <p:nvPr/>
          </p:nvSpPr>
          <p:spPr>
            <a:xfrm>
              <a:off x="1710350" y="3721225"/>
              <a:ext cx="20625" cy="81275"/>
            </a:xfrm>
            <a:custGeom>
              <a:avLst/>
              <a:gdLst/>
              <a:ahLst/>
              <a:cxnLst/>
              <a:rect l="l" t="t" r="r" b="b"/>
              <a:pathLst>
                <a:path w="825" h="3251" extrusionOk="0">
                  <a:moveTo>
                    <a:pt x="184" y="0"/>
                  </a:moveTo>
                  <a:lnTo>
                    <a:pt x="1" y="3220"/>
                  </a:lnTo>
                  <a:lnTo>
                    <a:pt x="642" y="3251"/>
                  </a:lnTo>
                  <a:lnTo>
                    <a:pt x="825" y="31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5" name="Google Shape;5685;p63"/>
            <p:cNvSpPr/>
            <p:nvPr/>
          </p:nvSpPr>
          <p:spPr>
            <a:xfrm>
              <a:off x="1275825" y="3706725"/>
              <a:ext cx="77450" cy="69075"/>
            </a:xfrm>
            <a:custGeom>
              <a:avLst/>
              <a:gdLst/>
              <a:ahLst/>
              <a:cxnLst/>
              <a:rect l="l" t="t" r="r" b="b"/>
              <a:pathLst>
                <a:path w="3098" h="2763" extrusionOk="0">
                  <a:moveTo>
                    <a:pt x="2716" y="0"/>
                  </a:moveTo>
                  <a:lnTo>
                    <a:pt x="672" y="931"/>
                  </a:lnTo>
                  <a:lnTo>
                    <a:pt x="0" y="1237"/>
                  </a:lnTo>
                  <a:lnTo>
                    <a:pt x="641" y="1618"/>
                  </a:lnTo>
                  <a:lnTo>
                    <a:pt x="2564" y="2763"/>
                  </a:lnTo>
                  <a:lnTo>
                    <a:pt x="2976" y="2503"/>
                  </a:lnTo>
                  <a:lnTo>
                    <a:pt x="2594" y="2213"/>
                  </a:lnTo>
                  <a:lnTo>
                    <a:pt x="3006" y="1954"/>
                  </a:lnTo>
                  <a:lnTo>
                    <a:pt x="2625" y="1664"/>
                  </a:lnTo>
                  <a:lnTo>
                    <a:pt x="3037" y="1404"/>
                  </a:lnTo>
                  <a:lnTo>
                    <a:pt x="2655" y="1099"/>
                  </a:lnTo>
                  <a:lnTo>
                    <a:pt x="3067" y="855"/>
                  </a:lnTo>
                  <a:lnTo>
                    <a:pt x="2686" y="550"/>
                  </a:lnTo>
                  <a:lnTo>
                    <a:pt x="3098" y="306"/>
                  </a:lnTo>
                  <a:lnTo>
                    <a:pt x="27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6" name="Google Shape;5686;p63"/>
            <p:cNvSpPr/>
            <p:nvPr/>
          </p:nvSpPr>
          <p:spPr>
            <a:xfrm>
              <a:off x="1275825" y="3730000"/>
              <a:ext cx="16800" cy="17200"/>
            </a:xfrm>
            <a:custGeom>
              <a:avLst/>
              <a:gdLst/>
              <a:ahLst/>
              <a:cxnLst/>
              <a:rect l="l" t="t" r="r" b="b"/>
              <a:pathLst>
                <a:path w="672" h="688" extrusionOk="0">
                  <a:moveTo>
                    <a:pt x="672" y="0"/>
                  </a:moveTo>
                  <a:lnTo>
                    <a:pt x="0" y="306"/>
                  </a:lnTo>
                  <a:lnTo>
                    <a:pt x="641" y="687"/>
                  </a:lnTo>
                  <a:lnTo>
                    <a:pt x="672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7" name="Google Shape;5687;p63"/>
            <p:cNvSpPr/>
            <p:nvPr/>
          </p:nvSpPr>
          <p:spPr>
            <a:xfrm>
              <a:off x="529200" y="3670100"/>
              <a:ext cx="538325" cy="152250"/>
            </a:xfrm>
            <a:custGeom>
              <a:avLst/>
              <a:gdLst/>
              <a:ahLst/>
              <a:cxnLst/>
              <a:rect l="l" t="t" r="r" b="b"/>
              <a:pathLst>
                <a:path w="21533" h="6090" extrusionOk="0">
                  <a:moveTo>
                    <a:pt x="2564" y="0"/>
                  </a:moveTo>
                  <a:lnTo>
                    <a:pt x="1" y="6089"/>
                  </a:lnTo>
                  <a:lnTo>
                    <a:pt x="21533" y="6089"/>
                  </a:lnTo>
                  <a:lnTo>
                    <a:pt x="191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8" name="Google Shape;5688;p63"/>
            <p:cNvSpPr/>
            <p:nvPr/>
          </p:nvSpPr>
          <p:spPr>
            <a:xfrm>
              <a:off x="529200" y="3670100"/>
              <a:ext cx="538325" cy="152250"/>
            </a:xfrm>
            <a:custGeom>
              <a:avLst/>
              <a:gdLst/>
              <a:ahLst/>
              <a:cxnLst/>
              <a:rect l="l" t="t" r="r" b="b"/>
              <a:pathLst>
                <a:path w="21533" h="6090" fill="none" extrusionOk="0">
                  <a:moveTo>
                    <a:pt x="19168" y="0"/>
                  </a:moveTo>
                  <a:lnTo>
                    <a:pt x="21533" y="6089"/>
                  </a:lnTo>
                  <a:lnTo>
                    <a:pt x="1" y="6089"/>
                  </a:lnTo>
                  <a:lnTo>
                    <a:pt x="2564" y="0"/>
                  </a:lnTo>
                  <a:lnTo>
                    <a:pt x="1916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9" name="Google Shape;5689;p63"/>
            <p:cNvSpPr/>
            <p:nvPr/>
          </p:nvSpPr>
          <p:spPr>
            <a:xfrm>
              <a:off x="529200" y="3681150"/>
              <a:ext cx="538325" cy="167125"/>
            </a:xfrm>
            <a:custGeom>
              <a:avLst/>
              <a:gdLst/>
              <a:ahLst/>
              <a:cxnLst/>
              <a:rect l="l" t="t" r="r" b="b"/>
              <a:pathLst>
                <a:path w="21533" h="6685" extrusionOk="0">
                  <a:moveTo>
                    <a:pt x="2381" y="1"/>
                  </a:moveTo>
                  <a:lnTo>
                    <a:pt x="1" y="5647"/>
                  </a:lnTo>
                  <a:lnTo>
                    <a:pt x="1" y="6685"/>
                  </a:lnTo>
                  <a:lnTo>
                    <a:pt x="21533" y="6685"/>
                  </a:lnTo>
                  <a:lnTo>
                    <a:pt x="21533" y="5647"/>
                  </a:lnTo>
                  <a:lnTo>
                    <a:pt x="19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0" name="Google Shape;5690;p63"/>
            <p:cNvSpPr/>
            <p:nvPr/>
          </p:nvSpPr>
          <p:spPr>
            <a:xfrm>
              <a:off x="529200" y="3681150"/>
              <a:ext cx="538325" cy="167125"/>
            </a:xfrm>
            <a:custGeom>
              <a:avLst/>
              <a:gdLst/>
              <a:ahLst/>
              <a:cxnLst/>
              <a:rect l="l" t="t" r="r" b="b"/>
              <a:pathLst>
                <a:path w="21533" h="6685" fill="none" extrusionOk="0">
                  <a:moveTo>
                    <a:pt x="19351" y="1"/>
                  </a:moveTo>
                  <a:lnTo>
                    <a:pt x="21533" y="5647"/>
                  </a:lnTo>
                  <a:lnTo>
                    <a:pt x="21533" y="6685"/>
                  </a:lnTo>
                  <a:lnTo>
                    <a:pt x="1" y="6685"/>
                  </a:lnTo>
                  <a:lnTo>
                    <a:pt x="1" y="5647"/>
                  </a:lnTo>
                  <a:lnTo>
                    <a:pt x="2381" y="1"/>
                  </a:lnTo>
                  <a:lnTo>
                    <a:pt x="1935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1" name="Google Shape;5691;p63"/>
            <p:cNvSpPr/>
            <p:nvPr/>
          </p:nvSpPr>
          <p:spPr>
            <a:xfrm>
              <a:off x="529200" y="3681150"/>
              <a:ext cx="538325" cy="141200"/>
            </a:xfrm>
            <a:custGeom>
              <a:avLst/>
              <a:gdLst/>
              <a:ahLst/>
              <a:cxnLst/>
              <a:rect l="l" t="t" r="r" b="b"/>
              <a:pathLst>
                <a:path w="21533" h="5648" extrusionOk="0">
                  <a:moveTo>
                    <a:pt x="2381" y="1"/>
                  </a:moveTo>
                  <a:lnTo>
                    <a:pt x="1" y="5647"/>
                  </a:lnTo>
                  <a:lnTo>
                    <a:pt x="21533" y="5647"/>
                  </a:lnTo>
                  <a:lnTo>
                    <a:pt x="19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2" name="Google Shape;5692;p63"/>
            <p:cNvSpPr/>
            <p:nvPr/>
          </p:nvSpPr>
          <p:spPr>
            <a:xfrm>
              <a:off x="529200" y="3681150"/>
              <a:ext cx="538325" cy="141200"/>
            </a:xfrm>
            <a:custGeom>
              <a:avLst/>
              <a:gdLst/>
              <a:ahLst/>
              <a:cxnLst/>
              <a:rect l="l" t="t" r="r" b="b"/>
              <a:pathLst>
                <a:path w="21533" h="5648" fill="none" extrusionOk="0">
                  <a:moveTo>
                    <a:pt x="19351" y="1"/>
                  </a:moveTo>
                  <a:lnTo>
                    <a:pt x="2381" y="1"/>
                  </a:lnTo>
                  <a:lnTo>
                    <a:pt x="1" y="5647"/>
                  </a:lnTo>
                  <a:lnTo>
                    <a:pt x="21533" y="5647"/>
                  </a:lnTo>
                  <a:lnTo>
                    <a:pt x="1935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3" name="Google Shape;5693;p63"/>
            <p:cNvSpPr/>
            <p:nvPr/>
          </p:nvSpPr>
          <p:spPr>
            <a:xfrm>
              <a:off x="668825" y="3781500"/>
              <a:ext cx="69100" cy="29025"/>
            </a:xfrm>
            <a:custGeom>
              <a:avLst/>
              <a:gdLst/>
              <a:ahLst/>
              <a:cxnLst/>
              <a:rect l="l" t="t" r="r" b="b"/>
              <a:pathLst>
                <a:path w="2764" h="1161" extrusionOk="0">
                  <a:moveTo>
                    <a:pt x="260" y="0"/>
                  </a:moveTo>
                  <a:lnTo>
                    <a:pt x="1" y="1160"/>
                  </a:lnTo>
                  <a:lnTo>
                    <a:pt x="2626" y="1160"/>
                  </a:lnTo>
                  <a:lnTo>
                    <a:pt x="27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4" name="Google Shape;5694;p63"/>
            <p:cNvSpPr/>
            <p:nvPr/>
          </p:nvSpPr>
          <p:spPr>
            <a:xfrm>
              <a:off x="676075" y="3748300"/>
              <a:ext cx="65650" cy="29025"/>
            </a:xfrm>
            <a:custGeom>
              <a:avLst/>
              <a:gdLst/>
              <a:ahLst/>
              <a:cxnLst/>
              <a:rect l="l" t="t" r="r" b="b"/>
              <a:pathLst>
                <a:path w="2626" h="1161" extrusionOk="0">
                  <a:moveTo>
                    <a:pt x="260" y="1"/>
                  </a:moveTo>
                  <a:lnTo>
                    <a:pt x="1" y="1161"/>
                  </a:lnTo>
                  <a:lnTo>
                    <a:pt x="2488" y="1161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5" name="Google Shape;5695;p63"/>
            <p:cNvSpPr/>
            <p:nvPr/>
          </p:nvSpPr>
          <p:spPr>
            <a:xfrm>
              <a:off x="683325" y="3715125"/>
              <a:ext cx="62225" cy="29400"/>
            </a:xfrm>
            <a:custGeom>
              <a:avLst/>
              <a:gdLst/>
              <a:ahLst/>
              <a:cxnLst/>
              <a:rect l="l" t="t" r="r" b="b"/>
              <a:pathLst>
                <a:path w="2489" h="1176" extrusionOk="0">
                  <a:moveTo>
                    <a:pt x="260" y="0"/>
                  </a:moveTo>
                  <a:lnTo>
                    <a:pt x="1" y="1175"/>
                  </a:lnTo>
                  <a:lnTo>
                    <a:pt x="2351" y="1175"/>
                  </a:lnTo>
                  <a:lnTo>
                    <a:pt x="24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6" name="Google Shape;5696;p63"/>
            <p:cNvSpPr/>
            <p:nvPr/>
          </p:nvSpPr>
          <p:spPr>
            <a:xfrm>
              <a:off x="690575" y="3681925"/>
              <a:ext cx="58775" cy="29400"/>
            </a:xfrm>
            <a:custGeom>
              <a:avLst/>
              <a:gdLst/>
              <a:ahLst/>
              <a:cxnLst/>
              <a:rect l="l" t="t" r="r" b="b"/>
              <a:pathLst>
                <a:path w="2351" h="1176" extrusionOk="0">
                  <a:moveTo>
                    <a:pt x="245" y="1"/>
                  </a:moveTo>
                  <a:lnTo>
                    <a:pt x="1" y="1176"/>
                  </a:lnTo>
                  <a:lnTo>
                    <a:pt x="2214" y="1176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7" name="Google Shape;5697;p63"/>
            <p:cNvSpPr/>
            <p:nvPr/>
          </p:nvSpPr>
          <p:spPr>
            <a:xfrm>
              <a:off x="744000" y="3781500"/>
              <a:ext cx="65625" cy="29025"/>
            </a:xfrm>
            <a:custGeom>
              <a:avLst/>
              <a:gdLst/>
              <a:ahLst/>
              <a:cxnLst/>
              <a:rect l="l" t="t" r="r" b="b"/>
              <a:pathLst>
                <a:path w="2625" h="1161" extrusionOk="0">
                  <a:moveTo>
                    <a:pt x="122" y="0"/>
                  </a:moveTo>
                  <a:lnTo>
                    <a:pt x="0" y="1160"/>
                  </a:lnTo>
                  <a:lnTo>
                    <a:pt x="2625" y="1160"/>
                  </a:lnTo>
                  <a:lnTo>
                    <a:pt x="2625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8" name="Google Shape;5698;p63"/>
            <p:cNvSpPr/>
            <p:nvPr/>
          </p:nvSpPr>
          <p:spPr>
            <a:xfrm>
              <a:off x="747425" y="3748300"/>
              <a:ext cx="62200" cy="29025"/>
            </a:xfrm>
            <a:custGeom>
              <a:avLst/>
              <a:gdLst/>
              <a:ahLst/>
              <a:cxnLst/>
              <a:rect l="l" t="t" r="r" b="b"/>
              <a:pathLst>
                <a:path w="2488" h="1161" extrusionOk="0">
                  <a:moveTo>
                    <a:pt x="123" y="1"/>
                  </a:moveTo>
                  <a:lnTo>
                    <a:pt x="1" y="1161"/>
                  </a:lnTo>
                  <a:lnTo>
                    <a:pt x="2488" y="1161"/>
                  </a:lnTo>
                  <a:lnTo>
                    <a:pt x="248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9" name="Google Shape;5699;p63"/>
            <p:cNvSpPr/>
            <p:nvPr/>
          </p:nvSpPr>
          <p:spPr>
            <a:xfrm>
              <a:off x="750850" y="3715125"/>
              <a:ext cx="58775" cy="29000"/>
            </a:xfrm>
            <a:custGeom>
              <a:avLst/>
              <a:gdLst/>
              <a:ahLst/>
              <a:cxnLst/>
              <a:rect l="l" t="t" r="r" b="b"/>
              <a:pathLst>
                <a:path w="2351" h="1160" extrusionOk="0">
                  <a:moveTo>
                    <a:pt x="108" y="0"/>
                  </a:moveTo>
                  <a:lnTo>
                    <a:pt x="1" y="1160"/>
                  </a:lnTo>
                  <a:lnTo>
                    <a:pt x="2351" y="1160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0" name="Google Shape;5700;p63"/>
            <p:cNvSpPr/>
            <p:nvPr/>
          </p:nvSpPr>
          <p:spPr>
            <a:xfrm>
              <a:off x="754675" y="3681925"/>
              <a:ext cx="55350" cy="29400"/>
            </a:xfrm>
            <a:custGeom>
              <a:avLst/>
              <a:gdLst/>
              <a:ahLst/>
              <a:cxnLst/>
              <a:rect l="l" t="t" r="r" b="b"/>
              <a:pathLst>
                <a:path w="2214" h="1176" extrusionOk="0">
                  <a:moveTo>
                    <a:pt x="107" y="1"/>
                  </a:moveTo>
                  <a:lnTo>
                    <a:pt x="1" y="1176"/>
                  </a:lnTo>
                  <a:lnTo>
                    <a:pt x="2213" y="1176"/>
                  </a:lnTo>
                  <a:lnTo>
                    <a:pt x="2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1" name="Google Shape;5701;p63"/>
            <p:cNvSpPr/>
            <p:nvPr/>
          </p:nvSpPr>
          <p:spPr>
            <a:xfrm>
              <a:off x="818775" y="3781500"/>
              <a:ext cx="65650" cy="29025"/>
            </a:xfrm>
            <a:custGeom>
              <a:avLst/>
              <a:gdLst/>
              <a:ahLst/>
              <a:cxnLst/>
              <a:rect l="l" t="t" r="r" b="b"/>
              <a:pathLst>
                <a:path w="2626" h="1161" extrusionOk="0">
                  <a:moveTo>
                    <a:pt x="0" y="0"/>
                  </a:moveTo>
                  <a:lnTo>
                    <a:pt x="16" y="1160"/>
                  </a:lnTo>
                  <a:lnTo>
                    <a:pt x="2625" y="1160"/>
                  </a:lnTo>
                  <a:lnTo>
                    <a:pt x="248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2" name="Google Shape;5702;p63"/>
            <p:cNvSpPr/>
            <p:nvPr/>
          </p:nvSpPr>
          <p:spPr>
            <a:xfrm>
              <a:off x="818000" y="3748300"/>
              <a:ext cx="62600" cy="29025"/>
            </a:xfrm>
            <a:custGeom>
              <a:avLst/>
              <a:gdLst/>
              <a:ahLst/>
              <a:cxnLst/>
              <a:rect l="l" t="t" r="r" b="b"/>
              <a:pathLst>
                <a:path w="2504" h="1161" extrusionOk="0">
                  <a:moveTo>
                    <a:pt x="1" y="1"/>
                  </a:moveTo>
                  <a:lnTo>
                    <a:pt x="31" y="1161"/>
                  </a:lnTo>
                  <a:lnTo>
                    <a:pt x="2503" y="1161"/>
                  </a:lnTo>
                  <a:lnTo>
                    <a:pt x="238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3" name="Google Shape;5703;p63"/>
            <p:cNvSpPr/>
            <p:nvPr/>
          </p:nvSpPr>
          <p:spPr>
            <a:xfrm>
              <a:off x="817625" y="3715125"/>
              <a:ext cx="59150" cy="29000"/>
            </a:xfrm>
            <a:custGeom>
              <a:avLst/>
              <a:gdLst/>
              <a:ahLst/>
              <a:cxnLst/>
              <a:rect l="l" t="t" r="r" b="b"/>
              <a:pathLst>
                <a:path w="2366" h="1160" extrusionOk="0">
                  <a:moveTo>
                    <a:pt x="0" y="0"/>
                  </a:moveTo>
                  <a:lnTo>
                    <a:pt x="16" y="1160"/>
                  </a:lnTo>
                  <a:lnTo>
                    <a:pt x="2366" y="1160"/>
                  </a:lnTo>
                  <a:lnTo>
                    <a:pt x="224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4" name="Google Shape;5704;p63"/>
            <p:cNvSpPr/>
            <p:nvPr/>
          </p:nvSpPr>
          <p:spPr>
            <a:xfrm>
              <a:off x="817250" y="3681925"/>
              <a:ext cx="55725" cy="29400"/>
            </a:xfrm>
            <a:custGeom>
              <a:avLst/>
              <a:gdLst/>
              <a:ahLst/>
              <a:cxnLst/>
              <a:rect l="l" t="t" r="r" b="b"/>
              <a:pathLst>
                <a:path w="2229" h="1176" extrusionOk="0">
                  <a:moveTo>
                    <a:pt x="0" y="1"/>
                  </a:moveTo>
                  <a:lnTo>
                    <a:pt x="15" y="1176"/>
                  </a:lnTo>
                  <a:lnTo>
                    <a:pt x="2228" y="1176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5" name="Google Shape;5705;p63"/>
            <p:cNvSpPr/>
            <p:nvPr/>
          </p:nvSpPr>
          <p:spPr>
            <a:xfrm>
              <a:off x="890500" y="3781500"/>
              <a:ext cx="69075" cy="29025"/>
            </a:xfrm>
            <a:custGeom>
              <a:avLst/>
              <a:gdLst/>
              <a:ahLst/>
              <a:cxnLst/>
              <a:rect l="l" t="t" r="r" b="b"/>
              <a:pathLst>
                <a:path w="2763" h="1161" extrusionOk="0">
                  <a:moveTo>
                    <a:pt x="0" y="0"/>
                  </a:moveTo>
                  <a:lnTo>
                    <a:pt x="138" y="1160"/>
                  </a:lnTo>
                  <a:lnTo>
                    <a:pt x="2762" y="1160"/>
                  </a:lnTo>
                  <a:lnTo>
                    <a:pt x="248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6" name="Google Shape;5706;p63"/>
            <p:cNvSpPr/>
            <p:nvPr/>
          </p:nvSpPr>
          <p:spPr>
            <a:xfrm>
              <a:off x="885925" y="3748300"/>
              <a:ext cx="66025" cy="29025"/>
            </a:xfrm>
            <a:custGeom>
              <a:avLst/>
              <a:gdLst/>
              <a:ahLst/>
              <a:cxnLst/>
              <a:rect l="l" t="t" r="r" b="b"/>
              <a:pathLst>
                <a:path w="2641" h="1161" extrusionOk="0">
                  <a:moveTo>
                    <a:pt x="0" y="1"/>
                  </a:moveTo>
                  <a:lnTo>
                    <a:pt x="153" y="1161"/>
                  </a:lnTo>
                  <a:lnTo>
                    <a:pt x="2640" y="1161"/>
                  </a:lnTo>
                  <a:lnTo>
                    <a:pt x="2365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7" name="Google Shape;5707;p63"/>
            <p:cNvSpPr/>
            <p:nvPr/>
          </p:nvSpPr>
          <p:spPr>
            <a:xfrm>
              <a:off x="881725" y="3715125"/>
              <a:ext cx="62575" cy="29000"/>
            </a:xfrm>
            <a:custGeom>
              <a:avLst/>
              <a:gdLst/>
              <a:ahLst/>
              <a:cxnLst/>
              <a:rect l="l" t="t" r="r" b="b"/>
              <a:pathLst>
                <a:path w="2503" h="1160" extrusionOk="0">
                  <a:moveTo>
                    <a:pt x="0" y="0"/>
                  </a:moveTo>
                  <a:lnTo>
                    <a:pt x="153" y="1160"/>
                  </a:lnTo>
                  <a:lnTo>
                    <a:pt x="2503" y="1160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8" name="Google Shape;5708;p63"/>
            <p:cNvSpPr/>
            <p:nvPr/>
          </p:nvSpPr>
          <p:spPr>
            <a:xfrm>
              <a:off x="877525" y="3681925"/>
              <a:ext cx="59150" cy="29400"/>
            </a:xfrm>
            <a:custGeom>
              <a:avLst/>
              <a:gdLst/>
              <a:ahLst/>
              <a:cxnLst/>
              <a:rect l="l" t="t" r="r" b="b"/>
              <a:pathLst>
                <a:path w="2366" h="1176" extrusionOk="0">
                  <a:moveTo>
                    <a:pt x="0" y="1"/>
                  </a:moveTo>
                  <a:lnTo>
                    <a:pt x="153" y="1176"/>
                  </a:lnTo>
                  <a:lnTo>
                    <a:pt x="2366" y="1160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9" name="Google Shape;5709;p63"/>
            <p:cNvSpPr/>
            <p:nvPr/>
          </p:nvSpPr>
          <p:spPr>
            <a:xfrm>
              <a:off x="961825" y="3781500"/>
              <a:ext cx="72900" cy="29025"/>
            </a:xfrm>
            <a:custGeom>
              <a:avLst/>
              <a:gdLst/>
              <a:ahLst/>
              <a:cxnLst/>
              <a:rect l="l" t="t" r="r" b="b"/>
              <a:pathLst>
                <a:path w="2916" h="1161" extrusionOk="0">
                  <a:moveTo>
                    <a:pt x="1" y="0"/>
                  </a:moveTo>
                  <a:lnTo>
                    <a:pt x="291" y="1160"/>
                  </a:lnTo>
                  <a:lnTo>
                    <a:pt x="2916" y="1160"/>
                  </a:lnTo>
                  <a:lnTo>
                    <a:pt x="250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0" name="Google Shape;5710;p63"/>
            <p:cNvSpPr/>
            <p:nvPr/>
          </p:nvSpPr>
          <p:spPr>
            <a:xfrm>
              <a:off x="953825" y="3748300"/>
              <a:ext cx="69450" cy="29025"/>
            </a:xfrm>
            <a:custGeom>
              <a:avLst/>
              <a:gdLst/>
              <a:ahLst/>
              <a:cxnLst/>
              <a:rect l="l" t="t" r="r" b="b"/>
              <a:pathLst>
                <a:path w="2778" h="1161" extrusionOk="0">
                  <a:moveTo>
                    <a:pt x="0" y="1"/>
                  </a:moveTo>
                  <a:lnTo>
                    <a:pt x="290" y="1161"/>
                  </a:lnTo>
                  <a:lnTo>
                    <a:pt x="2778" y="1161"/>
                  </a:lnTo>
                  <a:lnTo>
                    <a:pt x="236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1" name="Google Shape;5711;p63"/>
            <p:cNvSpPr/>
            <p:nvPr/>
          </p:nvSpPr>
          <p:spPr>
            <a:xfrm>
              <a:off x="945800" y="3715125"/>
              <a:ext cx="66025" cy="29000"/>
            </a:xfrm>
            <a:custGeom>
              <a:avLst/>
              <a:gdLst/>
              <a:ahLst/>
              <a:cxnLst/>
              <a:rect l="l" t="t" r="r" b="b"/>
              <a:pathLst>
                <a:path w="2641" h="1160" extrusionOk="0">
                  <a:moveTo>
                    <a:pt x="1" y="0"/>
                  </a:moveTo>
                  <a:lnTo>
                    <a:pt x="291" y="1160"/>
                  </a:lnTo>
                  <a:lnTo>
                    <a:pt x="2641" y="1160"/>
                  </a:lnTo>
                  <a:lnTo>
                    <a:pt x="22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2" name="Google Shape;5712;p63"/>
            <p:cNvSpPr/>
            <p:nvPr/>
          </p:nvSpPr>
          <p:spPr>
            <a:xfrm>
              <a:off x="937800" y="3681925"/>
              <a:ext cx="62600" cy="29025"/>
            </a:xfrm>
            <a:custGeom>
              <a:avLst/>
              <a:gdLst/>
              <a:ahLst/>
              <a:cxnLst/>
              <a:rect l="l" t="t" r="r" b="b"/>
              <a:pathLst>
                <a:path w="2504" h="1161" extrusionOk="0">
                  <a:moveTo>
                    <a:pt x="0" y="1"/>
                  </a:moveTo>
                  <a:lnTo>
                    <a:pt x="290" y="1160"/>
                  </a:lnTo>
                  <a:lnTo>
                    <a:pt x="2503" y="1160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3" name="Google Shape;5713;p63"/>
            <p:cNvSpPr/>
            <p:nvPr/>
          </p:nvSpPr>
          <p:spPr>
            <a:xfrm>
              <a:off x="692500" y="3791025"/>
              <a:ext cx="20225" cy="9200"/>
            </a:xfrm>
            <a:custGeom>
              <a:avLst/>
              <a:gdLst/>
              <a:ahLst/>
              <a:cxnLst/>
              <a:rect l="l" t="t" r="r" b="b"/>
              <a:pathLst>
                <a:path w="809" h="368" extrusionOk="0">
                  <a:moveTo>
                    <a:pt x="626" y="47"/>
                  </a:moveTo>
                  <a:lnTo>
                    <a:pt x="702" y="62"/>
                  </a:lnTo>
                  <a:lnTo>
                    <a:pt x="717" y="77"/>
                  </a:lnTo>
                  <a:lnTo>
                    <a:pt x="717" y="93"/>
                  </a:lnTo>
                  <a:lnTo>
                    <a:pt x="717" y="108"/>
                  </a:lnTo>
                  <a:lnTo>
                    <a:pt x="687" y="108"/>
                  </a:lnTo>
                  <a:lnTo>
                    <a:pt x="610" y="123"/>
                  </a:lnTo>
                  <a:lnTo>
                    <a:pt x="534" y="108"/>
                  </a:lnTo>
                  <a:lnTo>
                    <a:pt x="519" y="108"/>
                  </a:lnTo>
                  <a:lnTo>
                    <a:pt x="504" y="93"/>
                  </a:lnTo>
                  <a:lnTo>
                    <a:pt x="519" y="77"/>
                  </a:lnTo>
                  <a:lnTo>
                    <a:pt x="549" y="62"/>
                  </a:lnTo>
                  <a:lnTo>
                    <a:pt x="626" y="47"/>
                  </a:lnTo>
                  <a:close/>
                  <a:moveTo>
                    <a:pt x="626" y="1"/>
                  </a:moveTo>
                  <a:lnTo>
                    <a:pt x="549" y="16"/>
                  </a:lnTo>
                  <a:lnTo>
                    <a:pt x="488" y="31"/>
                  </a:lnTo>
                  <a:lnTo>
                    <a:pt x="443" y="62"/>
                  </a:lnTo>
                  <a:lnTo>
                    <a:pt x="427" y="93"/>
                  </a:lnTo>
                  <a:lnTo>
                    <a:pt x="443" y="123"/>
                  </a:lnTo>
                  <a:lnTo>
                    <a:pt x="473" y="138"/>
                  </a:lnTo>
                  <a:lnTo>
                    <a:pt x="534" y="169"/>
                  </a:lnTo>
                  <a:lnTo>
                    <a:pt x="672" y="169"/>
                  </a:lnTo>
                  <a:lnTo>
                    <a:pt x="748" y="138"/>
                  </a:lnTo>
                  <a:lnTo>
                    <a:pt x="794" y="123"/>
                  </a:lnTo>
                  <a:lnTo>
                    <a:pt x="809" y="93"/>
                  </a:lnTo>
                  <a:lnTo>
                    <a:pt x="794" y="62"/>
                  </a:lnTo>
                  <a:lnTo>
                    <a:pt x="748" y="31"/>
                  </a:lnTo>
                  <a:lnTo>
                    <a:pt x="687" y="16"/>
                  </a:lnTo>
                  <a:lnTo>
                    <a:pt x="626" y="1"/>
                  </a:lnTo>
                  <a:close/>
                  <a:moveTo>
                    <a:pt x="61" y="62"/>
                  </a:moveTo>
                  <a:lnTo>
                    <a:pt x="46" y="77"/>
                  </a:lnTo>
                  <a:lnTo>
                    <a:pt x="46" y="93"/>
                  </a:lnTo>
                  <a:lnTo>
                    <a:pt x="61" y="93"/>
                  </a:lnTo>
                  <a:lnTo>
                    <a:pt x="702" y="321"/>
                  </a:lnTo>
                  <a:lnTo>
                    <a:pt x="717" y="321"/>
                  </a:lnTo>
                  <a:lnTo>
                    <a:pt x="748" y="306"/>
                  </a:lnTo>
                  <a:lnTo>
                    <a:pt x="763" y="306"/>
                  </a:lnTo>
                  <a:lnTo>
                    <a:pt x="763" y="291"/>
                  </a:lnTo>
                  <a:lnTo>
                    <a:pt x="748" y="276"/>
                  </a:lnTo>
                  <a:lnTo>
                    <a:pt x="122" y="62"/>
                  </a:lnTo>
                  <a:close/>
                  <a:moveTo>
                    <a:pt x="275" y="260"/>
                  </a:moveTo>
                  <a:lnTo>
                    <a:pt x="305" y="276"/>
                  </a:lnTo>
                  <a:lnTo>
                    <a:pt x="305" y="291"/>
                  </a:lnTo>
                  <a:lnTo>
                    <a:pt x="290" y="306"/>
                  </a:lnTo>
                  <a:lnTo>
                    <a:pt x="275" y="321"/>
                  </a:lnTo>
                  <a:lnTo>
                    <a:pt x="198" y="337"/>
                  </a:lnTo>
                  <a:lnTo>
                    <a:pt x="122" y="321"/>
                  </a:lnTo>
                  <a:lnTo>
                    <a:pt x="92" y="306"/>
                  </a:lnTo>
                  <a:lnTo>
                    <a:pt x="92" y="291"/>
                  </a:lnTo>
                  <a:lnTo>
                    <a:pt x="107" y="276"/>
                  </a:lnTo>
                  <a:lnTo>
                    <a:pt x="122" y="260"/>
                  </a:lnTo>
                  <a:close/>
                  <a:moveTo>
                    <a:pt x="137" y="215"/>
                  </a:moveTo>
                  <a:lnTo>
                    <a:pt x="61" y="230"/>
                  </a:lnTo>
                  <a:lnTo>
                    <a:pt x="15" y="260"/>
                  </a:lnTo>
                  <a:lnTo>
                    <a:pt x="0" y="291"/>
                  </a:lnTo>
                  <a:lnTo>
                    <a:pt x="15" y="321"/>
                  </a:lnTo>
                  <a:lnTo>
                    <a:pt x="61" y="352"/>
                  </a:lnTo>
                  <a:lnTo>
                    <a:pt x="107" y="367"/>
                  </a:lnTo>
                  <a:lnTo>
                    <a:pt x="260" y="367"/>
                  </a:lnTo>
                  <a:lnTo>
                    <a:pt x="321" y="352"/>
                  </a:lnTo>
                  <a:lnTo>
                    <a:pt x="366" y="321"/>
                  </a:lnTo>
                  <a:lnTo>
                    <a:pt x="397" y="291"/>
                  </a:lnTo>
                  <a:lnTo>
                    <a:pt x="382" y="260"/>
                  </a:lnTo>
                  <a:lnTo>
                    <a:pt x="336" y="230"/>
                  </a:lnTo>
                  <a:lnTo>
                    <a:pt x="275" y="215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4" name="Google Shape;5714;p63"/>
            <p:cNvSpPr/>
            <p:nvPr/>
          </p:nvSpPr>
          <p:spPr>
            <a:xfrm>
              <a:off x="704325" y="3729625"/>
              <a:ext cx="17175" cy="7650"/>
            </a:xfrm>
            <a:custGeom>
              <a:avLst/>
              <a:gdLst/>
              <a:ahLst/>
              <a:cxnLst/>
              <a:rect l="l" t="t" r="r" b="b"/>
              <a:pathLst>
                <a:path w="687" h="306" extrusionOk="0">
                  <a:moveTo>
                    <a:pt x="107" y="0"/>
                  </a:moveTo>
                  <a:lnTo>
                    <a:pt x="46" y="46"/>
                  </a:lnTo>
                  <a:lnTo>
                    <a:pt x="0" y="122"/>
                  </a:lnTo>
                  <a:lnTo>
                    <a:pt x="0" y="153"/>
                  </a:lnTo>
                  <a:lnTo>
                    <a:pt x="15" y="183"/>
                  </a:lnTo>
                  <a:lnTo>
                    <a:pt x="46" y="214"/>
                  </a:lnTo>
                  <a:lnTo>
                    <a:pt x="76" y="244"/>
                  </a:lnTo>
                  <a:lnTo>
                    <a:pt x="183" y="290"/>
                  </a:lnTo>
                  <a:lnTo>
                    <a:pt x="321" y="305"/>
                  </a:lnTo>
                  <a:lnTo>
                    <a:pt x="458" y="290"/>
                  </a:lnTo>
                  <a:lnTo>
                    <a:pt x="580" y="244"/>
                  </a:lnTo>
                  <a:lnTo>
                    <a:pt x="626" y="214"/>
                  </a:lnTo>
                  <a:lnTo>
                    <a:pt x="656" y="183"/>
                  </a:lnTo>
                  <a:lnTo>
                    <a:pt x="687" y="153"/>
                  </a:lnTo>
                  <a:lnTo>
                    <a:pt x="687" y="122"/>
                  </a:lnTo>
                  <a:lnTo>
                    <a:pt x="687" y="76"/>
                  </a:lnTo>
                  <a:lnTo>
                    <a:pt x="672" y="46"/>
                  </a:lnTo>
                  <a:lnTo>
                    <a:pt x="656" y="31"/>
                  </a:lnTo>
                  <a:lnTo>
                    <a:pt x="626" y="0"/>
                  </a:lnTo>
                  <a:lnTo>
                    <a:pt x="565" y="0"/>
                  </a:lnTo>
                  <a:lnTo>
                    <a:pt x="534" y="15"/>
                  </a:lnTo>
                  <a:lnTo>
                    <a:pt x="550" y="46"/>
                  </a:lnTo>
                  <a:lnTo>
                    <a:pt x="580" y="76"/>
                  </a:lnTo>
                  <a:lnTo>
                    <a:pt x="580" y="122"/>
                  </a:lnTo>
                  <a:lnTo>
                    <a:pt x="550" y="168"/>
                  </a:lnTo>
                  <a:lnTo>
                    <a:pt x="504" y="214"/>
                  </a:lnTo>
                  <a:lnTo>
                    <a:pt x="412" y="229"/>
                  </a:lnTo>
                  <a:lnTo>
                    <a:pt x="321" y="244"/>
                  </a:lnTo>
                  <a:lnTo>
                    <a:pt x="244" y="229"/>
                  </a:lnTo>
                  <a:lnTo>
                    <a:pt x="168" y="214"/>
                  </a:lnTo>
                  <a:lnTo>
                    <a:pt x="137" y="198"/>
                  </a:lnTo>
                  <a:lnTo>
                    <a:pt x="122" y="168"/>
                  </a:lnTo>
                  <a:lnTo>
                    <a:pt x="107" y="153"/>
                  </a:lnTo>
                  <a:lnTo>
                    <a:pt x="107" y="122"/>
                  </a:lnTo>
                  <a:lnTo>
                    <a:pt x="137" y="76"/>
                  </a:lnTo>
                  <a:lnTo>
                    <a:pt x="183" y="46"/>
                  </a:lnTo>
                  <a:lnTo>
                    <a:pt x="199" y="15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5" name="Google Shape;5715;p63"/>
            <p:cNvSpPr/>
            <p:nvPr/>
          </p:nvSpPr>
          <p:spPr>
            <a:xfrm>
              <a:off x="705850" y="3721975"/>
              <a:ext cx="17950" cy="5375"/>
            </a:xfrm>
            <a:custGeom>
              <a:avLst/>
              <a:gdLst/>
              <a:ahLst/>
              <a:cxnLst/>
              <a:rect l="l" t="t" r="r" b="b"/>
              <a:pathLst>
                <a:path w="718" h="215" extrusionOk="0">
                  <a:moveTo>
                    <a:pt x="46" y="1"/>
                  </a:moveTo>
                  <a:lnTo>
                    <a:pt x="31" y="16"/>
                  </a:lnTo>
                  <a:lnTo>
                    <a:pt x="0" y="184"/>
                  </a:lnTo>
                  <a:lnTo>
                    <a:pt x="15" y="199"/>
                  </a:lnTo>
                  <a:lnTo>
                    <a:pt x="46" y="214"/>
                  </a:lnTo>
                  <a:lnTo>
                    <a:pt x="611" y="214"/>
                  </a:lnTo>
                  <a:lnTo>
                    <a:pt x="656" y="199"/>
                  </a:lnTo>
                  <a:lnTo>
                    <a:pt x="687" y="184"/>
                  </a:lnTo>
                  <a:lnTo>
                    <a:pt x="717" y="16"/>
                  </a:lnTo>
                  <a:lnTo>
                    <a:pt x="702" y="1"/>
                  </a:lnTo>
                  <a:lnTo>
                    <a:pt x="626" y="1"/>
                  </a:lnTo>
                  <a:lnTo>
                    <a:pt x="611" y="16"/>
                  </a:lnTo>
                  <a:lnTo>
                    <a:pt x="580" y="153"/>
                  </a:lnTo>
                  <a:lnTo>
                    <a:pt x="412" y="153"/>
                  </a:lnTo>
                  <a:lnTo>
                    <a:pt x="427" y="47"/>
                  </a:lnTo>
                  <a:lnTo>
                    <a:pt x="412" y="16"/>
                  </a:lnTo>
                  <a:lnTo>
                    <a:pt x="336" y="16"/>
                  </a:lnTo>
                  <a:lnTo>
                    <a:pt x="321" y="47"/>
                  </a:lnTo>
                  <a:lnTo>
                    <a:pt x="305" y="153"/>
                  </a:lnTo>
                  <a:lnTo>
                    <a:pt x="122" y="153"/>
                  </a:lnTo>
                  <a:lnTo>
                    <a:pt x="138" y="16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6" name="Google Shape;5716;p63"/>
            <p:cNvSpPr/>
            <p:nvPr/>
          </p:nvSpPr>
          <p:spPr>
            <a:xfrm>
              <a:off x="711175" y="3692600"/>
              <a:ext cx="16050" cy="7650"/>
            </a:xfrm>
            <a:custGeom>
              <a:avLst/>
              <a:gdLst/>
              <a:ahLst/>
              <a:cxnLst/>
              <a:rect l="l" t="t" r="r" b="b"/>
              <a:pathLst>
                <a:path w="642" h="306" extrusionOk="0">
                  <a:moveTo>
                    <a:pt x="123" y="1"/>
                  </a:moveTo>
                  <a:lnTo>
                    <a:pt x="92" y="16"/>
                  </a:lnTo>
                  <a:lnTo>
                    <a:pt x="31" y="62"/>
                  </a:lnTo>
                  <a:lnTo>
                    <a:pt x="1" y="123"/>
                  </a:lnTo>
                  <a:lnTo>
                    <a:pt x="1" y="169"/>
                  </a:lnTo>
                  <a:lnTo>
                    <a:pt x="16" y="199"/>
                  </a:lnTo>
                  <a:lnTo>
                    <a:pt x="31" y="230"/>
                  </a:lnTo>
                  <a:lnTo>
                    <a:pt x="77" y="260"/>
                  </a:lnTo>
                  <a:lnTo>
                    <a:pt x="169" y="291"/>
                  </a:lnTo>
                  <a:lnTo>
                    <a:pt x="291" y="306"/>
                  </a:lnTo>
                  <a:lnTo>
                    <a:pt x="428" y="291"/>
                  </a:lnTo>
                  <a:lnTo>
                    <a:pt x="535" y="260"/>
                  </a:lnTo>
                  <a:lnTo>
                    <a:pt x="611" y="199"/>
                  </a:lnTo>
                  <a:lnTo>
                    <a:pt x="627" y="169"/>
                  </a:lnTo>
                  <a:lnTo>
                    <a:pt x="642" y="123"/>
                  </a:lnTo>
                  <a:lnTo>
                    <a:pt x="627" y="62"/>
                  </a:lnTo>
                  <a:lnTo>
                    <a:pt x="596" y="16"/>
                  </a:lnTo>
                  <a:lnTo>
                    <a:pt x="550" y="1"/>
                  </a:lnTo>
                  <a:lnTo>
                    <a:pt x="520" y="16"/>
                  </a:lnTo>
                  <a:lnTo>
                    <a:pt x="504" y="31"/>
                  </a:lnTo>
                  <a:lnTo>
                    <a:pt x="504" y="47"/>
                  </a:lnTo>
                  <a:lnTo>
                    <a:pt x="535" y="92"/>
                  </a:lnTo>
                  <a:lnTo>
                    <a:pt x="535" y="138"/>
                  </a:lnTo>
                  <a:lnTo>
                    <a:pt x="504" y="184"/>
                  </a:lnTo>
                  <a:lnTo>
                    <a:pt x="459" y="214"/>
                  </a:lnTo>
                  <a:lnTo>
                    <a:pt x="382" y="245"/>
                  </a:lnTo>
                  <a:lnTo>
                    <a:pt x="306" y="260"/>
                  </a:lnTo>
                  <a:lnTo>
                    <a:pt x="214" y="245"/>
                  </a:lnTo>
                  <a:lnTo>
                    <a:pt x="153" y="214"/>
                  </a:lnTo>
                  <a:lnTo>
                    <a:pt x="108" y="184"/>
                  </a:lnTo>
                  <a:lnTo>
                    <a:pt x="92" y="138"/>
                  </a:lnTo>
                  <a:lnTo>
                    <a:pt x="123" y="92"/>
                  </a:lnTo>
                  <a:lnTo>
                    <a:pt x="169" y="47"/>
                  </a:lnTo>
                  <a:lnTo>
                    <a:pt x="184" y="31"/>
                  </a:lnTo>
                  <a:lnTo>
                    <a:pt x="169" y="16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7" name="Google Shape;5717;p63"/>
            <p:cNvSpPr/>
            <p:nvPr/>
          </p:nvSpPr>
          <p:spPr>
            <a:xfrm>
              <a:off x="768025" y="3793325"/>
              <a:ext cx="18725" cy="5375"/>
            </a:xfrm>
            <a:custGeom>
              <a:avLst/>
              <a:gdLst/>
              <a:ahLst/>
              <a:cxnLst/>
              <a:rect l="l" t="t" r="r" b="b"/>
              <a:pathLst>
                <a:path w="749" h="215" extrusionOk="0">
                  <a:moveTo>
                    <a:pt x="92" y="1"/>
                  </a:moveTo>
                  <a:lnTo>
                    <a:pt x="92" y="16"/>
                  </a:lnTo>
                  <a:lnTo>
                    <a:pt x="31" y="16"/>
                  </a:lnTo>
                  <a:lnTo>
                    <a:pt x="16" y="31"/>
                  </a:lnTo>
                  <a:lnTo>
                    <a:pt x="1" y="199"/>
                  </a:lnTo>
                  <a:lnTo>
                    <a:pt x="16" y="214"/>
                  </a:lnTo>
                  <a:lnTo>
                    <a:pt x="107" y="214"/>
                  </a:lnTo>
                  <a:lnTo>
                    <a:pt x="123" y="199"/>
                  </a:lnTo>
                  <a:lnTo>
                    <a:pt x="123" y="62"/>
                  </a:lnTo>
                  <a:lnTo>
                    <a:pt x="672" y="168"/>
                  </a:lnTo>
                  <a:lnTo>
                    <a:pt x="703" y="168"/>
                  </a:lnTo>
                  <a:lnTo>
                    <a:pt x="748" y="153"/>
                  </a:lnTo>
                  <a:lnTo>
                    <a:pt x="733" y="138"/>
                  </a:lnTo>
                  <a:lnTo>
                    <a:pt x="718" y="123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8" name="Google Shape;5718;p63"/>
            <p:cNvSpPr/>
            <p:nvPr/>
          </p:nvSpPr>
          <p:spPr>
            <a:xfrm>
              <a:off x="770325" y="3760125"/>
              <a:ext cx="17575" cy="5750"/>
            </a:xfrm>
            <a:custGeom>
              <a:avLst/>
              <a:gdLst/>
              <a:ahLst/>
              <a:cxnLst/>
              <a:rect l="l" t="t" r="r" b="b"/>
              <a:pathLst>
                <a:path w="703" h="230" extrusionOk="0">
                  <a:moveTo>
                    <a:pt x="214" y="92"/>
                  </a:moveTo>
                  <a:lnTo>
                    <a:pt x="229" y="123"/>
                  </a:lnTo>
                  <a:lnTo>
                    <a:pt x="199" y="138"/>
                  </a:lnTo>
                  <a:lnTo>
                    <a:pt x="168" y="153"/>
                  </a:lnTo>
                  <a:lnTo>
                    <a:pt x="168" y="138"/>
                  </a:lnTo>
                  <a:lnTo>
                    <a:pt x="122" y="138"/>
                  </a:lnTo>
                  <a:lnTo>
                    <a:pt x="107" y="123"/>
                  </a:lnTo>
                  <a:lnTo>
                    <a:pt x="122" y="92"/>
                  </a:lnTo>
                  <a:close/>
                  <a:moveTo>
                    <a:pt x="519" y="62"/>
                  </a:moveTo>
                  <a:lnTo>
                    <a:pt x="565" y="77"/>
                  </a:lnTo>
                  <a:lnTo>
                    <a:pt x="595" y="92"/>
                  </a:lnTo>
                  <a:lnTo>
                    <a:pt x="595" y="123"/>
                  </a:lnTo>
                  <a:lnTo>
                    <a:pt x="580" y="138"/>
                  </a:lnTo>
                  <a:lnTo>
                    <a:pt x="565" y="169"/>
                  </a:lnTo>
                  <a:lnTo>
                    <a:pt x="519" y="184"/>
                  </a:lnTo>
                  <a:lnTo>
                    <a:pt x="412" y="184"/>
                  </a:lnTo>
                  <a:lnTo>
                    <a:pt x="366" y="169"/>
                  </a:lnTo>
                  <a:lnTo>
                    <a:pt x="351" y="138"/>
                  </a:lnTo>
                  <a:lnTo>
                    <a:pt x="336" y="123"/>
                  </a:lnTo>
                  <a:lnTo>
                    <a:pt x="351" y="92"/>
                  </a:lnTo>
                  <a:lnTo>
                    <a:pt x="382" y="77"/>
                  </a:lnTo>
                  <a:lnTo>
                    <a:pt x="412" y="62"/>
                  </a:lnTo>
                  <a:close/>
                  <a:moveTo>
                    <a:pt x="473" y="1"/>
                  </a:moveTo>
                  <a:lnTo>
                    <a:pt x="366" y="16"/>
                  </a:lnTo>
                  <a:lnTo>
                    <a:pt x="275" y="62"/>
                  </a:lnTo>
                  <a:lnTo>
                    <a:pt x="214" y="47"/>
                  </a:lnTo>
                  <a:lnTo>
                    <a:pt x="168" y="31"/>
                  </a:lnTo>
                  <a:lnTo>
                    <a:pt x="107" y="47"/>
                  </a:lnTo>
                  <a:lnTo>
                    <a:pt x="46" y="62"/>
                  </a:lnTo>
                  <a:lnTo>
                    <a:pt x="15" y="92"/>
                  </a:lnTo>
                  <a:lnTo>
                    <a:pt x="0" y="123"/>
                  </a:lnTo>
                  <a:lnTo>
                    <a:pt x="15" y="153"/>
                  </a:lnTo>
                  <a:lnTo>
                    <a:pt x="46" y="169"/>
                  </a:lnTo>
                  <a:lnTo>
                    <a:pt x="92" y="199"/>
                  </a:lnTo>
                  <a:lnTo>
                    <a:pt x="214" y="199"/>
                  </a:lnTo>
                  <a:lnTo>
                    <a:pt x="260" y="184"/>
                  </a:lnTo>
                  <a:lnTo>
                    <a:pt x="351" y="230"/>
                  </a:lnTo>
                  <a:lnTo>
                    <a:pt x="550" y="230"/>
                  </a:lnTo>
                  <a:lnTo>
                    <a:pt x="626" y="199"/>
                  </a:lnTo>
                  <a:lnTo>
                    <a:pt x="687" y="169"/>
                  </a:lnTo>
                  <a:lnTo>
                    <a:pt x="702" y="123"/>
                  </a:lnTo>
                  <a:lnTo>
                    <a:pt x="702" y="92"/>
                  </a:lnTo>
                  <a:lnTo>
                    <a:pt x="687" y="77"/>
                  </a:lnTo>
                  <a:lnTo>
                    <a:pt x="641" y="31"/>
                  </a:lnTo>
                  <a:lnTo>
                    <a:pt x="565" y="1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9" name="Google Shape;5719;p63"/>
            <p:cNvSpPr/>
            <p:nvPr/>
          </p:nvSpPr>
          <p:spPr>
            <a:xfrm>
              <a:off x="772600" y="3726950"/>
              <a:ext cx="16425" cy="5750"/>
            </a:xfrm>
            <a:custGeom>
              <a:avLst/>
              <a:gdLst/>
              <a:ahLst/>
              <a:cxnLst/>
              <a:rect l="l" t="t" r="r" b="b"/>
              <a:pathLst>
                <a:path w="657" h="230" extrusionOk="0">
                  <a:moveTo>
                    <a:pt x="230" y="46"/>
                  </a:moveTo>
                  <a:lnTo>
                    <a:pt x="275" y="61"/>
                  </a:lnTo>
                  <a:lnTo>
                    <a:pt x="321" y="61"/>
                  </a:lnTo>
                  <a:lnTo>
                    <a:pt x="336" y="92"/>
                  </a:lnTo>
                  <a:lnTo>
                    <a:pt x="352" y="107"/>
                  </a:lnTo>
                  <a:lnTo>
                    <a:pt x="336" y="138"/>
                  </a:lnTo>
                  <a:lnTo>
                    <a:pt x="306" y="153"/>
                  </a:lnTo>
                  <a:lnTo>
                    <a:pt x="275" y="168"/>
                  </a:lnTo>
                  <a:lnTo>
                    <a:pt x="214" y="183"/>
                  </a:lnTo>
                  <a:lnTo>
                    <a:pt x="169" y="168"/>
                  </a:lnTo>
                  <a:lnTo>
                    <a:pt x="138" y="153"/>
                  </a:lnTo>
                  <a:lnTo>
                    <a:pt x="108" y="138"/>
                  </a:lnTo>
                  <a:lnTo>
                    <a:pt x="92" y="107"/>
                  </a:lnTo>
                  <a:lnTo>
                    <a:pt x="108" y="92"/>
                  </a:lnTo>
                  <a:lnTo>
                    <a:pt x="138" y="77"/>
                  </a:lnTo>
                  <a:lnTo>
                    <a:pt x="184" y="61"/>
                  </a:lnTo>
                  <a:lnTo>
                    <a:pt x="230" y="46"/>
                  </a:lnTo>
                  <a:close/>
                  <a:moveTo>
                    <a:pt x="214" y="0"/>
                  </a:moveTo>
                  <a:lnTo>
                    <a:pt x="123" y="15"/>
                  </a:lnTo>
                  <a:lnTo>
                    <a:pt x="62" y="31"/>
                  </a:lnTo>
                  <a:lnTo>
                    <a:pt x="16" y="61"/>
                  </a:lnTo>
                  <a:lnTo>
                    <a:pt x="1" y="107"/>
                  </a:lnTo>
                  <a:lnTo>
                    <a:pt x="1" y="138"/>
                  </a:lnTo>
                  <a:lnTo>
                    <a:pt x="16" y="153"/>
                  </a:lnTo>
                  <a:lnTo>
                    <a:pt x="62" y="199"/>
                  </a:lnTo>
                  <a:lnTo>
                    <a:pt x="123" y="229"/>
                  </a:lnTo>
                  <a:lnTo>
                    <a:pt x="306" y="229"/>
                  </a:lnTo>
                  <a:lnTo>
                    <a:pt x="382" y="199"/>
                  </a:lnTo>
                  <a:lnTo>
                    <a:pt x="443" y="168"/>
                  </a:lnTo>
                  <a:lnTo>
                    <a:pt x="459" y="122"/>
                  </a:lnTo>
                  <a:lnTo>
                    <a:pt x="443" y="77"/>
                  </a:lnTo>
                  <a:lnTo>
                    <a:pt x="459" y="77"/>
                  </a:lnTo>
                  <a:lnTo>
                    <a:pt x="535" y="107"/>
                  </a:lnTo>
                  <a:lnTo>
                    <a:pt x="550" y="122"/>
                  </a:lnTo>
                  <a:lnTo>
                    <a:pt x="550" y="153"/>
                  </a:lnTo>
                  <a:lnTo>
                    <a:pt x="565" y="168"/>
                  </a:lnTo>
                  <a:lnTo>
                    <a:pt x="611" y="183"/>
                  </a:lnTo>
                  <a:lnTo>
                    <a:pt x="642" y="168"/>
                  </a:lnTo>
                  <a:lnTo>
                    <a:pt x="657" y="153"/>
                  </a:lnTo>
                  <a:lnTo>
                    <a:pt x="642" y="107"/>
                  </a:lnTo>
                  <a:lnTo>
                    <a:pt x="626" y="77"/>
                  </a:lnTo>
                  <a:lnTo>
                    <a:pt x="550" y="31"/>
                  </a:lnTo>
                  <a:lnTo>
                    <a:pt x="459" y="15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0" name="Google Shape;5720;p63"/>
            <p:cNvSpPr/>
            <p:nvPr/>
          </p:nvSpPr>
          <p:spPr>
            <a:xfrm>
              <a:off x="781375" y="3693750"/>
              <a:ext cx="2700" cy="5375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62" y="1"/>
                  </a:moveTo>
                  <a:lnTo>
                    <a:pt x="16" y="16"/>
                  </a:lnTo>
                  <a:lnTo>
                    <a:pt x="1" y="31"/>
                  </a:lnTo>
                  <a:lnTo>
                    <a:pt x="1" y="184"/>
                  </a:lnTo>
                  <a:lnTo>
                    <a:pt x="16" y="199"/>
                  </a:lnTo>
                  <a:lnTo>
                    <a:pt x="62" y="214"/>
                  </a:lnTo>
                  <a:lnTo>
                    <a:pt x="92" y="199"/>
                  </a:lnTo>
                  <a:lnTo>
                    <a:pt x="108" y="184"/>
                  </a:lnTo>
                  <a:lnTo>
                    <a:pt x="108" y="31"/>
                  </a:lnTo>
                  <a:lnTo>
                    <a:pt x="92" y="16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1" name="Google Shape;5721;p63"/>
            <p:cNvSpPr/>
            <p:nvPr/>
          </p:nvSpPr>
          <p:spPr>
            <a:xfrm>
              <a:off x="841275" y="3792575"/>
              <a:ext cx="18350" cy="6500"/>
            </a:xfrm>
            <a:custGeom>
              <a:avLst/>
              <a:gdLst/>
              <a:ahLst/>
              <a:cxnLst/>
              <a:rect l="l" t="t" r="r" b="b"/>
              <a:pathLst>
                <a:path w="734" h="260" extrusionOk="0">
                  <a:moveTo>
                    <a:pt x="489" y="92"/>
                  </a:moveTo>
                  <a:lnTo>
                    <a:pt x="489" y="183"/>
                  </a:lnTo>
                  <a:lnTo>
                    <a:pt x="214" y="92"/>
                  </a:lnTo>
                  <a:close/>
                  <a:moveTo>
                    <a:pt x="535" y="0"/>
                  </a:moveTo>
                  <a:lnTo>
                    <a:pt x="504" y="15"/>
                  </a:lnTo>
                  <a:lnTo>
                    <a:pt x="489" y="15"/>
                  </a:lnTo>
                  <a:lnTo>
                    <a:pt x="474" y="46"/>
                  </a:lnTo>
                  <a:lnTo>
                    <a:pt x="474" y="76"/>
                  </a:lnTo>
                  <a:lnTo>
                    <a:pt x="1" y="76"/>
                  </a:lnTo>
                  <a:lnTo>
                    <a:pt x="504" y="259"/>
                  </a:lnTo>
                  <a:lnTo>
                    <a:pt x="596" y="259"/>
                  </a:lnTo>
                  <a:lnTo>
                    <a:pt x="596" y="244"/>
                  </a:lnTo>
                  <a:lnTo>
                    <a:pt x="611" y="244"/>
                  </a:lnTo>
                  <a:lnTo>
                    <a:pt x="596" y="92"/>
                  </a:lnTo>
                  <a:lnTo>
                    <a:pt x="672" y="92"/>
                  </a:lnTo>
                  <a:lnTo>
                    <a:pt x="718" y="76"/>
                  </a:lnTo>
                  <a:lnTo>
                    <a:pt x="733" y="61"/>
                  </a:lnTo>
                  <a:lnTo>
                    <a:pt x="718" y="46"/>
                  </a:lnTo>
                  <a:lnTo>
                    <a:pt x="672" y="31"/>
                  </a:lnTo>
                  <a:lnTo>
                    <a:pt x="596" y="31"/>
                  </a:lnTo>
                  <a:lnTo>
                    <a:pt x="565" y="15"/>
                  </a:lnTo>
                  <a:lnTo>
                    <a:pt x="5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2" name="Google Shape;5722;p63"/>
            <p:cNvSpPr/>
            <p:nvPr/>
          </p:nvSpPr>
          <p:spPr>
            <a:xfrm>
              <a:off x="840125" y="3760125"/>
              <a:ext cx="17200" cy="5750"/>
            </a:xfrm>
            <a:custGeom>
              <a:avLst/>
              <a:gdLst/>
              <a:ahLst/>
              <a:cxnLst/>
              <a:rect l="l" t="t" r="r" b="b"/>
              <a:pathLst>
                <a:path w="688" h="230" extrusionOk="0">
                  <a:moveTo>
                    <a:pt x="47" y="1"/>
                  </a:moveTo>
                  <a:lnTo>
                    <a:pt x="16" y="16"/>
                  </a:lnTo>
                  <a:lnTo>
                    <a:pt x="1" y="31"/>
                  </a:lnTo>
                  <a:lnTo>
                    <a:pt x="1" y="169"/>
                  </a:lnTo>
                  <a:lnTo>
                    <a:pt x="1" y="184"/>
                  </a:lnTo>
                  <a:lnTo>
                    <a:pt x="31" y="199"/>
                  </a:lnTo>
                  <a:lnTo>
                    <a:pt x="306" y="215"/>
                  </a:lnTo>
                  <a:lnTo>
                    <a:pt x="352" y="215"/>
                  </a:lnTo>
                  <a:lnTo>
                    <a:pt x="367" y="199"/>
                  </a:lnTo>
                  <a:lnTo>
                    <a:pt x="352" y="169"/>
                  </a:lnTo>
                  <a:lnTo>
                    <a:pt x="321" y="153"/>
                  </a:lnTo>
                  <a:lnTo>
                    <a:pt x="306" y="123"/>
                  </a:lnTo>
                  <a:lnTo>
                    <a:pt x="321" y="108"/>
                  </a:lnTo>
                  <a:lnTo>
                    <a:pt x="337" y="77"/>
                  </a:lnTo>
                  <a:lnTo>
                    <a:pt x="382" y="62"/>
                  </a:lnTo>
                  <a:lnTo>
                    <a:pt x="489" y="62"/>
                  </a:lnTo>
                  <a:lnTo>
                    <a:pt x="535" y="77"/>
                  </a:lnTo>
                  <a:lnTo>
                    <a:pt x="565" y="108"/>
                  </a:lnTo>
                  <a:lnTo>
                    <a:pt x="581" y="123"/>
                  </a:lnTo>
                  <a:lnTo>
                    <a:pt x="565" y="153"/>
                  </a:lnTo>
                  <a:lnTo>
                    <a:pt x="535" y="169"/>
                  </a:lnTo>
                  <a:lnTo>
                    <a:pt x="520" y="199"/>
                  </a:lnTo>
                  <a:lnTo>
                    <a:pt x="535" y="215"/>
                  </a:lnTo>
                  <a:lnTo>
                    <a:pt x="581" y="230"/>
                  </a:lnTo>
                  <a:lnTo>
                    <a:pt x="627" y="215"/>
                  </a:lnTo>
                  <a:lnTo>
                    <a:pt x="672" y="169"/>
                  </a:lnTo>
                  <a:lnTo>
                    <a:pt x="688" y="123"/>
                  </a:lnTo>
                  <a:lnTo>
                    <a:pt x="672" y="77"/>
                  </a:lnTo>
                  <a:lnTo>
                    <a:pt x="611" y="47"/>
                  </a:lnTo>
                  <a:lnTo>
                    <a:pt x="520" y="16"/>
                  </a:lnTo>
                  <a:lnTo>
                    <a:pt x="428" y="1"/>
                  </a:lnTo>
                  <a:lnTo>
                    <a:pt x="337" y="16"/>
                  </a:lnTo>
                  <a:lnTo>
                    <a:pt x="245" y="47"/>
                  </a:lnTo>
                  <a:lnTo>
                    <a:pt x="199" y="77"/>
                  </a:lnTo>
                  <a:lnTo>
                    <a:pt x="184" y="108"/>
                  </a:lnTo>
                  <a:lnTo>
                    <a:pt x="199" y="123"/>
                  </a:lnTo>
                  <a:lnTo>
                    <a:pt x="214" y="153"/>
                  </a:lnTo>
                  <a:lnTo>
                    <a:pt x="108" y="153"/>
                  </a:lnTo>
                  <a:lnTo>
                    <a:pt x="108" y="31"/>
                  </a:lnTo>
                  <a:lnTo>
                    <a:pt x="92" y="16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3" name="Google Shape;5723;p63"/>
            <p:cNvSpPr/>
            <p:nvPr/>
          </p:nvSpPr>
          <p:spPr>
            <a:xfrm>
              <a:off x="837850" y="3726950"/>
              <a:ext cx="16800" cy="5750"/>
            </a:xfrm>
            <a:custGeom>
              <a:avLst/>
              <a:gdLst/>
              <a:ahLst/>
              <a:cxnLst/>
              <a:rect l="l" t="t" r="r" b="b"/>
              <a:pathLst>
                <a:path w="672" h="230" extrusionOk="0">
                  <a:moveTo>
                    <a:pt x="428" y="46"/>
                  </a:moveTo>
                  <a:lnTo>
                    <a:pt x="473" y="61"/>
                  </a:lnTo>
                  <a:lnTo>
                    <a:pt x="519" y="61"/>
                  </a:lnTo>
                  <a:lnTo>
                    <a:pt x="550" y="92"/>
                  </a:lnTo>
                  <a:lnTo>
                    <a:pt x="550" y="107"/>
                  </a:lnTo>
                  <a:lnTo>
                    <a:pt x="550" y="138"/>
                  </a:lnTo>
                  <a:lnTo>
                    <a:pt x="519" y="153"/>
                  </a:lnTo>
                  <a:lnTo>
                    <a:pt x="489" y="168"/>
                  </a:lnTo>
                  <a:lnTo>
                    <a:pt x="443" y="183"/>
                  </a:lnTo>
                  <a:lnTo>
                    <a:pt x="382" y="168"/>
                  </a:lnTo>
                  <a:lnTo>
                    <a:pt x="351" y="153"/>
                  </a:lnTo>
                  <a:lnTo>
                    <a:pt x="321" y="138"/>
                  </a:lnTo>
                  <a:lnTo>
                    <a:pt x="305" y="107"/>
                  </a:lnTo>
                  <a:lnTo>
                    <a:pt x="321" y="92"/>
                  </a:lnTo>
                  <a:lnTo>
                    <a:pt x="336" y="77"/>
                  </a:lnTo>
                  <a:lnTo>
                    <a:pt x="382" y="61"/>
                  </a:lnTo>
                  <a:lnTo>
                    <a:pt x="428" y="46"/>
                  </a:lnTo>
                  <a:close/>
                  <a:moveTo>
                    <a:pt x="336" y="0"/>
                  </a:moveTo>
                  <a:lnTo>
                    <a:pt x="275" y="31"/>
                  </a:lnTo>
                  <a:lnTo>
                    <a:pt x="214" y="61"/>
                  </a:lnTo>
                  <a:lnTo>
                    <a:pt x="199" y="107"/>
                  </a:lnTo>
                  <a:lnTo>
                    <a:pt x="214" y="138"/>
                  </a:lnTo>
                  <a:lnTo>
                    <a:pt x="229" y="153"/>
                  </a:lnTo>
                  <a:lnTo>
                    <a:pt x="199" y="153"/>
                  </a:lnTo>
                  <a:lnTo>
                    <a:pt x="138" y="122"/>
                  </a:lnTo>
                  <a:lnTo>
                    <a:pt x="107" y="107"/>
                  </a:lnTo>
                  <a:lnTo>
                    <a:pt x="107" y="77"/>
                  </a:lnTo>
                  <a:lnTo>
                    <a:pt x="77" y="61"/>
                  </a:lnTo>
                  <a:lnTo>
                    <a:pt x="46" y="46"/>
                  </a:lnTo>
                  <a:lnTo>
                    <a:pt x="16" y="61"/>
                  </a:lnTo>
                  <a:lnTo>
                    <a:pt x="0" y="77"/>
                  </a:lnTo>
                  <a:lnTo>
                    <a:pt x="16" y="122"/>
                  </a:lnTo>
                  <a:lnTo>
                    <a:pt x="46" y="153"/>
                  </a:lnTo>
                  <a:lnTo>
                    <a:pt x="122" y="199"/>
                  </a:lnTo>
                  <a:lnTo>
                    <a:pt x="214" y="214"/>
                  </a:lnTo>
                  <a:lnTo>
                    <a:pt x="305" y="229"/>
                  </a:lnTo>
                  <a:lnTo>
                    <a:pt x="473" y="229"/>
                  </a:lnTo>
                  <a:lnTo>
                    <a:pt x="550" y="214"/>
                  </a:lnTo>
                  <a:lnTo>
                    <a:pt x="611" y="199"/>
                  </a:lnTo>
                  <a:lnTo>
                    <a:pt x="656" y="153"/>
                  </a:lnTo>
                  <a:lnTo>
                    <a:pt x="672" y="107"/>
                  </a:lnTo>
                  <a:lnTo>
                    <a:pt x="641" y="61"/>
                  </a:lnTo>
                  <a:lnTo>
                    <a:pt x="595" y="31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4" name="Google Shape;5724;p63"/>
            <p:cNvSpPr/>
            <p:nvPr/>
          </p:nvSpPr>
          <p:spPr>
            <a:xfrm>
              <a:off x="837850" y="3693375"/>
              <a:ext cx="12225" cy="6125"/>
            </a:xfrm>
            <a:custGeom>
              <a:avLst/>
              <a:gdLst/>
              <a:ahLst/>
              <a:cxnLst/>
              <a:rect l="l" t="t" r="r" b="b"/>
              <a:pathLst>
                <a:path w="489" h="245" extrusionOk="0">
                  <a:moveTo>
                    <a:pt x="16" y="92"/>
                  </a:moveTo>
                  <a:lnTo>
                    <a:pt x="0" y="107"/>
                  </a:lnTo>
                  <a:lnTo>
                    <a:pt x="0" y="122"/>
                  </a:lnTo>
                  <a:lnTo>
                    <a:pt x="16" y="138"/>
                  </a:lnTo>
                  <a:lnTo>
                    <a:pt x="61" y="153"/>
                  </a:lnTo>
                  <a:lnTo>
                    <a:pt x="107" y="138"/>
                  </a:lnTo>
                  <a:lnTo>
                    <a:pt x="122" y="122"/>
                  </a:lnTo>
                  <a:lnTo>
                    <a:pt x="107" y="92"/>
                  </a:lnTo>
                  <a:close/>
                  <a:moveTo>
                    <a:pt x="382" y="92"/>
                  </a:moveTo>
                  <a:lnTo>
                    <a:pt x="367" y="107"/>
                  </a:lnTo>
                  <a:lnTo>
                    <a:pt x="367" y="122"/>
                  </a:lnTo>
                  <a:lnTo>
                    <a:pt x="382" y="138"/>
                  </a:lnTo>
                  <a:lnTo>
                    <a:pt x="428" y="153"/>
                  </a:lnTo>
                  <a:lnTo>
                    <a:pt x="473" y="138"/>
                  </a:lnTo>
                  <a:lnTo>
                    <a:pt x="489" y="122"/>
                  </a:lnTo>
                  <a:lnTo>
                    <a:pt x="458" y="92"/>
                  </a:lnTo>
                  <a:close/>
                  <a:moveTo>
                    <a:pt x="214" y="0"/>
                  </a:moveTo>
                  <a:lnTo>
                    <a:pt x="199" y="16"/>
                  </a:lnTo>
                  <a:lnTo>
                    <a:pt x="214" y="214"/>
                  </a:lnTo>
                  <a:lnTo>
                    <a:pt x="229" y="229"/>
                  </a:lnTo>
                  <a:lnTo>
                    <a:pt x="260" y="244"/>
                  </a:lnTo>
                  <a:lnTo>
                    <a:pt x="290" y="229"/>
                  </a:lnTo>
                  <a:lnTo>
                    <a:pt x="305" y="214"/>
                  </a:lnTo>
                  <a:lnTo>
                    <a:pt x="290" y="16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5" name="Google Shape;5725;p63"/>
            <p:cNvSpPr/>
            <p:nvPr/>
          </p:nvSpPr>
          <p:spPr>
            <a:xfrm>
              <a:off x="914150" y="3794850"/>
              <a:ext cx="18725" cy="2700"/>
            </a:xfrm>
            <a:custGeom>
              <a:avLst/>
              <a:gdLst/>
              <a:ahLst/>
              <a:cxnLst/>
              <a:rect l="l" t="t" r="r" b="b"/>
              <a:pathLst>
                <a:path w="749" h="108" extrusionOk="0">
                  <a:moveTo>
                    <a:pt x="61" y="1"/>
                  </a:moveTo>
                  <a:lnTo>
                    <a:pt x="46" y="46"/>
                  </a:lnTo>
                  <a:lnTo>
                    <a:pt x="0" y="46"/>
                  </a:lnTo>
                  <a:lnTo>
                    <a:pt x="92" y="107"/>
                  </a:lnTo>
                  <a:lnTo>
                    <a:pt x="183" y="107"/>
                  </a:lnTo>
                  <a:lnTo>
                    <a:pt x="199" y="92"/>
                  </a:lnTo>
                  <a:lnTo>
                    <a:pt x="199" y="77"/>
                  </a:lnTo>
                  <a:lnTo>
                    <a:pt x="199" y="62"/>
                  </a:lnTo>
                  <a:lnTo>
                    <a:pt x="168" y="46"/>
                  </a:lnTo>
                  <a:lnTo>
                    <a:pt x="733" y="46"/>
                  </a:lnTo>
                  <a:lnTo>
                    <a:pt x="748" y="1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6" name="Google Shape;5726;p63"/>
            <p:cNvSpPr/>
            <p:nvPr/>
          </p:nvSpPr>
          <p:spPr>
            <a:xfrm>
              <a:off x="908800" y="3760125"/>
              <a:ext cx="18350" cy="5750"/>
            </a:xfrm>
            <a:custGeom>
              <a:avLst/>
              <a:gdLst/>
              <a:ahLst/>
              <a:cxnLst/>
              <a:rect l="l" t="t" r="r" b="b"/>
              <a:pathLst>
                <a:path w="734" h="230" extrusionOk="0">
                  <a:moveTo>
                    <a:pt x="153" y="1"/>
                  </a:moveTo>
                  <a:lnTo>
                    <a:pt x="77" y="31"/>
                  </a:lnTo>
                  <a:lnTo>
                    <a:pt x="16" y="77"/>
                  </a:lnTo>
                  <a:lnTo>
                    <a:pt x="1" y="123"/>
                  </a:lnTo>
                  <a:lnTo>
                    <a:pt x="31" y="169"/>
                  </a:lnTo>
                  <a:lnTo>
                    <a:pt x="77" y="199"/>
                  </a:lnTo>
                  <a:lnTo>
                    <a:pt x="108" y="215"/>
                  </a:lnTo>
                  <a:lnTo>
                    <a:pt x="184" y="215"/>
                  </a:lnTo>
                  <a:lnTo>
                    <a:pt x="214" y="199"/>
                  </a:lnTo>
                  <a:lnTo>
                    <a:pt x="184" y="169"/>
                  </a:lnTo>
                  <a:lnTo>
                    <a:pt x="153" y="153"/>
                  </a:lnTo>
                  <a:lnTo>
                    <a:pt x="138" y="138"/>
                  </a:lnTo>
                  <a:lnTo>
                    <a:pt x="123" y="123"/>
                  </a:lnTo>
                  <a:lnTo>
                    <a:pt x="123" y="92"/>
                  </a:lnTo>
                  <a:lnTo>
                    <a:pt x="153" y="77"/>
                  </a:lnTo>
                  <a:lnTo>
                    <a:pt x="199" y="62"/>
                  </a:lnTo>
                  <a:lnTo>
                    <a:pt x="245" y="47"/>
                  </a:lnTo>
                  <a:lnTo>
                    <a:pt x="291" y="62"/>
                  </a:lnTo>
                  <a:lnTo>
                    <a:pt x="336" y="77"/>
                  </a:lnTo>
                  <a:lnTo>
                    <a:pt x="642" y="215"/>
                  </a:lnTo>
                  <a:lnTo>
                    <a:pt x="672" y="230"/>
                  </a:lnTo>
                  <a:lnTo>
                    <a:pt x="718" y="215"/>
                  </a:lnTo>
                  <a:lnTo>
                    <a:pt x="733" y="215"/>
                  </a:lnTo>
                  <a:lnTo>
                    <a:pt x="733" y="199"/>
                  </a:lnTo>
                  <a:lnTo>
                    <a:pt x="703" y="31"/>
                  </a:lnTo>
                  <a:lnTo>
                    <a:pt x="672" y="1"/>
                  </a:lnTo>
                  <a:lnTo>
                    <a:pt x="596" y="1"/>
                  </a:lnTo>
                  <a:lnTo>
                    <a:pt x="565" y="31"/>
                  </a:lnTo>
                  <a:lnTo>
                    <a:pt x="596" y="138"/>
                  </a:lnTo>
                  <a:lnTo>
                    <a:pt x="413" y="47"/>
                  </a:lnTo>
                  <a:lnTo>
                    <a:pt x="321" y="16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7" name="Google Shape;5727;p63"/>
            <p:cNvSpPr/>
            <p:nvPr/>
          </p:nvSpPr>
          <p:spPr>
            <a:xfrm>
              <a:off x="903475" y="3726950"/>
              <a:ext cx="16800" cy="5750"/>
            </a:xfrm>
            <a:custGeom>
              <a:avLst/>
              <a:gdLst/>
              <a:ahLst/>
              <a:cxnLst/>
              <a:rect l="l" t="t" r="r" b="b"/>
              <a:pathLst>
                <a:path w="672" h="230" extrusionOk="0">
                  <a:moveTo>
                    <a:pt x="46" y="0"/>
                  </a:moveTo>
                  <a:lnTo>
                    <a:pt x="15" y="15"/>
                  </a:lnTo>
                  <a:lnTo>
                    <a:pt x="0" y="31"/>
                  </a:lnTo>
                  <a:lnTo>
                    <a:pt x="15" y="183"/>
                  </a:lnTo>
                  <a:lnTo>
                    <a:pt x="31" y="199"/>
                  </a:lnTo>
                  <a:lnTo>
                    <a:pt x="107" y="199"/>
                  </a:lnTo>
                  <a:lnTo>
                    <a:pt x="122" y="183"/>
                  </a:lnTo>
                  <a:lnTo>
                    <a:pt x="107" y="92"/>
                  </a:lnTo>
                  <a:lnTo>
                    <a:pt x="214" y="153"/>
                  </a:lnTo>
                  <a:lnTo>
                    <a:pt x="290" y="153"/>
                  </a:lnTo>
                  <a:lnTo>
                    <a:pt x="305" y="138"/>
                  </a:lnTo>
                  <a:lnTo>
                    <a:pt x="305" y="122"/>
                  </a:lnTo>
                  <a:lnTo>
                    <a:pt x="321" y="107"/>
                  </a:lnTo>
                  <a:lnTo>
                    <a:pt x="336" y="77"/>
                  </a:lnTo>
                  <a:lnTo>
                    <a:pt x="382" y="61"/>
                  </a:lnTo>
                  <a:lnTo>
                    <a:pt x="473" y="61"/>
                  </a:lnTo>
                  <a:lnTo>
                    <a:pt x="519" y="77"/>
                  </a:lnTo>
                  <a:lnTo>
                    <a:pt x="549" y="107"/>
                  </a:lnTo>
                  <a:lnTo>
                    <a:pt x="565" y="122"/>
                  </a:lnTo>
                  <a:lnTo>
                    <a:pt x="565" y="153"/>
                  </a:lnTo>
                  <a:lnTo>
                    <a:pt x="534" y="183"/>
                  </a:lnTo>
                  <a:lnTo>
                    <a:pt x="519" y="199"/>
                  </a:lnTo>
                  <a:lnTo>
                    <a:pt x="534" y="214"/>
                  </a:lnTo>
                  <a:lnTo>
                    <a:pt x="580" y="229"/>
                  </a:lnTo>
                  <a:lnTo>
                    <a:pt x="610" y="214"/>
                  </a:lnTo>
                  <a:lnTo>
                    <a:pt x="656" y="168"/>
                  </a:lnTo>
                  <a:lnTo>
                    <a:pt x="672" y="122"/>
                  </a:lnTo>
                  <a:lnTo>
                    <a:pt x="641" y="77"/>
                  </a:lnTo>
                  <a:lnTo>
                    <a:pt x="580" y="46"/>
                  </a:lnTo>
                  <a:lnTo>
                    <a:pt x="504" y="15"/>
                  </a:lnTo>
                  <a:lnTo>
                    <a:pt x="336" y="15"/>
                  </a:lnTo>
                  <a:lnTo>
                    <a:pt x="259" y="46"/>
                  </a:lnTo>
                  <a:lnTo>
                    <a:pt x="214" y="61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8" name="Google Shape;5728;p63"/>
            <p:cNvSpPr/>
            <p:nvPr/>
          </p:nvSpPr>
          <p:spPr>
            <a:xfrm>
              <a:off x="902700" y="3694125"/>
              <a:ext cx="11475" cy="4600"/>
            </a:xfrm>
            <a:custGeom>
              <a:avLst/>
              <a:gdLst/>
              <a:ahLst/>
              <a:cxnLst/>
              <a:rect l="l" t="t" r="r" b="b"/>
              <a:pathLst>
                <a:path w="459" h="184" extrusionOk="0">
                  <a:moveTo>
                    <a:pt x="31" y="1"/>
                  </a:moveTo>
                  <a:lnTo>
                    <a:pt x="1" y="16"/>
                  </a:lnTo>
                  <a:lnTo>
                    <a:pt x="1" y="31"/>
                  </a:lnTo>
                  <a:lnTo>
                    <a:pt x="16" y="47"/>
                  </a:lnTo>
                  <a:lnTo>
                    <a:pt x="153" y="92"/>
                  </a:lnTo>
                  <a:lnTo>
                    <a:pt x="31" y="153"/>
                  </a:lnTo>
                  <a:lnTo>
                    <a:pt x="16" y="169"/>
                  </a:lnTo>
                  <a:lnTo>
                    <a:pt x="31" y="184"/>
                  </a:lnTo>
                  <a:lnTo>
                    <a:pt x="107" y="184"/>
                  </a:lnTo>
                  <a:lnTo>
                    <a:pt x="229" y="123"/>
                  </a:lnTo>
                  <a:lnTo>
                    <a:pt x="397" y="184"/>
                  </a:lnTo>
                  <a:lnTo>
                    <a:pt x="458" y="184"/>
                  </a:lnTo>
                  <a:lnTo>
                    <a:pt x="458" y="169"/>
                  </a:lnTo>
                  <a:lnTo>
                    <a:pt x="458" y="153"/>
                  </a:lnTo>
                  <a:lnTo>
                    <a:pt x="443" y="153"/>
                  </a:lnTo>
                  <a:lnTo>
                    <a:pt x="306" y="92"/>
                  </a:lnTo>
                  <a:lnTo>
                    <a:pt x="413" y="47"/>
                  </a:lnTo>
                  <a:lnTo>
                    <a:pt x="428" y="31"/>
                  </a:lnTo>
                  <a:lnTo>
                    <a:pt x="428" y="16"/>
                  </a:lnTo>
                  <a:lnTo>
                    <a:pt x="382" y="1"/>
                  </a:lnTo>
                  <a:lnTo>
                    <a:pt x="352" y="16"/>
                  </a:lnTo>
                  <a:lnTo>
                    <a:pt x="214" y="77"/>
                  </a:lnTo>
                  <a:lnTo>
                    <a:pt x="62" y="16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9" name="Google Shape;5729;p63"/>
            <p:cNvSpPr/>
            <p:nvPr/>
          </p:nvSpPr>
          <p:spPr>
            <a:xfrm>
              <a:off x="1002275" y="3794475"/>
              <a:ext cx="4225" cy="1925"/>
            </a:xfrm>
            <a:custGeom>
              <a:avLst/>
              <a:gdLst/>
              <a:ahLst/>
              <a:cxnLst/>
              <a:rect l="l" t="t" r="r" b="b"/>
              <a:pathLst>
                <a:path w="169" h="77" extrusionOk="0">
                  <a:moveTo>
                    <a:pt x="77" y="0"/>
                  </a:moveTo>
                  <a:lnTo>
                    <a:pt x="16" y="16"/>
                  </a:lnTo>
                  <a:lnTo>
                    <a:pt x="0" y="46"/>
                  </a:lnTo>
                  <a:lnTo>
                    <a:pt x="31" y="61"/>
                  </a:lnTo>
                  <a:lnTo>
                    <a:pt x="92" y="77"/>
                  </a:lnTo>
                  <a:lnTo>
                    <a:pt x="153" y="61"/>
                  </a:lnTo>
                  <a:lnTo>
                    <a:pt x="168" y="61"/>
                  </a:lnTo>
                  <a:lnTo>
                    <a:pt x="168" y="46"/>
                  </a:lnTo>
                  <a:lnTo>
                    <a:pt x="138" y="1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0" name="Google Shape;5730;p63"/>
            <p:cNvSpPr/>
            <p:nvPr/>
          </p:nvSpPr>
          <p:spPr>
            <a:xfrm>
              <a:off x="978625" y="3760125"/>
              <a:ext cx="17575" cy="6150"/>
            </a:xfrm>
            <a:custGeom>
              <a:avLst/>
              <a:gdLst/>
              <a:ahLst/>
              <a:cxnLst/>
              <a:rect l="l" t="t" r="r" b="b"/>
              <a:pathLst>
                <a:path w="703" h="246" extrusionOk="0">
                  <a:moveTo>
                    <a:pt x="412" y="62"/>
                  </a:moveTo>
                  <a:lnTo>
                    <a:pt x="504" y="77"/>
                  </a:lnTo>
                  <a:lnTo>
                    <a:pt x="565" y="108"/>
                  </a:lnTo>
                  <a:lnTo>
                    <a:pt x="580" y="123"/>
                  </a:lnTo>
                  <a:lnTo>
                    <a:pt x="565" y="153"/>
                  </a:lnTo>
                  <a:lnTo>
                    <a:pt x="534" y="169"/>
                  </a:lnTo>
                  <a:lnTo>
                    <a:pt x="443" y="184"/>
                  </a:lnTo>
                  <a:lnTo>
                    <a:pt x="351" y="199"/>
                  </a:lnTo>
                  <a:lnTo>
                    <a:pt x="260" y="184"/>
                  </a:lnTo>
                  <a:lnTo>
                    <a:pt x="183" y="169"/>
                  </a:lnTo>
                  <a:lnTo>
                    <a:pt x="122" y="153"/>
                  </a:lnTo>
                  <a:lnTo>
                    <a:pt x="107" y="123"/>
                  </a:lnTo>
                  <a:lnTo>
                    <a:pt x="107" y="108"/>
                  </a:lnTo>
                  <a:lnTo>
                    <a:pt x="153" y="77"/>
                  </a:lnTo>
                  <a:lnTo>
                    <a:pt x="245" y="62"/>
                  </a:lnTo>
                  <a:close/>
                  <a:moveTo>
                    <a:pt x="321" y="1"/>
                  </a:moveTo>
                  <a:lnTo>
                    <a:pt x="199" y="16"/>
                  </a:lnTo>
                  <a:lnTo>
                    <a:pt x="92" y="31"/>
                  </a:lnTo>
                  <a:lnTo>
                    <a:pt x="16" y="77"/>
                  </a:lnTo>
                  <a:lnTo>
                    <a:pt x="0" y="92"/>
                  </a:lnTo>
                  <a:lnTo>
                    <a:pt x="0" y="123"/>
                  </a:lnTo>
                  <a:lnTo>
                    <a:pt x="16" y="153"/>
                  </a:lnTo>
                  <a:lnTo>
                    <a:pt x="46" y="184"/>
                  </a:lnTo>
                  <a:lnTo>
                    <a:pt x="138" y="215"/>
                  </a:lnTo>
                  <a:lnTo>
                    <a:pt x="260" y="245"/>
                  </a:lnTo>
                  <a:lnTo>
                    <a:pt x="504" y="245"/>
                  </a:lnTo>
                  <a:lnTo>
                    <a:pt x="626" y="215"/>
                  </a:lnTo>
                  <a:lnTo>
                    <a:pt x="687" y="169"/>
                  </a:lnTo>
                  <a:lnTo>
                    <a:pt x="702" y="153"/>
                  </a:lnTo>
                  <a:lnTo>
                    <a:pt x="702" y="123"/>
                  </a:lnTo>
                  <a:lnTo>
                    <a:pt x="687" y="92"/>
                  </a:lnTo>
                  <a:lnTo>
                    <a:pt x="657" y="77"/>
                  </a:lnTo>
                  <a:lnTo>
                    <a:pt x="565" y="31"/>
                  </a:lnTo>
                  <a:lnTo>
                    <a:pt x="443" y="16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1" name="Google Shape;5731;p63"/>
            <p:cNvSpPr/>
            <p:nvPr/>
          </p:nvSpPr>
          <p:spPr>
            <a:xfrm>
              <a:off x="974050" y="3726950"/>
              <a:ext cx="8400" cy="5350"/>
            </a:xfrm>
            <a:custGeom>
              <a:avLst/>
              <a:gdLst/>
              <a:ahLst/>
              <a:cxnLst/>
              <a:rect l="l" t="t" r="r" b="b"/>
              <a:pathLst>
                <a:path w="336" h="214" extrusionOk="0">
                  <a:moveTo>
                    <a:pt x="214" y="0"/>
                  </a:moveTo>
                  <a:lnTo>
                    <a:pt x="183" y="15"/>
                  </a:lnTo>
                  <a:lnTo>
                    <a:pt x="168" y="31"/>
                  </a:lnTo>
                  <a:lnTo>
                    <a:pt x="214" y="183"/>
                  </a:lnTo>
                  <a:lnTo>
                    <a:pt x="244" y="199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321" y="199"/>
                  </a:lnTo>
                  <a:lnTo>
                    <a:pt x="336" y="183"/>
                  </a:lnTo>
                  <a:lnTo>
                    <a:pt x="290" y="31"/>
                  </a:lnTo>
                  <a:lnTo>
                    <a:pt x="260" y="15"/>
                  </a:lnTo>
                  <a:lnTo>
                    <a:pt x="214" y="0"/>
                  </a:lnTo>
                  <a:close/>
                  <a:moveTo>
                    <a:pt x="46" y="0"/>
                  </a:moveTo>
                  <a:lnTo>
                    <a:pt x="0" y="15"/>
                  </a:lnTo>
                  <a:lnTo>
                    <a:pt x="0" y="31"/>
                  </a:lnTo>
                  <a:lnTo>
                    <a:pt x="31" y="183"/>
                  </a:lnTo>
                  <a:lnTo>
                    <a:pt x="61" y="199"/>
                  </a:lnTo>
                  <a:lnTo>
                    <a:pt x="107" y="214"/>
                  </a:lnTo>
                  <a:lnTo>
                    <a:pt x="138" y="199"/>
                  </a:lnTo>
                  <a:lnTo>
                    <a:pt x="153" y="183"/>
                  </a:lnTo>
                  <a:lnTo>
                    <a:pt x="107" y="31"/>
                  </a:lnTo>
                  <a:lnTo>
                    <a:pt x="77" y="15"/>
                  </a:lnTo>
                  <a:lnTo>
                    <a:pt x="46" y="0"/>
                  </a:lnTo>
                  <a:close/>
                  <a:moveTo>
                    <a:pt x="283" y="211"/>
                  </a:moveTo>
                  <a:lnTo>
                    <a:pt x="275" y="214"/>
                  </a:lnTo>
                  <a:lnTo>
                    <a:pt x="290" y="214"/>
                  </a:lnTo>
                  <a:lnTo>
                    <a:pt x="283" y="21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2" name="Google Shape;5732;p63"/>
            <p:cNvSpPr/>
            <p:nvPr/>
          </p:nvSpPr>
          <p:spPr>
            <a:xfrm>
              <a:off x="962225" y="3693375"/>
              <a:ext cx="11450" cy="6125"/>
            </a:xfrm>
            <a:custGeom>
              <a:avLst/>
              <a:gdLst/>
              <a:ahLst/>
              <a:cxnLst/>
              <a:rect l="l" t="t" r="r" b="b"/>
              <a:pathLst>
                <a:path w="458" h="245" extrusionOk="0">
                  <a:moveTo>
                    <a:pt x="168" y="0"/>
                  </a:moveTo>
                  <a:lnTo>
                    <a:pt x="153" y="16"/>
                  </a:lnTo>
                  <a:lnTo>
                    <a:pt x="168" y="92"/>
                  </a:lnTo>
                  <a:lnTo>
                    <a:pt x="46" y="92"/>
                  </a:lnTo>
                  <a:lnTo>
                    <a:pt x="15" y="107"/>
                  </a:lnTo>
                  <a:lnTo>
                    <a:pt x="0" y="122"/>
                  </a:lnTo>
                  <a:lnTo>
                    <a:pt x="31" y="138"/>
                  </a:lnTo>
                  <a:lnTo>
                    <a:pt x="61" y="153"/>
                  </a:lnTo>
                  <a:lnTo>
                    <a:pt x="183" y="153"/>
                  </a:lnTo>
                  <a:lnTo>
                    <a:pt x="199" y="214"/>
                  </a:lnTo>
                  <a:lnTo>
                    <a:pt x="229" y="229"/>
                  </a:lnTo>
                  <a:lnTo>
                    <a:pt x="260" y="244"/>
                  </a:lnTo>
                  <a:lnTo>
                    <a:pt x="290" y="229"/>
                  </a:lnTo>
                  <a:lnTo>
                    <a:pt x="305" y="214"/>
                  </a:lnTo>
                  <a:lnTo>
                    <a:pt x="275" y="153"/>
                  </a:lnTo>
                  <a:lnTo>
                    <a:pt x="412" y="153"/>
                  </a:lnTo>
                  <a:lnTo>
                    <a:pt x="443" y="138"/>
                  </a:lnTo>
                  <a:lnTo>
                    <a:pt x="458" y="122"/>
                  </a:lnTo>
                  <a:lnTo>
                    <a:pt x="427" y="92"/>
                  </a:lnTo>
                  <a:lnTo>
                    <a:pt x="275" y="92"/>
                  </a:lnTo>
                  <a:lnTo>
                    <a:pt x="244" y="16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3" name="Google Shape;5733;p63"/>
            <p:cNvSpPr/>
            <p:nvPr/>
          </p:nvSpPr>
          <p:spPr>
            <a:xfrm>
              <a:off x="700500" y="3758600"/>
              <a:ext cx="18725" cy="8425"/>
            </a:xfrm>
            <a:custGeom>
              <a:avLst/>
              <a:gdLst/>
              <a:ahLst/>
              <a:cxnLst/>
              <a:rect l="l" t="t" r="r" b="b"/>
              <a:pathLst>
                <a:path w="749" h="337" extrusionOk="0">
                  <a:moveTo>
                    <a:pt x="46" y="1"/>
                  </a:moveTo>
                  <a:lnTo>
                    <a:pt x="16" y="16"/>
                  </a:lnTo>
                  <a:lnTo>
                    <a:pt x="16" y="31"/>
                  </a:lnTo>
                  <a:lnTo>
                    <a:pt x="1" y="108"/>
                  </a:lnTo>
                  <a:lnTo>
                    <a:pt x="16" y="123"/>
                  </a:lnTo>
                  <a:lnTo>
                    <a:pt x="611" y="230"/>
                  </a:lnTo>
                  <a:lnTo>
                    <a:pt x="565" y="245"/>
                  </a:lnTo>
                  <a:lnTo>
                    <a:pt x="535" y="260"/>
                  </a:lnTo>
                  <a:lnTo>
                    <a:pt x="489" y="276"/>
                  </a:lnTo>
                  <a:lnTo>
                    <a:pt x="443" y="306"/>
                  </a:lnTo>
                  <a:lnTo>
                    <a:pt x="428" y="306"/>
                  </a:lnTo>
                  <a:lnTo>
                    <a:pt x="428" y="321"/>
                  </a:lnTo>
                  <a:lnTo>
                    <a:pt x="428" y="337"/>
                  </a:lnTo>
                  <a:lnTo>
                    <a:pt x="458" y="337"/>
                  </a:lnTo>
                  <a:lnTo>
                    <a:pt x="535" y="321"/>
                  </a:lnTo>
                  <a:lnTo>
                    <a:pt x="718" y="230"/>
                  </a:lnTo>
                  <a:lnTo>
                    <a:pt x="748" y="214"/>
                  </a:lnTo>
                  <a:lnTo>
                    <a:pt x="733" y="199"/>
                  </a:lnTo>
                  <a:lnTo>
                    <a:pt x="703" y="184"/>
                  </a:lnTo>
                  <a:lnTo>
                    <a:pt x="77" y="92"/>
                  </a:lnTo>
                  <a:lnTo>
                    <a:pt x="92" y="16"/>
                  </a:lnTo>
                  <a:lnTo>
                    <a:pt x="77" y="16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4" name="Google Shape;5734;p63"/>
            <p:cNvSpPr/>
            <p:nvPr/>
          </p:nvSpPr>
          <p:spPr>
            <a:xfrm>
              <a:off x="562025" y="3681925"/>
              <a:ext cx="104175" cy="128600"/>
            </a:xfrm>
            <a:custGeom>
              <a:avLst/>
              <a:gdLst/>
              <a:ahLst/>
              <a:cxnLst/>
              <a:rect l="l" t="t" r="r" b="b"/>
              <a:pathLst>
                <a:path w="4167" h="5144" extrusionOk="0">
                  <a:moveTo>
                    <a:pt x="1953" y="1"/>
                  </a:moveTo>
                  <a:lnTo>
                    <a:pt x="0" y="5143"/>
                  </a:lnTo>
                  <a:lnTo>
                    <a:pt x="2762" y="5143"/>
                  </a:lnTo>
                  <a:lnTo>
                    <a:pt x="4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5" name="Google Shape;5735;p63"/>
            <p:cNvSpPr/>
            <p:nvPr/>
          </p:nvSpPr>
          <p:spPr>
            <a:xfrm>
              <a:off x="604750" y="3739925"/>
              <a:ext cx="28625" cy="4975"/>
            </a:xfrm>
            <a:custGeom>
              <a:avLst/>
              <a:gdLst/>
              <a:ahLst/>
              <a:cxnLst/>
              <a:rect l="l" t="t" r="r" b="b"/>
              <a:pathLst>
                <a:path w="1145" h="199" extrusionOk="0">
                  <a:moveTo>
                    <a:pt x="107" y="0"/>
                  </a:moveTo>
                  <a:lnTo>
                    <a:pt x="61" y="76"/>
                  </a:lnTo>
                  <a:lnTo>
                    <a:pt x="0" y="76"/>
                  </a:lnTo>
                  <a:lnTo>
                    <a:pt x="76" y="168"/>
                  </a:lnTo>
                  <a:lnTo>
                    <a:pt x="138" y="198"/>
                  </a:lnTo>
                  <a:lnTo>
                    <a:pt x="199" y="183"/>
                  </a:lnTo>
                  <a:lnTo>
                    <a:pt x="229" y="183"/>
                  </a:lnTo>
                  <a:lnTo>
                    <a:pt x="260" y="153"/>
                  </a:lnTo>
                  <a:lnTo>
                    <a:pt x="260" y="122"/>
                  </a:lnTo>
                  <a:lnTo>
                    <a:pt x="229" y="92"/>
                  </a:lnTo>
                  <a:lnTo>
                    <a:pt x="1038" y="92"/>
                  </a:lnTo>
                  <a:lnTo>
                    <a:pt x="1099" y="76"/>
                  </a:lnTo>
                  <a:lnTo>
                    <a:pt x="1129" y="61"/>
                  </a:lnTo>
                  <a:lnTo>
                    <a:pt x="1145" y="46"/>
                  </a:lnTo>
                  <a:lnTo>
                    <a:pt x="1129" y="31"/>
                  </a:lnTo>
                  <a:lnTo>
                    <a:pt x="1114" y="15"/>
                  </a:lnTo>
                  <a:lnTo>
                    <a:pt x="10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6" name="Google Shape;5736;p63"/>
            <p:cNvSpPr/>
            <p:nvPr/>
          </p:nvSpPr>
          <p:spPr>
            <a:xfrm>
              <a:off x="607425" y="3728100"/>
              <a:ext cx="29400" cy="9550"/>
            </a:xfrm>
            <a:custGeom>
              <a:avLst/>
              <a:gdLst/>
              <a:ahLst/>
              <a:cxnLst/>
              <a:rect l="l" t="t" r="r" b="b"/>
              <a:pathLst>
                <a:path w="1176" h="382" extrusionOk="0">
                  <a:moveTo>
                    <a:pt x="1099" y="0"/>
                  </a:moveTo>
                  <a:lnTo>
                    <a:pt x="1038" y="15"/>
                  </a:lnTo>
                  <a:lnTo>
                    <a:pt x="1007" y="31"/>
                  </a:lnTo>
                  <a:lnTo>
                    <a:pt x="992" y="61"/>
                  </a:lnTo>
                  <a:lnTo>
                    <a:pt x="946" y="229"/>
                  </a:lnTo>
                  <a:lnTo>
                    <a:pt x="717" y="76"/>
                  </a:lnTo>
                  <a:lnTo>
                    <a:pt x="656" y="46"/>
                  </a:lnTo>
                  <a:lnTo>
                    <a:pt x="595" y="31"/>
                  </a:lnTo>
                  <a:lnTo>
                    <a:pt x="534" y="15"/>
                  </a:lnTo>
                  <a:lnTo>
                    <a:pt x="320" y="15"/>
                  </a:lnTo>
                  <a:lnTo>
                    <a:pt x="183" y="61"/>
                  </a:lnTo>
                  <a:lnTo>
                    <a:pt x="122" y="76"/>
                  </a:lnTo>
                  <a:lnTo>
                    <a:pt x="76" y="107"/>
                  </a:lnTo>
                  <a:lnTo>
                    <a:pt x="31" y="153"/>
                  </a:lnTo>
                  <a:lnTo>
                    <a:pt x="0" y="198"/>
                  </a:lnTo>
                  <a:lnTo>
                    <a:pt x="0" y="244"/>
                  </a:lnTo>
                  <a:lnTo>
                    <a:pt x="0" y="275"/>
                  </a:lnTo>
                  <a:lnTo>
                    <a:pt x="31" y="305"/>
                  </a:lnTo>
                  <a:lnTo>
                    <a:pt x="61" y="336"/>
                  </a:lnTo>
                  <a:lnTo>
                    <a:pt x="92" y="366"/>
                  </a:lnTo>
                  <a:lnTo>
                    <a:pt x="153" y="382"/>
                  </a:lnTo>
                  <a:lnTo>
                    <a:pt x="214" y="366"/>
                  </a:lnTo>
                  <a:lnTo>
                    <a:pt x="259" y="336"/>
                  </a:lnTo>
                  <a:lnTo>
                    <a:pt x="259" y="305"/>
                  </a:lnTo>
                  <a:lnTo>
                    <a:pt x="244" y="290"/>
                  </a:lnTo>
                  <a:lnTo>
                    <a:pt x="214" y="275"/>
                  </a:lnTo>
                  <a:lnTo>
                    <a:pt x="183" y="244"/>
                  </a:lnTo>
                  <a:lnTo>
                    <a:pt x="183" y="198"/>
                  </a:lnTo>
                  <a:lnTo>
                    <a:pt x="214" y="153"/>
                  </a:lnTo>
                  <a:lnTo>
                    <a:pt x="275" y="122"/>
                  </a:lnTo>
                  <a:lnTo>
                    <a:pt x="351" y="107"/>
                  </a:lnTo>
                  <a:lnTo>
                    <a:pt x="427" y="92"/>
                  </a:lnTo>
                  <a:lnTo>
                    <a:pt x="504" y="107"/>
                  </a:lnTo>
                  <a:lnTo>
                    <a:pt x="565" y="137"/>
                  </a:lnTo>
                  <a:lnTo>
                    <a:pt x="916" y="366"/>
                  </a:lnTo>
                  <a:lnTo>
                    <a:pt x="977" y="382"/>
                  </a:lnTo>
                  <a:lnTo>
                    <a:pt x="1038" y="366"/>
                  </a:lnTo>
                  <a:lnTo>
                    <a:pt x="1068" y="366"/>
                  </a:lnTo>
                  <a:lnTo>
                    <a:pt x="1084" y="336"/>
                  </a:lnTo>
                  <a:lnTo>
                    <a:pt x="1175" y="46"/>
                  </a:lnTo>
                  <a:lnTo>
                    <a:pt x="1175" y="31"/>
                  </a:lnTo>
                  <a:lnTo>
                    <a:pt x="1160" y="1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7" name="Google Shape;5737;p63"/>
            <p:cNvSpPr/>
            <p:nvPr/>
          </p:nvSpPr>
          <p:spPr>
            <a:xfrm>
              <a:off x="610850" y="3716250"/>
              <a:ext cx="28250" cy="8800"/>
            </a:xfrm>
            <a:custGeom>
              <a:avLst/>
              <a:gdLst/>
              <a:ahLst/>
              <a:cxnLst/>
              <a:rect l="l" t="t" r="r" b="b"/>
              <a:pathLst>
                <a:path w="1130" h="352" extrusionOk="0">
                  <a:moveTo>
                    <a:pt x="183" y="1"/>
                  </a:moveTo>
                  <a:lnTo>
                    <a:pt x="122" y="16"/>
                  </a:lnTo>
                  <a:lnTo>
                    <a:pt x="92" y="31"/>
                  </a:lnTo>
                  <a:lnTo>
                    <a:pt x="92" y="47"/>
                  </a:lnTo>
                  <a:lnTo>
                    <a:pt x="0" y="291"/>
                  </a:lnTo>
                  <a:lnTo>
                    <a:pt x="0" y="306"/>
                  </a:lnTo>
                  <a:lnTo>
                    <a:pt x="16" y="321"/>
                  </a:lnTo>
                  <a:lnTo>
                    <a:pt x="77" y="337"/>
                  </a:lnTo>
                  <a:lnTo>
                    <a:pt x="153" y="321"/>
                  </a:lnTo>
                  <a:lnTo>
                    <a:pt x="168" y="306"/>
                  </a:lnTo>
                  <a:lnTo>
                    <a:pt x="183" y="291"/>
                  </a:lnTo>
                  <a:lnTo>
                    <a:pt x="229" y="154"/>
                  </a:lnTo>
                  <a:lnTo>
                    <a:pt x="367" y="230"/>
                  </a:lnTo>
                  <a:lnTo>
                    <a:pt x="428" y="245"/>
                  </a:lnTo>
                  <a:lnTo>
                    <a:pt x="489" y="230"/>
                  </a:lnTo>
                  <a:lnTo>
                    <a:pt x="519" y="215"/>
                  </a:lnTo>
                  <a:lnTo>
                    <a:pt x="519" y="199"/>
                  </a:lnTo>
                  <a:lnTo>
                    <a:pt x="565" y="154"/>
                  </a:lnTo>
                  <a:lnTo>
                    <a:pt x="611" y="123"/>
                  </a:lnTo>
                  <a:lnTo>
                    <a:pt x="687" y="93"/>
                  </a:lnTo>
                  <a:lnTo>
                    <a:pt x="840" y="93"/>
                  </a:lnTo>
                  <a:lnTo>
                    <a:pt x="916" y="123"/>
                  </a:lnTo>
                  <a:lnTo>
                    <a:pt x="947" y="154"/>
                  </a:lnTo>
                  <a:lnTo>
                    <a:pt x="947" y="199"/>
                  </a:lnTo>
                  <a:lnTo>
                    <a:pt x="916" y="245"/>
                  </a:lnTo>
                  <a:lnTo>
                    <a:pt x="870" y="276"/>
                  </a:lnTo>
                  <a:lnTo>
                    <a:pt x="840" y="291"/>
                  </a:lnTo>
                  <a:lnTo>
                    <a:pt x="824" y="306"/>
                  </a:lnTo>
                  <a:lnTo>
                    <a:pt x="824" y="337"/>
                  </a:lnTo>
                  <a:lnTo>
                    <a:pt x="840" y="352"/>
                  </a:lnTo>
                  <a:lnTo>
                    <a:pt x="977" y="352"/>
                  </a:lnTo>
                  <a:lnTo>
                    <a:pt x="1023" y="321"/>
                  </a:lnTo>
                  <a:lnTo>
                    <a:pt x="1069" y="291"/>
                  </a:lnTo>
                  <a:lnTo>
                    <a:pt x="1099" y="245"/>
                  </a:lnTo>
                  <a:lnTo>
                    <a:pt x="1130" y="199"/>
                  </a:lnTo>
                  <a:lnTo>
                    <a:pt x="1130" y="154"/>
                  </a:lnTo>
                  <a:lnTo>
                    <a:pt x="1114" y="123"/>
                  </a:lnTo>
                  <a:lnTo>
                    <a:pt x="1099" y="77"/>
                  </a:lnTo>
                  <a:lnTo>
                    <a:pt x="1053" y="62"/>
                  </a:lnTo>
                  <a:lnTo>
                    <a:pt x="931" y="16"/>
                  </a:lnTo>
                  <a:lnTo>
                    <a:pt x="809" y="1"/>
                  </a:lnTo>
                  <a:lnTo>
                    <a:pt x="657" y="16"/>
                  </a:lnTo>
                  <a:lnTo>
                    <a:pt x="504" y="62"/>
                  </a:lnTo>
                  <a:lnTo>
                    <a:pt x="412" y="108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8" name="Google Shape;5738;p63"/>
            <p:cNvSpPr/>
            <p:nvPr/>
          </p:nvSpPr>
          <p:spPr>
            <a:xfrm>
              <a:off x="618100" y="3702150"/>
              <a:ext cx="26350" cy="11075"/>
            </a:xfrm>
            <a:custGeom>
              <a:avLst/>
              <a:gdLst/>
              <a:ahLst/>
              <a:cxnLst/>
              <a:rect l="l" t="t" r="r" b="b"/>
              <a:pathLst>
                <a:path w="1054" h="443" extrusionOk="0">
                  <a:moveTo>
                    <a:pt x="657" y="138"/>
                  </a:moveTo>
                  <a:lnTo>
                    <a:pt x="611" y="306"/>
                  </a:lnTo>
                  <a:lnTo>
                    <a:pt x="290" y="138"/>
                  </a:lnTo>
                  <a:close/>
                  <a:moveTo>
                    <a:pt x="763" y="0"/>
                  </a:moveTo>
                  <a:lnTo>
                    <a:pt x="733" y="16"/>
                  </a:lnTo>
                  <a:lnTo>
                    <a:pt x="702" y="61"/>
                  </a:lnTo>
                  <a:lnTo>
                    <a:pt x="657" y="107"/>
                  </a:lnTo>
                  <a:lnTo>
                    <a:pt x="657" y="122"/>
                  </a:lnTo>
                  <a:lnTo>
                    <a:pt x="0" y="122"/>
                  </a:lnTo>
                  <a:lnTo>
                    <a:pt x="611" y="428"/>
                  </a:lnTo>
                  <a:lnTo>
                    <a:pt x="672" y="443"/>
                  </a:lnTo>
                  <a:lnTo>
                    <a:pt x="733" y="428"/>
                  </a:lnTo>
                  <a:lnTo>
                    <a:pt x="748" y="397"/>
                  </a:lnTo>
                  <a:lnTo>
                    <a:pt x="840" y="138"/>
                  </a:lnTo>
                  <a:lnTo>
                    <a:pt x="1007" y="138"/>
                  </a:lnTo>
                  <a:lnTo>
                    <a:pt x="1038" y="122"/>
                  </a:lnTo>
                  <a:lnTo>
                    <a:pt x="1053" y="92"/>
                  </a:lnTo>
                  <a:lnTo>
                    <a:pt x="1053" y="77"/>
                  </a:lnTo>
                  <a:lnTo>
                    <a:pt x="1038" y="61"/>
                  </a:lnTo>
                  <a:lnTo>
                    <a:pt x="855" y="61"/>
                  </a:lnTo>
                  <a:lnTo>
                    <a:pt x="855" y="46"/>
                  </a:lnTo>
                  <a:lnTo>
                    <a:pt x="855" y="31"/>
                  </a:lnTo>
                  <a:lnTo>
                    <a:pt x="840" y="16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9" name="Google Shape;5739;p63"/>
            <p:cNvSpPr/>
            <p:nvPr/>
          </p:nvSpPr>
          <p:spPr>
            <a:xfrm>
              <a:off x="620000" y="3690700"/>
              <a:ext cx="27125" cy="8800"/>
            </a:xfrm>
            <a:custGeom>
              <a:avLst/>
              <a:gdLst/>
              <a:ahLst/>
              <a:cxnLst/>
              <a:rect l="l" t="t" r="r" b="b"/>
              <a:pathLst>
                <a:path w="1085" h="352" extrusionOk="0">
                  <a:moveTo>
                    <a:pt x="184" y="1"/>
                  </a:moveTo>
                  <a:lnTo>
                    <a:pt x="123" y="16"/>
                  </a:lnTo>
                  <a:lnTo>
                    <a:pt x="92" y="16"/>
                  </a:lnTo>
                  <a:lnTo>
                    <a:pt x="92" y="46"/>
                  </a:lnTo>
                  <a:lnTo>
                    <a:pt x="1" y="275"/>
                  </a:lnTo>
                  <a:lnTo>
                    <a:pt x="1" y="306"/>
                  </a:lnTo>
                  <a:lnTo>
                    <a:pt x="31" y="321"/>
                  </a:lnTo>
                  <a:lnTo>
                    <a:pt x="62" y="321"/>
                  </a:lnTo>
                  <a:lnTo>
                    <a:pt x="443" y="351"/>
                  </a:lnTo>
                  <a:lnTo>
                    <a:pt x="489" y="351"/>
                  </a:lnTo>
                  <a:lnTo>
                    <a:pt x="519" y="336"/>
                  </a:lnTo>
                  <a:lnTo>
                    <a:pt x="535" y="321"/>
                  </a:lnTo>
                  <a:lnTo>
                    <a:pt x="550" y="306"/>
                  </a:lnTo>
                  <a:lnTo>
                    <a:pt x="550" y="290"/>
                  </a:lnTo>
                  <a:lnTo>
                    <a:pt x="535" y="275"/>
                  </a:lnTo>
                  <a:lnTo>
                    <a:pt x="504" y="245"/>
                  </a:lnTo>
                  <a:lnTo>
                    <a:pt x="504" y="199"/>
                  </a:lnTo>
                  <a:lnTo>
                    <a:pt x="535" y="153"/>
                  </a:lnTo>
                  <a:lnTo>
                    <a:pt x="596" y="123"/>
                  </a:lnTo>
                  <a:lnTo>
                    <a:pt x="657" y="92"/>
                  </a:lnTo>
                  <a:lnTo>
                    <a:pt x="809" y="92"/>
                  </a:lnTo>
                  <a:lnTo>
                    <a:pt x="870" y="123"/>
                  </a:lnTo>
                  <a:lnTo>
                    <a:pt x="901" y="153"/>
                  </a:lnTo>
                  <a:lnTo>
                    <a:pt x="901" y="199"/>
                  </a:lnTo>
                  <a:lnTo>
                    <a:pt x="870" y="245"/>
                  </a:lnTo>
                  <a:lnTo>
                    <a:pt x="825" y="275"/>
                  </a:lnTo>
                  <a:lnTo>
                    <a:pt x="794" y="290"/>
                  </a:lnTo>
                  <a:lnTo>
                    <a:pt x="794" y="306"/>
                  </a:lnTo>
                  <a:lnTo>
                    <a:pt x="794" y="321"/>
                  </a:lnTo>
                  <a:lnTo>
                    <a:pt x="809" y="336"/>
                  </a:lnTo>
                  <a:lnTo>
                    <a:pt x="870" y="351"/>
                  </a:lnTo>
                  <a:lnTo>
                    <a:pt x="916" y="336"/>
                  </a:lnTo>
                  <a:lnTo>
                    <a:pt x="977" y="321"/>
                  </a:lnTo>
                  <a:lnTo>
                    <a:pt x="1008" y="290"/>
                  </a:lnTo>
                  <a:lnTo>
                    <a:pt x="1054" y="245"/>
                  </a:lnTo>
                  <a:lnTo>
                    <a:pt x="1084" y="199"/>
                  </a:lnTo>
                  <a:lnTo>
                    <a:pt x="1084" y="153"/>
                  </a:lnTo>
                  <a:lnTo>
                    <a:pt x="1069" y="107"/>
                  </a:lnTo>
                  <a:lnTo>
                    <a:pt x="1054" y="77"/>
                  </a:lnTo>
                  <a:lnTo>
                    <a:pt x="1008" y="46"/>
                  </a:lnTo>
                  <a:lnTo>
                    <a:pt x="901" y="1"/>
                  </a:lnTo>
                  <a:lnTo>
                    <a:pt x="764" y="1"/>
                  </a:lnTo>
                  <a:lnTo>
                    <a:pt x="626" y="16"/>
                  </a:lnTo>
                  <a:lnTo>
                    <a:pt x="489" y="46"/>
                  </a:lnTo>
                  <a:lnTo>
                    <a:pt x="443" y="77"/>
                  </a:lnTo>
                  <a:lnTo>
                    <a:pt x="397" y="107"/>
                  </a:lnTo>
                  <a:lnTo>
                    <a:pt x="367" y="153"/>
                  </a:lnTo>
                  <a:lnTo>
                    <a:pt x="336" y="199"/>
                  </a:lnTo>
                  <a:lnTo>
                    <a:pt x="336" y="245"/>
                  </a:lnTo>
                  <a:lnTo>
                    <a:pt x="184" y="245"/>
                  </a:lnTo>
                  <a:lnTo>
                    <a:pt x="260" y="46"/>
                  </a:lnTo>
                  <a:lnTo>
                    <a:pt x="260" y="16"/>
                  </a:lnTo>
                  <a:lnTo>
                    <a:pt x="245" y="16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0" name="Google Shape;5740;p63"/>
            <p:cNvSpPr/>
            <p:nvPr/>
          </p:nvSpPr>
          <p:spPr>
            <a:xfrm>
              <a:off x="1091175" y="2261575"/>
              <a:ext cx="317425" cy="304475"/>
            </a:xfrm>
            <a:custGeom>
              <a:avLst/>
              <a:gdLst/>
              <a:ahLst/>
              <a:cxnLst/>
              <a:rect l="l" t="t" r="r" b="b"/>
              <a:pathLst>
                <a:path w="12697" h="12179" extrusionOk="0">
                  <a:moveTo>
                    <a:pt x="6348" y="0"/>
                  </a:moveTo>
                  <a:lnTo>
                    <a:pt x="6043" y="31"/>
                  </a:lnTo>
                  <a:lnTo>
                    <a:pt x="5753" y="61"/>
                  </a:lnTo>
                  <a:lnTo>
                    <a:pt x="5463" y="107"/>
                  </a:lnTo>
                  <a:lnTo>
                    <a:pt x="5173" y="168"/>
                  </a:lnTo>
                  <a:lnTo>
                    <a:pt x="4883" y="260"/>
                  </a:lnTo>
                  <a:lnTo>
                    <a:pt x="4594" y="351"/>
                  </a:lnTo>
                  <a:lnTo>
                    <a:pt x="4304" y="458"/>
                  </a:lnTo>
                  <a:lnTo>
                    <a:pt x="4014" y="580"/>
                  </a:lnTo>
                  <a:lnTo>
                    <a:pt x="3739" y="718"/>
                  </a:lnTo>
                  <a:lnTo>
                    <a:pt x="3464" y="870"/>
                  </a:lnTo>
                  <a:lnTo>
                    <a:pt x="3205" y="1038"/>
                  </a:lnTo>
                  <a:lnTo>
                    <a:pt x="2961" y="1221"/>
                  </a:lnTo>
                  <a:lnTo>
                    <a:pt x="2716" y="1404"/>
                  </a:lnTo>
                  <a:lnTo>
                    <a:pt x="2488" y="1603"/>
                  </a:lnTo>
                  <a:lnTo>
                    <a:pt x="2274" y="1816"/>
                  </a:lnTo>
                  <a:lnTo>
                    <a:pt x="2060" y="2030"/>
                  </a:lnTo>
                  <a:lnTo>
                    <a:pt x="1877" y="2259"/>
                  </a:lnTo>
                  <a:lnTo>
                    <a:pt x="1694" y="2503"/>
                  </a:lnTo>
                  <a:lnTo>
                    <a:pt x="1526" y="2747"/>
                  </a:lnTo>
                  <a:lnTo>
                    <a:pt x="1374" y="2991"/>
                  </a:lnTo>
                  <a:lnTo>
                    <a:pt x="1236" y="3251"/>
                  </a:lnTo>
                  <a:lnTo>
                    <a:pt x="1099" y="3510"/>
                  </a:lnTo>
                  <a:lnTo>
                    <a:pt x="977" y="3770"/>
                  </a:lnTo>
                  <a:lnTo>
                    <a:pt x="885" y="4044"/>
                  </a:lnTo>
                  <a:lnTo>
                    <a:pt x="794" y="4319"/>
                  </a:lnTo>
                  <a:lnTo>
                    <a:pt x="702" y="4609"/>
                  </a:lnTo>
                  <a:lnTo>
                    <a:pt x="641" y="4899"/>
                  </a:lnTo>
                  <a:lnTo>
                    <a:pt x="595" y="5174"/>
                  </a:lnTo>
                  <a:lnTo>
                    <a:pt x="565" y="5464"/>
                  </a:lnTo>
                  <a:lnTo>
                    <a:pt x="534" y="5769"/>
                  </a:lnTo>
                  <a:lnTo>
                    <a:pt x="519" y="6059"/>
                  </a:lnTo>
                  <a:lnTo>
                    <a:pt x="534" y="6349"/>
                  </a:lnTo>
                  <a:lnTo>
                    <a:pt x="550" y="6639"/>
                  </a:lnTo>
                  <a:lnTo>
                    <a:pt x="580" y="6944"/>
                  </a:lnTo>
                  <a:lnTo>
                    <a:pt x="641" y="7234"/>
                  </a:lnTo>
                  <a:lnTo>
                    <a:pt x="702" y="7524"/>
                  </a:lnTo>
                  <a:lnTo>
                    <a:pt x="778" y="7814"/>
                  </a:lnTo>
                  <a:lnTo>
                    <a:pt x="870" y="8104"/>
                  </a:lnTo>
                  <a:lnTo>
                    <a:pt x="977" y="8394"/>
                  </a:lnTo>
                  <a:lnTo>
                    <a:pt x="1114" y="8684"/>
                  </a:lnTo>
                  <a:lnTo>
                    <a:pt x="1251" y="8958"/>
                  </a:lnTo>
                  <a:lnTo>
                    <a:pt x="0" y="11736"/>
                  </a:lnTo>
                  <a:lnTo>
                    <a:pt x="2991" y="10973"/>
                  </a:lnTo>
                  <a:lnTo>
                    <a:pt x="3190" y="11110"/>
                  </a:lnTo>
                  <a:lnTo>
                    <a:pt x="3403" y="11247"/>
                  </a:lnTo>
                  <a:lnTo>
                    <a:pt x="3602" y="11369"/>
                  </a:lnTo>
                  <a:lnTo>
                    <a:pt x="3815" y="11491"/>
                  </a:lnTo>
                  <a:lnTo>
                    <a:pt x="4044" y="11598"/>
                  </a:lnTo>
                  <a:lnTo>
                    <a:pt x="4258" y="11690"/>
                  </a:lnTo>
                  <a:lnTo>
                    <a:pt x="4487" y="11781"/>
                  </a:lnTo>
                  <a:lnTo>
                    <a:pt x="4716" y="11873"/>
                  </a:lnTo>
                  <a:lnTo>
                    <a:pt x="4944" y="11934"/>
                  </a:lnTo>
                  <a:lnTo>
                    <a:pt x="5173" y="11995"/>
                  </a:lnTo>
                  <a:lnTo>
                    <a:pt x="5418" y="12056"/>
                  </a:lnTo>
                  <a:lnTo>
                    <a:pt x="5646" y="12102"/>
                  </a:lnTo>
                  <a:lnTo>
                    <a:pt x="5891" y="12132"/>
                  </a:lnTo>
                  <a:lnTo>
                    <a:pt x="6135" y="12148"/>
                  </a:lnTo>
                  <a:lnTo>
                    <a:pt x="6379" y="12163"/>
                  </a:lnTo>
                  <a:lnTo>
                    <a:pt x="6623" y="12178"/>
                  </a:lnTo>
                  <a:lnTo>
                    <a:pt x="6928" y="12163"/>
                  </a:lnTo>
                  <a:lnTo>
                    <a:pt x="7249" y="12148"/>
                  </a:lnTo>
                  <a:lnTo>
                    <a:pt x="7554" y="12102"/>
                  </a:lnTo>
                  <a:lnTo>
                    <a:pt x="7844" y="12056"/>
                  </a:lnTo>
                  <a:lnTo>
                    <a:pt x="8149" y="11980"/>
                  </a:lnTo>
                  <a:lnTo>
                    <a:pt x="8424" y="11903"/>
                  </a:lnTo>
                  <a:lnTo>
                    <a:pt x="8714" y="11797"/>
                  </a:lnTo>
                  <a:lnTo>
                    <a:pt x="8988" y="11690"/>
                  </a:lnTo>
                  <a:lnTo>
                    <a:pt x="9263" y="11568"/>
                  </a:lnTo>
                  <a:lnTo>
                    <a:pt x="9523" y="11446"/>
                  </a:lnTo>
                  <a:lnTo>
                    <a:pt x="9782" y="11293"/>
                  </a:lnTo>
                  <a:lnTo>
                    <a:pt x="10026" y="11140"/>
                  </a:lnTo>
                  <a:lnTo>
                    <a:pt x="10255" y="10957"/>
                  </a:lnTo>
                  <a:lnTo>
                    <a:pt x="10484" y="10789"/>
                  </a:lnTo>
                  <a:lnTo>
                    <a:pt x="10713" y="10591"/>
                  </a:lnTo>
                  <a:lnTo>
                    <a:pt x="10927" y="10393"/>
                  </a:lnTo>
                  <a:lnTo>
                    <a:pt x="11125" y="10179"/>
                  </a:lnTo>
                  <a:lnTo>
                    <a:pt x="11308" y="9965"/>
                  </a:lnTo>
                  <a:lnTo>
                    <a:pt x="11491" y="9721"/>
                  </a:lnTo>
                  <a:lnTo>
                    <a:pt x="11659" y="9492"/>
                  </a:lnTo>
                  <a:lnTo>
                    <a:pt x="11827" y="9248"/>
                  </a:lnTo>
                  <a:lnTo>
                    <a:pt x="11964" y="8989"/>
                  </a:lnTo>
                  <a:lnTo>
                    <a:pt x="12102" y="8729"/>
                  </a:lnTo>
                  <a:lnTo>
                    <a:pt x="12224" y="8455"/>
                  </a:lnTo>
                  <a:lnTo>
                    <a:pt x="12330" y="8180"/>
                  </a:lnTo>
                  <a:lnTo>
                    <a:pt x="12422" y="7905"/>
                  </a:lnTo>
                  <a:lnTo>
                    <a:pt x="12514" y="7615"/>
                  </a:lnTo>
                  <a:lnTo>
                    <a:pt x="12575" y="7310"/>
                  </a:lnTo>
                  <a:lnTo>
                    <a:pt x="12636" y="7020"/>
                  </a:lnTo>
                  <a:lnTo>
                    <a:pt x="12666" y="6715"/>
                  </a:lnTo>
                  <a:lnTo>
                    <a:pt x="12697" y="6410"/>
                  </a:lnTo>
                  <a:lnTo>
                    <a:pt x="12697" y="6089"/>
                  </a:lnTo>
                  <a:lnTo>
                    <a:pt x="12681" y="5708"/>
                  </a:lnTo>
                  <a:lnTo>
                    <a:pt x="12651" y="5342"/>
                  </a:lnTo>
                  <a:lnTo>
                    <a:pt x="12590" y="4975"/>
                  </a:lnTo>
                  <a:lnTo>
                    <a:pt x="12514" y="4609"/>
                  </a:lnTo>
                  <a:lnTo>
                    <a:pt x="12407" y="4243"/>
                  </a:lnTo>
                  <a:lnTo>
                    <a:pt x="12285" y="3892"/>
                  </a:lnTo>
                  <a:lnTo>
                    <a:pt x="12147" y="3541"/>
                  </a:lnTo>
                  <a:lnTo>
                    <a:pt x="11980" y="3205"/>
                  </a:lnTo>
                  <a:lnTo>
                    <a:pt x="11812" y="2946"/>
                  </a:lnTo>
                  <a:lnTo>
                    <a:pt x="11659" y="2671"/>
                  </a:lnTo>
                  <a:lnTo>
                    <a:pt x="11476" y="2427"/>
                  </a:lnTo>
                  <a:lnTo>
                    <a:pt x="11278" y="2183"/>
                  </a:lnTo>
                  <a:lnTo>
                    <a:pt x="11079" y="1969"/>
                  </a:lnTo>
                  <a:lnTo>
                    <a:pt x="10881" y="1740"/>
                  </a:lnTo>
                  <a:lnTo>
                    <a:pt x="10667" y="1542"/>
                  </a:lnTo>
                  <a:lnTo>
                    <a:pt x="10438" y="1343"/>
                  </a:lnTo>
                  <a:lnTo>
                    <a:pt x="10194" y="1175"/>
                  </a:lnTo>
                  <a:lnTo>
                    <a:pt x="9950" y="1008"/>
                  </a:lnTo>
                  <a:lnTo>
                    <a:pt x="9706" y="840"/>
                  </a:lnTo>
                  <a:lnTo>
                    <a:pt x="9446" y="702"/>
                  </a:lnTo>
                  <a:lnTo>
                    <a:pt x="9187" y="580"/>
                  </a:lnTo>
                  <a:lnTo>
                    <a:pt x="8927" y="458"/>
                  </a:lnTo>
                  <a:lnTo>
                    <a:pt x="8653" y="351"/>
                  </a:lnTo>
                  <a:lnTo>
                    <a:pt x="8363" y="260"/>
                  </a:lnTo>
                  <a:lnTo>
                    <a:pt x="8088" y="184"/>
                  </a:lnTo>
                  <a:lnTo>
                    <a:pt x="7798" y="122"/>
                  </a:lnTo>
                  <a:lnTo>
                    <a:pt x="7523" y="61"/>
                  </a:lnTo>
                  <a:lnTo>
                    <a:pt x="7218" y="31"/>
                  </a:lnTo>
                  <a:lnTo>
                    <a:pt x="6928" y="16"/>
                  </a:lnTo>
                  <a:lnTo>
                    <a:pt x="6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1" name="Google Shape;5741;p63"/>
            <p:cNvSpPr/>
            <p:nvPr/>
          </p:nvSpPr>
          <p:spPr>
            <a:xfrm>
              <a:off x="1088125" y="2260800"/>
              <a:ext cx="320100" cy="306000"/>
            </a:xfrm>
            <a:custGeom>
              <a:avLst/>
              <a:gdLst/>
              <a:ahLst/>
              <a:cxnLst/>
              <a:rect l="l" t="t" r="r" b="b"/>
              <a:pathLst>
                <a:path w="12804" h="12240" extrusionOk="0">
                  <a:moveTo>
                    <a:pt x="12803" y="6548"/>
                  </a:moveTo>
                  <a:lnTo>
                    <a:pt x="12758" y="6960"/>
                  </a:lnTo>
                  <a:lnTo>
                    <a:pt x="12681" y="7372"/>
                  </a:lnTo>
                  <a:lnTo>
                    <a:pt x="12590" y="7784"/>
                  </a:lnTo>
                  <a:lnTo>
                    <a:pt x="12697" y="7372"/>
                  </a:lnTo>
                  <a:lnTo>
                    <a:pt x="12773" y="6960"/>
                  </a:lnTo>
                  <a:lnTo>
                    <a:pt x="12803" y="6548"/>
                  </a:lnTo>
                  <a:close/>
                  <a:moveTo>
                    <a:pt x="6608" y="1"/>
                  </a:moveTo>
                  <a:lnTo>
                    <a:pt x="6272" y="16"/>
                  </a:lnTo>
                  <a:lnTo>
                    <a:pt x="5921" y="47"/>
                  </a:lnTo>
                  <a:lnTo>
                    <a:pt x="5585" y="108"/>
                  </a:lnTo>
                  <a:lnTo>
                    <a:pt x="5250" y="184"/>
                  </a:lnTo>
                  <a:lnTo>
                    <a:pt x="4914" y="276"/>
                  </a:lnTo>
                  <a:lnTo>
                    <a:pt x="4578" y="382"/>
                  </a:lnTo>
                  <a:lnTo>
                    <a:pt x="4258" y="504"/>
                  </a:lnTo>
                  <a:lnTo>
                    <a:pt x="3952" y="657"/>
                  </a:lnTo>
                  <a:lnTo>
                    <a:pt x="3647" y="825"/>
                  </a:lnTo>
                  <a:lnTo>
                    <a:pt x="3342" y="1008"/>
                  </a:lnTo>
                  <a:lnTo>
                    <a:pt x="3052" y="1206"/>
                  </a:lnTo>
                  <a:lnTo>
                    <a:pt x="2777" y="1420"/>
                  </a:lnTo>
                  <a:lnTo>
                    <a:pt x="2518" y="1649"/>
                  </a:lnTo>
                  <a:lnTo>
                    <a:pt x="2259" y="1908"/>
                  </a:lnTo>
                  <a:lnTo>
                    <a:pt x="2030" y="2168"/>
                  </a:lnTo>
                  <a:lnTo>
                    <a:pt x="1816" y="2427"/>
                  </a:lnTo>
                  <a:lnTo>
                    <a:pt x="1602" y="2717"/>
                  </a:lnTo>
                  <a:lnTo>
                    <a:pt x="1419" y="3007"/>
                  </a:lnTo>
                  <a:lnTo>
                    <a:pt x="1251" y="3312"/>
                  </a:lnTo>
                  <a:lnTo>
                    <a:pt x="1099" y="3633"/>
                  </a:lnTo>
                  <a:lnTo>
                    <a:pt x="977" y="3953"/>
                  </a:lnTo>
                  <a:lnTo>
                    <a:pt x="855" y="4274"/>
                  </a:lnTo>
                  <a:lnTo>
                    <a:pt x="763" y="4610"/>
                  </a:lnTo>
                  <a:lnTo>
                    <a:pt x="687" y="4945"/>
                  </a:lnTo>
                  <a:lnTo>
                    <a:pt x="626" y="5296"/>
                  </a:lnTo>
                  <a:lnTo>
                    <a:pt x="595" y="5647"/>
                  </a:lnTo>
                  <a:lnTo>
                    <a:pt x="565" y="5998"/>
                  </a:lnTo>
                  <a:lnTo>
                    <a:pt x="580" y="6349"/>
                  </a:lnTo>
                  <a:lnTo>
                    <a:pt x="595" y="6700"/>
                  </a:lnTo>
                  <a:lnTo>
                    <a:pt x="641" y="7051"/>
                  </a:lnTo>
                  <a:lnTo>
                    <a:pt x="702" y="7402"/>
                  </a:lnTo>
                  <a:lnTo>
                    <a:pt x="778" y="7738"/>
                  </a:lnTo>
                  <a:lnTo>
                    <a:pt x="885" y="8074"/>
                  </a:lnTo>
                  <a:lnTo>
                    <a:pt x="1007" y="8394"/>
                  </a:lnTo>
                  <a:lnTo>
                    <a:pt x="1145" y="8715"/>
                  </a:lnTo>
                  <a:lnTo>
                    <a:pt x="1280" y="8998"/>
                  </a:lnTo>
                  <a:lnTo>
                    <a:pt x="1280" y="8998"/>
                  </a:lnTo>
                  <a:lnTo>
                    <a:pt x="61" y="11736"/>
                  </a:lnTo>
                  <a:lnTo>
                    <a:pt x="0" y="11889"/>
                  </a:lnTo>
                  <a:lnTo>
                    <a:pt x="0" y="11889"/>
                  </a:lnTo>
                  <a:lnTo>
                    <a:pt x="168" y="11843"/>
                  </a:lnTo>
                  <a:lnTo>
                    <a:pt x="3111" y="11069"/>
                  </a:lnTo>
                  <a:lnTo>
                    <a:pt x="3111" y="11069"/>
                  </a:lnTo>
                  <a:lnTo>
                    <a:pt x="3434" y="11294"/>
                  </a:lnTo>
                  <a:lnTo>
                    <a:pt x="3800" y="11507"/>
                  </a:lnTo>
                  <a:lnTo>
                    <a:pt x="4181" y="11706"/>
                  </a:lnTo>
                  <a:lnTo>
                    <a:pt x="4563" y="11858"/>
                  </a:lnTo>
                  <a:lnTo>
                    <a:pt x="4975" y="11995"/>
                  </a:lnTo>
                  <a:lnTo>
                    <a:pt x="5372" y="12102"/>
                  </a:lnTo>
                  <a:lnTo>
                    <a:pt x="5799" y="12179"/>
                  </a:lnTo>
                  <a:lnTo>
                    <a:pt x="6211" y="12224"/>
                  </a:lnTo>
                  <a:lnTo>
                    <a:pt x="6638" y="12240"/>
                  </a:lnTo>
                  <a:lnTo>
                    <a:pt x="7066" y="12224"/>
                  </a:lnTo>
                  <a:lnTo>
                    <a:pt x="7478" y="12194"/>
                  </a:lnTo>
                  <a:lnTo>
                    <a:pt x="7905" y="12118"/>
                  </a:lnTo>
                  <a:lnTo>
                    <a:pt x="8103" y="12072"/>
                  </a:lnTo>
                  <a:lnTo>
                    <a:pt x="8302" y="12026"/>
                  </a:lnTo>
                  <a:lnTo>
                    <a:pt x="8515" y="11965"/>
                  </a:lnTo>
                  <a:lnTo>
                    <a:pt x="8714" y="11904"/>
                  </a:lnTo>
                  <a:lnTo>
                    <a:pt x="9110" y="11751"/>
                  </a:lnTo>
                  <a:lnTo>
                    <a:pt x="9492" y="11568"/>
                  </a:lnTo>
                  <a:lnTo>
                    <a:pt x="9675" y="11477"/>
                  </a:lnTo>
                  <a:lnTo>
                    <a:pt x="9843" y="11370"/>
                  </a:lnTo>
                  <a:lnTo>
                    <a:pt x="10026" y="11248"/>
                  </a:lnTo>
                  <a:lnTo>
                    <a:pt x="10209" y="11141"/>
                  </a:lnTo>
                  <a:lnTo>
                    <a:pt x="10545" y="10881"/>
                  </a:lnTo>
                  <a:lnTo>
                    <a:pt x="10698" y="10744"/>
                  </a:lnTo>
                  <a:lnTo>
                    <a:pt x="10865" y="10607"/>
                  </a:lnTo>
                  <a:lnTo>
                    <a:pt x="11155" y="10317"/>
                  </a:lnTo>
                  <a:lnTo>
                    <a:pt x="11445" y="9996"/>
                  </a:lnTo>
                  <a:lnTo>
                    <a:pt x="11689" y="9661"/>
                  </a:lnTo>
                  <a:lnTo>
                    <a:pt x="11918" y="9310"/>
                  </a:lnTo>
                  <a:lnTo>
                    <a:pt x="12132" y="8943"/>
                  </a:lnTo>
                  <a:lnTo>
                    <a:pt x="12315" y="8562"/>
                  </a:lnTo>
                  <a:lnTo>
                    <a:pt x="12468" y="8180"/>
                  </a:lnTo>
                  <a:lnTo>
                    <a:pt x="12590" y="7784"/>
                  </a:lnTo>
                  <a:lnTo>
                    <a:pt x="12452" y="8180"/>
                  </a:lnTo>
                  <a:lnTo>
                    <a:pt x="12300" y="8562"/>
                  </a:lnTo>
                  <a:lnTo>
                    <a:pt x="12117" y="8943"/>
                  </a:lnTo>
                  <a:lnTo>
                    <a:pt x="11903" y="9310"/>
                  </a:lnTo>
                  <a:lnTo>
                    <a:pt x="11674" y="9661"/>
                  </a:lnTo>
                  <a:lnTo>
                    <a:pt x="11415" y="9996"/>
                  </a:lnTo>
                  <a:lnTo>
                    <a:pt x="11125" y="10302"/>
                  </a:lnTo>
                  <a:lnTo>
                    <a:pt x="10835" y="10592"/>
                  </a:lnTo>
                  <a:lnTo>
                    <a:pt x="10682" y="10729"/>
                  </a:lnTo>
                  <a:lnTo>
                    <a:pt x="10514" y="10866"/>
                  </a:lnTo>
                  <a:lnTo>
                    <a:pt x="10179" y="11110"/>
                  </a:lnTo>
                  <a:lnTo>
                    <a:pt x="9996" y="11232"/>
                  </a:lnTo>
                  <a:lnTo>
                    <a:pt x="9828" y="11339"/>
                  </a:lnTo>
                  <a:lnTo>
                    <a:pt x="9645" y="11446"/>
                  </a:lnTo>
                  <a:lnTo>
                    <a:pt x="9461" y="11538"/>
                  </a:lnTo>
                  <a:lnTo>
                    <a:pt x="9080" y="11721"/>
                  </a:lnTo>
                  <a:lnTo>
                    <a:pt x="8683" y="11858"/>
                  </a:lnTo>
                  <a:lnTo>
                    <a:pt x="8485" y="11919"/>
                  </a:lnTo>
                  <a:lnTo>
                    <a:pt x="8286" y="11980"/>
                  </a:lnTo>
                  <a:lnTo>
                    <a:pt x="8088" y="12026"/>
                  </a:lnTo>
                  <a:lnTo>
                    <a:pt x="7874" y="12072"/>
                  </a:lnTo>
                  <a:lnTo>
                    <a:pt x="7462" y="12133"/>
                  </a:lnTo>
                  <a:lnTo>
                    <a:pt x="7050" y="12163"/>
                  </a:lnTo>
                  <a:lnTo>
                    <a:pt x="6638" y="12163"/>
                  </a:lnTo>
                  <a:lnTo>
                    <a:pt x="6211" y="12148"/>
                  </a:lnTo>
                  <a:lnTo>
                    <a:pt x="5799" y="12087"/>
                  </a:lnTo>
                  <a:lnTo>
                    <a:pt x="5387" y="12011"/>
                  </a:lnTo>
                  <a:lnTo>
                    <a:pt x="4990" y="11904"/>
                  </a:lnTo>
                  <a:lnTo>
                    <a:pt x="4593" y="11767"/>
                  </a:lnTo>
                  <a:lnTo>
                    <a:pt x="4212" y="11599"/>
                  </a:lnTo>
                  <a:lnTo>
                    <a:pt x="3846" y="11416"/>
                  </a:lnTo>
                  <a:lnTo>
                    <a:pt x="3495" y="11202"/>
                  </a:lnTo>
                  <a:lnTo>
                    <a:pt x="3144" y="10958"/>
                  </a:lnTo>
                  <a:lnTo>
                    <a:pt x="3128" y="10943"/>
                  </a:lnTo>
                  <a:lnTo>
                    <a:pt x="3098" y="10943"/>
                  </a:lnTo>
                  <a:lnTo>
                    <a:pt x="264" y="11651"/>
                  </a:lnTo>
                  <a:lnTo>
                    <a:pt x="264" y="11651"/>
                  </a:lnTo>
                  <a:lnTo>
                    <a:pt x="1450" y="9020"/>
                  </a:lnTo>
                  <a:lnTo>
                    <a:pt x="1465" y="8989"/>
                  </a:lnTo>
                  <a:lnTo>
                    <a:pt x="1450" y="8943"/>
                  </a:lnTo>
                  <a:lnTo>
                    <a:pt x="1297" y="8638"/>
                  </a:lnTo>
                  <a:lnTo>
                    <a:pt x="1160" y="8333"/>
                  </a:lnTo>
                  <a:lnTo>
                    <a:pt x="1038" y="7997"/>
                  </a:lnTo>
                  <a:lnTo>
                    <a:pt x="946" y="7677"/>
                  </a:lnTo>
                  <a:lnTo>
                    <a:pt x="870" y="7356"/>
                  </a:lnTo>
                  <a:lnTo>
                    <a:pt x="809" y="7021"/>
                  </a:lnTo>
                  <a:lnTo>
                    <a:pt x="763" y="6685"/>
                  </a:lnTo>
                  <a:lnTo>
                    <a:pt x="748" y="6349"/>
                  </a:lnTo>
                  <a:lnTo>
                    <a:pt x="733" y="6013"/>
                  </a:lnTo>
                  <a:lnTo>
                    <a:pt x="748" y="5662"/>
                  </a:lnTo>
                  <a:lnTo>
                    <a:pt x="794" y="5327"/>
                  </a:lnTo>
                  <a:lnTo>
                    <a:pt x="839" y="4991"/>
                  </a:lnTo>
                  <a:lnTo>
                    <a:pt x="916" y="4671"/>
                  </a:lnTo>
                  <a:lnTo>
                    <a:pt x="1007" y="4335"/>
                  </a:lnTo>
                  <a:lnTo>
                    <a:pt x="1114" y="4014"/>
                  </a:lnTo>
                  <a:lnTo>
                    <a:pt x="1251" y="3694"/>
                  </a:lnTo>
                  <a:lnTo>
                    <a:pt x="1404" y="3389"/>
                  </a:lnTo>
                  <a:lnTo>
                    <a:pt x="1557" y="3083"/>
                  </a:lnTo>
                  <a:lnTo>
                    <a:pt x="1740" y="2794"/>
                  </a:lnTo>
                  <a:lnTo>
                    <a:pt x="1938" y="2519"/>
                  </a:lnTo>
                  <a:lnTo>
                    <a:pt x="2152" y="2244"/>
                  </a:lnTo>
                  <a:lnTo>
                    <a:pt x="2365" y="2000"/>
                  </a:lnTo>
                  <a:lnTo>
                    <a:pt x="2610" y="1756"/>
                  </a:lnTo>
                  <a:lnTo>
                    <a:pt x="2869" y="1527"/>
                  </a:lnTo>
                  <a:lnTo>
                    <a:pt x="3128" y="1313"/>
                  </a:lnTo>
                  <a:lnTo>
                    <a:pt x="3403" y="1115"/>
                  </a:lnTo>
                  <a:lnTo>
                    <a:pt x="3693" y="932"/>
                  </a:lnTo>
                  <a:lnTo>
                    <a:pt x="3998" y="764"/>
                  </a:lnTo>
                  <a:lnTo>
                    <a:pt x="4303" y="611"/>
                  </a:lnTo>
                  <a:lnTo>
                    <a:pt x="4624" y="474"/>
                  </a:lnTo>
                  <a:lnTo>
                    <a:pt x="4944" y="367"/>
                  </a:lnTo>
                  <a:lnTo>
                    <a:pt x="5280" y="276"/>
                  </a:lnTo>
                  <a:lnTo>
                    <a:pt x="5616" y="199"/>
                  </a:lnTo>
                  <a:lnTo>
                    <a:pt x="5952" y="138"/>
                  </a:lnTo>
                  <a:lnTo>
                    <a:pt x="6287" y="108"/>
                  </a:lnTo>
                  <a:lnTo>
                    <a:pt x="6623" y="77"/>
                  </a:lnTo>
                  <a:lnTo>
                    <a:pt x="6974" y="77"/>
                  </a:lnTo>
                  <a:lnTo>
                    <a:pt x="7310" y="108"/>
                  </a:lnTo>
                  <a:lnTo>
                    <a:pt x="7661" y="138"/>
                  </a:lnTo>
                  <a:lnTo>
                    <a:pt x="7996" y="199"/>
                  </a:lnTo>
                  <a:lnTo>
                    <a:pt x="8332" y="276"/>
                  </a:lnTo>
                  <a:lnTo>
                    <a:pt x="8653" y="382"/>
                  </a:lnTo>
                  <a:lnTo>
                    <a:pt x="8973" y="504"/>
                  </a:lnTo>
                  <a:lnTo>
                    <a:pt x="9294" y="627"/>
                  </a:lnTo>
                  <a:lnTo>
                    <a:pt x="9599" y="779"/>
                  </a:lnTo>
                  <a:lnTo>
                    <a:pt x="9904" y="947"/>
                  </a:lnTo>
                  <a:lnTo>
                    <a:pt x="10194" y="1130"/>
                  </a:lnTo>
                  <a:lnTo>
                    <a:pt x="10469" y="1344"/>
                  </a:lnTo>
                  <a:lnTo>
                    <a:pt x="10743" y="1557"/>
                  </a:lnTo>
                  <a:lnTo>
                    <a:pt x="11003" y="1802"/>
                  </a:lnTo>
                  <a:lnTo>
                    <a:pt x="11232" y="2046"/>
                  </a:lnTo>
                  <a:lnTo>
                    <a:pt x="11461" y="2305"/>
                  </a:lnTo>
                  <a:lnTo>
                    <a:pt x="11674" y="2580"/>
                  </a:lnTo>
                  <a:lnTo>
                    <a:pt x="11857" y="2870"/>
                  </a:lnTo>
                  <a:lnTo>
                    <a:pt x="12040" y="3160"/>
                  </a:lnTo>
                  <a:lnTo>
                    <a:pt x="12193" y="3465"/>
                  </a:lnTo>
                  <a:lnTo>
                    <a:pt x="12346" y="3770"/>
                  </a:lnTo>
                  <a:lnTo>
                    <a:pt x="12346" y="3770"/>
                  </a:lnTo>
                  <a:lnTo>
                    <a:pt x="12208" y="3450"/>
                  </a:lnTo>
                  <a:lnTo>
                    <a:pt x="12056" y="3145"/>
                  </a:lnTo>
                  <a:lnTo>
                    <a:pt x="11873" y="2855"/>
                  </a:lnTo>
                  <a:lnTo>
                    <a:pt x="11674" y="2565"/>
                  </a:lnTo>
                  <a:lnTo>
                    <a:pt x="11476" y="2290"/>
                  </a:lnTo>
                  <a:lnTo>
                    <a:pt x="11247" y="2031"/>
                  </a:lnTo>
                  <a:lnTo>
                    <a:pt x="11003" y="1786"/>
                  </a:lnTo>
                  <a:lnTo>
                    <a:pt x="10759" y="1542"/>
                  </a:lnTo>
                  <a:lnTo>
                    <a:pt x="10484" y="1329"/>
                  </a:lnTo>
                  <a:lnTo>
                    <a:pt x="10209" y="1115"/>
                  </a:lnTo>
                  <a:lnTo>
                    <a:pt x="9919" y="917"/>
                  </a:lnTo>
                  <a:lnTo>
                    <a:pt x="9614" y="749"/>
                  </a:lnTo>
                  <a:lnTo>
                    <a:pt x="9309" y="596"/>
                  </a:lnTo>
                  <a:lnTo>
                    <a:pt x="8988" y="459"/>
                  </a:lnTo>
                  <a:lnTo>
                    <a:pt x="8668" y="337"/>
                  </a:lnTo>
                  <a:lnTo>
                    <a:pt x="8347" y="230"/>
                  </a:lnTo>
                  <a:lnTo>
                    <a:pt x="8012" y="138"/>
                  </a:lnTo>
                  <a:lnTo>
                    <a:pt x="7661" y="77"/>
                  </a:lnTo>
                  <a:lnTo>
                    <a:pt x="7310" y="31"/>
                  </a:lnTo>
                  <a:lnTo>
                    <a:pt x="6959" y="16"/>
                  </a:lnTo>
                  <a:lnTo>
                    <a:pt x="660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2" name="Google Shape;5742;p63"/>
            <p:cNvSpPr/>
            <p:nvPr/>
          </p:nvSpPr>
          <p:spPr>
            <a:xfrm>
              <a:off x="1183500" y="2343975"/>
              <a:ext cx="143475" cy="149950"/>
            </a:xfrm>
            <a:custGeom>
              <a:avLst/>
              <a:gdLst/>
              <a:ahLst/>
              <a:cxnLst/>
              <a:rect l="l" t="t" r="r" b="b"/>
              <a:pathLst>
                <a:path w="5739" h="5998" extrusionOk="0">
                  <a:moveTo>
                    <a:pt x="4838" y="1"/>
                  </a:moveTo>
                  <a:lnTo>
                    <a:pt x="2091" y="4304"/>
                  </a:lnTo>
                  <a:lnTo>
                    <a:pt x="763" y="2961"/>
                  </a:lnTo>
                  <a:lnTo>
                    <a:pt x="0" y="3709"/>
                  </a:lnTo>
                  <a:lnTo>
                    <a:pt x="2274" y="5998"/>
                  </a:lnTo>
                  <a:lnTo>
                    <a:pt x="5738" y="565"/>
                  </a:lnTo>
                  <a:lnTo>
                    <a:pt x="48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43" name="Google Shape;5743;p63"/>
          <p:cNvGrpSpPr/>
          <p:nvPr/>
        </p:nvGrpSpPr>
        <p:grpSpPr>
          <a:xfrm rot="0">
            <a:off x="6284595" y="1328420"/>
            <a:ext cx="1772920" cy="1309370"/>
            <a:chOff x="2660550" y="238125"/>
            <a:chExt cx="2185025" cy="2124500"/>
          </a:xfrm>
        </p:grpSpPr>
        <p:sp>
          <p:nvSpPr>
            <p:cNvPr id="5744" name="Google Shape;5744;p63"/>
            <p:cNvSpPr/>
            <p:nvPr/>
          </p:nvSpPr>
          <p:spPr>
            <a:xfrm>
              <a:off x="3292625" y="1533400"/>
              <a:ext cx="356850" cy="358525"/>
            </a:xfrm>
            <a:custGeom>
              <a:avLst/>
              <a:gdLst/>
              <a:ahLst/>
              <a:cxnLst/>
              <a:rect l="l" t="t" r="r" b="b"/>
              <a:pathLst>
                <a:path w="14274" h="14341" extrusionOk="0">
                  <a:moveTo>
                    <a:pt x="6843" y="1"/>
                  </a:moveTo>
                  <a:lnTo>
                    <a:pt x="6523" y="18"/>
                  </a:lnTo>
                  <a:lnTo>
                    <a:pt x="6187" y="68"/>
                  </a:lnTo>
                  <a:lnTo>
                    <a:pt x="5868" y="118"/>
                  </a:lnTo>
                  <a:lnTo>
                    <a:pt x="5548" y="186"/>
                  </a:lnTo>
                  <a:lnTo>
                    <a:pt x="5246" y="253"/>
                  </a:lnTo>
                  <a:lnTo>
                    <a:pt x="4943" y="354"/>
                  </a:lnTo>
                  <a:lnTo>
                    <a:pt x="4641" y="455"/>
                  </a:lnTo>
                  <a:lnTo>
                    <a:pt x="4355" y="572"/>
                  </a:lnTo>
                  <a:lnTo>
                    <a:pt x="4052" y="707"/>
                  </a:lnTo>
                  <a:lnTo>
                    <a:pt x="3783" y="841"/>
                  </a:lnTo>
                  <a:lnTo>
                    <a:pt x="3497" y="1009"/>
                  </a:lnTo>
                  <a:lnTo>
                    <a:pt x="3245" y="1177"/>
                  </a:lnTo>
                  <a:lnTo>
                    <a:pt x="2976" y="1346"/>
                  </a:lnTo>
                  <a:lnTo>
                    <a:pt x="2724" y="1531"/>
                  </a:lnTo>
                  <a:lnTo>
                    <a:pt x="2489" y="1732"/>
                  </a:lnTo>
                  <a:lnTo>
                    <a:pt x="2253" y="1951"/>
                  </a:lnTo>
                  <a:lnTo>
                    <a:pt x="2035" y="2169"/>
                  </a:lnTo>
                  <a:lnTo>
                    <a:pt x="1816" y="2388"/>
                  </a:lnTo>
                  <a:lnTo>
                    <a:pt x="1615" y="2640"/>
                  </a:lnTo>
                  <a:lnTo>
                    <a:pt x="1430" y="2875"/>
                  </a:lnTo>
                  <a:lnTo>
                    <a:pt x="1245" y="3144"/>
                  </a:lnTo>
                  <a:lnTo>
                    <a:pt x="1060" y="3397"/>
                  </a:lnTo>
                  <a:lnTo>
                    <a:pt x="908" y="3682"/>
                  </a:lnTo>
                  <a:lnTo>
                    <a:pt x="757" y="3951"/>
                  </a:lnTo>
                  <a:lnTo>
                    <a:pt x="623" y="4237"/>
                  </a:lnTo>
                  <a:lnTo>
                    <a:pt x="505" y="4540"/>
                  </a:lnTo>
                  <a:lnTo>
                    <a:pt x="387" y="4842"/>
                  </a:lnTo>
                  <a:lnTo>
                    <a:pt x="286" y="5145"/>
                  </a:lnTo>
                  <a:lnTo>
                    <a:pt x="202" y="5464"/>
                  </a:lnTo>
                  <a:lnTo>
                    <a:pt x="135" y="5784"/>
                  </a:lnTo>
                  <a:lnTo>
                    <a:pt x="85" y="6120"/>
                  </a:lnTo>
                  <a:lnTo>
                    <a:pt x="34" y="6490"/>
                  </a:lnTo>
                  <a:lnTo>
                    <a:pt x="1" y="6843"/>
                  </a:lnTo>
                  <a:lnTo>
                    <a:pt x="1" y="7213"/>
                  </a:lnTo>
                  <a:lnTo>
                    <a:pt x="1" y="7566"/>
                  </a:lnTo>
                  <a:lnTo>
                    <a:pt x="34" y="7919"/>
                  </a:lnTo>
                  <a:lnTo>
                    <a:pt x="85" y="8272"/>
                  </a:lnTo>
                  <a:lnTo>
                    <a:pt x="152" y="8625"/>
                  </a:lnTo>
                  <a:lnTo>
                    <a:pt x="219" y="8961"/>
                  </a:lnTo>
                  <a:lnTo>
                    <a:pt x="320" y="9297"/>
                  </a:lnTo>
                  <a:lnTo>
                    <a:pt x="438" y="9633"/>
                  </a:lnTo>
                  <a:lnTo>
                    <a:pt x="555" y="9953"/>
                  </a:lnTo>
                  <a:lnTo>
                    <a:pt x="707" y="10272"/>
                  </a:lnTo>
                  <a:lnTo>
                    <a:pt x="858" y="10575"/>
                  </a:lnTo>
                  <a:lnTo>
                    <a:pt x="1026" y="10877"/>
                  </a:lnTo>
                  <a:lnTo>
                    <a:pt x="1211" y="11163"/>
                  </a:lnTo>
                  <a:lnTo>
                    <a:pt x="1413" y="11449"/>
                  </a:lnTo>
                  <a:lnTo>
                    <a:pt x="1615" y="11718"/>
                  </a:lnTo>
                  <a:lnTo>
                    <a:pt x="1850" y="11970"/>
                  </a:lnTo>
                  <a:lnTo>
                    <a:pt x="2085" y="12222"/>
                  </a:lnTo>
                  <a:lnTo>
                    <a:pt x="2337" y="12475"/>
                  </a:lnTo>
                  <a:lnTo>
                    <a:pt x="2590" y="12693"/>
                  </a:lnTo>
                  <a:lnTo>
                    <a:pt x="2859" y="12912"/>
                  </a:lnTo>
                  <a:lnTo>
                    <a:pt x="3144" y="13113"/>
                  </a:lnTo>
                  <a:lnTo>
                    <a:pt x="3447" y="13298"/>
                  </a:lnTo>
                  <a:lnTo>
                    <a:pt x="3750" y="13483"/>
                  </a:lnTo>
                  <a:lnTo>
                    <a:pt x="4052" y="13635"/>
                  </a:lnTo>
                  <a:lnTo>
                    <a:pt x="4388" y="13786"/>
                  </a:lnTo>
                  <a:lnTo>
                    <a:pt x="4708" y="13920"/>
                  </a:lnTo>
                  <a:lnTo>
                    <a:pt x="5044" y="14021"/>
                  </a:lnTo>
                  <a:lnTo>
                    <a:pt x="5397" y="14122"/>
                  </a:lnTo>
                  <a:lnTo>
                    <a:pt x="5750" y="14206"/>
                  </a:lnTo>
                  <a:lnTo>
                    <a:pt x="6120" y="14273"/>
                  </a:lnTo>
                  <a:lnTo>
                    <a:pt x="6490" y="14307"/>
                  </a:lnTo>
                  <a:lnTo>
                    <a:pt x="6860" y="14341"/>
                  </a:lnTo>
                  <a:lnTo>
                    <a:pt x="7566" y="14341"/>
                  </a:lnTo>
                  <a:lnTo>
                    <a:pt x="7935" y="14307"/>
                  </a:lnTo>
                  <a:lnTo>
                    <a:pt x="8272" y="14257"/>
                  </a:lnTo>
                  <a:lnTo>
                    <a:pt x="8625" y="14206"/>
                  </a:lnTo>
                  <a:lnTo>
                    <a:pt x="8961" y="14122"/>
                  </a:lnTo>
                  <a:lnTo>
                    <a:pt x="9297" y="14021"/>
                  </a:lnTo>
                  <a:lnTo>
                    <a:pt x="9633" y="13920"/>
                  </a:lnTo>
                  <a:lnTo>
                    <a:pt x="9953" y="13786"/>
                  </a:lnTo>
                  <a:lnTo>
                    <a:pt x="10272" y="13651"/>
                  </a:lnTo>
                  <a:lnTo>
                    <a:pt x="10575" y="13483"/>
                  </a:lnTo>
                  <a:lnTo>
                    <a:pt x="10877" y="13315"/>
                  </a:lnTo>
                  <a:lnTo>
                    <a:pt x="11163" y="13130"/>
                  </a:lnTo>
                  <a:lnTo>
                    <a:pt x="11449" y="12928"/>
                  </a:lnTo>
                  <a:lnTo>
                    <a:pt x="11718" y="12727"/>
                  </a:lnTo>
                  <a:lnTo>
                    <a:pt x="11987" y="12491"/>
                  </a:lnTo>
                  <a:lnTo>
                    <a:pt x="12239" y="12256"/>
                  </a:lnTo>
                  <a:lnTo>
                    <a:pt x="12474" y="12021"/>
                  </a:lnTo>
                  <a:lnTo>
                    <a:pt x="12693" y="11752"/>
                  </a:lnTo>
                  <a:lnTo>
                    <a:pt x="12912" y="11483"/>
                  </a:lnTo>
                  <a:lnTo>
                    <a:pt x="13113" y="11197"/>
                  </a:lnTo>
                  <a:lnTo>
                    <a:pt x="13298" y="10911"/>
                  </a:lnTo>
                  <a:lnTo>
                    <a:pt x="13483" y="10609"/>
                  </a:lnTo>
                  <a:lnTo>
                    <a:pt x="13634" y="10289"/>
                  </a:lnTo>
                  <a:lnTo>
                    <a:pt x="13786" y="9970"/>
                  </a:lnTo>
                  <a:lnTo>
                    <a:pt x="13920" y="9633"/>
                  </a:lnTo>
                  <a:lnTo>
                    <a:pt x="14038" y="9297"/>
                  </a:lnTo>
                  <a:lnTo>
                    <a:pt x="14122" y="8944"/>
                  </a:lnTo>
                  <a:lnTo>
                    <a:pt x="14206" y="8591"/>
                  </a:lnTo>
                  <a:lnTo>
                    <a:pt x="14273" y="8221"/>
                  </a:lnTo>
                  <a:lnTo>
                    <a:pt x="7179" y="7162"/>
                  </a:lnTo>
                  <a:lnTo>
                    <a:pt x="71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5" name="Google Shape;5745;p63"/>
            <p:cNvSpPr/>
            <p:nvPr/>
          </p:nvSpPr>
          <p:spPr>
            <a:xfrm>
              <a:off x="3508650" y="1496850"/>
              <a:ext cx="179475" cy="205525"/>
            </a:xfrm>
            <a:custGeom>
              <a:avLst/>
              <a:gdLst/>
              <a:ahLst/>
              <a:cxnLst/>
              <a:rect l="l" t="t" r="r" b="b"/>
              <a:pathLst>
                <a:path w="7179" h="8221" extrusionOk="0">
                  <a:moveTo>
                    <a:pt x="1" y="0"/>
                  </a:moveTo>
                  <a:lnTo>
                    <a:pt x="1" y="7178"/>
                  </a:lnTo>
                  <a:lnTo>
                    <a:pt x="7095" y="8221"/>
                  </a:lnTo>
                  <a:lnTo>
                    <a:pt x="7145" y="7700"/>
                  </a:lnTo>
                  <a:lnTo>
                    <a:pt x="7179" y="7178"/>
                  </a:lnTo>
                  <a:lnTo>
                    <a:pt x="7179" y="7162"/>
                  </a:lnTo>
                  <a:lnTo>
                    <a:pt x="7162" y="6792"/>
                  </a:lnTo>
                  <a:lnTo>
                    <a:pt x="7128" y="6422"/>
                  </a:lnTo>
                  <a:lnTo>
                    <a:pt x="7095" y="6069"/>
                  </a:lnTo>
                  <a:lnTo>
                    <a:pt x="7028" y="5716"/>
                  </a:lnTo>
                  <a:lnTo>
                    <a:pt x="6943" y="5363"/>
                  </a:lnTo>
                  <a:lnTo>
                    <a:pt x="6843" y="5027"/>
                  </a:lnTo>
                  <a:lnTo>
                    <a:pt x="6742" y="4690"/>
                  </a:lnTo>
                  <a:lnTo>
                    <a:pt x="6607" y="4371"/>
                  </a:lnTo>
                  <a:lnTo>
                    <a:pt x="6456" y="4052"/>
                  </a:lnTo>
                  <a:lnTo>
                    <a:pt x="6305" y="3749"/>
                  </a:lnTo>
                  <a:lnTo>
                    <a:pt x="6137" y="3446"/>
                  </a:lnTo>
                  <a:lnTo>
                    <a:pt x="5952" y="3161"/>
                  </a:lnTo>
                  <a:lnTo>
                    <a:pt x="5750" y="2875"/>
                  </a:lnTo>
                  <a:lnTo>
                    <a:pt x="5531" y="2606"/>
                  </a:lnTo>
                  <a:lnTo>
                    <a:pt x="5313" y="2337"/>
                  </a:lnTo>
                  <a:lnTo>
                    <a:pt x="5061" y="2102"/>
                  </a:lnTo>
                  <a:lnTo>
                    <a:pt x="4825" y="1849"/>
                  </a:lnTo>
                  <a:lnTo>
                    <a:pt x="4556" y="1631"/>
                  </a:lnTo>
                  <a:lnTo>
                    <a:pt x="4287" y="1412"/>
                  </a:lnTo>
                  <a:lnTo>
                    <a:pt x="4002" y="1227"/>
                  </a:lnTo>
                  <a:lnTo>
                    <a:pt x="3716" y="1042"/>
                  </a:lnTo>
                  <a:lnTo>
                    <a:pt x="3413" y="858"/>
                  </a:lnTo>
                  <a:lnTo>
                    <a:pt x="3111" y="706"/>
                  </a:lnTo>
                  <a:lnTo>
                    <a:pt x="2791" y="555"/>
                  </a:lnTo>
                  <a:lnTo>
                    <a:pt x="2455" y="437"/>
                  </a:lnTo>
                  <a:lnTo>
                    <a:pt x="2136" y="320"/>
                  </a:lnTo>
                  <a:lnTo>
                    <a:pt x="1783" y="219"/>
                  </a:lnTo>
                  <a:lnTo>
                    <a:pt x="1446" y="151"/>
                  </a:lnTo>
                  <a:lnTo>
                    <a:pt x="1093" y="84"/>
                  </a:lnTo>
                  <a:lnTo>
                    <a:pt x="723" y="34"/>
                  </a:lnTo>
                  <a:lnTo>
                    <a:pt x="370" y="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6" name="Google Shape;5746;p63"/>
            <p:cNvSpPr/>
            <p:nvPr/>
          </p:nvSpPr>
          <p:spPr>
            <a:xfrm>
              <a:off x="4450075" y="651250"/>
              <a:ext cx="147950" cy="260175"/>
            </a:xfrm>
            <a:custGeom>
              <a:avLst/>
              <a:gdLst/>
              <a:ahLst/>
              <a:cxnLst/>
              <a:rect l="l" t="t" r="r" b="b"/>
              <a:pathLst>
                <a:path w="5918" h="10407" extrusionOk="0">
                  <a:moveTo>
                    <a:pt x="5598" y="0"/>
                  </a:moveTo>
                  <a:lnTo>
                    <a:pt x="5279" y="34"/>
                  </a:lnTo>
                  <a:lnTo>
                    <a:pt x="4959" y="68"/>
                  </a:lnTo>
                  <a:lnTo>
                    <a:pt x="4640" y="135"/>
                  </a:lnTo>
                  <a:lnTo>
                    <a:pt x="4337" y="202"/>
                  </a:lnTo>
                  <a:lnTo>
                    <a:pt x="4035" y="303"/>
                  </a:lnTo>
                  <a:lnTo>
                    <a:pt x="3732" y="421"/>
                  </a:lnTo>
                  <a:lnTo>
                    <a:pt x="3446" y="538"/>
                  </a:lnTo>
                  <a:lnTo>
                    <a:pt x="3161" y="673"/>
                  </a:lnTo>
                  <a:lnTo>
                    <a:pt x="2875" y="841"/>
                  </a:lnTo>
                  <a:lnTo>
                    <a:pt x="2606" y="1009"/>
                  </a:lnTo>
                  <a:lnTo>
                    <a:pt x="2354" y="1194"/>
                  </a:lnTo>
                  <a:lnTo>
                    <a:pt x="2101" y="1396"/>
                  </a:lnTo>
                  <a:lnTo>
                    <a:pt x="1866" y="1597"/>
                  </a:lnTo>
                  <a:lnTo>
                    <a:pt x="1631" y="1833"/>
                  </a:lnTo>
                  <a:lnTo>
                    <a:pt x="1429" y="2068"/>
                  </a:lnTo>
                  <a:lnTo>
                    <a:pt x="1227" y="2303"/>
                  </a:lnTo>
                  <a:lnTo>
                    <a:pt x="1059" y="2556"/>
                  </a:lnTo>
                  <a:lnTo>
                    <a:pt x="891" y="2791"/>
                  </a:lnTo>
                  <a:lnTo>
                    <a:pt x="740" y="3060"/>
                  </a:lnTo>
                  <a:lnTo>
                    <a:pt x="605" y="3312"/>
                  </a:lnTo>
                  <a:lnTo>
                    <a:pt x="488" y="3581"/>
                  </a:lnTo>
                  <a:lnTo>
                    <a:pt x="370" y="3850"/>
                  </a:lnTo>
                  <a:lnTo>
                    <a:pt x="286" y="4119"/>
                  </a:lnTo>
                  <a:lnTo>
                    <a:pt x="202" y="4405"/>
                  </a:lnTo>
                  <a:lnTo>
                    <a:pt x="135" y="4674"/>
                  </a:lnTo>
                  <a:lnTo>
                    <a:pt x="84" y="4960"/>
                  </a:lnTo>
                  <a:lnTo>
                    <a:pt x="34" y="5245"/>
                  </a:lnTo>
                  <a:lnTo>
                    <a:pt x="17" y="5514"/>
                  </a:lnTo>
                  <a:lnTo>
                    <a:pt x="0" y="5800"/>
                  </a:lnTo>
                  <a:lnTo>
                    <a:pt x="0" y="6086"/>
                  </a:lnTo>
                  <a:lnTo>
                    <a:pt x="17" y="6372"/>
                  </a:lnTo>
                  <a:lnTo>
                    <a:pt x="51" y="6657"/>
                  </a:lnTo>
                  <a:lnTo>
                    <a:pt x="101" y="6943"/>
                  </a:lnTo>
                  <a:lnTo>
                    <a:pt x="151" y="7212"/>
                  </a:lnTo>
                  <a:lnTo>
                    <a:pt x="219" y="7498"/>
                  </a:lnTo>
                  <a:lnTo>
                    <a:pt x="303" y="7767"/>
                  </a:lnTo>
                  <a:lnTo>
                    <a:pt x="404" y="8036"/>
                  </a:lnTo>
                  <a:lnTo>
                    <a:pt x="504" y="8305"/>
                  </a:lnTo>
                  <a:lnTo>
                    <a:pt x="622" y="8557"/>
                  </a:lnTo>
                  <a:lnTo>
                    <a:pt x="757" y="8809"/>
                  </a:lnTo>
                  <a:lnTo>
                    <a:pt x="908" y="9061"/>
                  </a:lnTo>
                  <a:lnTo>
                    <a:pt x="1076" y="9314"/>
                  </a:lnTo>
                  <a:lnTo>
                    <a:pt x="1244" y="9549"/>
                  </a:lnTo>
                  <a:lnTo>
                    <a:pt x="1429" y="9768"/>
                  </a:lnTo>
                  <a:lnTo>
                    <a:pt x="1631" y="9986"/>
                  </a:lnTo>
                  <a:lnTo>
                    <a:pt x="1849" y="10205"/>
                  </a:lnTo>
                  <a:lnTo>
                    <a:pt x="2085" y="10406"/>
                  </a:lnTo>
                  <a:lnTo>
                    <a:pt x="5918" y="5901"/>
                  </a:lnTo>
                  <a:lnTo>
                    <a:pt x="5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7" name="Google Shape;5747;p63"/>
            <p:cNvSpPr/>
            <p:nvPr/>
          </p:nvSpPr>
          <p:spPr>
            <a:xfrm>
              <a:off x="4532025" y="665950"/>
              <a:ext cx="243775" cy="295900"/>
            </a:xfrm>
            <a:custGeom>
              <a:avLst/>
              <a:gdLst/>
              <a:ahLst/>
              <a:cxnLst/>
              <a:rect l="l" t="t" r="r" b="b"/>
              <a:pathLst>
                <a:path w="9751" h="11836" extrusionOk="0">
                  <a:moveTo>
                    <a:pt x="3850" y="1"/>
                  </a:moveTo>
                  <a:lnTo>
                    <a:pt x="3850" y="5918"/>
                  </a:lnTo>
                  <a:lnTo>
                    <a:pt x="0" y="10424"/>
                  </a:lnTo>
                  <a:lnTo>
                    <a:pt x="202" y="10592"/>
                  </a:lnTo>
                  <a:lnTo>
                    <a:pt x="421" y="10743"/>
                  </a:lnTo>
                  <a:lnTo>
                    <a:pt x="639" y="10894"/>
                  </a:lnTo>
                  <a:lnTo>
                    <a:pt x="858" y="11029"/>
                  </a:lnTo>
                  <a:lnTo>
                    <a:pt x="1076" y="11146"/>
                  </a:lnTo>
                  <a:lnTo>
                    <a:pt x="1312" y="11264"/>
                  </a:lnTo>
                  <a:lnTo>
                    <a:pt x="1547" y="11382"/>
                  </a:lnTo>
                  <a:lnTo>
                    <a:pt x="1799" y="11466"/>
                  </a:lnTo>
                  <a:lnTo>
                    <a:pt x="2034" y="11550"/>
                  </a:lnTo>
                  <a:lnTo>
                    <a:pt x="2287" y="11634"/>
                  </a:lnTo>
                  <a:lnTo>
                    <a:pt x="2539" y="11684"/>
                  </a:lnTo>
                  <a:lnTo>
                    <a:pt x="2791" y="11735"/>
                  </a:lnTo>
                  <a:lnTo>
                    <a:pt x="3060" y="11785"/>
                  </a:lnTo>
                  <a:lnTo>
                    <a:pt x="3312" y="11819"/>
                  </a:lnTo>
                  <a:lnTo>
                    <a:pt x="3581" y="11836"/>
                  </a:lnTo>
                  <a:lnTo>
                    <a:pt x="4136" y="11836"/>
                  </a:lnTo>
                  <a:lnTo>
                    <a:pt x="4438" y="11802"/>
                  </a:lnTo>
                  <a:lnTo>
                    <a:pt x="4741" y="11768"/>
                  </a:lnTo>
                  <a:lnTo>
                    <a:pt x="5027" y="11718"/>
                  </a:lnTo>
                  <a:lnTo>
                    <a:pt x="5313" y="11651"/>
                  </a:lnTo>
                  <a:lnTo>
                    <a:pt x="5598" y="11567"/>
                  </a:lnTo>
                  <a:lnTo>
                    <a:pt x="5867" y="11483"/>
                  </a:lnTo>
                  <a:lnTo>
                    <a:pt x="6136" y="11365"/>
                  </a:lnTo>
                  <a:lnTo>
                    <a:pt x="6405" y="11247"/>
                  </a:lnTo>
                  <a:lnTo>
                    <a:pt x="6657" y="11130"/>
                  </a:lnTo>
                  <a:lnTo>
                    <a:pt x="6910" y="10978"/>
                  </a:lnTo>
                  <a:lnTo>
                    <a:pt x="7145" y="10827"/>
                  </a:lnTo>
                  <a:lnTo>
                    <a:pt x="7380" y="10659"/>
                  </a:lnTo>
                  <a:lnTo>
                    <a:pt x="7599" y="10491"/>
                  </a:lnTo>
                  <a:lnTo>
                    <a:pt x="7817" y="10306"/>
                  </a:lnTo>
                  <a:lnTo>
                    <a:pt x="8019" y="10104"/>
                  </a:lnTo>
                  <a:lnTo>
                    <a:pt x="8221" y="9902"/>
                  </a:lnTo>
                  <a:lnTo>
                    <a:pt x="8406" y="9684"/>
                  </a:lnTo>
                  <a:lnTo>
                    <a:pt x="8574" y="9465"/>
                  </a:lnTo>
                  <a:lnTo>
                    <a:pt x="8742" y="9230"/>
                  </a:lnTo>
                  <a:lnTo>
                    <a:pt x="8893" y="8995"/>
                  </a:lnTo>
                  <a:lnTo>
                    <a:pt x="9045" y="8742"/>
                  </a:lnTo>
                  <a:lnTo>
                    <a:pt x="9179" y="8490"/>
                  </a:lnTo>
                  <a:lnTo>
                    <a:pt x="9297" y="8221"/>
                  </a:lnTo>
                  <a:lnTo>
                    <a:pt x="9398" y="7952"/>
                  </a:lnTo>
                  <a:lnTo>
                    <a:pt x="9498" y="7683"/>
                  </a:lnTo>
                  <a:lnTo>
                    <a:pt x="9566" y="7398"/>
                  </a:lnTo>
                  <a:lnTo>
                    <a:pt x="9633" y="7112"/>
                  </a:lnTo>
                  <a:lnTo>
                    <a:pt x="9683" y="6826"/>
                  </a:lnTo>
                  <a:lnTo>
                    <a:pt x="9734" y="6523"/>
                  </a:lnTo>
                  <a:lnTo>
                    <a:pt x="9751" y="6221"/>
                  </a:lnTo>
                  <a:lnTo>
                    <a:pt x="9751" y="5918"/>
                  </a:lnTo>
                  <a:lnTo>
                    <a:pt x="9751" y="5616"/>
                  </a:lnTo>
                  <a:lnTo>
                    <a:pt x="9734" y="5313"/>
                  </a:lnTo>
                  <a:lnTo>
                    <a:pt x="9683" y="5010"/>
                  </a:lnTo>
                  <a:lnTo>
                    <a:pt x="9633" y="4725"/>
                  </a:lnTo>
                  <a:lnTo>
                    <a:pt x="9566" y="4439"/>
                  </a:lnTo>
                  <a:lnTo>
                    <a:pt x="9482" y="4153"/>
                  </a:lnTo>
                  <a:lnTo>
                    <a:pt x="9398" y="3884"/>
                  </a:lnTo>
                  <a:lnTo>
                    <a:pt x="9297" y="3615"/>
                  </a:lnTo>
                  <a:lnTo>
                    <a:pt x="9179" y="3346"/>
                  </a:lnTo>
                  <a:lnTo>
                    <a:pt x="9045" y="3094"/>
                  </a:lnTo>
                  <a:lnTo>
                    <a:pt x="8893" y="2859"/>
                  </a:lnTo>
                  <a:lnTo>
                    <a:pt x="8742" y="2606"/>
                  </a:lnTo>
                  <a:lnTo>
                    <a:pt x="8574" y="2371"/>
                  </a:lnTo>
                  <a:lnTo>
                    <a:pt x="8406" y="2152"/>
                  </a:lnTo>
                  <a:lnTo>
                    <a:pt x="8221" y="1934"/>
                  </a:lnTo>
                  <a:lnTo>
                    <a:pt x="8019" y="1732"/>
                  </a:lnTo>
                  <a:lnTo>
                    <a:pt x="7817" y="1547"/>
                  </a:lnTo>
                  <a:lnTo>
                    <a:pt x="7599" y="1362"/>
                  </a:lnTo>
                  <a:lnTo>
                    <a:pt x="7380" y="1177"/>
                  </a:lnTo>
                  <a:lnTo>
                    <a:pt x="7145" y="1009"/>
                  </a:lnTo>
                  <a:lnTo>
                    <a:pt x="6910" y="858"/>
                  </a:lnTo>
                  <a:lnTo>
                    <a:pt x="6657" y="724"/>
                  </a:lnTo>
                  <a:lnTo>
                    <a:pt x="6405" y="589"/>
                  </a:lnTo>
                  <a:lnTo>
                    <a:pt x="6136" y="471"/>
                  </a:lnTo>
                  <a:lnTo>
                    <a:pt x="5867" y="371"/>
                  </a:lnTo>
                  <a:lnTo>
                    <a:pt x="5598" y="270"/>
                  </a:lnTo>
                  <a:lnTo>
                    <a:pt x="5313" y="186"/>
                  </a:lnTo>
                  <a:lnTo>
                    <a:pt x="5027" y="135"/>
                  </a:lnTo>
                  <a:lnTo>
                    <a:pt x="4741" y="68"/>
                  </a:lnTo>
                  <a:lnTo>
                    <a:pt x="4438" y="34"/>
                  </a:lnTo>
                  <a:lnTo>
                    <a:pt x="4153" y="17"/>
                  </a:lnTo>
                  <a:lnTo>
                    <a:pt x="38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8" name="Google Shape;5748;p63"/>
            <p:cNvSpPr/>
            <p:nvPr/>
          </p:nvSpPr>
          <p:spPr>
            <a:xfrm>
              <a:off x="4532025" y="665950"/>
              <a:ext cx="243775" cy="295900"/>
            </a:xfrm>
            <a:custGeom>
              <a:avLst/>
              <a:gdLst/>
              <a:ahLst/>
              <a:cxnLst/>
              <a:rect l="l" t="t" r="r" b="b"/>
              <a:pathLst>
                <a:path w="9751" h="11836" extrusionOk="0">
                  <a:moveTo>
                    <a:pt x="3850" y="1"/>
                  </a:moveTo>
                  <a:lnTo>
                    <a:pt x="3850" y="5918"/>
                  </a:lnTo>
                  <a:lnTo>
                    <a:pt x="0" y="10424"/>
                  </a:lnTo>
                  <a:lnTo>
                    <a:pt x="202" y="10592"/>
                  </a:lnTo>
                  <a:lnTo>
                    <a:pt x="421" y="10743"/>
                  </a:lnTo>
                  <a:lnTo>
                    <a:pt x="639" y="10894"/>
                  </a:lnTo>
                  <a:lnTo>
                    <a:pt x="858" y="11029"/>
                  </a:lnTo>
                  <a:lnTo>
                    <a:pt x="1076" y="11146"/>
                  </a:lnTo>
                  <a:lnTo>
                    <a:pt x="1312" y="11264"/>
                  </a:lnTo>
                  <a:lnTo>
                    <a:pt x="1547" y="11382"/>
                  </a:lnTo>
                  <a:lnTo>
                    <a:pt x="1799" y="11466"/>
                  </a:lnTo>
                  <a:lnTo>
                    <a:pt x="2034" y="11550"/>
                  </a:lnTo>
                  <a:lnTo>
                    <a:pt x="2287" y="11634"/>
                  </a:lnTo>
                  <a:lnTo>
                    <a:pt x="2539" y="11684"/>
                  </a:lnTo>
                  <a:lnTo>
                    <a:pt x="2791" y="11735"/>
                  </a:lnTo>
                  <a:lnTo>
                    <a:pt x="3060" y="11785"/>
                  </a:lnTo>
                  <a:lnTo>
                    <a:pt x="3312" y="11819"/>
                  </a:lnTo>
                  <a:lnTo>
                    <a:pt x="3581" y="11836"/>
                  </a:lnTo>
                  <a:lnTo>
                    <a:pt x="4136" y="11836"/>
                  </a:lnTo>
                  <a:lnTo>
                    <a:pt x="4438" y="11802"/>
                  </a:lnTo>
                  <a:lnTo>
                    <a:pt x="4741" y="11768"/>
                  </a:lnTo>
                  <a:lnTo>
                    <a:pt x="5027" y="11718"/>
                  </a:lnTo>
                  <a:lnTo>
                    <a:pt x="5313" y="11651"/>
                  </a:lnTo>
                  <a:lnTo>
                    <a:pt x="5598" y="11567"/>
                  </a:lnTo>
                  <a:lnTo>
                    <a:pt x="5867" y="11483"/>
                  </a:lnTo>
                  <a:lnTo>
                    <a:pt x="6136" y="11365"/>
                  </a:lnTo>
                  <a:lnTo>
                    <a:pt x="6405" y="11247"/>
                  </a:lnTo>
                  <a:lnTo>
                    <a:pt x="6657" y="11130"/>
                  </a:lnTo>
                  <a:lnTo>
                    <a:pt x="6910" y="10978"/>
                  </a:lnTo>
                  <a:lnTo>
                    <a:pt x="7145" y="10827"/>
                  </a:lnTo>
                  <a:lnTo>
                    <a:pt x="7380" y="10659"/>
                  </a:lnTo>
                  <a:lnTo>
                    <a:pt x="7599" y="10491"/>
                  </a:lnTo>
                  <a:lnTo>
                    <a:pt x="7817" y="10306"/>
                  </a:lnTo>
                  <a:lnTo>
                    <a:pt x="8019" y="10104"/>
                  </a:lnTo>
                  <a:lnTo>
                    <a:pt x="8221" y="9902"/>
                  </a:lnTo>
                  <a:lnTo>
                    <a:pt x="8406" y="9684"/>
                  </a:lnTo>
                  <a:lnTo>
                    <a:pt x="8574" y="9465"/>
                  </a:lnTo>
                  <a:lnTo>
                    <a:pt x="8742" y="9230"/>
                  </a:lnTo>
                  <a:lnTo>
                    <a:pt x="8893" y="8995"/>
                  </a:lnTo>
                  <a:lnTo>
                    <a:pt x="9045" y="8742"/>
                  </a:lnTo>
                  <a:lnTo>
                    <a:pt x="9179" y="8490"/>
                  </a:lnTo>
                  <a:lnTo>
                    <a:pt x="9297" y="8221"/>
                  </a:lnTo>
                  <a:lnTo>
                    <a:pt x="9398" y="7952"/>
                  </a:lnTo>
                  <a:lnTo>
                    <a:pt x="9498" y="7683"/>
                  </a:lnTo>
                  <a:lnTo>
                    <a:pt x="9566" y="7398"/>
                  </a:lnTo>
                  <a:lnTo>
                    <a:pt x="9633" y="7112"/>
                  </a:lnTo>
                  <a:lnTo>
                    <a:pt x="9683" y="6826"/>
                  </a:lnTo>
                  <a:lnTo>
                    <a:pt x="9734" y="6523"/>
                  </a:lnTo>
                  <a:lnTo>
                    <a:pt x="9751" y="6221"/>
                  </a:lnTo>
                  <a:lnTo>
                    <a:pt x="9751" y="5918"/>
                  </a:lnTo>
                  <a:lnTo>
                    <a:pt x="9751" y="5616"/>
                  </a:lnTo>
                  <a:lnTo>
                    <a:pt x="9734" y="5313"/>
                  </a:lnTo>
                  <a:lnTo>
                    <a:pt x="9683" y="5010"/>
                  </a:lnTo>
                  <a:lnTo>
                    <a:pt x="9633" y="4725"/>
                  </a:lnTo>
                  <a:lnTo>
                    <a:pt x="9566" y="4439"/>
                  </a:lnTo>
                  <a:lnTo>
                    <a:pt x="9482" y="4153"/>
                  </a:lnTo>
                  <a:lnTo>
                    <a:pt x="9398" y="3884"/>
                  </a:lnTo>
                  <a:lnTo>
                    <a:pt x="9297" y="3615"/>
                  </a:lnTo>
                  <a:lnTo>
                    <a:pt x="9179" y="3346"/>
                  </a:lnTo>
                  <a:lnTo>
                    <a:pt x="9045" y="3094"/>
                  </a:lnTo>
                  <a:lnTo>
                    <a:pt x="8893" y="2859"/>
                  </a:lnTo>
                  <a:lnTo>
                    <a:pt x="8742" y="2606"/>
                  </a:lnTo>
                  <a:lnTo>
                    <a:pt x="8574" y="2371"/>
                  </a:lnTo>
                  <a:lnTo>
                    <a:pt x="8406" y="2152"/>
                  </a:lnTo>
                  <a:lnTo>
                    <a:pt x="8221" y="1934"/>
                  </a:lnTo>
                  <a:lnTo>
                    <a:pt x="8019" y="1732"/>
                  </a:lnTo>
                  <a:lnTo>
                    <a:pt x="7817" y="1547"/>
                  </a:lnTo>
                  <a:lnTo>
                    <a:pt x="7599" y="1362"/>
                  </a:lnTo>
                  <a:lnTo>
                    <a:pt x="7380" y="1177"/>
                  </a:lnTo>
                  <a:lnTo>
                    <a:pt x="7145" y="1009"/>
                  </a:lnTo>
                  <a:lnTo>
                    <a:pt x="6910" y="858"/>
                  </a:lnTo>
                  <a:lnTo>
                    <a:pt x="6657" y="724"/>
                  </a:lnTo>
                  <a:lnTo>
                    <a:pt x="6405" y="589"/>
                  </a:lnTo>
                  <a:lnTo>
                    <a:pt x="6136" y="471"/>
                  </a:lnTo>
                  <a:lnTo>
                    <a:pt x="5867" y="371"/>
                  </a:lnTo>
                  <a:lnTo>
                    <a:pt x="5598" y="270"/>
                  </a:lnTo>
                  <a:lnTo>
                    <a:pt x="5313" y="186"/>
                  </a:lnTo>
                  <a:lnTo>
                    <a:pt x="5027" y="135"/>
                  </a:lnTo>
                  <a:lnTo>
                    <a:pt x="4741" y="68"/>
                  </a:lnTo>
                  <a:lnTo>
                    <a:pt x="4438" y="34"/>
                  </a:lnTo>
                  <a:lnTo>
                    <a:pt x="4153" y="17"/>
                  </a:lnTo>
                  <a:lnTo>
                    <a:pt x="385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9" name="Google Shape;5749;p63"/>
            <p:cNvSpPr/>
            <p:nvPr/>
          </p:nvSpPr>
          <p:spPr>
            <a:xfrm>
              <a:off x="4529500" y="536100"/>
              <a:ext cx="5075" cy="190825"/>
            </a:xfrm>
            <a:custGeom>
              <a:avLst/>
              <a:gdLst/>
              <a:ahLst/>
              <a:cxnLst/>
              <a:rect l="l" t="t" r="r" b="b"/>
              <a:pathLst>
                <a:path w="203" h="7633" extrusionOk="0">
                  <a:moveTo>
                    <a:pt x="0" y="0"/>
                  </a:moveTo>
                  <a:lnTo>
                    <a:pt x="0" y="7632"/>
                  </a:lnTo>
                  <a:lnTo>
                    <a:pt x="202" y="7632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0" name="Google Shape;5750;p63"/>
            <p:cNvSpPr/>
            <p:nvPr/>
          </p:nvSpPr>
          <p:spPr>
            <a:xfrm>
              <a:off x="4516050" y="506675"/>
              <a:ext cx="31975" cy="31950"/>
            </a:xfrm>
            <a:custGeom>
              <a:avLst/>
              <a:gdLst/>
              <a:ahLst/>
              <a:cxnLst/>
              <a:rect l="l" t="t" r="r" b="b"/>
              <a:pathLst>
                <a:path w="1279" h="1278" extrusionOk="0">
                  <a:moveTo>
                    <a:pt x="639" y="202"/>
                  </a:moveTo>
                  <a:lnTo>
                    <a:pt x="723" y="219"/>
                  </a:lnTo>
                  <a:lnTo>
                    <a:pt x="807" y="236"/>
                  </a:lnTo>
                  <a:lnTo>
                    <a:pt x="891" y="286"/>
                  </a:lnTo>
                  <a:lnTo>
                    <a:pt x="942" y="336"/>
                  </a:lnTo>
                  <a:lnTo>
                    <a:pt x="1009" y="404"/>
                  </a:lnTo>
                  <a:lnTo>
                    <a:pt x="1043" y="471"/>
                  </a:lnTo>
                  <a:lnTo>
                    <a:pt x="1060" y="555"/>
                  </a:lnTo>
                  <a:lnTo>
                    <a:pt x="1076" y="639"/>
                  </a:lnTo>
                  <a:lnTo>
                    <a:pt x="1060" y="740"/>
                  </a:lnTo>
                  <a:lnTo>
                    <a:pt x="1043" y="807"/>
                  </a:lnTo>
                  <a:lnTo>
                    <a:pt x="1009" y="891"/>
                  </a:lnTo>
                  <a:lnTo>
                    <a:pt x="942" y="959"/>
                  </a:lnTo>
                  <a:lnTo>
                    <a:pt x="875" y="1009"/>
                  </a:lnTo>
                  <a:lnTo>
                    <a:pt x="807" y="1043"/>
                  </a:lnTo>
                  <a:lnTo>
                    <a:pt x="723" y="1076"/>
                  </a:lnTo>
                  <a:lnTo>
                    <a:pt x="555" y="1076"/>
                  </a:lnTo>
                  <a:lnTo>
                    <a:pt x="471" y="1043"/>
                  </a:lnTo>
                  <a:lnTo>
                    <a:pt x="404" y="1009"/>
                  </a:lnTo>
                  <a:lnTo>
                    <a:pt x="337" y="959"/>
                  </a:lnTo>
                  <a:lnTo>
                    <a:pt x="286" y="891"/>
                  </a:lnTo>
                  <a:lnTo>
                    <a:pt x="236" y="807"/>
                  </a:lnTo>
                  <a:lnTo>
                    <a:pt x="219" y="723"/>
                  </a:lnTo>
                  <a:lnTo>
                    <a:pt x="202" y="639"/>
                  </a:lnTo>
                  <a:lnTo>
                    <a:pt x="219" y="555"/>
                  </a:lnTo>
                  <a:lnTo>
                    <a:pt x="236" y="471"/>
                  </a:lnTo>
                  <a:lnTo>
                    <a:pt x="286" y="404"/>
                  </a:lnTo>
                  <a:lnTo>
                    <a:pt x="337" y="336"/>
                  </a:lnTo>
                  <a:lnTo>
                    <a:pt x="404" y="286"/>
                  </a:lnTo>
                  <a:lnTo>
                    <a:pt x="471" y="236"/>
                  </a:lnTo>
                  <a:lnTo>
                    <a:pt x="555" y="219"/>
                  </a:lnTo>
                  <a:lnTo>
                    <a:pt x="639" y="202"/>
                  </a:lnTo>
                  <a:close/>
                  <a:moveTo>
                    <a:pt x="639" y="0"/>
                  </a:moveTo>
                  <a:lnTo>
                    <a:pt x="505" y="17"/>
                  </a:lnTo>
                  <a:lnTo>
                    <a:pt x="387" y="51"/>
                  </a:lnTo>
                  <a:lnTo>
                    <a:pt x="286" y="118"/>
                  </a:lnTo>
                  <a:lnTo>
                    <a:pt x="185" y="202"/>
                  </a:lnTo>
                  <a:lnTo>
                    <a:pt x="118" y="286"/>
                  </a:lnTo>
                  <a:lnTo>
                    <a:pt x="51" y="404"/>
                  </a:lnTo>
                  <a:lnTo>
                    <a:pt x="17" y="521"/>
                  </a:lnTo>
                  <a:lnTo>
                    <a:pt x="0" y="639"/>
                  </a:lnTo>
                  <a:lnTo>
                    <a:pt x="17" y="774"/>
                  </a:lnTo>
                  <a:lnTo>
                    <a:pt x="51" y="891"/>
                  </a:lnTo>
                  <a:lnTo>
                    <a:pt x="118" y="992"/>
                  </a:lnTo>
                  <a:lnTo>
                    <a:pt x="185" y="1093"/>
                  </a:lnTo>
                  <a:lnTo>
                    <a:pt x="286" y="1177"/>
                  </a:lnTo>
                  <a:lnTo>
                    <a:pt x="387" y="1227"/>
                  </a:lnTo>
                  <a:lnTo>
                    <a:pt x="522" y="1261"/>
                  </a:lnTo>
                  <a:lnTo>
                    <a:pt x="639" y="1278"/>
                  </a:lnTo>
                  <a:lnTo>
                    <a:pt x="774" y="1261"/>
                  </a:lnTo>
                  <a:lnTo>
                    <a:pt x="891" y="1227"/>
                  </a:lnTo>
                  <a:lnTo>
                    <a:pt x="992" y="1177"/>
                  </a:lnTo>
                  <a:lnTo>
                    <a:pt x="1093" y="1093"/>
                  </a:lnTo>
                  <a:lnTo>
                    <a:pt x="1160" y="992"/>
                  </a:lnTo>
                  <a:lnTo>
                    <a:pt x="1228" y="891"/>
                  </a:lnTo>
                  <a:lnTo>
                    <a:pt x="1261" y="774"/>
                  </a:lnTo>
                  <a:lnTo>
                    <a:pt x="1278" y="639"/>
                  </a:lnTo>
                  <a:lnTo>
                    <a:pt x="1261" y="505"/>
                  </a:lnTo>
                  <a:lnTo>
                    <a:pt x="1228" y="387"/>
                  </a:lnTo>
                  <a:lnTo>
                    <a:pt x="1160" y="286"/>
                  </a:lnTo>
                  <a:lnTo>
                    <a:pt x="1093" y="185"/>
                  </a:lnTo>
                  <a:lnTo>
                    <a:pt x="992" y="118"/>
                  </a:lnTo>
                  <a:lnTo>
                    <a:pt x="891" y="51"/>
                  </a:lnTo>
                  <a:lnTo>
                    <a:pt x="774" y="1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1" name="Google Shape;5751;p63"/>
            <p:cNvSpPr/>
            <p:nvPr/>
          </p:nvSpPr>
          <p:spPr>
            <a:xfrm>
              <a:off x="4572775" y="509200"/>
              <a:ext cx="147975" cy="6750"/>
            </a:xfrm>
            <a:custGeom>
              <a:avLst/>
              <a:gdLst/>
              <a:ahLst/>
              <a:cxnLst/>
              <a:rect l="l" t="t" r="r" b="b"/>
              <a:pathLst>
                <a:path w="5919" h="270" extrusionOk="0">
                  <a:moveTo>
                    <a:pt x="1" y="0"/>
                  </a:moveTo>
                  <a:lnTo>
                    <a:pt x="1" y="269"/>
                  </a:lnTo>
                  <a:lnTo>
                    <a:pt x="5918" y="269"/>
                  </a:lnTo>
                  <a:lnTo>
                    <a:pt x="591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2" name="Google Shape;5752;p63"/>
            <p:cNvSpPr/>
            <p:nvPr/>
          </p:nvSpPr>
          <p:spPr>
            <a:xfrm>
              <a:off x="4572775" y="522650"/>
              <a:ext cx="83675" cy="6750"/>
            </a:xfrm>
            <a:custGeom>
              <a:avLst/>
              <a:gdLst/>
              <a:ahLst/>
              <a:cxnLst/>
              <a:rect l="l" t="t" r="r" b="b"/>
              <a:pathLst>
                <a:path w="3347" h="270" extrusionOk="0">
                  <a:moveTo>
                    <a:pt x="1" y="0"/>
                  </a:moveTo>
                  <a:lnTo>
                    <a:pt x="1" y="269"/>
                  </a:lnTo>
                  <a:lnTo>
                    <a:pt x="3346" y="269"/>
                  </a:lnTo>
                  <a:lnTo>
                    <a:pt x="334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3" name="Google Shape;5753;p63"/>
            <p:cNvSpPr/>
            <p:nvPr/>
          </p:nvSpPr>
          <p:spPr>
            <a:xfrm>
              <a:off x="3562875" y="1809525"/>
              <a:ext cx="190825" cy="5075"/>
            </a:xfrm>
            <a:custGeom>
              <a:avLst/>
              <a:gdLst/>
              <a:ahLst/>
              <a:cxnLst/>
              <a:rect l="l" t="t" r="r" b="b"/>
              <a:pathLst>
                <a:path w="7633" h="203" extrusionOk="0">
                  <a:moveTo>
                    <a:pt x="0" y="1"/>
                  </a:moveTo>
                  <a:lnTo>
                    <a:pt x="0" y="202"/>
                  </a:lnTo>
                  <a:lnTo>
                    <a:pt x="7632" y="202"/>
                  </a:lnTo>
                  <a:lnTo>
                    <a:pt x="763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4" name="Google Shape;5754;p63"/>
            <p:cNvSpPr/>
            <p:nvPr/>
          </p:nvSpPr>
          <p:spPr>
            <a:xfrm>
              <a:off x="3751150" y="1796075"/>
              <a:ext cx="31975" cy="31975"/>
            </a:xfrm>
            <a:custGeom>
              <a:avLst/>
              <a:gdLst/>
              <a:ahLst/>
              <a:cxnLst/>
              <a:rect l="l" t="t" r="r" b="b"/>
              <a:pathLst>
                <a:path w="1279" h="1279" extrusionOk="0">
                  <a:moveTo>
                    <a:pt x="639" y="202"/>
                  </a:moveTo>
                  <a:lnTo>
                    <a:pt x="723" y="219"/>
                  </a:lnTo>
                  <a:lnTo>
                    <a:pt x="807" y="236"/>
                  </a:lnTo>
                  <a:lnTo>
                    <a:pt x="891" y="286"/>
                  </a:lnTo>
                  <a:lnTo>
                    <a:pt x="942" y="337"/>
                  </a:lnTo>
                  <a:lnTo>
                    <a:pt x="992" y="404"/>
                  </a:lnTo>
                  <a:lnTo>
                    <a:pt x="1043" y="471"/>
                  </a:lnTo>
                  <a:lnTo>
                    <a:pt x="1060" y="555"/>
                  </a:lnTo>
                  <a:lnTo>
                    <a:pt x="1076" y="639"/>
                  </a:lnTo>
                  <a:lnTo>
                    <a:pt x="1060" y="724"/>
                  </a:lnTo>
                  <a:lnTo>
                    <a:pt x="1043" y="808"/>
                  </a:lnTo>
                  <a:lnTo>
                    <a:pt x="992" y="892"/>
                  </a:lnTo>
                  <a:lnTo>
                    <a:pt x="942" y="942"/>
                  </a:lnTo>
                  <a:lnTo>
                    <a:pt x="875" y="1009"/>
                  </a:lnTo>
                  <a:lnTo>
                    <a:pt x="807" y="1043"/>
                  </a:lnTo>
                  <a:lnTo>
                    <a:pt x="723" y="1060"/>
                  </a:lnTo>
                  <a:lnTo>
                    <a:pt x="639" y="1077"/>
                  </a:lnTo>
                  <a:lnTo>
                    <a:pt x="555" y="1060"/>
                  </a:lnTo>
                  <a:lnTo>
                    <a:pt x="471" y="1043"/>
                  </a:lnTo>
                  <a:lnTo>
                    <a:pt x="387" y="992"/>
                  </a:lnTo>
                  <a:lnTo>
                    <a:pt x="337" y="942"/>
                  </a:lnTo>
                  <a:lnTo>
                    <a:pt x="269" y="875"/>
                  </a:lnTo>
                  <a:lnTo>
                    <a:pt x="236" y="808"/>
                  </a:lnTo>
                  <a:lnTo>
                    <a:pt x="219" y="724"/>
                  </a:lnTo>
                  <a:lnTo>
                    <a:pt x="202" y="639"/>
                  </a:lnTo>
                  <a:lnTo>
                    <a:pt x="219" y="555"/>
                  </a:lnTo>
                  <a:lnTo>
                    <a:pt x="236" y="471"/>
                  </a:lnTo>
                  <a:lnTo>
                    <a:pt x="286" y="387"/>
                  </a:lnTo>
                  <a:lnTo>
                    <a:pt x="337" y="337"/>
                  </a:lnTo>
                  <a:lnTo>
                    <a:pt x="404" y="270"/>
                  </a:lnTo>
                  <a:lnTo>
                    <a:pt x="471" y="236"/>
                  </a:lnTo>
                  <a:lnTo>
                    <a:pt x="555" y="219"/>
                  </a:lnTo>
                  <a:lnTo>
                    <a:pt x="639" y="202"/>
                  </a:lnTo>
                  <a:close/>
                  <a:moveTo>
                    <a:pt x="639" y="1"/>
                  </a:moveTo>
                  <a:lnTo>
                    <a:pt x="505" y="17"/>
                  </a:lnTo>
                  <a:lnTo>
                    <a:pt x="387" y="51"/>
                  </a:lnTo>
                  <a:lnTo>
                    <a:pt x="286" y="118"/>
                  </a:lnTo>
                  <a:lnTo>
                    <a:pt x="185" y="186"/>
                  </a:lnTo>
                  <a:lnTo>
                    <a:pt x="118" y="286"/>
                  </a:lnTo>
                  <a:lnTo>
                    <a:pt x="51" y="387"/>
                  </a:lnTo>
                  <a:lnTo>
                    <a:pt x="17" y="505"/>
                  </a:lnTo>
                  <a:lnTo>
                    <a:pt x="0" y="639"/>
                  </a:lnTo>
                  <a:lnTo>
                    <a:pt x="17" y="774"/>
                  </a:lnTo>
                  <a:lnTo>
                    <a:pt x="51" y="892"/>
                  </a:lnTo>
                  <a:lnTo>
                    <a:pt x="118" y="992"/>
                  </a:lnTo>
                  <a:lnTo>
                    <a:pt x="185" y="1093"/>
                  </a:lnTo>
                  <a:lnTo>
                    <a:pt x="286" y="1161"/>
                  </a:lnTo>
                  <a:lnTo>
                    <a:pt x="387" y="1228"/>
                  </a:lnTo>
                  <a:lnTo>
                    <a:pt x="505" y="1261"/>
                  </a:lnTo>
                  <a:lnTo>
                    <a:pt x="639" y="1278"/>
                  </a:lnTo>
                  <a:lnTo>
                    <a:pt x="774" y="1261"/>
                  </a:lnTo>
                  <a:lnTo>
                    <a:pt x="891" y="1228"/>
                  </a:lnTo>
                  <a:lnTo>
                    <a:pt x="992" y="1161"/>
                  </a:lnTo>
                  <a:lnTo>
                    <a:pt x="1093" y="1093"/>
                  </a:lnTo>
                  <a:lnTo>
                    <a:pt x="1160" y="992"/>
                  </a:lnTo>
                  <a:lnTo>
                    <a:pt x="1228" y="892"/>
                  </a:lnTo>
                  <a:lnTo>
                    <a:pt x="1261" y="774"/>
                  </a:lnTo>
                  <a:lnTo>
                    <a:pt x="1278" y="639"/>
                  </a:lnTo>
                  <a:lnTo>
                    <a:pt x="1261" y="505"/>
                  </a:lnTo>
                  <a:lnTo>
                    <a:pt x="1228" y="387"/>
                  </a:lnTo>
                  <a:lnTo>
                    <a:pt x="1160" y="286"/>
                  </a:lnTo>
                  <a:lnTo>
                    <a:pt x="1093" y="186"/>
                  </a:lnTo>
                  <a:lnTo>
                    <a:pt x="992" y="102"/>
                  </a:lnTo>
                  <a:lnTo>
                    <a:pt x="891" y="51"/>
                  </a:lnTo>
                  <a:lnTo>
                    <a:pt x="757" y="17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5" name="Google Shape;5755;p63"/>
            <p:cNvSpPr/>
            <p:nvPr/>
          </p:nvSpPr>
          <p:spPr>
            <a:xfrm>
              <a:off x="3815450" y="1801950"/>
              <a:ext cx="148375" cy="6750"/>
            </a:xfrm>
            <a:custGeom>
              <a:avLst/>
              <a:gdLst/>
              <a:ahLst/>
              <a:cxnLst/>
              <a:rect l="l" t="t" r="r" b="b"/>
              <a:pathLst>
                <a:path w="5935" h="270" extrusionOk="0">
                  <a:moveTo>
                    <a:pt x="1" y="1"/>
                  </a:moveTo>
                  <a:lnTo>
                    <a:pt x="1" y="270"/>
                  </a:lnTo>
                  <a:lnTo>
                    <a:pt x="5935" y="270"/>
                  </a:lnTo>
                  <a:lnTo>
                    <a:pt x="593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6" name="Google Shape;5756;p63"/>
            <p:cNvSpPr/>
            <p:nvPr/>
          </p:nvSpPr>
          <p:spPr>
            <a:xfrm>
              <a:off x="3815450" y="1815400"/>
              <a:ext cx="84075" cy="6750"/>
            </a:xfrm>
            <a:custGeom>
              <a:avLst/>
              <a:gdLst/>
              <a:ahLst/>
              <a:cxnLst/>
              <a:rect l="l" t="t" r="r" b="b"/>
              <a:pathLst>
                <a:path w="3363" h="270" extrusionOk="0">
                  <a:moveTo>
                    <a:pt x="1" y="1"/>
                  </a:moveTo>
                  <a:lnTo>
                    <a:pt x="1" y="270"/>
                  </a:lnTo>
                  <a:lnTo>
                    <a:pt x="3363" y="270"/>
                  </a:lnTo>
                  <a:lnTo>
                    <a:pt x="336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7" name="Google Shape;5757;p63"/>
            <p:cNvSpPr/>
            <p:nvPr/>
          </p:nvSpPr>
          <p:spPr>
            <a:xfrm>
              <a:off x="2660550" y="2155825"/>
              <a:ext cx="2150975" cy="206800"/>
            </a:xfrm>
            <a:custGeom>
              <a:avLst/>
              <a:gdLst/>
              <a:ahLst/>
              <a:cxnLst/>
              <a:rect l="l" t="t" r="r" b="b"/>
              <a:pathLst>
                <a:path w="86039" h="8272" extrusionOk="0">
                  <a:moveTo>
                    <a:pt x="43019" y="1"/>
                  </a:moveTo>
                  <a:lnTo>
                    <a:pt x="40800" y="18"/>
                  </a:lnTo>
                  <a:lnTo>
                    <a:pt x="38615" y="35"/>
                  </a:lnTo>
                  <a:lnTo>
                    <a:pt x="36463" y="51"/>
                  </a:lnTo>
                  <a:lnTo>
                    <a:pt x="34345" y="85"/>
                  </a:lnTo>
                  <a:lnTo>
                    <a:pt x="32260" y="135"/>
                  </a:lnTo>
                  <a:lnTo>
                    <a:pt x="30226" y="186"/>
                  </a:lnTo>
                  <a:lnTo>
                    <a:pt x="28226" y="253"/>
                  </a:lnTo>
                  <a:lnTo>
                    <a:pt x="26276" y="337"/>
                  </a:lnTo>
                  <a:lnTo>
                    <a:pt x="24376" y="421"/>
                  </a:lnTo>
                  <a:lnTo>
                    <a:pt x="22510" y="505"/>
                  </a:lnTo>
                  <a:lnTo>
                    <a:pt x="20711" y="606"/>
                  </a:lnTo>
                  <a:lnTo>
                    <a:pt x="18963" y="707"/>
                  </a:lnTo>
                  <a:lnTo>
                    <a:pt x="17282" y="825"/>
                  </a:lnTo>
                  <a:lnTo>
                    <a:pt x="15651" y="942"/>
                  </a:lnTo>
                  <a:lnTo>
                    <a:pt x="14088" y="1077"/>
                  </a:lnTo>
                  <a:lnTo>
                    <a:pt x="12591" y="1211"/>
                  </a:lnTo>
                  <a:lnTo>
                    <a:pt x="11179" y="1363"/>
                  </a:lnTo>
                  <a:lnTo>
                    <a:pt x="9818" y="1514"/>
                  </a:lnTo>
                  <a:lnTo>
                    <a:pt x="8540" y="1665"/>
                  </a:lnTo>
                  <a:lnTo>
                    <a:pt x="7346" y="1833"/>
                  </a:lnTo>
                  <a:lnTo>
                    <a:pt x="6220" y="2001"/>
                  </a:lnTo>
                  <a:lnTo>
                    <a:pt x="5195" y="2170"/>
                  </a:lnTo>
                  <a:lnTo>
                    <a:pt x="4236" y="2354"/>
                  </a:lnTo>
                  <a:lnTo>
                    <a:pt x="3379" y="2523"/>
                  </a:lnTo>
                  <a:lnTo>
                    <a:pt x="2606" y="2724"/>
                  </a:lnTo>
                  <a:lnTo>
                    <a:pt x="1933" y="2909"/>
                  </a:lnTo>
                  <a:lnTo>
                    <a:pt x="1362" y="3111"/>
                  </a:lnTo>
                  <a:lnTo>
                    <a:pt x="1110" y="3212"/>
                  </a:lnTo>
                  <a:lnTo>
                    <a:pt x="874" y="3313"/>
                  </a:lnTo>
                  <a:lnTo>
                    <a:pt x="672" y="3414"/>
                  </a:lnTo>
                  <a:lnTo>
                    <a:pt x="488" y="3514"/>
                  </a:lnTo>
                  <a:lnTo>
                    <a:pt x="353" y="3615"/>
                  </a:lnTo>
                  <a:lnTo>
                    <a:pt x="219" y="3716"/>
                  </a:lnTo>
                  <a:lnTo>
                    <a:pt x="118" y="3817"/>
                  </a:lnTo>
                  <a:lnTo>
                    <a:pt x="50" y="3918"/>
                  </a:lnTo>
                  <a:lnTo>
                    <a:pt x="17" y="4036"/>
                  </a:lnTo>
                  <a:lnTo>
                    <a:pt x="0" y="4136"/>
                  </a:lnTo>
                  <a:lnTo>
                    <a:pt x="17" y="4237"/>
                  </a:lnTo>
                  <a:lnTo>
                    <a:pt x="50" y="4355"/>
                  </a:lnTo>
                  <a:lnTo>
                    <a:pt x="118" y="4456"/>
                  </a:lnTo>
                  <a:lnTo>
                    <a:pt x="219" y="4557"/>
                  </a:lnTo>
                  <a:lnTo>
                    <a:pt x="353" y="4658"/>
                  </a:lnTo>
                  <a:lnTo>
                    <a:pt x="488" y="4758"/>
                  </a:lnTo>
                  <a:lnTo>
                    <a:pt x="672" y="4859"/>
                  </a:lnTo>
                  <a:lnTo>
                    <a:pt x="874" y="4960"/>
                  </a:lnTo>
                  <a:lnTo>
                    <a:pt x="1110" y="5061"/>
                  </a:lnTo>
                  <a:lnTo>
                    <a:pt x="1362" y="5162"/>
                  </a:lnTo>
                  <a:lnTo>
                    <a:pt x="1933" y="5364"/>
                  </a:lnTo>
                  <a:lnTo>
                    <a:pt x="2606" y="5549"/>
                  </a:lnTo>
                  <a:lnTo>
                    <a:pt x="3379" y="5750"/>
                  </a:lnTo>
                  <a:lnTo>
                    <a:pt x="4236" y="5918"/>
                  </a:lnTo>
                  <a:lnTo>
                    <a:pt x="5195" y="6103"/>
                  </a:lnTo>
                  <a:lnTo>
                    <a:pt x="6220" y="6271"/>
                  </a:lnTo>
                  <a:lnTo>
                    <a:pt x="7346" y="6440"/>
                  </a:lnTo>
                  <a:lnTo>
                    <a:pt x="8540" y="6608"/>
                  </a:lnTo>
                  <a:lnTo>
                    <a:pt x="9818" y="6759"/>
                  </a:lnTo>
                  <a:lnTo>
                    <a:pt x="11179" y="6910"/>
                  </a:lnTo>
                  <a:lnTo>
                    <a:pt x="12591" y="7062"/>
                  </a:lnTo>
                  <a:lnTo>
                    <a:pt x="14088" y="7196"/>
                  </a:lnTo>
                  <a:lnTo>
                    <a:pt x="15651" y="7331"/>
                  </a:lnTo>
                  <a:lnTo>
                    <a:pt x="17282" y="7448"/>
                  </a:lnTo>
                  <a:lnTo>
                    <a:pt x="18963" y="7566"/>
                  </a:lnTo>
                  <a:lnTo>
                    <a:pt x="20711" y="7667"/>
                  </a:lnTo>
                  <a:lnTo>
                    <a:pt x="22510" y="7768"/>
                  </a:lnTo>
                  <a:lnTo>
                    <a:pt x="24376" y="7852"/>
                  </a:lnTo>
                  <a:lnTo>
                    <a:pt x="26276" y="7936"/>
                  </a:lnTo>
                  <a:lnTo>
                    <a:pt x="28226" y="8020"/>
                  </a:lnTo>
                  <a:lnTo>
                    <a:pt x="30226" y="8087"/>
                  </a:lnTo>
                  <a:lnTo>
                    <a:pt x="32260" y="8137"/>
                  </a:lnTo>
                  <a:lnTo>
                    <a:pt x="34345" y="8188"/>
                  </a:lnTo>
                  <a:lnTo>
                    <a:pt x="36463" y="8222"/>
                  </a:lnTo>
                  <a:lnTo>
                    <a:pt x="38615" y="8238"/>
                  </a:lnTo>
                  <a:lnTo>
                    <a:pt x="40800" y="8255"/>
                  </a:lnTo>
                  <a:lnTo>
                    <a:pt x="43019" y="8272"/>
                  </a:lnTo>
                  <a:lnTo>
                    <a:pt x="45238" y="8255"/>
                  </a:lnTo>
                  <a:lnTo>
                    <a:pt x="47424" y="8238"/>
                  </a:lnTo>
                  <a:lnTo>
                    <a:pt x="49576" y="8222"/>
                  </a:lnTo>
                  <a:lnTo>
                    <a:pt x="51694" y="8188"/>
                  </a:lnTo>
                  <a:lnTo>
                    <a:pt x="53761" y="8137"/>
                  </a:lnTo>
                  <a:lnTo>
                    <a:pt x="55812" y="8087"/>
                  </a:lnTo>
                  <a:lnTo>
                    <a:pt x="57813" y="8020"/>
                  </a:lnTo>
                  <a:lnTo>
                    <a:pt x="59763" y="7936"/>
                  </a:lnTo>
                  <a:lnTo>
                    <a:pt x="61663" y="7852"/>
                  </a:lnTo>
                  <a:lnTo>
                    <a:pt x="63529" y="7768"/>
                  </a:lnTo>
                  <a:lnTo>
                    <a:pt x="65327" y="7667"/>
                  </a:lnTo>
                  <a:lnTo>
                    <a:pt x="67076" y="7566"/>
                  </a:lnTo>
                  <a:lnTo>
                    <a:pt x="68757" y="7448"/>
                  </a:lnTo>
                  <a:lnTo>
                    <a:pt x="70388" y="7331"/>
                  </a:lnTo>
                  <a:lnTo>
                    <a:pt x="71951" y="7196"/>
                  </a:lnTo>
                  <a:lnTo>
                    <a:pt x="73430" y="7062"/>
                  </a:lnTo>
                  <a:lnTo>
                    <a:pt x="74859" y="6910"/>
                  </a:lnTo>
                  <a:lnTo>
                    <a:pt x="76221" y="6759"/>
                  </a:lnTo>
                  <a:lnTo>
                    <a:pt x="77499" y="6608"/>
                  </a:lnTo>
                  <a:lnTo>
                    <a:pt x="78692" y="6440"/>
                  </a:lnTo>
                  <a:lnTo>
                    <a:pt x="79802" y="6271"/>
                  </a:lnTo>
                  <a:lnTo>
                    <a:pt x="80844" y="6103"/>
                  </a:lnTo>
                  <a:lnTo>
                    <a:pt x="81802" y="5918"/>
                  </a:lnTo>
                  <a:lnTo>
                    <a:pt x="82660" y="5750"/>
                  </a:lnTo>
                  <a:lnTo>
                    <a:pt x="83433" y="5549"/>
                  </a:lnTo>
                  <a:lnTo>
                    <a:pt x="84105" y="5364"/>
                  </a:lnTo>
                  <a:lnTo>
                    <a:pt x="84677" y="5162"/>
                  </a:lnTo>
                  <a:lnTo>
                    <a:pt x="84929" y="5061"/>
                  </a:lnTo>
                  <a:lnTo>
                    <a:pt x="85164" y="4960"/>
                  </a:lnTo>
                  <a:lnTo>
                    <a:pt x="85366" y="4859"/>
                  </a:lnTo>
                  <a:lnTo>
                    <a:pt x="85534" y="4758"/>
                  </a:lnTo>
                  <a:lnTo>
                    <a:pt x="85686" y="4658"/>
                  </a:lnTo>
                  <a:lnTo>
                    <a:pt x="85820" y="4557"/>
                  </a:lnTo>
                  <a:lnTo>
                    <a:pt x="85904" y="4456"/>
                  </a:lnTo>
                  <a:lnTo>
                    <a:pt x="85988" y="4355"/>
                  </a:lnTo>
                  <a:lnTo>
                    <a:pt x="86022" y="4237"/>
                  </a:lnTo>
                  <a:lnTo>
                    <a:pt x="86039" y="4136"/>
                  </a:lnTo>
                  <a:lnTo>
                    <a:pt x="86022" y="4036"/>
                  </a:lnTo>
                  <a:lnTo>
                    <a:pt x="85988" y="3918"/>
                  </a:lnTo>
                  <a:lnTo>
                    <a:pt x="85904" y="3817"/>
                  </a:lnTo>
                  <a:lnTo>
                    <a:pt x="85820" y="3716"/>
                  </a:lnTo>
                  <a:lnTo>
                    <a:pt x="85686" y="3615"/>
                  </a:lnTo>
                  <a:lnTo>
                    <a:pt x="85534" y="3514"/>
                  </a:lnTo>
                  <a:lnTo>
                    <a:pt x="85366" y="3414"/>
                  </a:lnTo>
                  <a:lnTo>
                    <a:pt x="85164" y="3313"/>
                  </a:lnTo>
                  <a:lnTo>
                    <a:pt x="84929" y="3212"/>
                  </a:lnTo>
                  <a:lnTo>
                    <a:pt x="84677" y="3111"/>
                  </a:lnTo>
                  <a:lnTo>
                    <a:pt x="84105" y="2909"/>
                  </a:lnTo>
                  <a:lnTo>
                    <a:pt x="83433" y="2724"/>
                  </a:lnTo>
                  <a:lnTo>
                    <a:pt x="82660" y="2523"/>
                  </a:lnTo>
                  <a:lnTo>
                    <a:pt x="81802" y="2354"/>
                  </a:lnTo>
                  <a:lnTo>
                    <a:pt x="80844" y="2170"/>
                  </a:lnTo>
                  <a:lnTo>
                    <a:pt x="79802" y="2001"/>
                  </a:lnTo>
                  <a:lnTo>
                    <a:pt x="78692" y="1833"/>
                  </a:lnTo>
                  <a:lnTo>
                    <a:pt x="77499" y="1665"/>
                  </a:lnTo>
                  <a:lnTo>
                    <a:pt x="76221" y="1514"/>
                  </a:lnTo>
                  <a:lnTo>
                    <a:pt x="74859" y="1363"/>
                  </a:lnTo>
                  <a:lnTo>
                    <a:pt x="73430" y="1211"/>
                  </a:lnTo>
                  <a:lnTo>
                    <a:pt x="71951" y="1077"/>
                  </a:lnTo>
                  <a:lnTo>
                    <a:pt x="70388" y="942"/>
                  </a:lnTo>
                  <a:lnTo>
                    <a:pt x="68757" y="825"/>
                  </a:lnTo>
                  <a:lnTo>
                    <a:pt x="67076" y="707"/>
                  </a:lnTo>
                  <a:lnTo>
                    <a:pt x="65327" y="606"/>
                  </a:lnTo>
                  <a:lnTo>
                    <a:pt x="63529" y="505"/>
                  </a:lnTo>
                  <a:lnTo>
                    <a:pt x="61663" y="421"/>
                  </a:lnTo>
                  <a:lnTo>
                    <a:pt x="59763" y="337"/>
                  </a:lnTo>
                  <a:lnTo>
                    <a:pt x="57813" y="253"/>
                  </a:lnTo>
                  <a:lnTo>
                    <a:pt x="55812" y="186"/>
                  </a:lnTo>
                  <a:lnTo>
                    <a:pt x="53761" y="135"/>
                  </a:lnTo>
                  <a:lnTo>
                    <a:pt x="51694" y="85"/>
                  </a:lnTo>
                  <a:lnTo>
                    <a:pt x="49576" y="51"/>
                  </a:lnTo>
                  <a:lnTo>
                    <a:pt x="47424" y="35"/>
                  </a:lnTo>
                  <a:lnTo>
                    <a:pt x="45238" y="18"/>
                  </a:lnTo>
                  <a:lnTo>
                    <a:pt x="430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8" name="Google Shape;5758;p63"/>
            <p:cNvSpPr/>
            <p:nvPr/>
          </p:nvSpPr>
          <p:spPr>
            <a:xfrm>
              <a:off x="2669375" y="2039425"/>
              <a:ext cx="2133325" cy="5050"/>
            </a:xfrm>
            <a:custGeom>
              <a:avLst/>
              <a:gdLst/>
              <a:ahLst/>
              <a:cxnLst/>
              <a:rect l="l" t="t" r="r" b="b"/>
              <a:pathLst>
                <a:path w="85333" h="202" extrusionOk="0">
                  <a:moveTo>
                    <a:pt x="42666" y="0"/>
                  </a:moveTo>
                  <a:lnTo>
                    <a:pt x="21333" y="34"/>
                  </a:lnTo>
                  <a:lnTo>
                    <a:pt x="10658" y="51"/>
                  </a:lnTo>
                  <a:lnTo>
                    <a:pt x="0" y="101"/>
                  </a:lnTo>
                  <a:lnTo>
                    <a:pt x="10658" y="152"/>
                  </a:lnTo>
                  <a:lnTo>
                    <a:pt x="21333" y="168"/>
                  </a:lnTo>
                  <a:lnTo>
                    <a:pt x="42666" y="202"/>
                  </a:lnTo>
                  <a:lnTo>
                    <a:pt x="63999" y="168"/>
                  </a:lnTo>
                  <a:lnTo>
                    <a:pt x="74658" y="152"/>
                  </a:lnTo>
                  <a:lnTo>
                    <a:pt x="85333" y="101"/>
                  </a:lnTo>
                  <a:lnTo>
                    <a:pt x="74658" y="51"/>
                  </a:lnTo>
                  <a:lnTo>
                    <a:pt x="63999" y="34"/>
                  </a:lnTo>
                  <a:lnTo>
                    <a:pt x="426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9" name="Google Shape;5759;p63"/>
            <p:cNvSpPr/>
            <p:nvPr/>
          </p:nvSpPr>
          <p:spPr>
            <a:xfrm>
              <a:off x="2669375" y="2039425"/>
              <a:ext cx="2133325" cy="5050"/>
            </a:xfrm>
            <a:custGeom>
              <a:avLst/>
              <a:gdLst/>
              <a:ahLst/>
              <a:cxnLst/>
              <a:rect l="l" t="t" r="r" b="b"/>
              <a:pathLst>
                <a:path w="85333" h="202" fill="none" extrusionOk="0">
                  <a:moveTo>
                    <a:pt x="0" y="101"/>
                  </a:moveTo>
                  <a:lnTo>
                    <a:pt x="10658" y="51"/>
                  </a:lnTo>
                  <a:lnTo>
                    <a:pt x="21333" y="34"/>
                  </a:lnTo>
                  <a:lnTo>
                    <a:pt x="42666" y="0"/>
                  </a:lnTo>
                  <a:lnTo>
                    <a:pt x="63999" y="34"/>
                  </a:lnTo>
                  <a:lnTo>
                    <a:pt x="74658" y="51"/>
                  </a:lnTo>
                  <a:lnTo>
                    <a:pt x="85333" y="101"/>
                  </a:lnTo>
                  <a:lnTo>
                    <a:pt x="74658" y="152"/>
                  </a:lnTo>
                  <a:lnTo>
                    <a:pt x="63999" y="168"/>
                  </a:lnTo>
                  <a:lnTo>
                    <a:pt x="42666" y="202"/>
                  </a:lnTo>
                  <a:lnTo>
                    <a:pt x="21333" y="168"/>
                  </a:lnTo>
                  <a:lnTo>
                    <a:pt x="10658" y="152"/>
                  </a:lnTo>
                  <a:lnTo>
                    <a:pt x="0" y="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0" name="Google Shape;5760;p63"/>
            <p:cNvSpPr/>
            <p:nvPr/>
          </p:nvSpPr>
          <p:spPr>
            <a:xfrm>
              <a:off x="3069475" y="277625"/>
              <a:ext cx="1333125" cy="983475"/>
            </a:xfrm>
            <a:custGeom>
              <a:avLst/>
              <a:gdLst/>
              <a:ahLst/>
              <a:cxnLst/>
              <a:rect l="l" t="t" r="r" b="b"/>
              <a:pathLst>
                <a:path w="53325" h="39339" extrusionOk="0">
                  <a:moveTo>
                    <a:pt x="0" y="0"/>
                  </a:moveTo>
                  <a:lnTo>
                    <a:pt x="0" y="39338"/>
                  </a:lnTo>
                  <a:lnTo>
                    <a:pt x="53324" y="39338"/>
                  </a:lnTo>
                  <a:lnTo>
                    <a:pt x="53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1" name="Google Shape;5761;p63"/>
            <p:cNvSpPr/>
            <p:nvPr/>
          </p:nvSpPr>
          <p:spPr>
            <a:xfrm>
              <a:off x="3069475" y="277625"/>
              <a:ext cx="1333125" cy="983475"/>
            </a:xfrm>
            <a:custGeom>
              <a:avLst/>
              <a:gdLst/>
              <a:ahLst/>
              <a:cxnLst/>
              <a:rect l="l" t="t" r="r" b="b"/>
              <a:pathLst>
                <a:path w="53325" h="39339" fill="none" extrusionOk="0">
                  <a:moveTo>
                    <a:pt x="0" y="0"/>
                  </a:moveTo>
                  <a:lnTo>
                    <a:pt x="53324" y="0"/>
                  </a:lnTo>
                  <a:lnTo>
                    <a:pt x="53324" y="39338"/>
                  </a:lnTo>
                  <a:lnTo>
                    <a:pt x="0" y="3933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2" name="Google Shape;5762;p63"/>
            <p:cNvSpPr/>
            <p:nvPr/>
          </p:nvSpPr>
          <p:spPr>
            <a:xfrm>
              <a:off x="4412250" y="274675"/>
              <a:ext cx="5050" cy="704000"/>
            </a:xfrm>
            <a:custGeom>
              <a:avLst/>
              <a:gdLst/>
              <a:ahLst/>
              <a:cxnLst/>
              <a:rect l="l" t="t" r="r" b="b"/>
              <a:pathLst>
                <a:path w="202" h="28160" extrusionOk="0">
                  <a:moveTo>
                    <a:pt x="0" y="1"/>
                  </a:moveTo>
                  <a:lnTo>
                    <a:pt x="0" y="28159"/>
                  </a:lnTo>
                  <a:lnTo>
                    <a:pt x="202" y="28159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3" name="Google Shape;5763;p63"/>
            <p:cNvSpPr/>
            <p:nvPr/>
          </p:nvSpPr>
          <p:spPr>
            <a:xfrm>
              <a:off x="4405525" y="976550"/>
              <a:ext cx="18100" cy="26075"/>
            </a:xfrm>
            <a:custGeom>
              <a:avLst/>
              <a:gdLst/>
              <a:ahLst/>
              <a:cxnLst/>
              <a:rect l="l" t="t" r="r" b="b"/>
              <a:pathLst>
                <a:path w="724" h="1043" extrusionOk="0">
                  <a:moveTo>
                    <a:pt x="185" y="0"/>
                  </a:moveTo>
                  <a:lnTo>
                    <a:pt x="0" y="1042"/>
                  </a:lnTo>
                  <a:lnTo>
                    <a:pt x="723" y="1042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4" name="Google Shape;5764;p63"/>
            <p:cNvSpPr/>
            <p:nvPr/>
          </p:nvSpPr>
          <p:spPr>
            <a:xfrm>
              <a:off x="4430300" y="274675"/>
              <a:ext cx="5075" cy="569925"/>
            </a:xfrm>
            <a:custGeom>
              <a:avLst/>
              <a:gdLst/>
              <a:ahLst/>
              <a:cxnLst/>
              <a:rect l="l" t="t" r="r" b="b"/>
              <a:pathLst>
                <a:path w="203" h="22797" extrusionOk="0">
                  <a:moveTo>
                    <a:pt x="1" y="1"/>
                  </a:moveTo>
                  <a:lnTo>
                    <a:pt x="1" y="22796"/>
                  </a:lnTo>
                  <a:lnTo>
                    <a:pt x="203" y="2279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5" name="Google Shape;5765;p63"/>
            <p:cNvSpPr/>
            <p:nvPr/>
          </p:nvSpPr>
          <p:spPr>
            <a:xfrm>
              <a:off x="4424000" y="837850"/>
              <a:ext cx="18100" cy="26075"/>
            </a:xfrm>
            <a:custGeom>
              <a:avLst/>
              <a:gdLst/>
              <a:ahLst/>
              <a:cxnLst/>
              <a:rect l="l" t="t" r="r" b="b"/>
              <a:pathLst>
                <a:path w="724" h="1043" extrusionOk="0">
                  <a:moveTo>
                    <a:pt x="186" y="0"/>
                  </a:moveTo>
                  <a:lnTo>
                    <a:pt x="1" y="1043"/>
                  </a:lnTo>
                  <a:lnTo>
                    <a:pt x="724" y="1043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6" name="Google Shape;5766;p63"/>
            <p:cNvSpPr/>
            <p:nvPr/>
          </p:nvSpPr>
          <p:spPr>
            <a:xfrm>
              <a:off x="3020725" y="238125"/>
              <a:ext cx="1430625" cy="73150"/>
            </a:xfrm>
            <a:custGeom>
              <a:avLst/>
              <a:gdLst/>
              <a:ahLst/>
              <a:cxnLst/>
              <a:rect l="l" t="t" r="r" b="b"/>
              <a:pathLst>
                <a:path w="57225" h="2926" extrusionOk="0">
                  <a:moveTo>
                    <a:pt x="0" y="0"/>
                  </a:moveTo>
                  <a:lnTo>
                    <a:pt x="0" y="2925"/>
                  </a:lnTo>
                  <a:lnTo>
                    <a:pt x="57225" y="2925"/>
                  </a:lnTo>
                  <a:lnTo>
                    <a:pt x="5722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7" name="Google Shape;5767;p63"/>
            <p:cNvSpPr/>
            <p:nvPr/>
          </p:nvSpPr>
          <p:spPr>
            <a:xfrm>
              <a:off x="3462000" y="403700"/>
              <a:ext cx="548075" cy="12225"/>
            </a:xfrm>
            <a:custGeom>
              <a:avLst/>
              <a:gdLst/>
              <a:ahLst/>
              <a:cxnLst/>
              <a:rect l="l" t="t" r="r" b="b"/>
              <a:pathLst>
                <a:path w="21923" h="489" extrusionOk="0">
                  <a:moveTo>
                    <a:pt x="1" y="1"/>
                  </a:moveTo>
                  <a:lnTo>
                    <a:pt x="1" y="488"/>
                  </a:lnTo>
                  <a:lnTo>
                    <a:pt x="21922" y="488"/>
                  </a:lnTo>
                  <a:lnTo>
                    <a:pt x="2192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8" name="Google Shape;5768;p63"/>
            <p:cNvSpPr/>
            <p:nvPr/>
          </p:nvSpPr>
          <p:spPr>
            <a:xfrm>
              <a:off x="3555725" y="428925"/>
              <a:ext cx="360625" cy="12200"/>
            </a:xfrm>
            <a:custGeom>
              <a:avLst/>
              <a:gdLst/>
              <a:ahLst/>
              <a:cxnLst/>
              <a:rect l="l" t="t" r="r" b="b"/>
              <a:pathLst>
                <a:path w="14425" h="488" extrusionOk="0">
                  <a:moveTo>
                    <a:pt x="0" y="0"/>
                  </a:moveTo>
                  <a:lnTo>
                    <a:pt x="0" y="488"/>
                  </a:lnTo>
                  <a:lnTo>
                    <a:pt x="14424" y="488"/>
                  </a:lnTo>
                  <a:lnTo>
                    <a:pt x="1442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9" name="Google Shape;5769;p63"/>
            <p:cNvSpPr/>
            <p:nvPr/>
          </p:nvSpPr>
          <p:spPr>
            <a:xfrm>
              <a:off x="3770900" y="534400"/>
              <a:ext cx="129475" cy="174875"/>
            </a:xfrm>
            <a:custGeom>
              <a:avLst/>
              <a:gdLst/>
              <a:ahLst/>
              <a:cxnLst/>
              <a:rect l="l" t="t" r="r" b="b"/>
              <a:pathLst>
                <a:path w="5179" h="6995" extrusionOk="0">
                  <a:moveTo>
                    <a:pt x="3497" y="1"/>
                  </a:moveTo>
                  <a:lnTo>
                    <a:pt x="3279" y="18"/>
                  </a:lnTo>
                  <a:lnTo>
                    <a:pt x="3060" y="34"/>
                  </a:lnTo>
                  <a:lnTo>
                    <a:pt x="2842" y="68"/>
                  </a:lnTo>
                  <a:lnTo>
                    <a:pt x="2623" y="118"/>
                  </a:lnTo>
                  <a:lnTo>
                    <a:pt x="2421" y="186"/>
                  </a:lnTo>
                  <a:lnTo>
                    <a:pt x="2203" y="253"/>
                  </a:lnTo>
                  <a:lnTo>
                    <a:pt x="2001" y="337"/>
                  </a:lnTo>
                  <a:lnTo>
                    <a:pt x="1816" y="438"/>
                  </a:lnTo>
                  <a:lnTo>
                    <a:pt x="1514" y="623"/>
                  </a:lnTo>
                  <a:lnTo>
                    <a:pt x="1228" y="841"/>
                  </a:lnTo>
                  <a:lnTo>
                    <a:pt x="976" y="1077"/>
                  </a:lnTo>
                  <a:lnTo>
                    <a:pt x="757" y="1329"/>
                  </a:lnTo>
                  <a:lnTo>
                    <a:pt x="555" y="1615"/>
                  </a:lnTo>
                  <a:lnTo>
                    <a:pt x="387" y="1900"/>
                  </a:lnTo>
                  <a:lnTo>
                    <a:pt x="253" y="2203"/>
                  </a:lnTo>
                  <a:lnTo>
                    <a:pt x="135" y="2522"/>
                  </a:lnTo>
                  <a:lnTo>
                    <a:pt x="68" y="2842"/>
                  </a:lnTo>
                  <a:lnTo>
                    <a:pt x="17" y="3178"/>
                  </a:lnTo>
                  <a:lnTo>
                    <a:pt x="1" y="3514"/>
                  </a:lnTo>
                  <a:lnTo>
                    <a:pt x="17" y="3851"/>
                  </a:lnTo>
                  <a:lnTo>
                    <a:pt x="68" y="4187"/>
                  </a:lnTo>
                  <a:lnTo>
                    <a:pt x="152" y="4523"/>
                  </a:lnTo>
                  <a:lnTo>
                    <a:pt x="270" y="4859"/>
                  </a:lnTo>
                  <a:lnTo>
                    <a:pt x="438" y="5179"/>
                  </a:lnTo>
                  <a:lnTo>
                    <a:pt x="623" y="5481"/>
                  </a:lnTo>
                  <a:lnTo>
                    <a:pt x="841" y="5767"/>
                  </a:lnTo>
                  <a:lnTo>
                    <a:pt x="1076" y="6019"/>
                  </a:lnTo>
                  <a:lnTo>
                    <a:pt x="1329" y="6238"/>
                  </a:lnTo>
                  <a:lnTo>
                    <a:pt x="1598" y="6439"/>
                  </a:lnTo>
                  <a:lnTo>
                    <a:pt x="1900" y="6608"/>
                  </a:lnTo>
                  <a:lnTo>
                    <a:pt x="2203" y="6742"/>
                  </a:lnTo>
                  <a:lnTo>
                    <a:pt x="2522" y="6843"/>
                  </a:lnTo>
                  <a:lnTo>
                    <a:pt x="2842" y="6927"/>
                  </a:lnTo>
                  <a:lnTo>
                    <a:pt x="3178" y="6977"/>
                  </a:lnTo>
                  <a:lnTo>
                    <a:pt x="3514" y="6994"/>
                  </a:lnTo>
                  <a:lnTo>
                    <a:pt x="3850" y="6977"/>
                  </a:lnTo>
                  <a:lnTo>
                    <a:pt x="4187" y="6927"/>
                  </a:lnTo>
                  <a:lnTo>
                    <a:pt x="4523" y="6826"/>
                  </a:lnTo>
                  <a:lnTo>
                    <a:pt x="4859" y="6708"/>
                  </a:lnTo>
                  <a:lnTo>
                    <a:pt x="5178" y="6557"/>
                  </a:lnTo>
                  <a:lnTo>
                    <a:pt x="3497" y="3498"/>
                  </a:lnTo>
                  <a:lnTo>
                    <a:pt x="34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0" name="Google Shape;5770;p63"/>
            <p:cNvSpPr/>
            <p:nvPr/>
          </p:nvSpPr>
          <p:spPr>
            <a:xfrm>
              <a:off x="3858325" y="534400"/>
              <a:ext cx="51725" cy="87450"/>
            </a:xfrm>
            <a:custGeom>
              <a:avLst/>
              <a:gdLst/>
              <a:ahLst/>
              <a:cxnLst/>
              <a:rect l="l" t="t" r="r" b="b"/>
              <a:pathLst>
                <a:path w="2069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2068" y="673"/>
                  </a:lnTo>
                  <a:lnTo>
                    <a:pt x="1833" y="522"/>
                  </a:lnTo>
                  <a:lnTo>
                    <a:pt x="1597" y="387"/>
                  </a:lnTo>
                  <a:lnTo>
                    <a:pt x="1345" y="270"/>
                  </a:lnTo>
                  <a:lnTo>
                    <a:pt x="1076" y="169"/>
                  </a:lnTo>
                  <a:lnTo>
                    <a:pt x="824" y="102"/>
                  </a:lnTo>
                  <a:lnTo>
                    <a:pt x="555" y="51"/>
                  </a:lnTo>
                  <a:lnTo>
                    <a:pt x="269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1" name="Google Shape;5771;p63"/>
            <p:cNvSpPr/>
            <p:nvPr/>
          </p:nvSpPr>
          <p:spPr>
            <a:xfrm>
              <a:off x="3858325" y="551225"/>
              <a:ext cx="87025" cy="129475"/>
            </a:xfrm>
            <a:custGeom>
              <a:avLst/>
              <a:gdLst/>
              <a:ahLst/>
              <a:cxnLst/>
              <a:rect l="l" t="t" r="r" b="b"/>
              <a:pathLst>
                <a:path w="3481" h="5179" extrusionOk="0">
                  <a:moveTo>
                    <a:pt x="2068" y="0"/>
                  </a:moveTo>
                  <a:lnTo>
                    <a:pt x="0" y="2825"/>
                  </a:lnTo>
                  <a:lnTo>
                    <a:pt x="2556" y="5178"/>
                  </a:lnTo>
                  <a:lnTo>
                    <a:pt x="2774" y="4926"/>
                  </a:lnTo>
                  <a:lnTo>
                    <a:pt x="2959" y="4674"/>
                  </a:lnTo>
                  <a:lnTo>
                    <a:pt x="3110" y="4388"/>
                  </a:lnTo>
                  <a:lnTo>
                    <a:pt x="3245" y="4085"/>
                  </a:lnTo>
                  <a:lnTo>
                    <a:pt x="3346" y="3783"/>
                  </a:lnTo>
                  <a:lnTo>
                    <a:pt x="3430" y="3463"/>
                  </a:lnTo>
                  <a:lnTo>
                    <a:pt x="3463" y="3144"/>
                  </a:lnTo>
                  <a:lnTo>
                    <a:pt x="3480" y="2825"/>
                  </a:lnTo>
                  <a:lnTo>
                    <a:pt x="3480" y="2606"/>
                  </a:lnTo>
                  <a:lnTo>
                    <a:pt x="3463" y="2404"/>
                  </a:lnTo>
                  <a:lnTo>
                    <a:pt x="3430" y="2202"/>
                  </a:lnTo>
                  <a:lnTo>
                    <a:pt x="3396" y="2001"/>
                  </a:lnTo>
                  <a:lnTo>
                    <a:pt x="3329" y="1799"/>
                  </a:lnTo>
                  <a:lnTo>
                    <a:pt x="3278" y="1614"/>
                  </a:lnTo>
                  <a:lnTo>
                    <a:pt x="3194" y="1429"/>
                  </a:lnTo>
                  <a:lnTo>
                    <a:pt x="3110" y="1244"/>
                  </a:lnTo>
                  <a:lnTo>
                    <a:pt x="3009" y="1059"/>
                  </a:lnTo>
                  <a:lnTo>
                    <a:pt x="2909" y="891"/>
                  </a:lnTo>
                  <a:lnTo>
                    <a:pt x="2791" y="723"/>
                  </a:lnTo>
                  <a:lnTo>
                    <a:pt x="2656" y="572"/>
                  </a:lnTo>
                  <a:lnTo>
                    <a:pt x="2522" y="421"/>
                  </a:lnTo>
                  <a:lnTo>
                    <a:pt x="2387" y="269"/>
                  </a:lnTo>
                  <a:lnTo>
                    <a:pt x="2219" y="135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2" name="Google Shape;5772;p63"/>
            <p:cNvSpPr/>
            <p:nvPr/>
          </p:nvSpPr>
          <p:spPr>
            <a:xfrm>
              <a:off x="3889850" y="662175"/>
              <a:ext cx="63900" cy="76100"/>
            </a:xfrm>
            <a:custGeom>
              <a:avLst/>
              <a:gdLst/>
              <a:ahLst/>
              <a:cxnLst/>
              <a:rect l="l" t="t" r="r" b="b"/>
              <a:pathLst>
                <a:path w="2556" h="3044" extrusionOk="0">
                  <a:moveTo>
                    <a:pt x="0" y="0"/>
                  </a:moveTo>
                  <a:lnTo>
                    <a:pt x="1681" y="3043"/>
                  </a:lnTo>
                  <a:lnTo>
                    <a:pt x="1917" y="2909"/>
                  </a:lnTo>
                  <a:lnTo>
                    <a:pt x="2135" y="2741"/>
                  </a:lnTo>
                  <a:lnTo>
                    <a:pt x="2354" y="2556"/>
                  </a:lnTo>
                  <a:lnTo>
                    <a:pt x="2555" y="2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3" name="Google Shape;5773;p63"/>
            <p:cNvSpPr/>
            <p:nvPr/>
          </p:nvSpPr>
          <p:spPr>
            <a:xfrm>
              <a:off x="3511600" y="534400"/>
              <a:ext cx="110975" cy="174450"/>
            </a:xfrm>
            <a:custGeom>
              <a:avLst/>
              <a:gdLst/>
              <a:ahLst/>
              <a:cxnLst/>
              <a:rect l="l" t="t" r="r" b="b"/>
              <a:pathLst>
                <a:path w="4439" h="6978" extrusionOk="0">
                  <a:moveTo>
                    <a:pt x="3480" y="1"/>
                  </a:moveTo>
                  <a:lnTo>
                    <a:pt x="3127" y="18"/>
                  </a:lnTo>
                  <a:lnTo>
                    <a:pt x="2791" y="68"/>
                  </a:lnTo>
                  <a:lnTo>
                    <a:pt x="2455" y="152"/>
                  </a:lnTo>
                  <a:lnTo>
                    <a:pt x="2135" y="270"/>
                  </a:lnTo>
                  <a:lnTo>
                    <a:pt x="1816" y="421"/>
                  </a:lnTo>
                  <a:lnTo>
                    <a:pt x="1530" y="589"/>
                  </a:lnTo>
                  <a:lnTo>
                    <a:pt x="1261" y="791"/>
                  </a:lnTo>
                  <a:lnTo>
                    <a:pt x="1026" y="1026"/>
                  </a:lnTo>
                  <a:lnTo>
                    <a:pt x="790" y="1278"/>
                  </a:lnTo>
                  <a:lnTo>
                    <a:pt x="589" y="1547"/>
                  </a:lnTo>
                  <a:lnTo>
                    <a:pt x="420" y="1833"/>
                  </a:lnTo>
                  <a:lnTo>
                    <a:pt x="269" y="2136"/>
                  </a:lnTo>
                  <a:lnTo>
                    <a:pt x="152" y="2455"/>
                  </a:lnTo>
                  <a:lnTo>
                    <a:pt x="67" y="2791"/>
                  </a:lnTo>
                  <a:lnTo>
                    <a:pt x="17" y="3128"/>
                  </a:lnTo>
                  <a:lnTo>
                    <a:pt x="0" y="3498"/>
                  </a:lnTo>
                  <a:lnTo>
                    <a:pt x="17" y="3851"/>
                  </a:lnTo>
                  <a:lnTo>
                    <a:pt x="67" y="4187"/>
                  </a:lnTo>
                  <a:lnTo>
                    <a:pt x="152" y="4523"/>
                  </a:lnTo>
                  <a:lnTo>
                    <a:pt x="269" y="4842"/>
                  </a:lnTo>
                  <a:lnTo>
                    <a:pt x="420" y="5162"/>
                  </a:lnTo>
                  <a:lnTo>
                    <a:pt x="589" y="5448"/>
                  </a:lnTo>
                  <a:lnTo>
                    <a:pt x="790" y="5717"/>
                  </a:lnTo>
                  <a:lnTo>
                    <a:pt x="1026" y="5952"/>
                  </a:lnTo>
                  <a:lnTo>
                    <a:pt x="1261" y="6187"/>
                  </a:lnTo>
                  <a:lnTo>
                    <a:pt x="1530" y="6389"/>
                  </a:lnTo>
                  <a:lnTo>
                    <a:pt x="1816" y="6557"/>
                  </a:lnTo>
                  <a:lnTo>
                    <a:pt x="2135" y="6708"/>
                  </a:lnTo>
                  <a:lnTo>
                    <a:pt x="2455" y="6826"/>
                  </a:lnTo>
                  <a:lnTo>
                    <a:pt x="2791" y="6910"/>
                  </a:lnTo>
                  <a:lnTo>
                    <a:pt x="3127" y="6961"/>
                  </a:lnTo>
                  <a:lnTo>
                    <a:pt x="3480" y="6977"/>
                  </a:lnTo>
                  <a:lnTo>
                    <a:pt x="3480" y="3498"/>
                  </a:lnTo>
                  <a:lnTo>
                    <a:pt x="4438" y="135"/>
                  </a:lnTo>
                  <a:lnTo>
                    <a:pt x="4203" y="68"/>
                  </a:lnTo>
                  <a:lnTo>
                    <a:pt x="3968" y="34"/>
                  </a:lnTo>
                  <a:lnTo>
                    <a:pt x="3732" y="18"/>
                  </a:lnTo>
                  <a:lnTo>
                    <a:pt x="3480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4" name="Google Shape;5774;p63"/>
            <p:cNvSpPr/>
            <p:nvPr/>
          </p:nvSpPr>
          <p:spPr>
            <a:xfrm>
              <a:off x="3598600" y="621825"/>
              <a:ext cx="51700" cy="87025"/>
            </a:xfrm>
            <a:custGeom>
              <a:avLst/>
              <a:gdLst/>
              <a:ahLst/>
              <a:cxnLst/>
              <a:rect l="l" t="t" r="r" b="b"/>
              <a:pathLst>
                <a:path w="2068" h="3481" extrusionOk="0">
                  <a:moveTo>
                    <a:pt x="0" y="1"/>
                  </a:moveTo>
                  <a:lnTo>
                    <a:pt x="0" y="3480"/>
                  </a:lnTo>
                  <a:lnTo>
                    <a:pt x="286" y="3480"/>
                  </a:lnTo>
                  <a:lnTo>
                    <a:pt x="555" y="3447"/>
                  </a:lnTo>
                  <a:lnTo>
                    <a:pt x="824" y="3380"/>
                  </a:lnTo>
                  <a:lnTo>
                    <a:pt x="1093" y="3312"/>
                  </a:lnTo>
                  <a:lnTo>
                    <a:pt x="1345" y="3211"/>
                  </a:lnTo>
                  <a:lnTo>
                    <a:pt x="1597" y="3094"/>
                  </a:lnTo>
                  <a:lnTo>
                    <a:pt x="1849" y="2959"/>
                  </a:lnTo>
                  <a:lnTo>
                    <a:pt x="2068" y="28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5" name="Google Shape;5775;p63"/>
            <p:cNvSpPr/>
            <p:nvPr/>
          </p:nvSpPr>
          <p:spPr>
            <a:xfrm>
              <a:off x="3598600" y="566775"/>
              <a:ext cx="87425" cy="125250"/>
            </a:xfrm>
            <a:custGeom>
              <a:avLst/>
              <a:gdLst/>
              <a:ahLst/>
              <a:cxnLst/>
              <a:rect l="l" t="t" r="r" b="b"/>
              <a:pathLst>
                <a:path w="3497" h="5010" extrusionOk="0">
                  <a:moveTo>
                    <a:pt x="2707" y="0"/>
                  </a:moveTo>
                  <a:lnTo>
                    <a:pt x="0" y="2203"/>
                  </a:lnTo>
                  <a:lnTo>
                    <a:pt x="2068" y="5010"/>
                  </a:lnTo>
                  <a:lnTo>
                    <a:pt x="2236" y="4875"/>
                  </a:lnTo>
                  <a:lnTo>
                    <a:pt x="2387" y="4741"/>
                  </a:lnTo>
                  <a:lnTo>
                    <a:pt x="2522" y="4606"/>
                  </a:lnTo>
                  <a:lnTo>
                    <a:pt x="2673" y="4455"/>
                  </a:lnTo>
                  <a:lnTo>
                    <a:pt x="2791" y="4287"/>
                  </a:lnTo>
                  <a:lnTo>
                    <a:pt x="2908" y="4119"/>
                  </a:lnTo>
                  <a:lnTo>
                    <a:pt x="3009" y="3951"/>
                  </a:lnTo>
                  <a:lnTo>
                    <a:pt x="3110" y="3766"/>
                  </a:lnTo>
                  <a:lnTo>
                    <a:pt x="3194" y="3581"/>
                  </a:lnTo>
                  <a:lnTo>
                    <a:pt x="3278" y="3396"/>
                  </a:lnTo>
                  <a:lnTo>
                    <a:pt x="3345" y="3211"/>
                  </a:lnTo>
                  <a:lnTo>
                    <a:pt x="3396" y="3009"/>
                  </a:lnTo>
                  <a:lnTo>
                    <a:pt x="3430" y="2808"/>
                  </a:lnTo>
                  <a:lnTo>
                    <a:pt x="3463" y="2606"/>
                  </a:lnTo>
                  <a:lnTo>
                    <a:pt x="3480" y="2404"/>
                  </a:lnTo>
                  <a:lnTo>
                    <a:pt x="3497" y="2203"/>
                  </a:lnTo>
                  <a:lnTo>
                    <a:pt x="3480" y="1900"/>
                  </a:lnTo>
                  <a:lnTo>
                    <a:pt x="3446" y="1597"/>
                  </a:lnTo>
                  <a:lnTo>
                    <a:pt x="3379" y="1312"/>
                  </a:lnTo>
                  <a:lnTo>
                    <a:pt x="3295" y="1026"/>
                  </a:lnTo>
                  <a:lnTo>
                    <a:pt x="3177" y="757"/>
                  </a:lnTo>
                  <a:lnTo>
                    <a:pt x="3043" y="488"/>
                  </a:lnTo>
                  <a:lnTo>
                    <a:pt x="2892" y="236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6" name="Google Shape;5776;p63"/>
            <p:cNvSpPr/>
            <p:nvPr/>
          </p:nvSpPr>
          <p:spPr>
            <a:xfrm>
              <a:off x="3617925" y="509600"/>
              <a:ext cx="68100" cy="83675"/>
            </a:xfrm>
            <a:custGeom>
              <a:avLst/>
              <a:gdLst/>
              <a:ahLst/>
              <a:cxnLst/>
              <a:rect l="l" t="t" r="r" b="b"/>
              <a:pathLst>
                <a:path w="2724" h="3347" extrusionOk="0">
                  <a:moveTo>
                    <a:pt x="975" y="1"/>
                  </a:moveTo>
                  <a:lnTo>
                    <a:pt x="0" y="3346"/>
                  </a:lnTo>
                  <a:lnTo>
                    <a:pt x="2724" y="1161"/>
                  </a:lnTo>
                  <a:lnTo>
                    <a:pt x="2539" y="959"/>
                  </a:lnTo>
                  <a:lnTo>
                    <a:pt x="2354" y="774"/>
                  </a:lnTo>
                  <a:lnTo>
                    <a:pt x="2152" y="606"/>
                  </a:lnTo>
                  <a:lnTo>
                    <a:pt x="1934" y="438"/>
                  </a:lnTo>
                  <a:lnTo>
                    <a:pt x="1698" y="304"/>
                  </a:lnTo>
                  <a:lnTo>
                    <a:pt x="1463" y="186"/>
                  </a:lnTo>
                  <a:lnTo>
                    <a:pt x="1228" y="85"/>
                  </a:lnTo>
                  <a:lnTo>
                    <a:pt x="9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7" name="Google Shape;5777;p63"/>
            <p:cNvSpPr/>
            <p:nvPr/>
          </p:nvSpPr>
          <p:spPr>
            <a:xfrm>
              <a:off x="3252275" y="534400"/>
              <a:ext cx="87025" cy="151750"/>
            </a:xfrm>
            <a:custGeom>
              <a:avLst/>
              <a:gdLst/>
              <a:ahLst/>
              <a:cxnLst/>
              <a:rect l="l" t="t" r="r" b="b"/>
              <a:pathLst>
                <a:path w="3481" h="6070" extrusionOk="0">
                  <a:moveTo>
                    <a:pt x="3481" y="1"/>
                  </a:moveTo>
                  <a:lnTo>
                    <a:pt x="3111" y="18"/>
                  </a:lnTo>
                  <a:lnTo>
                    <a:pt x="2758" y="85"/>
                  </a:lnTo>
                  <a:lnTo>
                    <a:pt x="2405" y="169"/>
                  </a:lnTo>
                  <a:lnTo>
                    <a:pt x="2069" y="303"/>
                  </a:lnTo>
                  <a:lnTo>
                    <a:pt x="1749" y="455"/>
                  </a:lnTo>
                  <a:lnTo>
                    <a:pt x="1447" y="656"/>
                  </a:lnTo>
                  <a:lnTo>
                    <a:pt x="1161" y="875"/>
                  </a:lnTo>
                  <a:lnTo>
                    <a:pt x="909" y="1144"/>
                  </a:lnTo>
                  <a:lnTo>
                    <a:pt x="673" y="1413"/>
                  </a:lnTo>
                  <a:lnTo>
                    <a:pt x="488" y="1699"/>
                  </a:lnTo>
                  <a:lnTo>
                    <a:pt x="320" y="2018"/>
                  </a:lnTo>
                  <a:lnTo>
                    <a:pt x="186" y="2321"/>
                  </a:lnTo>
                  <a:lnTo>
                    <a:pt x="85" y="2657"/>
                  </a:lnTo>
                  <a:lnTo>
                    <a:pt x="34" y="2976"/>
                  </a:lnTo>
                  <a:lnTo>
                    <a:pt x="1" y="3313"/>
                  </a:lnTo>
                  <a:lnTo>
                    <a:pt x="1" y="3649"/>
                  </a:lnTo>
                  <a:lnTo>
                    <a:pt x="34" y="3985"/>
                  </a:lnTo>
                  <a:lnTo>
                    <a:pt x="85" y="4321"/>
                  </a:lnTo>
                  <a:lnTo>
                    <a:pt x="186" y="4641"/>
                  </a:lnTo>
                  <a:lnTo>
                    <a:pt x="303" y="4960"/>
                  </a:lnTo>
                  <a:lnTo>
                    <a:pt x="472" y="5263"/>
                  </a:lnTo>
                  <a:lnTo>
                    <a:pt x="656" y="5548"/>
                  </a:lnTo>
                  <a:lnTo>
                    <a:pt x="875" y="5817"/>
                  </a:lnTo>
                  <a:lnTo>
                    <a:pt x="1127" y="6070"/>
                  </a:lnTo>
                  <a:lnTo>
                    <a:pt x="3481" y="3498"/>
                  </a:lnTo>
                  <a:lnTo>
                    <a:pt x="34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8" name="Google Shape;5778;p63"/>
            <p:cNvSpPr/>
            <p:nvPr/>
          </p:nvSpPr>
          <p:spPr>
            <a:xfrm>
              <a:off x="3339275" y="534400"/>
              <a:ext cx="62650" cy="87450"/>
            </a:xfrm>
            <a:custGeom>
              <a:avLst/>
              <a:gdLst/>
              <a:ahLst/>
              <a:cxnLst/>
              <a:rect l="l" t="t" r="r" b="b"/>
              <a:pathLst>
                <a:path w="2506" h="3498" extrusionOk="0">
                  <a:moveTo>
                    <a:pt x="1" y="1"/>
                  </a:moveTo>
                  <a:lnTo>
                    <a:pt x="1" y="3498"/>
                  </a:lnTo>
                  <a:lnTo>
                    <a:pt x="2506" y="1060"/>
                  </a:lnTo>
                  <a:lnTo>
                    <a:pt x="2237" y="808"/>
                  </a:lnTo>
                  <a:lnTo>
                    <a:pt x="1968" y="606"/>
                  </a:lnTo>
                  <a:lnTo>
                    <a:pt x="1665" y="421"/>
                  </a:lnTo>
                  <a:lnTo>
                    <a:pt x="1362" y="270"/>
                  </a:lnTo>
                  <a:lnTo>
                    <a:pt x="1026" y="152"/>
                  </a:lnTo>
                  <a:lnTo>
                    <a:pt x="690" y="68"/>
                  </a:lnTo>
                  <a:lnTo>
                    <a:pt x="354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9" name="Google Shape;5779;p63"/>
            <p:cNvSpPr/>
            <p:nvPr/>
          </p:nvSpPr>
          <p:spPr>
            <a:xfrm>
              <a:off x="3339275" y="560875"/>
              <a:ext cx="87450" cy="128225"/>
            </a:xfrm>
            <a:custGeom>
              <a:avLst/>
              <a:gdLst/>
              <a:ahLst/>
              <a:cxnLst/>
              <a:rect l="l" t="t" r="r" b="b"/>
              <a:pathLst>
                <a:path w="3498" h="5129" extrusionOk="0">
                  <a:moveTo>
                    <a:pt x="2489" y="1"/>
                  </a:moveTo>
                  <a:lnTo>
                    <a:pt x="1" y="2439"/>
                  </a:lnTo>
                  <a:lnTo>
                    <a:pt x="2203" y="5128"/>
                  </a:lnTo>
                  <a:lnTo>
                    <a:pt x="2354" y="5011"/>
                  </a:lnTo>
                  <a:lnTo>
                    <a:pt x="2489" y="4876"/>
                  </a:lnTo>
                  <a:lnTo>
                    <a:pt x="2623" y="4725"/>
                  </a:lnTo>
                  <a:lnTo>
                    <a:pt x="2741" y="4590"/>
                  </a:lnTo>
                  <a:lnTo>
                    <a:pt x="2859" y="4422"/>
                  </a:lnTo>
                  <a:lnTo>
                    <a:pt x="2976" y="4271"/>
                  </a:lnTo>
                  <a:lnTo>
                    <a:pt x="3060" y="4103"/>
                  </a:lnTo>
                  <a:lnTo>
                    <a:pt x="3161" y="3935"/>
                  </a:lnTo>
                  <a:lnTo>
                    <a:pt x="3228" y="3750"/>
                  </a:lnTo>
                  <a:lnTo>
                    <a:pt x="3296" y="3582"/>
                  </a:lnTo>
                  <a:lnTo>
                    <a:pt x="3363" y="3397"/>
                  </a:lnTo>
                  <a:lnTo>
                    <a:pt x="3397" y="3212"/>
                  </a:lnTo>
                  <a:lnTo>
                    <a:pt x="3447" y="3010"/>
                  </a:lnTo>
                  <a:lnTo>
                    <a:pt x="3464" y="2825"/>
                  </a:lnTo>
                  <a:lnTo>
                    <a:pt x="3481" y="2623"/>
                  </a:lnTo>
                  <a:lnTo>
                    <a:pt x="3497" y="2439"/>
                  </a:lnTo>
                  <a:lnTo>
                    <a:pt x="3481" y="2085"/>
                  </a:lnTo>
                  <a:lnTo>
                    <a:pt x="3430" y="1766"/>
                  </a:lnTo>
                  <a:lnTo>
                    <a:pt x="3346" y="1430"/>
                  </a:lnTo>
                  <a:lnTo>
                    <a:pt x="3228" y="1110"/>
                  </a:lnTo>
                  <a:lnTo>
                    <a:pt x="3094" y="808"/>
                  </a:lnTo>
                  <a:lnTo>
                    <a:pt x="2926" y="522"/>
                  </a:lnTo>
                  <a:lnTo>
                    <a:pt x="2724" y="253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0" name="Google Shape;5780;p63"/>
            <p:cNvSpPr/>
            <p:nvPr/>
          </p:nvSpPr>
          <p:spPr>
            <a:xfrm>
              <a:off x="3280450" y="644525"/>
              <a:ext cx="113900" cy="87450"/>
            </a:xfrm>
            <a:custGeom>
              <a:avLst/>
              <a:gdLst/>
              <a:ahLst/>
              <a:cxnLst/>
              <a:rect l="l" t="t" r="r" b="b"/>
              <a:pathLst>
                <a:path w="4556" h="3498" extrusionOk="0">
                  <a:moveTo>
                    <a:pt x="2354" y="0"/>
                  </a:moveTo>
                  <a:lnTo>
                    <a:pt x="0" y="2589"/>
                  </a:lnTo>
                  <a:lnTo>
                    <a:pt x="252" y="2791"/>
                  </a:lnTo>
                  <a:lnTo>
                    <a:pt x="505" y="2959"/>
                  </a:lnTo>
                  <a:lnTo>
                    <a:pt x="790" y="3110"/>
                  </a:lnTo>
                  <a:lnTo>
                    <a:pt x="1059" y="3245"/>
                  </a:lnTo>
                  <a:lnTo>
                    <a:pt x="1362" y="3346"/>
                  </a:lnTo>
                  <a:lnTo>
                    <a:pt x="1648" y="3413"/>
                  </a:lnTo>
                  <a:lnTo>
                    <a:pt x="1950" y="3463"/>
                  </a:lnTo>
                  <a:lnTo>
                    <a:pt x="2253" y="3497"/>
                  </a:lnTo>
                  <a:lnTo>
                    <a:pt x="2555" y="3480"/>
                  </a:lnTo>
                  <a:lnTo>
                    <a:pt x="2858" y="3447"/>
                  </a:lnTo>
                  <a:lnTo>
                    <a:pt x="3161" y="3396"/>
                  </a:lnTo>
                  <a:lnTo>
                    <a:pt x="3463" y="3312"/>
                  </a:lnTo>
                  <a:lnTo>
                    <a:pt x="3749" y="3194"/>
                  </a:lnTo>
                  <a:lnTo>
                    <a:pt x="4035" y="3060"/>
                  </a:lnTo>
                  <a:lnTo>
                    <a:pt x="4304" y="2892"/>
                  </a:lnTo>
                  <a:lnTo>
                    <a:pt x="4556" y="2707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1" name="Google Shape;5781;p63"/>
            <p:cNvSpPr/>
            <p:nvPr/>
          </p:nvSpPr>
          <p:spPr>
            <a:xfrm>
              <a:off x="4030200" y="534400"/>
              <a:ext cx="87450" cy="174450"/>
            </a:xfrm>
            <a:custGeom>
              <a:avLst/>
              <a:gdLst/>
              <a:ahLst/>
              <a:cxnLst/>
              <a:rect l="l" t="t" r="r" b="b"/>
              <a:pathLst>
                <a:path w="3498" h="6978" extrusionOk="0">
                  <a:moveTo>
                    <a:pt x="3498" y="1"/>
                  </a:moveTo>
                  <a:lnTo>
                    <a:pt x="3145" y="18"/>
                  </a:lnTo>
                  <a:lnTo>
                    <a:pt x="2792" y="68"/>
                  </a:lnTo>
                  <a:lnTo>
                    <a:pt x="2455" y="152"/>
                  </a:lnTo>
                  <a:lnTo>
                    <a:pt x="2136" y="270"/>
                  </a:lnTo>
                  <a:lnTo>
                    <a:pt x="1833" y="421"/>
                  </a:lnTo>
                  <a:lnTo>
                    <a:pt x="1548" y="589"/>
                  </a:lnTo>
                  <a:lnTo>
                    <a:pt x="1279" y="791"/>
                  </a:lnTo>
                  <a:lnTo>
                    <a:pt x="1026" y="1026"/>
                  </a:lnTo>
                  <a:lnTo>
                    <a:pt x="808" y="1278"/>
                  </a:lnTo>
                  <a:lnTo>
                    <a:pt x="606" y="1547"/>
                  </a:lnTo>
                  <a:lnTo>
                    <a:pt x="438" y="1833"/>
                  </a:lnTo>
                  <a:lnTo>
                    <a:pt x="287" y="2136"/>
                  </a:lnTo>
                  <a:lnTo>
                    <a:pt x="169" y="2455"/>
                  </a:lnTo>
                  <a:lnTo>
                    <a:pt x="85" y="2791"/>
                  </a:lnTo>
                  <a:lnTo>
                    <a:pt x="35" y="3128"/>
                  </a:lnTo>
                  <a:lnTo>
                    <a:pt x="1" y="3498"/>
                  </a:lnTo>
                  <a:lnTo>
                    <a:pt x="35" y="3851"/>
                  </a:lnTo>
                  <a:lnTo>
                    <a:pt x="85" y="4187"/>
                  </a:lnTo>
                  <a:lnTo>
                    <a:pt x="169" y="4523"/>
                  </a:lnTo>
                  <a:lnTo>
                    <a:pt x="287" y="4842"/>
                  </a:lnTo>
                  <a:lnTo>
                    <a:pt x="438" y="5162"/>
                  </a:lnTo>
                  <a:lnTo>
                    <a:pt x="606" y="5448"/>
                  </a:lnTo>
                  <a:lnTo>
                    <a:pt x="808" y="5717"/>
                  </a:lnTo>
                  <a:lnTo>
                    <a:pt x="1026" y="5952"/>
                  </a:lnTo>
                  <a:lnTo>
                    <a:pt x="1279" y="6187"/>
                  </a:lnTo>
                  <a:lnTo>
                    <a:pt x="1548" y="6389"/>
                  </a:lnTo>
                  <a:lnTo>
                    <a:pt x="1833" y="6557"/>
                  </a:lnTo>
                  <a:lnTo>
                    <a:pt x="2136" y="6708"/>
                  </a:lnTo>
                  <a:lnTo>
                    <a:pt x="2455" y="6826"/>
                  </a:lnTo>
                  <a:lnTo>
                    <a:pt x="2792" y="6910"/>
                  </a:lnTo>
                  <a:lnTo>
                    <a:pt x="3145" y="6961"/>
                  </a:lnTo>
                  <a:lnTo>
                    <a:pt x="3498" y="6977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2" name="Google Shape;5782;p63"/>
            <p:cNvSpPr/>
            <p:nvPr/>
          </p:nvSpPr>
          <p:spPr>
            <a:xfrm>
              <a:off x="4117625" y="534400"/>
              <a:ext cx="22300" cy="87450"/>
            </a:xfrm>
            <a:custGeom>
              <a:avLst/>
              <a:gdLst/>
              <a:ahLst/>
              <a:cxnLst/>
              <a:rect l="l" t="t" r="r" b="b"/>
              <a:pathLst>
                <a:path w="892" h="3498" extrusionOk="0">
                  <a:moveTo>
                    <a:pt x="1" y="1"/>
                  </a:moveTo>
                  <a:lnTo>
                    <a:pt x="1" y="3498"/>
                  </a:lnTo>
                  <a:lnTo>
                    <a:pt x="892" y="118"/>
                  </a:lnTo>
                  <a:lnTo>
                    <a:pt x="673" y="68"/>
                  </a:lnTo>
                  <a:lnTo>
                    <a:pt x="455" y="34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3" name="Google Shape;5783;p63"/>
            <p:cNvSpPr/>
            <p:nvPr/>
          </p:nvSpPr>
          <p:spPr>
            <a:xfrm>
              <a:off x="4132750" y="532300"/>
              <a:ext cx="87450" cy="116450"/>
            </a:xfrm>
            <a:custGeom>
              <a:avLst/>
              <a:gdLst/>
              <a:ahLst/>
              <a:cxnLst/>
              <a:rect l="l" t="t" r="r" b="b"/>
              <a:pathLst>
                <a:path w="3498" h="4658" extrusionOk="0">
                  <a:moveTo>
                    <a:pt x="875" y="1"/>
                  </a:moveTo>
                  <a:lnTo>
                    <a:pt x="1" y="3380"/>
                  </a:lnTo>
                  <a:lnTo>
                    <a:pt x="3245" y="4657"/>
                  </a:lnTo>
                  <a:lnTo>
                    <a:pt x="3346" y="4338"/>
                  </a:lnTo>
                  <a:lnTo>
                    <a:pt x="3430" y="4019"/>
                  </a:lnTo>
                  <a:lnTo>
                    <a:pt x="3481" y="3699"/>
                  </a:lnTo>
                  <a:lnTo>
                    <a:pt x="3498" y="3380"/>
                  </a:lnTo>
                  <a:lnTo>
                    <a:pt x="3481" y="3077"/>
                  </a:lnTo>
                  <a:lnTo>
                    <a:pt x="3447" y="2791"/>
                  </a:lnTo>
                  <a:lnTo>
                    <a:pt x="3380" y="2506"/>
                  </a:lnTo>
                  <a:lnTo>
                    <a:pt x="3296" y="2237"/>
                  </a:lnTo>
                  <a:lnTo>
                    <a:pt x="3195" y="1968"/>
                  </a:lnTo>
                  <a:lnTo>
                    <a:pt x="3077" y="1715"/>
                  </a:lnTo>
                  <a:lnTo>
                    <a:pt x="2926" y="1463"/>
                  </a:lnTo>
                  <a:lnTo>
                    <a:pt x="2758" y="1245"/>
                  </a:lnTo>
                  <a:lnTo>
                    <a:pt x="2573" y="1026"/>
                  </a:lnTo>
                  <a:lnTo>
                    <a:pt x="2388" y="824"/>
                  </a:lnTo>
                  <a:lnTo>
                    <a:pt x="2169" y="640"/>
                  </a:lnTo>
                  <a:lnTo>
                    <a:pt x="1934" y="471"/>
                  </a:lnTo>
                  <a:lnTo>
                    <a:pt x="1699" y="320"/>
                  </a:lnTo>
                  <a:lnTo>
                    <a:pt x="1430" y="186"/>
                  </a:lnTo>
                  <a:lnTo>
                    <a:pt x="1161" y="85"/>
                  </a:lnTo>
                  <a:lnTo>
                    <a:pt x="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4" name="Google Shape;5784;p63"/>
            <p:cNvSpPr/>
            <p:nvPr/>
          </p:nvSpPr>
          <p:spPr>
            <a:xfrm>
              <a:off x="4117625" y="621825"/>
              <a:ext cx="81150" cy="87025"/>
            </a:xfrm>
            <a:custGeom>
              <a:avLst/>
              <a:gdLst/>
              <a:ahLst/>
              <a:cxnLst/>
              <a:rect l="l" t="t" r="r" b="b"/>
              <a:pathLst>
                <a:path w="3246" h="3481" extrusionOk="0">
                  <a:moveTo>
                    <a:pt x="1" y="1"/>
                  </a:moveTo>
                  <a:lnTo>
                    <a:pt x="1" y="3480"/>
                  </a:lnTo>
                  <a:lnTo>
                    <a:pt x="270" y="3464"/>
                  </a:lnTo>
                  <a:lnTo>
                    <a:pt x="539" y="3447"/>
                  </a:lnTo>
                  <a:lnTo>
                    <a:pt x="791" y="3396"/>
                  </a:lnTo>
                  <a:lnTo>
                    <a:pt x="1043" y="3329"/>
                  </a:lnTo>
                  <a:lnTo>
                    <a:pt x="1278" y="3245"/>
                  </a:lnTo>
                  <a:lnTo>
                    <a:pt x="1514" y="3127"/>
                  </a:lnTo>
                  <a:lnTo>
                    <a:pt x="1749" y="3010"/>
                  </a:lnTo>
                  <a:lnTo>
                    <a:pt x="1968" y="2875"/>
                  </a:lnTo>
                  <a:lnTo>
                    <a:pt x="2169" y="2724"/>
                  </a:lnTo>
                  <a:lnTo>
                    <a:pt x="2371" y="2556"/>
                  </a:lnTo>
                  <a:lnTo>
                    <a:pt x="2556" y="2371"/>
                  </a:lnTo>
                  <a:lnTo>
                    <a:pt x="2724" y="2186"/>
                  </a:lnTo>
                  <a:lnTo>
                    <a:pt x="2875" y="1967"/>
                  </a:lnTo>
                  <a:lnTo>
                    <a:pt x="3010" y="1749"/>
                  </a:lnTo>
                  <a:lnTo>
                    <a:pt x="3144" y="1514"/>
                  </a:lnTo>
                  <a:lnTo>
                    <a:pt x="3245" y="12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5" name="Google Shape;5785;p63"/>
            <p:cNvSpPr/>
            <p:nvPr/>
          </p:nvSpPr>
          <p:spPr>
            <a:xfrm>
              <a:off x="3298925" y="760100"/>
              <a:ext cx="102150" cy="10100"/>
            </a:xfrm>
            <a:custGeom>
              <a:avLst/>
              <a:gdLst/>
              <a:ahLst/>
              <a:cxnLst/>
              <a:rect l="l" t="t" r="r" b="b"/>
              <a:pathLst>
                <a:path w="4086" h="404" extrusionOk="0">
                  <a:moveTo>
                    <a:pt x="1" y="0"/>
                  </a:moveTo>
                  <a:lnTo>
                    <a:pt x="1" y="404"/>
                  </a:lnTo>
                  <a:lnTo>
                    <a:pt x="4086" y="404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6" name="Google Shape;5786;p63"/>
            <p:cNvSpPr/>
            <p:nvPr/>
          </p:nvSpPr>
          <p:spPr>
            <a:xfrm>
              <a:off x="3298925" y="780700"/>
              <a:ext cx="67700" cy="9675"/>
            </a:xfrm>
            <a:custGeom>
              <a:avLst/>
              <a:gdLst/>
              <a:ahLst/>
              <a:cxnLst/>
              <a:rect l="l" t="t" r="r" b="b"/>
              <a:pathLst>
                <a:path w="2708" h="387" extrusionOk="0">
                  <a:moveTo>
                    <a:pt x="1" y="0"/>
                  </a:moveTo>
                  <a:lnTo>
                    <a:pt x="1" y="387"/>
                  </a:lnTo>
                  <a:lnTo>
                    <a:pt x="2707" y="387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7" name="Google Shape;5787;p63"/>
            <p:cNvSpPr/>
            <p:nvPr/>
          </p:nvSpPr>
          <p:spPr>
            <a:xfrm>
              <a:off x="3251875" y="760100"/>
              <a:ext cx="30700" cy="30700"/>
            </a:xfrm>
            <a:custGeom>
              <a:avLst/>
              <a:gdLst/>
              <a:ahLst/>
              <a:cxnLst/>
              <a:rect l="l" t="t" r="r" b="b"/>
              <a:pathLst>
                <a:path w="1228" h="1228" extrusionOk="0">
                  <a:moveTo>
                    <a:pt x="0" y="0"/>
                  </a:moveTo>
                  <a:lnTo>
                    <a:pt x="0" y="1228"/>
                  </a:lnTo>
                  <a:lnTo>
                    <a:pt x="1227" y="1228"/>
                  </a:lnTo>
                  <a:lnTo>
                    <a:pt x="12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8" name="Google Shape;5788;p63"/>
            <p:cNvSpPr/>
            <p:nvPr/>
          </p:nvSpPr>
          <p:spPr>
            <a:xfrm>
              <a:off x="3558675" y="760100"/>
              <a:ext cx="101725" cy="10100"/>
            </a:xfrm>
            <a:custGeom>
              <a:avLst/>
              <a:gdLst/>
              <a:ahLst/>
              <a:cxnLst/>
              <a:rect l="l" t="t" r="r" b="b"/>
              <a:pathLst>
                <a:path w="4069" h="404" extrusionOk="0">
                  <a:moveTo>
                    <a:pt x="0" y="0"/>
                  </a:moveTo>
                  <a:lnTo>
                    <a:pt x="0" y="404"/>
                  </a:lnTo>
                  <a:lnTo>
                    <a:pt x="4068" y="404"/>
                  </a:lnTo>
                  <a:lnTo>
                    <a:pt x="406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9" name="Google Shape;5789;p63"/>
            <p:cNvSpPr/>
            <p:nvPr/>
          </p:nvSpPr>
          <p:spPr>
            <a:xfrm>
              <a:off x="3558675" y="780700"/>
              <a:ext cx="67250" cy="9675"/>
            </a:xfrm>
            <a:custGeom>
              <a:avLst/>
              <a:gdLst/>
              <a:ahLst/>
              <a:cxnLst/>
              <a:rect l="l" t="t" r="r" b="b"/>
              <a:pathLst>
                <a:path w="2690" h="387" extrusionOk="0">
                  <a:moveTo>
                    <a:pt x="0" y="0"/>
                  </a:moveTo>
                  <a:lnTo>
                    <a:pt x="0" y="387"/>
                  </a:lnTo>
                  <a:lnTo>
                    <a:pt x="2690" y="38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0" name="Google Shape;5790;p63"/>
            <p:cNvSpPr/>
            <p:nvPr/>
          </p:nvSpPr>
          <p:spPr>
            <a:xfrm>
              <a:off x="3511600" y="760100"/>
              <a:ext cx="30275" cy="30700"/>
            </a:xfrm>
            <a:custGeom>
              <a:avLst/>
              <a:gdLst/>
              <a:ahLst/>
              <a:cxnLst/>
              <a:rect l="l" t="t" r="r" b="b"/>
              <a:pathLst>
                <a:path w="1211" h="1228" extrusionOk="0">
                  <a:moveTo>
                    <a:pt x="0" y="0"/>
                  </a:moveTo>
                  <a:lnTo>
                    <a:pt x="0" y="1228"/>
                  </a:lnTo>
                  <a:lnTo>
                    <a:pt x="1211" y="1228"/>
                  </a:lnTo>
                  <a:lnTo>
                    <a:pt x="1211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1" name="Google Shape;5791;p63"/>
            <p:cNvSpPr/>
            <p:nvPr/>
          </p:nvSpPr>
          <p:spPr>
            <a:xfrm>
              <a:off x="3817975" y="760100"/>
              <a:ext cx="101725" cy="10100"/>
            </a:xfrm>
            <a:custGeom>
              <a:avLst/>
              <a:gdLst/>
              <a:ahLst/>
              <a:cxnLst/>
              <a:rect l="l" t="t" r="r" b="b"/>
              <a:pathLst>
                <a:path w="4069" h="404" extrusionOk="0">
                  <a:moveTo>
                    <a:pt x="0" y="0"/>
                  </a:moveTo>
                  <a:lnTo>
                    <a:pt x="0" y="404"/>
                  </a:lnTo>
                  <a:lnTo>
                    <a:pt x="4069" y="404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2" name="Google Shape;5792;p63"/>
            <p:cNvSpPr/>
            <p:nvPr/>
          </p:nvSpPr>
          <p:spPr>
            <a:xfrm>
              <a:off x="3817975" y="780700"/>
              <a:ext cx="67675" cy="9675"/>
            </a:xfrm>
            <a:custGeom>
              <a:avLst/>
              <a:gdLst/>
              <a:ahLst/>
              <a:cxnLst/>
              <a:rect l="l" t="t" r="r" b="b"/>
              <a:pathLst>
                <a:path w="2707" h="387" extrusionOk="0">
                  <a:moveTo>
                    <a:pt x="0" y="0"/>
                  </a:moveTo>
                  <a:lnTo>
                    <a:pt x="0" y="387"/>
                  </a:lnTo>
                  <a:lnTo>
                    <a:pt x="2707" y="387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3" name="Google Shape;5793;p63"/>
            <p:cNvSpPr/>
            <p:nvPr/>
          </p:nvSpPr>
          <p:spPr>
            <a:xfrm>
              <a:off x="3770900" y="760100"/>
              <a:ext cx="30700" cy="30700"/>
            </a:xfrm>
            <a:custGeom>
              <a:avLst/>
              <a:gdLst/>
              <a:ahLst/>
              <a:cxnLst/>
              <a:rect l="l" t="t" r="r" b="b"/>
              <a:pathLst>
                <a:path w="1228" h="1228" extrusionOk="0">
                  <a:moveTo>
                    <a:pt x="1" y="0"/>
                  </a:moveTo>
                  <a:lnTo>
                    <a:pt x="1" y="1228"/>
                  </a:lnTo>
                  <a:lnTo>
                    <a:pt x="1228" y="1228"/>
                  </a:lnTo>
                  <a:lnTo>
                    <a:pt x="1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4" name="Google Shape;5794;p63"/>
            <p:cNvSpPr/>
            <p:nvPr/>
          </p:nvSpPr>
          <p:spPr>
            <a:xfrm>
              <a:off x="4077275" y="760100"/>
              <a:ext cx="102150" cy="10100"/>
            </a:xfrm>
            <a:custGeom>
              <a:avLst/>
              <a:gdLst/>
              <a:ahLst/>
              <a:cxnLst/>
              <a:rect l="l" t="t" r="r" b="b"/>
              <a:pathLst>
                <a:path w="4086" h="404" extrusionOk="0">
                  <a:moveTo>
                    <a:pt x="1" y="0"/>
                  </a:moveTo>
                  <a:lnTo>
                    <a:pt x="1" y="404"/>
                  </a:lnTo>
                  <a:lnTo>
                    <a:pt x="4086" y="404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5" name="Google Shape;5795;p63"/>
            <p:cNvSpPr/>
            <p:nvPr/>
          </p:nvSpPr>
          <p:spPr>
            <a:xfrm>
              <a:off x="4077275" y="780700"/>
              <a:ext cx="67700" cy="9675"/>
            </a:xfrm>
            <a:custGeom>
              <a:avLst/>
              <a:gdLst/>
              <a:ahLst/>
              <a:cxnLst/>
              <a:rect l="l" t="t" r="r" b="b"/>
              <a:pathLst>
                <a:path w="2708" h="387" extrusionOk="0">
                  <a:moveTo>
                    <a:pt x="1" y="0"/>
                  </a:moveTo>
                  <a:lnTo>
                    <a:pt x="1" y="387"/>
                  </a:lnTo>
                  <a:lnTo>
                    <a:pt x="2707" y="387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6" name="Google Shape;5796;p63"/>
            <p:cNvSpPr/>
            <p:nvPr/>
          </p:nvSpPr>
          <p:spPr>
            <a:xfrm>
              <a:off x="4030625" y="760100"/>
              <a:ext cx="30300" cy="30700"/>
            </a:xfrm>
            <a:custGeom>
              <a:avLst/>
              <a:gdLst/>
              <a:ahLst/>
              <a:cxnLst/>
              <a:rect l="l" t="t" r="r" b="b"/>
              <a:pathLst>
                <a:path w="1212" h="1228" extrusionOk="0">
                  <a:moveTo>
                    <a:pt x="1" y="0"/>
                  </a:moveTo>
                  <a:lnTo>
                    <a:pt x="1" y="1228"/>
                  </a:lnTo>
                  <a:lnTo>
                    <a:pt x="1211" y="1228"/>
                  </a:lnTo>
                  <a:lnTo>
                    <a:pt x="12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7" name="Google Shape;5797;p63"/>
            <p:cNvSpPr/>
            <p:nvPr/>
          </p:nvSpPr>
          <p:spPr>
            <a:xfrm>
              <a:off x="3245150" y="882400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8" name="Google Shape;5798;p63"/>
            <p:cNvSpPr/>
            <p:nvPr/>
          </p:nvSpPr>
          <p:spPr>
            <a:xfrm>
              <a:off x="3245150" y="901300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9" name="Google Shape;5799;p63"/>
            <p:cNvSpPr/>
            <p:nvPr/>
          </p:nvSpPr>
          <p:spPr>
            <a:xfrm>
              <a:off x="3245150" y="920650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0" name="Google Shape;5800;p63"/>
            <p:cNvSpPr/>
            <p:nvPr/>
          </p:nvSpPr>
          <p:spPr>
            <a:xfrm>
              <a:off x="3245150" y="93997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1" name="Google Shape;5801;p63"/>
            <p:cNvSpPr/>
            <p:nvPr/>
          </p:nvSpPr>
          <p:spPr>
            <a:xfrm>
              <a:off x="3245150" y="959300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18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8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2" name="Google Shape;5802;p63"/>
            <p:cNvSpPr/>
            <p:nvPr/>
          </p:nvSpPr>
          <p:spPr>
            <a:xfrm>
              <a:off x="3245150" y="97822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7"/>
                  </a:lnTo>
                  <a:lnTo>
                    <a:pt x="944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3" name="Google Shape;5803;p63"/>
            <p:cNvSpPr/>
            <p:nvPr/>
          </p:nvSpPr>
          <p:spPr>
            <a:xfrm>
              <a:off x="3245150" y="997550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4" name="Google Shape;5804;p63"/>
            <p:cNvSpPr/>
            <p:nvPr/>
          </p:nvSpPr>
          <p:spPr>
            <a:xfrm>
              <a:off x="3245150" y="1016875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18"/>
                  </a:lnTo>
                  <a:lnTo>
                    <a:pt x="9448" y="51"/>
                  </a:lnTo>
                  <a:lnTo>
                    <a:pt x="14155" y="35"/>
                  </a:lnTo>
                  <a:lnTo>
                    <a:pt x="18879" y="18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5" name="Google Shape;5805;p63"/>
            <p:cNvSpPr/>
            <p:nvPr/>
          </p:nvSpPr>
          <p:spPr>
            <a:xfrm>
              <a:off x="3245150" y="103622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6" name="Google Shape;5806;p63"/>
            <p:cNvSpPr/>
            <p:nvPr/>
          </p:nvSpPr>
          <p:spPr>
            <a:xfrm>
              <a:off x="3245150" y="1055125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8"/>
                  </a:lnTo>
                  <a:lnTo>
                    <a:pt x="944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7" name="Google Shape;5807;p63"/>
            <p:cNvSpPr/>
            <p:nvPr/>
          </p:nvSpPr>
          <p:spPr>
            <a:xfrm>
              <a:off x="3245150" y="107447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0"/>
                  </a:lnTo>
                  <a:lnTo>
                    <a:pt x="14155" y="50"/>
                  </a:lnTo>
                  <a:lnTo>
                    <a:pt x="18879" y="34"/>
                  </a:lnTo>
                  <a:lnTo>
                    <a:pt x="14155" y="17"/>
                  </a:lnTo>
                  <a:lnTo>
                    <a:pt x="944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8" name="Google Shape;5808;p63"/>
            <p:cNvSpPr/>
            <p:nvPr/>
          </p:nvSpPr>
          <p:spPr>
            <a:xfrm>
              <a:off x="3245150" y="1093800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9" name="Google Shape;5809;p63"/>
            <p:cNvSpPr/>
            <p:nvPr/>
          </p:nvSpPr>
          <p:spPr>
            <a:xfrm>
              <a:off x="3245150" y="1113125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0" name="Google Shape;5810;p63"/>
            <p:cNvSpPr/>
            <p:nvPr/>
          </p:nvSpPr>
          <p:spPr>
            <a:xfrm>
              <a:off x="3245150" y="1132050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7"/>
                  </a:lnTo>
                  <a:lnTo>
                    <a:pt x="944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1" name="Google Shape;5811;p63"/>
            <p:cNvSpPr/>
            <p:nvPr/>
          </p:nvSpPr>
          <p:spPr>
            <a:xfrm>
              <a:off x="3245150" y="115137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2" name="Google Shape;5812;p63"/>
            <p:cNvSpPr/>
            <p:nvPr/>
          </p:nvSpPr>
          <p:spPr>
            <a:xfrm>
              <a:off x="3295150" y="1017300"/>
              <a:ext cx="35750" cy="157225"/>
            </a:xfrm>
            <a:custGeom>
              <a:avLst/>
              <a:gdLst/>
              <a:ahLst/>
              <a:cxnLst/>
              <a:rect l="l" t="t" r="r" b="b"/>
              <a:pathLst>
                <a:path w="1430" h="6289" extrusionOk="0">
                  <a:moveTo>
                    <a:pt x="1" y="1"/>
                  </a:moveTo>
                  <a:lnTo>
                    <a:pt x="1" y="6288"/>
                  </a:lnTo>
                  <a:lnTo>
                    <a:pt x="1430" y="6288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3" name="Google Shape;5813;p63"/>
            <p:cNvSpPr/>
            <p:nvPr/>
          </p:nvSpPr>
          <p:spPr>
            <a:xfrm>
              <a:off x="3361550" y="950900"/>
              <a:ext cx="35750" cy="223625"/>
            </a:xfrm>
            <a:custGeom>
              <a:avLst/>
              <a:gdLst/>
              <a:ahLst/>
              <a:cxnLst/>
              <a:rect l="l" t="t" r="r" b="b"/>
              <a:pathLst>
                <a:path w="1430" h="8945" extrusionOk="0">
                  <a:moveTo>
                    <a:pt x="1" y="1"/>
                  </a:moveTo>
                  <a:lnTo>
                    <a:pt x="1" y="8944"/>
                  </a:lnTo>
                  <a:lnTo>
                    <a:pt x="1430" y="8944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4" name="Google Shape;5814;p63"/>
            <p:cNvSpPr/>
            <p:nvPr/>
          </p:nvSpPr>
          <p:spPr>
            <a:xfrm>
              <a:off x="3427950" y="998825"/>
              <a:ext cx="35750" cy="175700"/>
            </a:xfrm>
            <a:custGeom>
              <a:avLst/>
              <a:gdLst/>
              <a:ahLst/>
              <a:cxnLst/>
              <a:rect l="l" t="t" r="r" b="b"/>
              <a:pathLst>
                <a:path w="1430" h="7028" extrusionOk="0">
                  <a:moveTo>
                    <a:pt x="1" y="0"/>
                  </a:moveTo>
                  <a:lnTo>
                    <a:pt x="1" y="7027"/>
                  </a:lnTo>
                  <a:lnTo>
                    <a:pt x="1430" y="7027"/>
                  </a:lnTo>
                  <a:lnTo>
                    <a:pt x="143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5" name="Google Shape;5815;p63"/>
            <p:cNvSpPr/>
            <p:nvPr/>
          </p:nvSpPr>
          <p:spPr>
            <a:xfrm>
              <a:off x="3494350" y="940400"/>
              <a:ext cx="35750" cy="234125"/>
            </a:xfrm>
            <a:custGeom>
              <a:avLst/>
              <a:gdLst/>
              <a:ahLst/>
              <a:cxnLst/>
              <a:rect l="l" t="t" r="r" b="b"/>
              <a:pathLst>
                <a:path w="1430" h="9365" extrusionOk="0">
                  <a:moveTo>
                    <a:pt x="1" y="0"/>
                  </a:moveTo>
                  <a:lnTo>
                    <a:pt x="1" y="9364"/>
                  </a:lnTo>
                  <a:lnTo>
                    <a:pt x="1430" y="9364"/>
                  </a:lnTo>
                  <a:lnTo>
                    <a:pt x="1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6" name="Google Shape;5816;p63"/>
            <p:cNvSpPr/>
            <p:nvPr/>
          </p:nvSpPr>
          <p:spPr>
            <a:xfrm>
              <a:off x="3560350" y="971925"/>
              <a:ext cx="36175" cy="202600"/>
            </a:xfrm>
            <a:custGeom>
              <a:avLst/>
              <a:gdLst/>
              <a:ahLst/>
              <a:cxnLst/>
              <a:rect l="l" t="t" r="r" b="b"/>
              <a:pathLst>
                <a:path w="1447" h="8104" extrusionOk="0">
                  <a:moveTo>
                    <a:pt x="0" y="0"/>
                  </a:moveTo>
                  <a:lnTo>
                    <a:pt x="0" y="8103"/>
                  </a:lnTo>
                  <a:lnTo>
                    <a:pt x="1446" y="8103"/>
                  </a:lnTo>
                  <a:lnTo>
                    <a:pt x="14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7" name="Google Shape;5817;p63"/>
            <p:cNvSpPr/>
            <p:nvPr/>
          </p:nvSpPr>
          <p:spPr>
            <a:xfrm>
              <a:off x="3626750" y="1086650"/>
              <a:ext cx="35750" cy="87875"/>
            </a:xfrm>
            <a:custGeom>
              <a:avLst/>
              <a:gdLst/>
              <a:ahLst/>
              <a:cxnLst/>
              <a:rect l="l" t="t" r="r" b="b"/>
              <a:pathLst>
                <a:path w="1430" h="3515" extrusionOk="0">
                  <a:moveTo>
                    <a:pt x="0" y="1"/>
                  </a:moveTo>
                  <a:lnTo>
                    <a:pt x="0" y="3514"/>
                  </a:lnTo>
                  <a:lnTo>
                    <a:pt x="1429" y="3514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8" name="Google Shape;5818;p63"/>
            <p:cNvSpPr/>
            <p:nvPr/>
          </p:nvSpPr>
          <p:spPr>
            <a:xfrm>
              <a:off x="3255650" y="869375"/>
              <a:ext cx="461050" cy="307650"/>
            </a:xfrm>
            <a:custGeom>
              <a:avLst/>
              <a:gdLst/>
              <a:ahLst/>
              <a:cxnLst/>
              <a:rect l="l" t="t" r="r" b="b"/>
              <a:pathLst>
                <a:path w="18442" h="12306" extrusionOk="0">
                  <a:moveTo>
                    <a:pt x="101" y="0"/>
                  </a:moveTo>
                  <a:lnTo>
                    <a:pt x="51" y="3060"/>
                  </a:lnTo>
                  <a:lnTo>
                    <a:pt x="34" y="6103"/>
                  </a:lnTo>
                  <a:lnTo>
                    <a:pt x="17" y="9162"/>
                  </a:lnTo>
                  <a:lnTo>
                    <a:pt x="0" y="12205"/>
                  </a:lnTo>
                  <a:lnTo>
                    <a:pt x="0" y="12306"/>
                  </a:lnTo>
                  <a:lnTo>
                    <a:pt x="4691" y="12306"/>
                  </a:lnTo>
                  <a:lnTo>
                    <a:pt x="9280" y="12289"/>
                  </a:lnTo>
                  <a:lnTo>
                    <a:pt x="13869" y="12272"/>
                  </a:lnTo>
                  <a:lnTo>
                    <a:pt x="18442" y="12205"/>
                  </a:lnTo>
                  <a:lnTo>
                    <a:pt x="13869" y="12155"/>
                  </a:lnTo>
                  <a:lnTo>
                    <a:pt x="9280" y="12121"/>
                  </a:lnTo>
                  <a:lnTo>
                    <a:pt x="4691" y="12104"/>
                  </a:lnTo>
                  <a:lnTo>
                    <a:pt x="185" y="12104"/>
                  </a:lnTo>
                  <a:lnTo>
                    <a:pt x="185" y="9145"/>
                  </a:lnTo>
                  <a:lnTo>
                    <a:pt x="168" y="6103"/>
                  </a:lnTo>
                  <a:lnTo>
                    <a:pt x="135" y="3043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9" name="Google Shape;5819;p63"/>
            <p:cNvSpPr/>
            <p:nvPr/>
          </p:nvSpPr>
          <p:spPr>
            <a:xfrm>
              <a:off x="32951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1" y="1"/>
                  </a:moveTo>
                  <a:lnTo>
                    <a:pt x="1" y="135"/>
                  </a:lnTo>
                  <a:lnTo>
                    <a:pt x="1430" y="135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0" name="Google Shape;5820;p63"/>
            <p:cNvSpPr/>
            <p:nvPr/>
          </p:nvSpPr>
          <p:spPr>
            <a:xfrm>
              <a:off x="33615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1" y="1"/>
                  </a:moveTo>
                  <a:lnTo>
                    <a:pt x="1" y="135"/>
                  </a:lnTo>
                  <a:lnTo>
                    <a:pt x="1430" y="135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1" name="Google Shape;5821;p63"/>
            <p:cNvSpPr/>
            <p:nvPr/>
          </p:nvSpPr>
          <p:spPr>
            <a:xfrm>
              <a:off x="34279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1" y="1"/>
                  </a:moveTo>
                  <a:lnTo>
                    <a:pt x="1" y="135"/>
                  </a:lnTo>
                  <a:lnTo>
                    <a:pt x="1430" y="135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2" name="Google Shape;5822;p63"/>
            <p:cNvSpPr/>
            <p:nvPr/>
          </p:nvSpPr>
          <p:spPr>
            <a:xfrm>
              <a:off x="34943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1" y="1"/>
                  </a:moveTo>
                  <a:lnTo>
                    <a:pt x="1" y="135"/>
                  </a:lnTo>
                  <a:lnTo>
                    <a:pt x="1430" y="135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3" name="Google Shape;5823;p63"/>
            <p:cNvSpPr/>
            <p:nvPr/>
          </p:nvSpPr>
          <p:spPr>
            <a:xfrm>
              <a:off x="3560350" y="1190450"/>
              <a:ext cx="36175" cy="3400"/>
            </a:xfrm>
            <a:custGeom>
              <a:avLst/>
              <a:gdLst/>
              <a:ahLst/>
              <a:cxnLst/>
              <a:rect l="l" t="t" r="r" b="b"/>
              <a:pathLst>
                <a:path w="1447" h="136" extrusionOk="0">
                  <a:moveTo>
                    <a:pt x="0" y="1"/>
                  </a:moveTo>
                  <a:lnTo>
                    <a:pt x="0" y="135"/>
                  </a:lnTo>
                  <a:lnTo>
                    <a:pt x="1446" y="135"/>
                  </a:lnTo>
                  <a:lnTo>
                    <a:pt x="1446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4" name="Google Shape;5824;p63"/>
            <p:cNvSpPr/>
            <p:nvPr/>
          </p:nvSpPr>
          <p:spPr>
            <a:xfrm>
              <a:off x="36267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0" y="1"/>
                  </a:moveTo>
                  <a:lnTo>
                    <a:pt x="0" y="135"/>
                  </a:lnTo>
                  <a:lnTo>
                    <a:pt x="1429" y="135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5" name="Google Shape;5825;p63"/>
            <p:cNvSpPr/>
            <p:nvPr/>
          </p:nvSpPr>
          <p:spPr>
            <a:xfrm>
              <a:off x="3823425" y="953850"/>
              <a:ext cx="393825" cy="42875"/>
            </a:xfrm>
            <a:custGeom>
              <a:avLst/>
              <a:gdLst/>
              <a:ahLst/>
              <a:cxnLst/>
              <a:rect l="l" t="t" r="r" b="b"/>
              <a:pathLst>
                <a:path w="15753" h="1715" extrusionOk="0">
                  <a:moveTo>
                    <a:pt x="1" y="0"/>
                  </a:moveTo>
                  <a:lnTo>
                    <a:pt x="1" y="1715"/>
                  </a:lnTo>
                  <a:lnTo>
                    <a:pt x="15753" y="1715"/>
                  </a:lnTo>
                  <a:lnTo>
                    <a:pt x="157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6" name="Google Shape;5826;p63"/>
            <p:cNvSpPr/>
            <p:nvPr/>
          </p:nvSpPr>
          <p:spPr>
            <a:xfrm>
              <a:off x="3837725" y="966025"/>
              <a:ext cx="173175" cy="18525"/>
            </a:xfrm>
            <a:custGeom>
              <a:avLst/>
              <a:gdLst/>
              <a:ahLst/>
              <a:cxnLst/>
              <a:rect l="l" t="t" r="r" b="b"/>
              <a:pathLst>
                <a:path w="6927" h="741" extrusionOk="0">
                  <a:moveTo>
                    <a:pt x="1" y="1"/>
                  </a:moveTo>
                  <a:lnTo>
                    <a:pt x="1" y="740"/>
                  </a:lnTo>
                  <a:lnTo>
                    <a:pt x="6927" y="740"/>
                  </a:lnTo>
                  <a:lnTo>
                    <a:pt x="69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7" name="Google Shape;5827;p63"/>
            <p:cNvSpPr/>
            <p:nvPr/>
          </p:nvSpPr>
          <p:spPr>
            <a:xfrm>
              <a:off x="3758300" y="967300"/>
              <a:ext cx="10100" cy="14725"/>
            </a:xfrm>
            <a:custGeom>
              <a:avLst/>
              <a:gdLst/>
              <a:ahLst/>
              <a:cxnLst/>
              <a:rect l="l" t="t" r="r" b="b"/>
              <a:pathLst>
                <a:path w="404" h="589" extrusionOk="0">
                  <a:moveTo>
                    <a:pt x="202" y="252"/>
                  </a:moveTo>
                  <a:lnTo>
                    <a:pt x="252" y="269"/>
                  </a:lnTo>
                  <a:lnTo>
                    <a:pt x="286" y="286"/>
                  </a:lnTo>
                  <a:lnTo>
                    <a:pt x="303" y="320"/>
                  </a:lnTo>
                  <a:lnTo>
                    <a:pt x="303" y="370"/>
                  </a:lnTo>
                  <a:lnTo>
                    <a:pt x="303" y="404"/>
                  </a:lnTo>
                  <a:lnTo>
                    <a:pt x="286" y="437"/>
                  </a:lnTo>
                  <a:lnTo>
                    <a:pt x="252" y="471"/>
                  </a:lnTo>
                  <a:lnTo>
                    <a:pt x="168" y="471"/>
                  </a:lnTo>
                  <a:lnTo>
                    <a:pt x="118" y="437"/>
                  </a:lnTo>
                  <a:lnTo>
                    <a:pt x="101" y="404"/>
                  </a:lnTo>
                  <a:lnTo>
                    <a:pt x="101" y="370"/>
                  </a:lnTo>
                  <a:lnTo>
                    <a:pt x="101" y="320"/>
                  </a:lnTo>
                  <a:lnTo>
                    <a:pt x="118" y="286"/>
                  </a:lnTo>
                  <a:lnTo>
                    <a:pt x="168" y="269"/>
                  </a:lnTo>
                  <a:lnTo>
                    <a:pt x="202" y="252"/>
                  </a:lnTo>
                  <a:close/>
                  <a:moveTo>
                    <a:pt x="185" y="0"/>
                  </a:moveTo>
                  <a:lnTo>
                    <a:pt x="135" y="34"/>
                  </a:lnTo>
                  <a:lnTo>
                    <a:pt x="68" y="101"/>
                  </a:lnTo>
                  <a:lnTo>
                    <a:pt x="34" y="168"/>
                  </a:lnTo>
                  <a:lnTo>
                    <a:pt x="0" y="252"/>
                  </a:lnTo>
                  <a:lnTo>
                    <a:pt x="0" y="336"/>
                  </a:lnTo>
                  <a:lnTo>
                    <a:pt x="0" y="387"/>
                  </a:lnTo>
                  <a:lnTo>
                    <a:pt x="17" y="471"/>
                  </a:lnTo>
                  <a:lnTo>
                    <a:pt x="68" y="521"/>
                  </a:lnTo>
                  <a:lnTo>
                    <a:pt x="135" y="572"/>
                  </a:lnTo>
                  <a:lnTo>
                    <a:pt x="219" y="589"/>
                  </a:lnTo>
                  <a:lnTo>
                    <a:pt x="286" y="555"/>
                  </a:lnTo>
                  <a:lnTo>
                    <a:pt x="353" y="521"/>
                  </a:lnTo>
                  <a:lnTo>
                    <a:pt x="387" y="454"/>
                  </a:lnTo>
                  <a:lnTo>
                    <a:pt x="404" y="370"/>
                  </a:lnTo>
                  <a:lnTo>
                    <a:pt x="387" y="286"/>
                  </a:lnTo>
                  <a:lnTo>
                    <a:pt x="336" y="236"/>
                  </a:lnTo>
                  <a:lnTo>
                    <a:pt x="269" y="185"/>
                  </a:lnTo>
                  <a:lnTo>
                    <a:pt x="202" y="168"/>
                  </a:lnTo>
                  <a:lnTo>
                    <a:pt x="118" y="185"/>
                  </a:lnTo>
                  <a:lnTo>
                    <a:pt x="135" y="168"/>
                  </a:lnTo>
                  <a:lnTo>
                    <a:pt x="152" y="135"/>
                  </a:lnTo>
                  <a:lnTo>
                    <a:pt x="185" y="118"/>
                  </a:lnTo>
                  <a:lnTo>
                    <a:pt x="219" y="101"/>
                  </a:lnTo>
                  <a:lnTo>
                    <a:pt x="252" y="84"/>
                  </a:lnTo>
                  <a:lnTo>
                    <a:pt x="286" y="67"/>
                  </a:lnTo>
                  <a:lnTo>
                    <a:pt x="303" y="3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8" name="Google Shape;5828;p63"/>
            <p:cNvSpPr/>
            <p:nvPr/>
          </p:nvSpPr>
          <p:spPr>
            <a:xfrm>
              <a:off x="3771325" y="966875"/>
              <a:ext cx="10525" cy="14725"/>
            </a:xfrm>
            <a:custGeom>
              <a:avLst/>
              <a:gdLst/>
              <a:ahLst/>
              <a:cxnLst/>
              <a:rect l="l" t="t" r="r" b="b"/>
              <a:pathLst>
                <a:path w="421" h="589" extrusionOk="0">
                  <a:moveTo>
                    <a:pt x="219" y="101"/>
                  </a:moveTo>
                  <a:lnTo>
                    <a:pt x="269" y="118"/>
                  </a:lnTo>
                  <a:lnTo>
                    <a:pt x="286" y="152"/>
                  </a:lnTo>
                  <a:lnTo>
                    <a:pt x="320" y="219"/>
                  </a:lnTo>
                  <a:lnTo>
                    <a:pt x="337" y="303"/>
                  </a:lnTo>
                  <a:lnTo>
                    <a:pt x="320" y="370"/>
                  </a:lnTo>
                  <a:lnTo>
                    <a:pt x="286" y="437"/>
                  </a:lnTo>
                  <a:lnTo>
                    <a:pt x="269" y="471"/>
                  </a:lnTo>
                  <a:lnTo>
                    <a:pt x="219" y="488"/>
                  </a:lnTo>
                  <a:lnTo>
                    <a:pt x="169" y="471"/>
                  </a:lnTo>
                  <a:lnTo>
                    <a:pt x="135" y="437"/>
                  </a:lnTo>
                  <a:lnTo>
                    <a:pt x="118" y="370"/>
                  </a:lnTo>
                  <a:lnTo>
                    <a:pt x="101" y="303"/>
                  </a:lnTo>
                  <a:lnTo>
                    <a:pt x="118" y="219"/>
                  </a:lnTo>
                  <a:lnTo>
                    <a:pt x="135" y="152"/>
                  </a:lnTo>
                  <a:lnTo>
                    <a:pt x="169" y="118"/>
                  </a:lnTo>
                  <a:lnTo>
                    <a:pt x="219" y="101"/>
                  </a:lnTo>
                  <a:close/>
                  <a:moveTo>
                    <a:pt x="236" y="0"/>
                  </a:moveTo>
                  <a:lnTo>
                    <a:pt x="169" y="17"/>
                  </a:lnTo>
                  <a:lnTo>
                    <a:pt x="118" y="51"/>
                  </a:lnTo>
                  <a:lnTo>
                    <a:pt x="68" y="101"/>
                  </a:lnTo>
                  <a:lnTo>
                    <a:pt x="17" y="185"/>
                  </a:lnTo>
                  <a:lnTo>
                    <a:pt x="0" y="303"/>
                  </a:lnTo>
                  <a:lnTo>
                    <a:pt x="17" y="404"/>
                  </a:lnTo>
                  <a:lnTo>
                    <a:pt x="68" y="505"/>
                  </a:lnTo>
                  <a:lnTo>
                    <a:pt x="101" y="538"/>
                  </a:lnTo>
                  <a:lnTo>
                    <a:pt x="135" y="572"/>
                  </a:lnTo>
                  <a:lnTo>
                    <a:pt x="202" y="589"/>
                  </a:lnTo>
                  <a:lnTo>
                    <a:pt x="269" y="589"/>
                  </a:lnTo>
                  <a:lnTo>
                    <a:pt x="320" y="555"/>
                  </a:lnTo>
                  <a:lnTo>
                    <a:pt x="370" y="505"/>
                  </a:lnTo>
                  <a:lnTo>
                    <a:pt x="404" y="404"/>
                  </a:lnTo>
                  <a:lnTo>
                    <a:pt x="421" y="303"/>
                  </a:lnTo>
                  <a:lnTo>
                    <a:pt x="421" y="185"/>
                  </a:lnTo>
                  <a:lnTo>
                    <a:pt x="370" y="101"/>
                  </a:lnTo>
                  <a:lnTo>
                    <a:pt x="337" y="51"/>
                  </a:lnTo>
                  <a:lnTo>
                    <a:pt x="303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9" name="Google Shape;5829;p63"/>
            <p:cNvSpPr/>
            <p:nvPr/>
          </p:nvSpPr>
          <p:spPr>
            <a:xfrm>
              <a:off x="3786025" y="966875"/>
              <a:ext cx="15575" cy="15150"/>
            </a:xfrm>
            <a:custGeom>
              <a:avLst/>
              <a:gdLst/>
              <a:ahLst/>
              <a:cxnLst/>
              <a:rect l="l" t="t" r="r" b="b"/>
              <a:pathLst>
                <a:path w="623" h="606" extrusionOk="0">
                  <a:moveTo>
                    <a:pt x="135" y="68"/>
                  </a:moveTo>
                  <a:lnTo>
                    <a:pt x="169" y="84"/>
                  </a:lnTo>
                  <a:lnTo>
                    <a:pt x="186" y="101"/>
                  </a:lnTo>
                  <a:lnTo>
                    <a:pt x="203" y="118"/>
                  </a:lnTo>
                  <a:lnTo>
                    <a:pt x="203" y="152"/>
                  </a:lnTo>
                  <a:lnTo>
                    <a:pt x="186" y="202"/>
                  </a:lnTo>
                  <a:lnTo>
                    <a:pt x="169" y="219"/>
                  </a:lnTo>
                  <a:lnTo>
                    <a:pt x="152" y="236"/>
                  </a:lnTo>
                  <a:lnTo>
                    <a:pt x="118" y="219"/>
                  </a:lnTo>
                  <a:lnTo>
                    <a:pt x="102" y="202"/>
                  </a:lnTo>
                  <a:lnTo>
                    <a:pt x="85" y="185"/>
                  </a:lnTo>
                  <a:lnTo>
                    <a:pt x="85" y="152"/>
                  </a:lnTo>
                  <a:lnTo>
                    <a:pt x="102" y="84"/>
                  </a:lnTo>
                  <a:lnTo>
                    <a:pt x="118" y="68"/>
                  </a:lnTo>
                  <a:close/>
                  <a:moveTo>
                    <a:pt x="118" y="0"/>
                  </a:moveTo>
                  <a:lnTo>
                    <a:pt x="68" y="17"/>
                  </a:lnTo>
                  <a:lnTo>
                    <a:pt x="34" y="51"/>
                  </a:lnTo>
                  <a:lnTo>
                    <a:pt x="18" y="101"/>
                  </a:lnTo>
                  <a:lnTo>
                    <a:pt x="1" y="152"/>
                  </a:lnTo>
                  <a:lnTo>
                    <a:pt x="18" y="219"/>
                  </a:lnTo>
                  <a:lnTo>
                    <a:pt x="51" y="253"/>
                  </a:lnTo>
                  <a:lnTo>
                    <a:pt x="85" y="286"/>
                  </a:lnTo>
                  <a:lnTo>
                    <a:pt x="135" y="303"/>
                  </a:lnTo>
                  <a:lnTo>
                    <a:pt x="152" y="303"/>
                  </a:lnTo>
                  <a:lnTo>
                    <a:pt x="203" y="286"/>
                  </a:lnTo>
                  <a:lnTo>
                    <a:pt x="236" y="253"/>
                  </a:lnTo>
                  <a:lnTo>
                    <a:pt x="270" y="202"/>
                  </a:lnTo>
                  <a:lnTo>
                    <a:pt x="270" y="152"/>
                  </a:lnTo>
                  <a:lnTo>
                    <a:pt x="270" y="118"/>
                  </a:lnTo>
                  <a:lnTo>
                    <a:pt x="253" y="68"/>
                  </a:lnTo>
                  <a:lnTo>
                    <a:pt x="219" y="34"/>
                  </a:lnTo>
                  <a:lnTo>
                    <a:pt x="186" y="0"/>
                  </a:lnTo>
                  <a:close/>
                  <a:moveTo>
                    <a:pt x="522" y="370"/>
                  </a:moveTo>
                  <a:lnTo>
                    <a:pt x="539" y="387"/>
                  </a:lnTo>
                  <a:lnTo>
                    <a:pt x="556" y="421"/>
                  </a:lnTo>
                  <a:lnTo>
                    <a:pt x="556" y="437"/>
                  </a:lnTo>
                  <a:lnTo>
                    <a:pt x="539" y="437"/>
                  </a:lnTo>
                  <a:lnTo>
                    <a:pt x="539" y="505"/>
                  </a:lnTo>
                  <a:lnTo>
                    <a:pt x="522" y="522"/>
                  </a:lnTo>
                  <a:lnTo>
                    <a:pt x="488" y="538"/>
                  </a:lnTo>
                  <a:lnTo>
                    <a:pt x="471" y="522"/>
                  </a:lnTo>
                  <a:lnTo>
                    <a:pt x="455" y="505"/>
                  </a:lnTo>
                  <a:lnTo>
                    <a:pt x="438" y="471"/>
                  </a:lnTo>
                  <a:lnTo>
                    <a:pt x="438" y="437"/>
                  </a:lnTo>
                  <a:lnTo>
                    <a:pt x="455" y="387"/>
                  </a:lnTo>
                  <a:lnTo>
                    <a:pt x="471" y="370"/>
                  </a:lnTo>
                  <a:close/>
                  <a:moveTo>
                    <a:pt x="505" y="0"/>
                  </a:moveTo>
                  <a:lnTo>
                    <a:pt x="488" y="17"/>
                  </a:lnTo>
                  <a:lnTo>
                    <a:pt x="102" y="538"/>
                  </a:lnTo>
                  <a:lnTo>
                    <a:pt x="85" y="538"/>
                  </a:lnTo>
                  <a:lnTo>
                    <a:pt x="102" y="555"/>
                  </a:lnTo>
                  <a:lnTo>
                    <a:pt x="118" y="572"/>
                  </a:lnTo>
                  <a:lnTo>
                    <a:pt x="135" y="589"/>
                  </a:lnTo>
                  <a:lnTo>
                    <a:pt x="169" y="572"/>
                  </a:lnTo>
                  <a:lnTo>
                    <a:pt x="539" y="51"/>
                  </a:lnTo>
                  <a:lnTo>
                    <a:pt x="539" y="34"/>
                  </a:lnTo>
                  <a:lnTo>
                    <a:pt x="539" y="17"/>
                  </a:lnTo>
                  <a:lnTo>
                    <a:pt x="505" y="0"/>
                  </a:lnTo>
                  <a:close/>
                  <a:moveTo>
                    <a:pt x="488" y="303"/>
                  </a:moveTo>
                  <a:lnTo>
                    <a:pt x="438" y="320"/>
                  </a:lnTo>
                  <a:lnTo>
                    <a:pt x="387" y="353"/>
                  </a:lnTo>
                  <a:lnTo>
                    <a:pt x="371" y="387"/>
                  </a:lnTo>
                  <a:lnTo>
                    <a:pt x="354" y="437"/>
                  </a:lnTo>
                  <a:lnTo>
                    <a:pt x="354" y="471"/>
                  </a:lnTo>
                  <a:lnTo>
                    <a:pt x="371" y="538"/>
                  </a:lnTo>
                  <a:lnTo>
                    <a:pt x="404" y="572"/>
                  </a:lnTo>
                  <a:lnTo>
                    <a:pt x="455" y="589"/>
                  </a:lnTo>
                  <a:lnTo>
                    <a:pt x="505" y="606"/>
                  </a:lnTo>
                  <a:lnTo>
                    <a:pt x="556" y="589"/>
                  </a:lnTo>
                  <a:lnTo>
                    <a:pt x="606" y="538"/>
                  </a:lnTo>
                  <a:lnTo>
                    <a:pt x="623" y="505"/>
                  </a:lnTo>
                  <a:lnTo>
                    <a:pt x="623" y="437"/>
                  </a:lnTo>
                  <a:lnTo>
                    <a:pt x="623" y="387"/>
                  </a:lnTo>
                  <a:lnTo>
                    <a:pt x="589" y="337"/>
                  </a:lnTo>
                  <a:lnTo>
                    <a:pt x="539" y="30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0" name="Google Shape;5830;p63"/>
            <p:cNvSpPr/>
            <p:nvPr/>
          </p:nvSpPr>
          <p:spPr>
            <a:xfrm>
              <a:off x="3823425" y="890800"/>
              <a:ext cx="393825" cy="42900"/>
            </a:xfrm>
            <a:custGeom>
              <a:avLst/>
              <a:gdLst/>
              <a:ahLst/>
              <a:cxnLst/>
              <a:rect l="l" t="t" r="r" b="b"/>
              <a:pathLst>
                <a:path w="15753" h="1716" extrusionOk="0">
                  <a:moveTo>
                    <a:pt x="1" y="1"/>
                  </a:moveTo>
                  <a:lnTo>
                    <a:pt x="1" y="1715"/>
                  </a:lnTo>
                  <a:lnTo>
                    <a:pt x="15753" y="1715"/>
                  </a:lnTo>
                  <a:lnTo>
                    <a:pt x="157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1" name="Google Shape;5831;p63"/>
            <p:cNvSpPr/>
            <p:nvPr/>
          </p:nvSpPr>
          <p:spPr>
            <a:xfrm>
              <a:off x="3837725" y="903000"/>
              <a:ext cx="85350" cy="18500"/>
            </a:xfrm>
            <a:custGeom>
              <a:avLst/>
              <a:gdLst/>
              <a:ahLst/>
              <a:cxnLst/>
              <a:rect l="l" t="t" r="r" b="b"/>
              <a:pathLst>
                <a:path w="3414" h="740" extrusionOk="0">
                  <a:moveTo>
                    <a:pt x="1" y="0"/>
                  </a:moveTo>
                  <a:lnTo>
                    <a:pt x="1" y="740"/>
                  </a:lnTo>
                  <a:lnTo>
                    <a:pt x="3413" y="740"/>
                  </a:lnTo>
                  <a:lnTo>
                    <a:pt x="34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2" name="Google Shape;5832;p63"/>
            <p:cNvSpPr/>
            <p:nvPr/>
          </p:nvSpPr>
          <p:spPr>
            <a:xfrm>
              <a:off x="3758725" y="904250"/>
              <a:ext cx="8850" cy="14325"/>
            </a:xfrm>
            <a:custGeom>
              <a:avLst/>
              <a:gdLst/>
              <a:ahLst/>
              <a:cxnLst/>
              <a:rect l="l" t="t" r="r" b="b"/>
              <a:pathLst>
                <a:path w="354" h="573" extrusionOk="0">
                  <a:moveTo>
                    <a:pt x="67" y="1"/>
                  </a:moveTo>
                  <a:lnTo>
                    <a:pt x="34" y="17"/>
                  </a:lnTo>
                  <a:lnTo>
                    <a:pt x="17" y="51"/>
                  </a:lnTo>
                  <a:lnTo>
                    <a:pt x="34" y="85"/>
                  </a:lnTo>
                  <a:lnTo>
                    <a:pt x="67" y="101"/>
                  </a:lnTo>
                  <a:lnTo>
                    <a:pt x="202" y="101"/>
                  </a:lnTo>
                  <a:lnTo>
                    <a:pt x="118" y="185"/>
                  </a:lnTo>
                  <a:lnTo>
                    <a:pt x="101" y="219"/>
                  </a:lnTo>
                  <a:lnTo>
                    <a:pt x="118" y="253"/>
                  </a:lnTo>
                  <a:lnTo>
                    <a:pt x="151" y="270"/>
                  </a:lnTo>
                  <a:lnTo>
                    <a:pt x="202" y="270"/>
                  </a:lnTo>
                  <a:lnTo>
                    <a:pt x="235" y="303"/>
                  </a:lnTo>
                  <a:lnTo>
                    <a:pt x="252" y="337"/>
                  </a:lnTo>
                  <a:lnTo>
                    <a:pt x="269" y="370"/>
                  </a:lnTo>
                  <a:lnTo>
                    <a:pt x="252" y="421"/>
                  </a:lnTo>
                  <a:lnTo>
                    <a:pt x="235" y="454"/>
                  </a:lnTo>
                  <a:lnTo>
                    <a:pt x="202" y="471"/>
                  </a:lnTo>
                  <a:lnTo>
                    <a:pt x="151" y="488"/>
                  </a:lnTo>
                  <a:lnTo>
                    <a:pt x="101" y="471"/>
                  </a:lnTo>
                  <a:lnTo>
                    <a:pt x="67" y="454"/>
                  </a:lnTo>
                  <a:lnTo>
                    <a:pt x="34" y="438"/>
                  </a:lnTo>
                  <a:lnTo>
                    <a:pt x="17" y="454"/>
                  </a:lnTo>
                  <a:lnTo>
                    <a:pt x="0" y="488"/>
                  </a:lnTo>
                  <a:lnTo>
                    <a:pt x="17" y="522"/>
                  </a:lnTo>
                  <a:lnTo>
                    <a:pt x="67" y="555"/>
                  </a:lnTo>
                  <a:lnTo>
                    <a:pt x="151" y="572"/>
                  </a:lnTo>
                  <a:lnTo>
                    <a:pt x="235" y="555"/>
                  </a:lnTo>
                  <a:lnTo>
                    <a:pt x="303" y="522"/>
                  </a:lnTo>
                  <a:lnTo>
                    <a:pt x="303" y="505"/>
                  </a:lnTo>
                  <a:lnTo>
                    <a:pt x="336" y="438"/>
                  </a:lnTo>
                  <a:lnTo>
                    <a:pt x="353" y="370"/>
                  </a:lnTo>
                  <a:lnTo>
                    <a:pt x="336" y="286"/>
                  </a:lnTo>
                  <a:lnTo>
                    <a:pt x="303" y="236"/>
                  </a:lnTo>
                  <a:lnTo>
                    <a:pt x="252" y="185"/>
                  </a:lnTo>
                  <a:lnTo>
                    <a:pt x="353" y="85"/>
                  </a:lnTo>
                  <a:lnTo>
                    <a:pt x="353" y="68"/>
                  </a:lnTo>
                  <a:lnTo>
                    <a:pt x="353" y="51"/>
                  </a:lnTo>
                  <a:lnTo>
                    <a:pt x="336" y="17"/>
                  </a:lnTo>
                  <a:lnTo>
                    <a:pt x="3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3" name="Google Shape;5833;p63"/>
            <p:cNvSpPr/>
            <p:nvPr/>
          </p:nvSpPr>
          <p:spPr>
            <a:xfrm>
              <a:off x="3771325" y="904250"/>
              <a:ext cx="10100" cy="14725"/>
            </a:xfrm>
            <a:custGeom>
              <a:avLst/>
              <a:gdLst/>
              <a:ahLst/>
              <a:cxnLst/>
              <a:rect l="l" t="t" r="r" b="b"/>
              <a:pathLst>
                <a:path w="404" h="589" extrusionOk="0">
                  <a:moveTo>
                    <a:pt x="236" y="101"/>
                  </a:moveTo>
                  <a:lnTo>
                    <a:pt x="269" y="152"/>
                  </a:lnTo>
                  <a:lnTo>
                    <a:pt x="303" y="219"/>
                  </a:lnTo>
                  <a:lnTo>
                    <a:pt x="320" y="286"/>
                  </a:lnTo>
                  <a:lnTo>
                    <a:pt x="303" y="286"/>
                  </a:lnTo>
                  <a:lnTo>
                    <a:pt x="303" y="370"/>
                  </a:lnTo>
                  <a:lnTo>
                    <a:pt x="269" y="438"/>
                  </a:lnTo>
                  <a:lnTo>
                    <a:pt x="253" y="471"/>
                  </a:lnTo>
                  <a:lnTo>
                    <a:pt x="202" y="488"/>
                  </a:lnTo>
                  <a:lnTo>
                    <a:pt x="152" y="471"/>
                  </a:lnTo>
                  <a:lnTo>
                    <a:pt x="118" y="438"/>
                  </a:lnTo>
                  <a:lnTo>
                    <a:pt x="101" y="370"/>
                  </a:lnTo>
                  <a:lnTo>
                    <a:pt x="84" y="286"/>
                  </a:lnTo>
                  <a:lnTo>
                    <a:pt x="101" y="219"/>
                  </a:lnTo>
                  <a:lnTo>
                    <a:pt x="118" y="152"/>
                  </a:lnTo>
                  <a:lnTo>
                    <a:pt x="152" y="101"/>
                  </a:lnTo>
                  <a:close/>
                  <a:moveTo>
                    <a:pt x="152" y="1"/>
                  </a:moveTo>
                  <a:lnTo>
                    <a:pt x="84" y="34"/>
                  </a:lnTo>
                  <a:lnTo>
                    <a:pt x="51" y="85"/>
                  </a:lnTo>
                  <a:lnTo>
                    <a:pt x="0" y="185"/>
                  </a:lnTo>
                  <a:lnTo>
                    <a:pt x="0" y="286"/>
                  </a:lnTo>
                  <a:lnTo>
                    <a:pt x="0" y="404"/>
                  </a:lnTo>
                  <a:lnTo>
                    <a:pt x="51" y="488"/>
                  </a:lnTo>
                  <a:lnTo>
                    <a:pt x="84" y="539"/>
                  </a:lnTo>
                  <a:lnTo>
                    <a:pt x="118" y="555"/>
                  </a:lnTo>
                  <a:lnTo>
                    <a:pt x="185" y="589"/>
                  </a:lnTo>
                  <a:lnTo>
                    <a:pt x="253" y="572"/>
                  </a:lnTo>
                  <a:lnTo>
                    <a:pt x="303" y="539"/>
                  </a:lnTo>
                  <a:lnTo>
                    <a:pt x="353" y="488"/>
                  </a:lnTo>
                  <a:lnTo>
                    <a:pt x="387" y="387"/>
                  </a:lnTo>
                  <a:lnTo>
                    <a:pt x="404" y="286"/>
                  </a:lnTo>
                  <a:lnTo>
                    <a:pt x="404" y="185"/>
                  </a:lnTo>
                  <a:lnTo>
                    <a:pt x="353" y="85"/>
                  </a:lnTo>
                  <a:lnTo>
                    <a:pt x="320" y="51"/>
                  </a:lnTo>
                  <a:lnTo>
                    <a:pt x="286" y="17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4" name="Google Shape;5834;p63"/>
            <p:cNvSpPr/>
            <p:nvPr/>
          </p:nvSpPr>
          <p:spPr>
            <a:xfrm>
              <a:off x="3785200" y="904250"/>
              <a:ext cx="15575" cy="14725"/>
            </a:xfrm>
            <a:custGeom>
              <a:avLst/>
              <a:gdLst/>
              <a:ahLst/>
              <a:cxnLst/>
              <a:rect l="l" t="t" r="r" b="b"/>
              <a:pathLst>
                <a:path w="623" h="589" extrusionOk="0">
                  <a:moveTo>
                    <a:pt x="168" y="68"/>
                  </a:moveTo>
                  <a:lnTo>
                    <a:pt x="185" y="85"/>
                  </a:lnTo>
                  <a:lnTo>
                    <a:pt x="202" y="152"/>
                  </a:lnTo>
                  <a:lnTo>
                    <a:pt x="185" y="202"/>
                  </a:lnTo>
                  <a:lnTo>
                    <a:pt x="168" y="219"/>
                  </a:lnTo>
                  <a:lnTo>
                    <a:pt x="118" y="219"/>
                  </a:lnTo>
                  <a:lnTo>
                    <a:pt x="101" y="202"/>
                  </a:lnTo>
                  <a:lnTo>
                    <a:pt x="84" y="135"/>
                  </a:lnTo>
                  <a:lnTo>
                    <a:pt x="101" y="85"/>
                  </a:lnTo>
                  <a:lnTo>
                    <a:pt x="118" y="68"/>
                  </a:lnTo>
                  <a:close/>
                  <a:moveTo>
                    <a:pt x="118" y="1"/>
                  </a:moveTo>
                  <a:lnTo>
                    <a:pt x="67" y="17"/>
                  </a:lnTo>
                  <a:lnTo>
                    <a:pt x="34" y="51"/>
                  </a:lnTo>
                  <a:lnTo>
                    <a:pt x="0" y="85"/>
                  </a:lnTo>
                  <a:lnTo>
                    <a:pt x="0" y="152"/>
                  </a:lnTo>
                  <a:lnTo>
                    <a:pt x="17" y="202"/>
                  </a:lnTo>
                  <a:lnTo>
                    <a:pt x="34" y="253"/>
                  </a:lnTo>
                  <a:lnTo>
                    <a:pt x="84" y="286"/>
                  </a:lnTo>
                  <a:lnTo>
                    <a:pt x="151" y="286"/>
                  </a:lnTo>
                  <a:lnTo>
                    <a:pt x="202" y="270"/>
                  </a:lnTo>
                  <a:lnTo>
                    <a:pt x="236" y="253"/>
                  </a:lnTo>
                  <a:lnTo>
                    <a:pt x="269" y="202"/>
                  </a:lnTo>
                  <a:lnTo>
                    <a:pt x="269" y="152"/>
                  </a:lnTo>
                  <a:lnTo>
                    <a:pt x="269" y="118"/>
                  </a:lnTo>
                  <a:lnTo>
                    <a:pt x="252" y="68"/>
                  </a:lnTo>
                  <a:lnTo>
                    <a:pt x="219" y="17"/>
                  </a:lnTo>
                  <a:lnTo>
                    <a:pt x="168" y="1"/>
                  </a:lnTo>
                  <a:close/>
                  <a:moveTo>
                    <a:pt x="488" y="354"/>
                  </a:moveTo>
                  <a:lnTo>
                    <a:pt x="521" y="370"/>
                  </a:lnTo>
                  <a:lnTo>
                    <a:pt x="538" y="387"/>
                  </a:lnTo>
                  <a:lnTo>
                    <a:pt x="555" y="438"/>
                  </a:lnTo>
                  <a:lnTo>
                    <a:pt x="538" y="505"/>
                  </a:lnTo>
                  <a:lnTo>
                    <a:pt x="521" y="522"/>
                  </a:lnTo>
                  <a:lnTo>
                    <a:pt x="488" y="522"/>
                  </a:lnTo>
                  <a:lnTo>
                    <a:pt x="471" y="505"/>
                  </a:lnTo>
                  <a:lnTo>
                    <a:pt x="437" y="488"/>
                  </a:lnTo>
                  <a:lnTo>
                    <a:pt x="437" y="471"/>
                  </a:lnTo>
                  <a:lnTo>
                    <a:pt x="437" y="438"/>
                  </a:lnTo>
                  <a:lnTo>
                    <a:pt x="454" y="387"/>
                  </a:lnTo>
                  <a:lnTo>
                    <a:pt x="471" y="370"/>
                  </a:lnTo>
                  <a:lnTo>
                    <a:pt x="488" y="354"/>
                  </a:lnTo>
                  <a:close/>
                  <a:moveTo>
                    <a:pt x="504" y="1"/>
                  </a:moveTo>
                  <a:lnTo>
                    <a:pt x="471" y="17"/>
                  </a:lnTo>
                  <a:lnTo>
                    <a:pt x="101" y="522"/>
                  </a:lnTo>
                  <a:lnTo>
                    <a:pt x="101" y="555"/>
                  </a:lnTo>
                  <a:lnTo>
                    <a:pt x="118" y="572"/>
                  </a:lnTo>
                  <a:lnTo>
                    <a:pt x="135" y="589"/>
                  </a:lnTo>
                  <a:lnTo>
                    <a:pt x="168" y="572"/>
                  </a:lnTo>
                  <a:lnTo>
                    <a:pt x="538" y="51"/>
                  </a:lnTo>
                  <a:lnTo>
                    <a:pt x="538" y="34"/>
                  </a:lnTo>
                  <a:lnTo>
                    <a:pt x="538" y="1"/>
                  </a:lnTo>
                  <a:close/>
                  <a:moveTo>
                    <a:pt x="471" y="286"/>
                  </a:moveTo>
                  <a:lnTo>
                    <a:pt x="420" y="303"/>
                  </a:lnTo>
                  <a:lnTo>
                    <a:pt x="387" y="337"/>
                  </a:lnTo>
                  <a:lnTo>
                    <a:pt x="353" y="387"/>
                  </a:lnTo>
                  <a:lnTo>
                    <a:pt x="353" y="438"/>
                  </a:lnTo>
                  <a:lnTo>
                    <a:pt x="353" y="471"/>
                  </a:lnTo>
                  <a:lnTo>
                    <a:pt x="370" y="522"/>
                  </a:lnTo>
                  <a:lnTo>
                    <a:pt x="404" y="555"/>
                  </a:lnTo>
                  <a:lnTo>
                    <a:pt x="454" y="589"/>
                  </a:lnTo>
                  <a:lnTo>
                    <a:pt x="504" y="589"/>
                  </a:lnTo>
                  <a:lnTo>
                    <a:pt x="555" y="572"/>
                  </a:lnTo>
                  <a:lnTo>
                    <a:pt x="605" y="539"/>
                  </a:lnTo>
                  <a:lnTo>
                    <a:pt x="622" y="488"/>
                  </a:lnTo>
                  <a:lnTo>
                    <a:pt x="622" y="438"/>
                  </a:lnTo>
                  <a:lnTo>
                    <a:pt x="622" y="404"/>
                  </a:lnTo>
                  <a:lnTo>
                    <a:pt x="605" y="354"/>
                  </a:lnTo>
                  <a:lnTo>
                    <a:pt x="572" y="320"/>
                  </a:lnTo>
                  <a:lnTo>
                    <a:pt x="521" y="2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5" name="Google Shape;5835;p63"/>
            <p:cNvSpPr/>
            <p:nvPr/>
          </p:nvSpPr>
          <p:spPr>
            <a:xfrm>
              <a:off x="3823425" y="1142125"/>
              <a:ext cx="393825" cy="42900"/>
            </a:xfrm>
            <a:custGeom>
              <a:avLst/>
              <a:gdLst/>
              <a:ahLst/>
              <a:cxnLst/>
              <a:rect l="l" t="t" r="r" b="b"/>
              <a:pathLst>
                <a:path w="15753" h="1716" extrusionOk="0">
                  <a:moveTo>
                    <a:pt x="1" y="1"/>
                  </a:moveTo>
                  <a:lnTo>
                    <a:pt x="1" y="1715"/>
                  </a:lnTo>
                  <a:lnTo>
                    <a:pt x="15753" y="1715"/>
                  </a:lnTo>
                  <a:lnTo>
                    <a:pt x="157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6" name="Google Shape;5836;p63"/>
            <p:cNvSpPr/>
            <p:nvPr/>
          </p:nvSpPr>
          <p:spPr>
            <a:xfrm>
              <a:off x="3837725" y="1154325"/>
              <a:ext cx="295475" cy="18500"/>
            </a:xfrm>
            <a:custGeom>
              <a:avLst/>
              <a:gdLst/>
              <a:ahLst/>
              <a:cxnLst/>
              <a:rect l="l" t="t" r="r" b="b"/>
              <a:pathLst>
                <a:path w="11819" h="740" extrusionOk="0">
                  <a:moveTo>
                    <a:pt x="1" y="0"/>
                  </a:moveTo>
                  <a:lnTo>
                    <a:pt x="1" y="740"/>
                  </a:lnTo>
                  <a:lnTo>
                    <a:pt x="11819" y="740"/>
                  </a:lnTo>
                  <a:lnTo>
                    <a:pt x="118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7" name="Google Shape;5837;p63"/>
            <p:cNvSpPr/>
            <p:nvPr/>
          </p:nvSpPr>
          <p:spPr>
            <a:xfrm>
              <a:off x="3758300" y="1155150"/>
              <a:ext cx="10100" cy="14750"/>
            </a:xfrm>
            <a:custGeom>
              <a:avLst/>
              <a:gdLst/>
              <a:ahLst/>
              <a:cxnLst/>
              <a:rect l="l" t="t" r="r" b="b"/>
              <a:pathLst>
                <a:path w="404" h="590" extrusionOk="0">
                  <a:moveTo>
                    <a:pt x="202" y="102"/>
                  </a:moveTo>
                  <a:lnTo>
                    <a:pt x="252" y="118"/>
                  </a:lnTo>
                  <a:lnTo>
                    <a:pt x="286" y="135"/>
                  </a:lnTo>
                  <a:lnTo>
                    <a:pt x="303" y="169"/>
                  </a:lnTo>
                  <a:lnTo>
                    <a:pt x="303" y="219"/>
                  </a:lnTo>
                  <a:lnTo>
                    <a:pt x="303" y="253"/>
                  </a:lnTo>
                  <a:lnTo>
                    <a:pt x="286" y="287"/>
                  </a:lnTo>
                  <a:lnTo>
                    <a:pt x="252" y="303"/>
                  </a:lnTo>
                  <a:lnTo>
                    <a:pt x="202" y="320"/>
                  </a:lnTo>
                  <a:lnTo>
                    <a:pt x="168" y="303"/>
                  </a:lnTo>
                  <a:lnTo>
                    <a:pt x="118" y="287"/>
                  </a:lnTo>
                  <a:lnTo>
                    <a:pt x="101" y="253"/>
                  </a:lnTo>
                  <a:lnTo>
                    <a:pt x="101" y="219"/>
                  </a:lnTo>
                  <a:lnTo>
                    <a:pt x="101" y="169"/>
                  </a:lnTo>
                  <a:lnTo>
                    <a:pt x="118" y="135"/>
                  </a:lnTo>
                  <a:lnTo>
                    <a:pt x="168" y="118"/>
                  </a:lnTo>
                  <a:lnTo>
                    <a:pt x="202" y="102"/>
                  </a:lnTo>
                  <a:close/>
                  <a:moveTo>
                    <a:pt x="202" y="1"/>
                  </a:moveTo>
                  <a:lnTo>
                    <a:pt x="118" y="18"/>
                  </a:lnTo>
                  <a:lnTo>
                    <a:pt x="51" y="68"/>
                  </a:lnTo>
                  <a:lnTo>
                    <a:pt x="17" y="135"/>
                  </a:lnTo>
                  <a:lnTo>
                    <a:pt x="0" y="219"/>
                  </a:lnTo>
                  <a:lnTo>
                    <a:pt x="17" y="287"/>
                  </a:lnTo>
                  <a:lnTo>
                    <a:pt x="68" y="354"/>
                  </a:lnTo>
                  <a:lnTo>
                    <a:pt x="135" y="387"/>
                  </a:lnTo>
                  <a:lnTo>
                    <a:pt x="202" y="404"/>
                  </a:lnTo>
                  <a:lnTo>
                    <a:pt x="286" y="387"/>
                  </a:lnTo>
                  <a:lnTo>
                    <a:pt x="269" y="421"/>
                  </a:lnTo>
                  <a:lnTo>
                    <a:pt x="219" y="471"/>
                  </a:lnTo>
                  <a:lnTo>
                    <a:pt x="185" y="488"/>
                  </a:lnTo>
                  <a:lnTo>
                    <a:pt x="152" y="488"/>
                  </a:lnTo>
                  <a:lnTo>
                    <a:pt x="118" y="505"/>
                  </a:lnTo>
                  <a:lnTo>
                    <a:pt x="101" y="539"/>
                  </a:lnTo>
                  <a:lnTo>
                    <a:pt x="118" y="572"/>
                  </a:lnTo>
                  <a:lnTo>
                    <a:pt x="152" y="589"/>
                  </a:lnTo>
                  <a:lnTo>
                    <a:pt x="219" y="572"/>
                  </a:lnTo>
                  <a:lnTo>
                    <a:pt x="269" y="539"/>
                  </a:lnTo>
                  <a:lnTo>
                    <a:pt x="336" y="488"/>
                  </a:lnTo>
                  <a:lnTo>
                    <a:pt x="370" y="404"/>
                  </a:lnTo>
                  <a:lnTo>
                    <a:pt x="404" y="320"/>
                  </a:lnTo>
                  <a:lnTo>
                    <a:pt x="404" y="236"/>
                  </a:lnTo>
                  <a:lnTo>
                    <a:pt x="404" y="186"/>
                  </a:lnTo>
                  <a:lnTo>
                    <a:pt x="387" y="118"/>
                  </a:lnTo>
                  <a:lnTo>
                    <a:pt x="336" y="51"/>
                  </a:lnTo>
                  <a:lnTo>
                    <a:pt x="269" y="1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8" name="Google Shape;5838;p63"/>
            <p:cNvSpPr/>
            <p:nvPr/>
          </p:nvSpPr>
          <p:spPr>
            <a:xfrm>
              <a:off x="3771325" y="1155575"/>
              <a:ext cx="10525" cy="14325"/>
            </a:xfrm>
            <a:custGeom>
              <a:avLst/>
              <a:gdLst/>
              <a:ahLst/>
              <a:cxnLst/>
              <a:rect l="l" t="t" r="r" b="b"/>
              <a:pathLst>
                <a:path w="421" h="573" extrusionOk="0">
                  <a:moveTo>
                    <a:pt x="219" y="85"/>
                  </a:moveTo>
                  <a:lnTo>
                    <a:pt x="253" y="101"/>
                  </a:lnTo>
                  <a:lnTo>
                    <a:pt x="286" y="135"/>
                  </a:lnTo>
                  <a:lnTo>
                    <a:pt x="320" y="202"/>
                  </a:lnTo>
                  <a:lnTo>
                    <a:pt x="337" y="286"/>
                  </a:lnTo>
                  <a:lnTo>
                    <a:pt x="320" y="354"/>
                  </a:lnTo>
                  <a:lnTo>
                    <a:pt x="286" y="421"/>
                  </a:lnTo>
                  <a:lnTo>
                    <a:pt x="269" y="471"/>
                  </a:lnTo>
                  <a:lnTo>
                    <a:pt x="219" y="488"/>
                  </a:lnTo>
                  <a:lnTo>
                    <a:pt x="169" y="471"/>
                  </a:lnTo>
                  <a:lnTo>
                    <a:pt x="135" y="421"/>
                  </a:lnTo>
                  <a:lnTo>
                    <a:pt x="118" y="354"/>
                  </a:lnTo>
                  <a:lnTo>
                    <a:pt x="101" y="286"/>
                  </a:lnTo>
                  <a:lnTo>
                    <a:pt x="118" y="202"/>
                  </a:lnTo>
                  <a:lnTo>
                    <a:pt x="135" y="135"/>
                  </a:lnTo>
                  <a:lnTo>
                    <a:pt x="185" y="101"/>
                  </a:lnTo>
                  <a:lnTo>
                    <a:pt x="219" y="85"/>
                  </a:lnTo>
                  <a:close/>
                  <a:moveTo>
                    <a:pt x="169" y="1"/>
                  </a:moveTo>
                  <a:lnTo>
                    <a:pt x="101" y="34"/>
                  </a:lnTo>
                  <a:lnTo>
                    <a:pt x="68" y="85"/>
                  </a:lnTo>
                  <a:lnTo>
                    <a:pt x="17" y="185"/>
                  </a:lnTo>
                  <a:lnTo>
                    <a:pt x="0" y="286"/>
                  </a:lnTo>
                  <a:lnTo>
                    <a:pt x="17" y="387"/>
                  </a:lnTo>
                  <a:lnTo>
                    <a:pt x="68" y="488"/>
                  </a:lnTo>
                  <a:lnTo>
                    <a:pt x="101" y="522"/>
                  </a:lnTo>
                  <a:lnTo>
                    <a:pt x="135" y="555"/>
                  </a:lnTo>
                  <a:lnTo>
                    <a:pt x="202" y="572"/>
                  </a:lnTo>
                  <a:lnTo>
                    <a:pt x="269" y="572"/>
                  </a:lnTo>
                  <a:lnTo>
                    <a:pt x="320" y="539"/>
                  </a:lnTo>
                  <a:lnTo>
                    <a:pt x="370" y="488"/>
                  </a:lnTo>
                  <a:lnTo>
                    <a:pt x="404" y="387"/>
                  </a:lnTo>
                  <a:lnTo>
                    <a:pt x="421" y="286"/>
                  </a:lnTo>
                  <a:lnTo>
                    <a:pt x="421" y="185"/>
                  </a:lnTo>
                  <a:lnTo>
                    <a:pt x="370" y="85"/>
                  </a:lnTo>
                  <a:lnTo>
                    <a:pt x="337" y="34"/>
                  </a:lnTo>
                  <a:lnTo>
                    <a:pt x="303" y="17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9" name="Google Shape;5839;p63"/>
            <p:cNvSpPr/>
            <p:nvPr/>
          </p:nvSpPr>
          <p:spPr>
            <a:xfrm>
              <a:off x="3786025" y="1155150"/>
              <a:ext cx="15575" cy="15150"/>
            </a:xfrm>
            <a:custGeom>
              <a:avLst/>
              <a:gdLst/>
              <a:ahLst/>
              <a:cxnLst/>
              <a:rect l="l" t="t" r="r" b="b"/>
              <a:pathLst>
                <a:path w="623" h="606" extrusionOk="0">
                  <a:moveTo>
                    <a:pt x="135" y="68"/>
                  </a:moveTo>
                  <a:lnTo>
                    <a:pt x="169" y="85"/>
                  </a:lnTo>
                  <a:lnTo>
                    <a:pt x="186" y="102"/>
                  </a:lnTo>
                  <a:lnTo>
                    <a:pt x="203" y="118"/>
                  </a:lnTo>
                  <a:lnTo>
                    <a:pt x="203" y="152"/>
                  </a:lnTo>
                  <a:lnTo>
                    <a:pt x="186" y="219"/>
                  </a:lnTo>
                  <a:lnTo>
                    <a:pt x="169" y="236"/>
                  </a:lnTo>
                  <a:lnTo>
                    <a:pt x="118" y="236"/>
                  </a:lnTo>
                  <a:lnTo>
                    <a:pt x="102" y="219"/>
                  </a:lnTo>
                  <a:lnTo>
                    <a:pt x="85" y="186"/>
                  </a:lnTo>
                  <a:lnTo>
                    <a:pt x="85" y="152"/>
                  </a:lnTo>
                  <a:lnTo>
                    <a:pt x="102" y="102"/>
                  </a:lnTo>
                  <a:lnTo>
                    <a:pt x="118" y="85"/>
                  </a:lnTo>
                  <a:lnTo>
                    <a:pt x="135" y="68"/>
                  </a:lnTo>
                  <a:close/>
                  <a:moveTo>
                    <a:pt x="118" y="1"/>
                  </a:moveTo>
                  <a:lnTo>
                    <a:pt x="68" y="18"/>
                  </a:lnTo>
                  <a:lnTo>
                    <a:pt x="34" y="51"/>
                  </a:lnTo>
                  <a:lnTo>
                    <a:pt x="18" y="102"/>
                  </a:lnTo>
                  <a:lnTo>
                    <a:pt x="1" y="152"/>
                  </a:lnTo>
                  <a:lnTo>
                    <a:pt x="1" y="186"/>
                  </a:lnTo>
                  <a:lnTo>
                    <a:pt x="18" y="236"/>
                  </a:lnTo>
                  <a:lnTo>
                    <a:pt x="51" y="287"/>
                  </a:lnTo>
                  <a:lnTo>
                    <a:pt x="102" y="303"/>
                  </a:lnTo>
                  <a:lnTo>
                    <a:pt x="152" y="303"/>
                  </a:lnTo>
                  <a:lnTo>
                    <a:pt x="203" y="287"/>
                  </a:lnTo>
                  <a:lnTo>
                    <a:pt x="253" y="253"/>
                  </a:lnTo>
                  <a:lnTo>
                    <a:pt x="270" y="202"/>
                  </a:lnTo>
                  <a:lnTo>
                    <a:pt x="270" y="152"/>
                  </a:lnTo>
                  <a:lnTo>
                    <a:pt x="270" y="118"/>
                  </a:lnTo>
                  <a:lnTo>
                    <a:pt x="253" y="68"/>
                  </a:lnTo>
                  <a:lnTo>
                    <a:pt x="219" y="34"/>
                  </a:lnTo>
                  <a:lnTo>
                    <a:pt x="186" y="1"/>
                  </a:lnTo>
                  <a:close/>
                  <a:moveTo>
                    <a:pt x="522" y="371"/>
                  </a:moveTo>
                  <a:lnTo>
                    <a:pt x="539" y="387"/>
                  </a:lnTo>
                  <a:lnTo>
                    <a:pt x="556" y="455"/>
                  </a:lnTo>
                  <a:lnTo>
                    <a:pt x="539" y="455"/>
                  </a:lnTo>
                  <a:lnTo>
                    <a:pt x="539" y="505"/>
                  </a:lnTo>
                  <a:lnTo>
                    <a:pt x="522" y="522"/>
                  </a:lnTo>
                  <a:lnTo>
                    <a:pt x="488" y="539"/>
                  </a:lnTo>
                  <a:lnTo>
                    <a:pt x="471" y="522"/>
                  </a:lnTo>
                  <a:lnTo>
                    <a:pt x="455" y="505"/>
                  </a:lnTo>
                  <a:lnTo>
                    <a:pt x="438" y="455"/>
                  </a:lnTo>
                  <a:lnTo>
                    <a:pt x="455" y="387"/>
                  </a:lnTo>
                  <a:lnTo>
                    <a:pt x="471" y="371"/>
                  </a:lnTo>
                  <a:close/>
                  <a:moveTo>
                    <a:pt x="505" y="1"/>
                  </a:moveTo>
                  <a:lnTo>
                    <a:pt x="488" y="18"/>
                  </a:lnTo>
                  <a:lnTo>
                    <a:pt x="102" y="539"/>
                  </a:lnTo>
                  <a:lnTo>
                    <a:pt x="85" y="539"/>
                  </a:lnTo>
                  <a:lnTo>
                    <a:pt x="102" y="556"/>
                  </a:lnTo>
                  <a:lnTo>
                    <a:pt x="118" y="589"/>
                  </a:lnTo>
                  <a:lnTo>
                    <a:pt x="135" y="589"/>
                  </a:lnTo>
                  <a:lnTo>
                    <a:pt x="169" y="572"/>
                  </a:lnTo>
                  <a:lnTo>
                    <a:pt x="539" y="68"/>
                  </a:lnTo>
                  <a:lnTo>
                    <a:pt x="539" y="34"/>
                  </a:lnTo>
                  <a:lnTo>
                    <a:pt x="539" y="18"/>
                  </a:lnTo>
                  <a:lnTo>
                    <a:pt x="505" y="1"/>
                  </a:lnTo>
                  <a:close/>
                  <a:moveTo>
                    <a:pt x="488" y="303"/>
                  </a:moveTo>
                  <a:lnTo>
                    <a:pt x="438" y="320"/>
                  </a:lnTo>
                  <a:lnTo>
                    <a:pt x="387" y="354"/>
                  </a:lnTo>
                  <a:lnTo>
                    <a:pt x="371" y="387"/>
                  </a:lnTo>
                  <a:lnTo>
                    <a:pt x="354" y="455"/>
                  </a:lnTo>
                  <a:lnTo>
                    <a:pt x="354" y="488"/>
                  </a:lnTo>
                  <a:lnTo>
                    <a:pt x="371" y="539"/>
                  </a:lnTo>
                  <a:lnTo>
                    <a:pt x="404" y="572"/>
                  </a:lnTo>
                  <a:lnTo>
                    <a:pt x="455" y="589"/>
                  </a:lnTo>
                  <a:lnTo>
                    <a:pt x="505" y="606"/>
                  </a:lnTo>
                  <a:lnTo>
                    <a:pt x="556" y="589"/>
                  </a:lnTo>
                  <a:lnTo>
                    <a:pt x="606" y="556"/>
                  </a:lnTo>
                  <a:lnTo>
                    <a:pt x="623" y="505"/>
                  </a:lnTo>
                  <a:lnTo>
                    <a:pt x="623" y="455"/>
                  </a:lnTo>
                  <a:lnTo>
                    <a:pt x="623" y="438"/>
                  </a:lnTo>
                  <a:lnTo>
                    <a:pt x="623" y="387"/>
                  </a:lnTo>
                  <a:lnTo>
                    <a:pt x="589" y="337"/>
                  </a:lnTo>
                  <a:lnTo>
                    <a:pt x="539" y="320"/>
                  </a:lnTo>
                  <a:lnTo>
                    <a:pt x="488" y="30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0" name="Google Shape;5840;p63"/>
            <p:cNvSpPr/>
            <p:nvPr/>
          </p:nvSpPr>
          <p:spPr>
            <a:xfrm>
              <a:off x="3823425" y="1079500"/>
              <a:ext cx="393825" cy="42475"/>
            </a:xfrm>
            <a:custGeom>
              <a:avLst/>
              <a:gdLst/>
              <a:ahLst/>
              <a:cxnLst/>
              <a:rect l="l" t="t" r="r" b="b"/>
              <a:pathLst>
                <a:path w="15753" h="1699" extrusionOk="0">
                  <a:moveTo>
                    <a:pt x="1" y="1"/>
                  </a:moveTo>
                  <a:lnTo>
                    <a:pt x="1" y="1699"/>
                  </a:lnTo>
                  <a:lnTo>
                    <a:pt x="15753" y="1699"/>
                  </a:lnTo>
                  <a:lnTo>
                    <a:pt x="157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1" name="Google Shape;5841;p63"/>
            <p:cNvSpPr/>
            <p:nvPr/>
          </p:nvSpPr>
          <p:spPr>
            <a:xfrm>
              <a:off x="3837725" y="1091275"/>
              <a:ext cx="265650" cy="18925"/>
            </a:xfrm>
            <a:custGeom>
              <a:avLst/>
              <a:gdLst/>
              <a:ahLst/>
              <a:cxnLst/>
              <a:rect l="l" t="t" r="r" b="b"/>
              <a:pathLst>
                <a:path w="10626" h="757" extrusionOk="0">
                  <a:moveTo>
                    <a:pt x="1" y="0"/>
                  </a:moveTo>
                  <a:lnTo>
                    <a:pt x="1" y="757"/>
                  </a:lnTo>
                  <a:lnTo>
                    <a:pt x="10625" y="757"/>
                  </a:lnTo>
                  <a:lnTo>
                    <a:pt x="106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2" name="Google Shape;5842;p63"/>
            <p:cNvSpPr/>
            <p:nvPr/>
          </p:nvSpPr>
          <p:spPr>
            <a:xfrm>
              <a:off x="3757875" y="1092525"/>
              <a:ext cx="10100" cy="14750"/>
            </a:xfrm>
            <a:custGeom>
              <a:avLst/>
              <a:gdLst/>
              <a:ahLst/>
              <a:cxnLst/>
              <a:rect l="l" t="t" r="r" b="b"/>
              <a:pathLst>
                <a:path w="404" h="590" extrusionOk="0">
                  <a:moveTo>
                    <a:pt x="202" y="102"/>
                  </a:moveTo>
                  <a:lnTo>
                    <a:pt x="236" y="119"/>
                  </a:lnTo>
                  <a:lnTo>
                    <a:pt x="253" y="152"/>
                  </a:lnTo>
                  <a:lnTo>
                    <a:pt x="236" y="169"/>
                  </a:lnTo>
                  <a:lnTo>
                    <a:pt x="202" y="186"/>
                  </a:lnTo>
                  <a:lnTo>
                    <a:pt x="169" y="169"/>
                  </a:lnTo>
                  <a:lnTo>
                    <a:pt x="169" y="135"/>
                  </a:lnTo>
                  <a:lnTo>
                    <a:pt x="169" y="102"/>
                  </a:lnTo>
                  <a:close/>
                  <a:moveTo>
                    <a:pt x="253" y="287"/>
                  </a:moveTo>
                  <a:lnTo>
                    <a:pt x="286" y="304"/>
                  </a:lnTo>
                  <a:lnTo>
                    <a:pt x="303" y="337"/>
                  </a:lnTo>
                  <a:lnTo>
                    <a:pt x="320" y="388"/>
                  </a:lnTo>
                  <a:lnTo>
                    <a:pt x="303" y="421"/>
                  </a:lnTo>
                  <a:lnTo>
                    <a:pt x="286" y="455"/>
                  </a:lnTo>
                  <a:lnTo>
                    <a:pt x="253" y="488"/>
                  </a:lnTo>
                  <a:lnTo>
                    <a:pt x="169" y="488"/>
                  </a:lnTo>
                  <a:lnTo>
                    <a:pt x="135" y="455"/>
                  </a:lnTo>
                  <a:lnTo>
                    <a:pt x="101" y="421"/>
                  </a:lnTo>
                  <a:lnTo>
                    <a:pt x="101" y="388"/>
                  </a:lnTo>
                  <a:lnTo>
                    <a:pt x="101" y="337"/>
                  </a:lnTo>
                  <a:lnTo>
                    <a:pt x="135" y="304"/>
                  </a:lnTo>
                  <a:lnTo>
                    <a:pt x="169" y="287"/>
                  </a:lnTo>
                  <a:close/>
                  <a:moveTo>
                    <a:pt x="202" y="1"/>
                  </a:moveTo>
                  <a:lnTo>
                    <a:pt x="152" y="18"/>
                  </a:lnTo>
                  <a:lnTo>
                    <a:pt x="101" y="51"/>
                  </a:lnTo>
                  <a:lnTo>
                    <a:pt x="68" y="85"/>
                  </a:lnTo>
                  <a:lnTo>
                    <a:pt x="68" y="135"/>
                  </a:lnTo>
                  <a:lnTo>
                    <a:pt x="68" y="186"/>
                  </a:lnTo>
                  <a:lnTo>
                    <a:pt x="85" y="219"/>
                  </a:lnTo>
                  <a:lnTo>
                    <a:pt x="51" y="253"/>
                  </a:lnTo>
                  <a:lnTo>
                    <a:pt x="34" y="287"/>
                  </a:lnTo>
                  <a:lnTo>
                    <a:pt x="17" y="337"/>
                  </a:lnTo>
                  <a:lnTo>
                    <a:pt x="0" y="388"/>
                  </a:lnTo>
                  <a:lnTo>
                    <a:pt x="17" y="472"/>
                  </a:lnTo>
                  <a:lnTo>
                    <a:pt x="68" y="522"/>
                  </a:lnTo>
                  <a:lnTo>
                    <a:pt x="118" y="572"/>
                  </a:lnTo>
                  <a:lnTo>
                    <a:pt x="202" y="589"/>
                  </a:lnTo>
                  <a:lnTo>
                    <a:pt x="286" y="572"/>
                  </a:lnTo>
                  <a:lnTo>
                    <a:pt x="353" y="522"/>
                  </a:lnTo>
                  <a:lnTo>
                    <a:pt x="387" y="472"/>
                  </a:lnTo>
                  <a:lnTo>
                    <a:pt x="404" y="388"/>
                  </a:lnTo>
                  <a:lnTo>
                    <a:pt x="404" y="337"/>
                  </a:lnTo>
                  <a:lnTo>
                    <a:pt x="370" y="287"/>
                  </a:lnTo>
                  <a:lnTo>
                    <a:pt x="353" y="253"/>
                  </a:lnTo>
                  <a:lnTo>
                    <a:pt x="303" y="219"/>
                  </a:lnTo>
                  <a:lnTo>
                    <a:pt x="337" y="186"/>
                  </a:lnTo>
                  <a:lnTo>
                    <a:pt x="337" y="135"/>
                  </a:lnTo>
                  <a:lnTo>
                    <a:pt x="320" y="85"/>
                  </a:lnTo>
                  <a:lnTo>
                    <a:pt x="303" y="51"/>
                  </a:lnTo>
                  <a:lnTo>
                    <a:pt x="253" y="1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3" name="Google Shape;5843;p63"/>
            <p:cNvSpPr/>
            <p:nvPr/>
          </p:nvSpPr>
          <p:spPr>
            <a:xfrm>
              <a:off x="3771325" y="1092525"/>
              <a:ext cx="10100" cy="14750"/>
            </a:xfrm>
            <a:custGeom>
              <a:avLst/>
              <a:gdLst/>
              <a:ahLst/>
              <a:cxnLst/>
              <a:rect l="l" t="t" r="r" b="b"/>
              <a:pathLst>
                <a:path w="404" h="590" extrusionOk="0">
                  <a:moveTo>
                    <a:pt x="202" y="85"/>
                  </a:moveTo>
                  <a:lnTo>
                    <a:pt x="253" y="102"/>
                  </a:lnTo>
                  <a:lnTo>
                    <a:pt x="269" y="135"/>
                  </a:lnTo>
                  <a:lnTo>
                    <a:pt x="303" y="219"/>
                  </a:lnTo>
                  <a:lnTo>
                    <a:pt x="320" y="287"/>
                  </a:lnTo>
                  <a:lnTo>
                    <a:pt x="320" y="371"/>
                  </a:lnTo>
                  <a:lnTo>
                    <a:pt x="269" y="438"/>
                  </a:lnTo>
                  <a:lnTo>
                    <a:pt x="253" y="472"/>
                  </a:lnTo>
                  <a:lnTo>
                    <a:pt x="202" y="488"/>
                  </a:lnTo>
                  <a:lnTo>
                    <a:pt x="152" y="472"/>
                  </a:lnTo>
                  <a:lnTo>
                    <a:pt x="118" y="438"/>
                  </a:lnTo>
                  <a:lnTo>
                    <a:pt x="101" y="371"/>
                  </a:lnTo>
                  <a:lnTo>
                    <a:pt x="84" y="287"/>
                  </a:lnTo>
                  <a:lnTo>
                    <a:pt x="101" y="219"/>
                  </a:lnTo>
                  <a:lnTo>
                    <a:pt x="118" y="135"/>
                  </a:lnTo>
                  <a:lnTo>
                    <a:pt x="152" y="102"/>
                  </a:lnTo>
                  <a:lnTo>
                    <a:pt x="202" y="85"/>
                  </a:lnTo>
                  <a:close/>
                  <a:moveTo>
                    <a:pt x="152" y="1"/>
                  </a:moveTo>
                  <a:lnTo>
                    <a:pt x="101" y="35"/>
                  </a:lnTo>
                  <a:lnTo>
                    <a:pt x="51" y="85"/>
                  </a:lnTo>
                  <a:lnTo>
                    <a:pt x="0" y="186"/>
                  </a:lnTo>
                  <a:lnTo>
                    <a:pt x="0" y="287"/>
                  </a:lnTo>
                  <a:lnTo>
                    <a:pt x="0" y="388"/>
                  </a:lnTo>
                  <a:lnTo>
                    <a:pt x="51" y="488"/>
                  </a:lnTo>
                  <a:lnTo>
                    <a:pt x="84" y="539"/>
                  </a:lnTo>
                  <a:lnTo>
                    <a:pt x="118" y="556"/>
                  </a:lnTo>
                  <a:lnTo>
                    <a:pt x="185" y="589"/>
                  </a:lnTo>
                  <a:lnTo>
                    <a:pt x="253" y="572"/>
                  </a:lnTo>
                  <a:lnTo>
                    <a:pt x="303" y="539"/>
                  </a:lnTo>
                  <a:lnTo>
                    <a:pt x="353" y="488"/>
                  </a:lnTo>
                  <a:lnTo>
                    <a:pt x="404" y="388"/>
                  </a:lnTo>
                  <a:lnTo>
                    <a:pt x="404" y="287"/>
                  </a:lnTo>
                  <a:lnTo>
                    <a:pt x="404" y="186"/>
                  </a:lnTo>
                  <a:lnTo>
                    <a:pt x="353" y="85"/>
                  </a:lnTo>
                  <a:lnTo>
                    <a:pt x="320" y="51"/>
                  </a:lnTo>
                  <a:lnTo>
                    <a:pt x="286" y="18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4" name="Google Shape;5844;p63"/>
            <p:cNvSpPr/>
            <p:nvPr/>
          </p:nvSpPr>
          <p:spPr>
            <a:xfrm>
              <a:off x="3785600" y="1092525"/>
              <a:ext cx="15575" cy="14750"/>
            </a:xfrm>
            <a:custGeom>
              <a:avLst/>
              <a:gdLst/>
              <a:ahLst/>
              <a:cxnLst/>
              <a:rect l="l" t="t" r="r" b="b"/>
              <a:pathLst>
                <a:path w="623" h="590" extrusionOk="0">
                  <a:moveTo>
                    <a:pt x="169" y="68"/>
                  </a:moveTo>
                  <a:lnTo>
                    <a:pt x="186" y="85"/>
                  </a:lnTo>
                  <a:lnTo>
                    <a:pt x="203" y="152"/>
                  </a:lnTo>
                  <a:lnTo>
                    <a:pt x="186" y="203"/>
                  </a:lnTo>
                  <a:lnTo>
                    <a:pt x="169" y="219"/>
                  </a:lnTo>
                  <a:lnTo>
                    <a:pt x="135" y="236"/>
                  </a:lnTo>
                  <a:lnTo>
                    <a:pt x="119" y="219"/>
                  </a:lnTo>
                  <a:lnTo>
                    <a:pt x="102" y="203"/>
                  </a:lnTo>
                  <a:lnTo>
                    <a:pt x="85" y="152"/>
                  </a:lnTo>
                  <a:lnTo>
                    <a:pt x="102" y="85"/>
                  </a:lnTo>
                  <a:lnTo>
                    <a:pt x="119" y="68"/>
                  </a:lnTo>
                  <a:close/>
                  <a:moveTo>
                    <a:pt x="119" y="1"/>
                  </a:moveTo>
                  <a:lnTo>
                    <a:pt x="68" y="18"/>
                  </a:lnTo>
                  <a:lnTo>
                    <a:pt x="35" y="51"/>
                  </a:lnTo>
                  <a:lnTo>
                    <a:pt x="1" y="102"/>
                  </a:lnTo>
                  <a:lnTo>
                    <a:pt x="1" y="152"/>
                  </a:lnTo>
                  <a:lnTo>
                    <a:pt x="1" y="186"/>
                  </a:lnTo>
                  <a:lnTo>
                    <a:pt x="18" y="236"/>
                  </a:lnTo>
                  <a:lnTo>
                    <a:pt x="51" y="270"/>
                  </a:lnTo>
                  <a:lnTo>
                    <a:pt x="102" y="304"/>
                  </a:lnTo>
                  <a:lnTo>
                    <a:pt x="152" y="304"/>
                  </a:lnTo>
                  <a:lnTo>
                    <a:pt x="203" y="287"/>
                  </a:lnTo>
                  <a:lnTo>
                    <a:pt x="253" y="253"/>
                  </a:lnTo>
                  <a:lnTo>
                    <a:pt x="270" y="203"/>
                  </a:lnTo>
                  <a:lnTo>
                    <a:pt x="270" y="152"/>
                  </a:lnTo>
                  <a:lnTo>
                    <a:pt x="270" y="119"/>
                  </a:lnTo>
                  <a:lnTo>
                    <a:pt x="253" y="68"/>
                  </a:lnTo>
                  <a:lnTo>
                    <a:pt x="220" y="18"/>
                  </a:lnTo>
                  <a:lnTo>
                    <a:pt x="169" y="1"/>
                  </a:lnTo>
                  <a:close/>
                  <a:moveTo>
                    <a:pt x="488" y="354"/>
                  </a:moveTo>
                  <a:lnTo>
                    <a:pt x="522" y="371"/>
                  </a:lnTo>
                  <a:lnTo>
                    <a:pt x="539" y="388"/>
                  </a:lnTo>
                  <a:lnTo>
                    <a:pt x="556" y="438"/>
                  </a:lnTo>
                  <a:lnTo>
                    <a:pt x="539" y="505"/>
                  </a:lnTo>
                  <a:lnTo>
                    <a:pt x="522" y="522"/>
                  </a:lnTo>
                  <a:lnTo>
                    <a:pt x="472" y="522"/>
                  </a:lnTo>
                  <a:lnTo>
                    <a:pt x="455" y="505"/>
                  </a:lnTo>
                  <a:lnTo>
                    <a:pt x="421" y="438"/>
                  </a:lnTo>
                  <a:lnTo>
                    <a:pt x="438" y="388"/>
                  </a:lnTo>
                  <a:lnTo>
                    <a:pt x="472" y="371"/>
                  </a:lnTo>
                  <a:lnTo>
                    <a:pt x="488" y="354"/>
                  </a:lnTo>
                  <a:close/>
                  <a:moveTo>
                    <a:pt x="505" y="1"/>
                  </a:moveTo>
                  <a:lnTo>
                    <a:pt x="472" y="18"/>
                  </a:lnTo>
                  <a:lnTo>
                    <a:pt x="102" y="539"/>
                  </a:lnTo>
                  <a:lnTo>
                    <a:pt x="102" y="556"/>
                  </a:lnTo>
                  <a:lnTo>
                    <a:pt x="102" y="572"/>
                  </a:lnTo>
                  <a:lnTo>
                    <a:pt x="135" y="589"/>
                  </a:lnTo>
                  <a:lnTo>
                    <a:pt x="152" y="572"/>
                  </a:lnTo>
                  <a:lnTo>
                    <a:pt x="539" y="51"/>
                  </a:lnTo>
                  <a:lnTo>
                    <a:pt x="539" y="35"/>
                  </a:lnTo>
                  <a:lnTo>
                    <a:pt x="522" y="18"/>
                  </a:lnTo>
                  <a:lnTo>
                    <a:pt x="505" y="1"/>
                  </a:lnTo>
                  <a:close/>
                  <a:moveTo>
                    <a:pt x="488" y="287"/>
                  </a:moveTo>
                  <a:lnTo>
                    <a:pt x="438" y="304"/>
                  </a:lnTo>
                  <a:lnTo>
                    <a:pt x="388" y="337"/>
                  </a:lnTo>
                  <a:lnTo>
                    <a:pt x="354" y="388"/>
                  </a:lnTo>
                  <a:lnTo>
                    <a:pt x="354" y="438"/>
                  </a:lnTo>
                  <a:lnTo>
                    <a:pt x="354" y="455"/>
                  </a:lnTo>
                  <a:lnTo>
                    <a:pt x="354" y="505"/>
                  </a:lnTo>
                  <a:lnTo>
                    <a:pt x="388" y="539"/>
                  </a:lnTo>
                  <a:lnTo>
                    <a:pt x="438" y="572"/>
                  </a:lnTo>
                  <a:lnTo>
                    <a:pt x="488" y="589"/>
                  </a:lnTo>
                  <a:lnTo>
                    <a:pt x="539" y="572"/>
                  </a:lnTo>
                  <a:lnTo>
                    <a:pt x="589" y="539"/>
                  </a:lnTo>
                  <a:lnTo>
                    <a:pt x="623" y="488"/>
                  </a:lnTo>
                  <a:lnTo>
                    <a:pt x="623" y="438"/>
                  </a:lnTo>
                  <a:lnTo>
                    <a:pt x="606" y="371"/>
                  </a:lnTo>
                  <a:lnTo>
                    <a:pt x="589" y="337"/>
                  </a:lnTo>
                  <a:lnTo>
                    <a:pt x="539" y="304"/>
                  </a:lnTo>
                  <a:lnTo>
                    <a:pt x="488" y="28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5" name="Google Shape;5845;p63"/>
            <p:cNvSpPr/>
            <p:nvPr/>
          </p:nvSpPr>
          <p:spPr>
            <a:xfrm>
              <a:off x="3823425" y="1016475"/>
              <a:ext cx="393825" cy="42875"/>
            </a:xfrm>
            <a:custGeom>
              <a:avLst/>
              <a:gdLst/>
              <a:ahLst/>
              <a:cxnLst/>
              <a:rect l="l" t="t" r="r" b="b"/>
              <a:pathLst>
                <a:path w="15753" h="1715" extrusionOk="0">
                  <a:moveTo>
                    <a:pt x="1" y="0"/>
                  </a:moveTo>
                  <a:lnTo>
                    <a:pt x="1" y="1715"/>
                  </a:lnTo>
                  <a:lnTo>
                    <a:pt x="15753" y="1715"/>
                  </a:lnTo>
                  <a:lnTo>
                    <a:pt x="157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6" name="Google Shape;5846;p63"/>
            <p:cNvSpPr/>
            <p:nvPr/>
          </p:nvSpPr>
          <p:spPr>
            <a:xfrm>
              <a:off x="3837725" y="1028650"/>
              <a:ext cx="225300" cy="18525"/>
            </a:xfrm>
            <a:custGeom>
              <a:avLst/>
              <a:gdLst/>
              <a:ahLst/>
              <a:cxnLst/>
              <a:rect l="l" t="t" r="r" b="b"/>
              <a:pathLst>
                <a:path w="9012" h="741" extrusionOk="0">
                  <a:moveTo>
                    <a:pt x="1" y="1"/>
                  </a:moveTo>
                  <a:lnTo>
                    <a:pt x="1" y="740"/>
                  </a:lnTo>
                  <a:lnTo>
                    <a:pt x="9011" y="740"/>
                  </a:lnTo>
                  <a:lnTo>
                    <a:pt x="9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7" name="Google Shape;5847;p63"/>
            <p:cNvSpPr/>
            <p:nvPr/>
          </p:nvSpPr>
          <p:spPr>
            <a:xfrm>
              <a:off x="3758300" y="1029925"/>
              <a:ext cx="9275" cy="14300"/>
            </a:xfrm>
            <a:custGeom>
              <a:avLst/>
              <a:gdLst/>
              <a:ahLst/>
              <a:cxnLst/>
              <a:rect l="l" t="t" r="r" b="b"/>
              <a:pathLst>
                <a:path w="371" h="572" extrusionOk="0">
                  <a:moveTo>
                    <a:pt x="51" y="0"/>
                  </a:moveTo>
                  <a:lnTo>
                    <a:pt x="17" y="17"/>
                  </a:lnTo>
                  <a:lnTo>
                    <a:pt x="0" y="50"/>
                  </a:lnTo>
                  <a:lnTo>
                    <a:pt x="17" y="84"/>
                  </a:lnTo>
                  <a:lnTo>
                    <a:pt x="269" y="84"/>
                  </a:lnTo>
                  <a:lnTo>
                    <a:pt x="84" y="521"/>
                  </a:lnTo>
                  <a:lnTo>
                    <a:pt x="84" y="555"/>
                  </a:lnTo>
                  <a:lnTo>
                    <a:pt x="118" y="572"/>
                  </a:lnTo>
                  <a:lnTo>
                    <a:pt x="152" y="572"/>
                  </a:lnTo>
                  <a:lnTo>
                    <a:pt x="168" y="555"/>
                  </a:lnTo>
                  <a:lnTo>
                    <a:pt x="370" y="67"/>
                  </a:lnTo>
                  <a:lnTo>
                    <a:pt x="353" y="34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8" name="Google Shape;5848;p63"/>
            <p:cNvSpPr/>
            <p:nvPr/>
          </p:nvSpPr>
          <p:spPr>
            <a:xfrm>
              <a:off x="3770050" y="1029925"/>
              <a:ext cx="10550" cy="14300"/>
            </a:xfrm>
            <a:custGeom>
              <a:avLst/>
              <a:gdLst/>
              <a:ahLst/>
              <a:cxnLst/>
              <a:rect l="l" t="t" r="r" b="b"/>
              <a:pathLst>
                <a:path w="422" h="572" extrusionOk="0">
                  <a:moveTo>
                    <a:pt x="203" y="84"/>
                  </a:moveTo>
                  <a:lnTo>
                    <a:pt x="236" y="101"/>
                  </a:lnTo>
                  <a:lnTo>
                    <a:pt x="270" y="118"/>
                  </a:lnTo>
                  <a:lnTo>
                    <a:pt x="287" y="135"/>
                  </a:lnTo>
                  <a:lnTo>
                    <a:pt x="320" y="219"/>
                  </a:lnTo>
                  <a:lnTo>
                    <a:pt x="320" y="286"/>
                  </a:lnTo>
                  <a:lnTo>
                    <a:pt x="320" y="370"/>
                  </a:lnTo>
                  <a:lnTo>
                    <a:pt x="287" y="437"/>
                  </a:lnTo>
                  <a:lnTo>
                    <a:pt x="270" y="454"/>
                  </a:lnTo>
                  <a:lnTo>
                    <a:pt x="236" y="471"/>
                  </a:lnTo>
                  <a:lnTo>
                    <a:pt x="203" y="488"/>
                  </a:lnTo>
                  <a:lnTo>
                    <a:pt x="169" y="471"/>
                  </a:lnTo>
                  <a:lnTo>
                    <a:pt x="152" y="454"/>
                  </a:lnTo>
                  <a:lnTo>
                    <a:pt x="135" y="437"/>
                  </a:lnTo>
                  <a:lnTo>
                    <a:pt x="102" y="370"/>
                  </a:lnTo>
                  <a:lnTo>
                    <a:pt x="85" y="286"/>
                  </a:lnTo>
                  <a:lnTo>
                    <a:pt x="102" y="219"/>
                  </a:lnTo>
                  <a:lnTo>
                    <a:pt x="135" y="135"/>
                  </a:lnTo>
                  <a:lnTo>
                    <a:pt x="152" y="118"/>
                  </a:lnTo>
                  <a:lnTo>
                    <a:pt x="169" y="101"/>
                  </a:lnTo>
                  <a:lnTo>
                    <a:pt x="203" y="84"/>
                  </a:lnTo>
                  <a:close/>
                  <a:moveTo>
                    <a:pt x="169" y="0"/>
                  </a:moveTo>
                  <a:lnTo>
                    <a:pt x="119" y="17"/>
                  </a:lnTo>
                  <a:lnTo>
                    <a:pt x="85" y="50"/>
                  </a:lnTo>
                  <a:lnTo>
                    <a:pt x="51" y="84"/>
                  </a:lnTo>
                  <a:lnTo>
                    <a:pt x="18" y="185"/>
                  </a:lnTo>
                  <a:lnTo>
                    <a:pt x="1" y="286"/>
                  </a:lnTo>
                  <a:lnTo>
                    <a:pt x="18" y="387"/>
                  </a:lnTo>
                  <a:lnTo>
                    <a:pt x="51" y="488"/>
                  </a:lnTo>
                  <a:lnTo>
                    <a:pt x="85" y="521"/>
                  </a:lnTo>
                  <a:lnTo>
                    <a:pt x="119" y="555"/>
                  </a:lnTo>
                  <a:lnTo>
                    <a:pt x="169" y="572"/>
                  </a:lnTo>
                  <a:lnTo>
                    <a:pt x="253" y="572"/>
                  </a:lnTo>
                  <a:lnTo>
                    <a:pt x="287" y="555"/>
                  </a:lnTo>
                  <a:lnTo>
                    <a:pt x="337" y="521"/>
                  </a:lnTo>
                  <a:lnTo>
                    <a:pt x="354" y="488"/>
                  </a:lnTo>
                  <a:lnTo>
                    <a:pt x="404" y="387"/>
                  </a:lnTo>
                  <a:lnTo>
                    <a:pt x="421" y="286"/>
                  </a:lnTo>
                  <a:lnTo>
                    <a:pt x="404" y="185"/>
                  </a:lnTo>
                  <a:lnTo>
                    <a:pt x="354" y="84"/>
                  </a:lnTo>
                  <a:lnTo>
                    <a:pt x="337" y="50"/>
                  </a:lnTo>
                  <a:lnTo>
                    <a:pt x="287" y="17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9" name="Google Shape;5849;p63"/>
            <p:cNvSpPr/>
            <p:nvPr/>
          </p:nvSpPr>
          <p:spPr>
            <a:xfrm>
              <a:off x="3784350" y="1029925"/>
              <a:ext cx="15575" cy="14725"/>
            </a:xfrm>
            <a:custGeom>
              <a:avLst/>
              <a:gdLst/>
              <a:ahLst/>
              <a:cxnLst/>
              <a:rect l="l" t="t" r="r" b="b"/>
              <a:pathLst>
                <a:path w="623" h="589" extrusionOk="0">
                  <a:moveTo>
                    <a:pt x="135" y="50"/>
                  </a:moveTo>
                  <a:lnTo>
                    <a:pt x="169" y="67"/>
                  </a:lnTo>
                  <a:lnTo>
                    <a:pt x="185" y="84"/>
                  </a:lnTo>
                  <a:lnTo>
                    <a:pt x="202" y="135"/>
                  </a:lnTo>
                  <a:lnTo>
                    <a:pt x="185" y="202"/>
                  </a:lnTo>
                  <a:lnTo>
                    <a:pt x="169" y="219"/>
                  </a:lnTo>
                  <a:lnTo>
                    <a:pt x="118" y="219"/>
                  </a:lnTo>
                  <a:lnTo>
                    <a:pt x="101" y="202"/>
                  </a:lnTo>
                  <a:lnTo>
                    <a:pt x="85" y="135"/>
                  </a:lnTo>
                  <a:lnTo>
                    <a:pt x="101" y="84"/>
                  </a:lnTo>
                  <a:lnTo>
                    <a:pt x="118" y="67"/>
                  </a:lnTo>
                  <a:lnTo>
                    <a:pt x="135" y="50"/>
                  </a:lnTo>
                  <a:close/>
                  <a:moveTo>
                    <a:pt x="85" y="0"/>
                  </a:moveTo>
                  <a:lnTo>
                    <a:pt x="34" y="34"/>
                  </a:lnTo>
                  <a:lnTo>
                    <a:pt x="17" y="84"/>
                  </a:lnTo>
                  <a:lnTo>
                    <a:pt x="1" y="135"/>
                  </a:lnTo>
                  <a:lnTo>
                    <a:pt x="1" y="168"/>
                  </a:lnTo>
                  <a:lnTo>
                    <a:pt x="17" y="219"/>
                  </a:lnTo>
                  <a:lnTo>
                    <a:pt x="51" y="269"/>
                  </a:lnTo>
                  <a:lnTo>
                    <a:pt x="101" y="286"/>
                  </a:lnTo>
                  <a:lnTo>
                    <a:pt x="152" y="286"/>
                  </a:lnTo>
                  <a:lnTo>
                    <a:pt x="202" y="269"/>
                  </a:lnTo>
                  <a:lnTo>
                    <a:pt x="236" y="235"/>
                  </a:lnTo>
                  <a:lnTo>
                    <a:pt x="270" y="202"/>
                  </a:lnTo>
                  <a:lnTo>
                    <a:pt x="270" y="135"/>
                  </a:lnTo>
                  <a:lnTo>
                    <a:pt x="270" y="84"/>
                  </a:lnTo>
                  <a:lnTo>
                    <a:pt x="236" y="34"/>
                  </a:lnTo>
                  <a:lnTo>
                    <a:pt x="185" y="0"/>
                  </a:lnTo>
                  <a:close/>
                  <a:moveTo>
                    <a:pt x="522" y="353"/>
                  </a:moveTo>
                  <a:lnTo>
                    <a:pt x="538" y="370"/>
                  </a:lnTo>
                  <a:lnTo>
                    <a:pt x="555" y="437"/>
                  </a:lnTo>
                  <a:lnTo>
                    <a:pt x="538" y="488"/>
                  </a:lnTo>
                  <a:lnTo>
                    <a:pt x="522" y="504"/>
                  </a:lnTo>
                  <a:lnTo>
                    <a:pt x="488" y="521"/>
                  </a:lnTo>
                  <a:lnTo>
                    <a:pt x="471" y="504"/>
                  </a:lnTo>
                  <a:lnTo>
                    <a:pt x="438" y="488"/>
                  </a:lnTo>
                  <a:lnTo>
                    <a:pt x="438" y="471"/>
                  </a:lnTo>
                  <a:lnTo>
                    <a:pt x="421" y="437"/>
                  </a:lnTo>
                  <a:lnTo>
                    <a:pt x="438" y="370"/>
                  </a:lnTo>
                  <a:lnTo>
                    <a:pt x="471" y="353"/>
                  </a:lnTo>
                  <a:close/>
                  <a:moveTo>
                    <a:pt x="505" y="0"/>
                  </a:moveTo>
                  <a:lnTo>
                    <a:pt x="471" y="17"/>
                  </a:lnTo>
                  <a:lnTo>
                    <a:pt x="101" y="521"/>
                  </a:lnTo>
                  <a:lnTo>
                    <a:pt x="101" y="555"/>
                  </a:lnTo>
                  <a:lnTo>
                    <a:pt x="101" y="572"/>
                  </a:lnTo>
                  <a:lnTo>
                    <a:pt x="152" y="572"/>
                  </a:lnTo>
                  <a:lnTo>
                    <a:pt x="538" y="50"/>
                  </a:lnTo>
                  <a:lnTo>
                    <a:pt x="538" y="34"/>
                  </a:lnTo>
                  <a:lnTo>
                    <a:pt x="522" y="0"/>
                  </a:lnTo>
                  <a:close/>
                  <a:moveTo>
                    <a:pt x="488" y="286"/>
                  </a:moveTo>
                  <a:lnTo>
                    <a:pt x="421" y="303"/>
                  </a:lnTo>
                  <a:lnTo>
                    <a:pt x="387" y="336"/>
                  </a:lnTo>
                  <a:lnTo>
                    <a:pt x="354" y="387"/>
                  </a:lnTo>
                  <a:lnTo>
                    <a:pt x="354" y="437"/>
                  </a:lnTo>
                  <a:lnTo>
                    <a:pt x="354" y="504"/>
                  </a:lnTo>
                  <a:lnTo>
                    <a:pt x="387" y="538"/>
                  </a:lnTo>
                  <a:lnTo>
                    <a:pt x="438" y="572"/>
                  </a:lnTo>
                  <a:lnTo>
                    <a:pt x="488" y="588"/>
                  </a:lnTo>
                  <a:lnTo>
                    <a:pt x="538" y="572"/>
                  </a:lnTo>
                  <a:lnTo>
                    <a:pt x="589" y="538"/>
                  </a:lnTo>
                  <a:lnTo>
                    <a:pt x="623" y="488"/>
                  </a:lnTo>
                  <a:lnTo>
                    <a:pt x="623" y="437"/>
                  </a:lnTo>
                  <a:lnTo>
                    <a:pt x="623" y="420"/>
                  </a:lnTo>
                  <a:lnTo>
                    <a:pt x="606" y="370"/>
                  </a:lnTo>
                  <a:lnTo>
                    <a:pt x="589" y="336"/>
                  </a:lnTo>
                  <a:lnTo>
                    <a:pt x="538" y="303"/>
                  </a:lnTo>
                  <a:lnTo>
                    <a:pt x="488" y="2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0" name="Google Shape;5850;p63"/>
            <p:cNvSpPr/>
            <p:nvPr/>
          </p:nvSpPr>
          <p:spPr>
            <a:xfrm>
              <a:off x="4002475" y="1614950"/>
              <a:ext cx="485025" cy="605625"/>
            </a:xfrm>
            <a:custGeom>
              <a:avLst/>
              <a:gdLst/>
              <a:ahLst/>
              <a:cxnLst/>
              <a:rect l="l" t="t" r="r" b="b"/>
              <a:pathLst>
                <a:path w="19401" h="24225" extrusionOk="0">
                  <a:moveTo>
                    <a:pt x="9700" y="975"/>
                  </a:moveTo>
                  <a:lnTo>
                    <a:pt x="10154" y="992"/>
                  </a:lnTo>
                  <a:lnTo>
                    <a:pt x="10591" y="1026"/>
                  </a:lnTo>
                  <a:lnTo>
                    <a:pt x="11028" y="1110"/>
                  </a:lnTo>
                  <a:lnTo>
                    <a:pt x="11466" y="1194"/>
                  </a:lnTo>
                  <a:lnTo>
                    <a:pt x="11886" y="1328"/>
                  </a:lnTo>
                  <a:lnTo>
                    <a:pt x="12289" y="1479"/>
                  </a:lnTo>
                  <a:lnTo>
                    <a:pt x="12693" y="1648"/>
                  </a:lnTo>
                  <a:lnTo>
                    <a:pt x="13096" y="1849"/>
                  </a:lnTo>
                  <a:lnTo>
                    <a:pt x="13483" y="2068"/>
                  </a:lnTo>
                  <a:lnTo>
                    <a:pt x="13853" y="2320"/>
                  </a:lnTo>
                  <a:lnTo>
                    <a:pt x="14223" y="2589"/>
                  </a:lnTo>
                  <a:lnTo>
                    <a:pt x="14576" y="2875"/>
                  </a:lnTo>
                  <a:lnTo>
                    <a:pt x="14929" y="3194"/>
                  </a:lnTo>
                  <a:lnTo>
                    <a:pt x="15248" y="3514"/>
                  </a:lnTo>
                  <a:lnTo>
                    <a:pt x="15567" y="3867"/>
                  </a:lnTo>
                  <a:lnTo>
                    <a:pt x="15870" y="4236"/>
                  </a:lnTo>
                  <a:lnTo>
                    <a:pt x="16156" y="4623"/>
                  </a:lnTo>
                  <a:lnTo>
                    <a:pt x="16442" y="5027"/>
                  </a:lnTo>
                  <a:lnTo>
                    <a:pt x="16694" y="5447"/>
                  </a:lnTo>
                  <a:lnTo>
                    <a:pt x="16946" y="5884"/>
                  </a:lnTo>
                  <a:lnTo>
                    <a:pt x="17164" y="6338"/>
                  </a:lnTo>
                  <a:lnTo>
                    <a:pt x="17383" y="6809"/>
                  </a:lnTo>
                  <a:lnTo>
                    <a:pt x="17568" y="7279"/>
                  </a:lnTo>
                  <a:lnTo>
                    <a:pt x="17753" y="7784"/>
                  </a:lnTo>
                  <a:lnTo>
                    <a:pt x="17904" y="8288"/>
                  </a:lnTo>
                  <a:lnTo>
                    <a:pt x="18039" y="8809"/>
                  </a:lnTo>
                  <a:lnTo>
                    <a:pt x="18156" y="9330"/>
                  </a:lnTo>
                  <a:lnTo>
                    <a:pt x="18257" y="9868"/>
                  </a:lnTo>
                  <a:lnTo>
                    <a:pt x="18324" y="10423"/>
                  </a:lnTo>
                  <a:lnTo>
                    <a:pt x="18392" y="10978"/>
                  </a:lnTo>
                  <a:lnTo>
                    <a:pt x="18425" y="11532"/>
                  </a:lnTo>
                  <a:lnTo>
                    <a:pt x="18425" y="12104"/>
                  </a:lnTo>
                  <a:lnTo>
                    <a:pt x="18425" y="12676"/>
                  </a:lnTo>
                  <a:lnTo>
                    <a:pt x="18392" y="13247"/>
                  </a:lnTo>
                  <a:lnTo>
                    <a:pt x="18324" y="13802"/>
                  </a:lnTo>
                  <a:lnTo>
                    <a:pt x="18257" y="14357"/>
                  </a:lnTo>
                  <a:lnTo>
                    <a:pt x="18156" y="14895"/>
                  </a:lnTo>
                  <a:lnTo>
                    <a:pt x="18039" y="15416"/>
                  </a:lnTo>
                  <a:lnTo>
                    <a:pt x="17904" y="15937"/>
                  </a:lnTo>
                  <a:lnTo>
                    <a:pt x="17753" y="16441"/>
                  </a:lnTo>
                  <a:lnTo>
                    <a:pt x="17568" y="16929"/>
                  </a:lnTo>
                  <a:lnTo>
                    <a:pt x="17383" y="17416"/>
                  </a:lnTo>
                  <a:lnTo>
                    <a:pt x="17164" y="17887"/>
                  </a:lnTo>
                  <a:lnTo>
                    <a:pt x="16946" y="18341"/>
                  </a:lnTo>
                  <a:lnTo>
                    <a:pt x="16694" y="18778"/>
                  </a:lnTo>
                  <a:lnTo>
                    <a:pt x="16442" y="19198"/>
                  </a:lnTo>
                  <a:lnTo>
                    <a:pt x="16156" y="19602"/>
                  </a:lnTo>
                  <a:lnTo>
                    <a:pt x="15870" y="19988"/>
                  </a:lnTo>
                  <a:lnTo>
                    <a:pt x="15567" y="20358"/>
                  </a:lnTo>
                  <a:lnTo>
                    <a:pt x="15248" y="20695"/>
                  </a:lnTo>
                  <a:lnTo>
                    <a:pt x="14929" y="21031"/>
                  </a:lnTo>
                  <a:lnTo>
                    <a:pt x="14576" y="21350"/>
                  </a:lnTo>
                  <a:lnTo>
                    <a:pt x="14223" y="21636"/>
                  </a:lnTo>
                  <a:lnTo>
                    <a:pt x="13853" y="21905"/>
                  </a:lnTo>
                  <a:lnTo>
                    <a:pt x="13483" y="22140"/>
                  </a:lnTo>
                  <a:lnTo>
                    <a:pt x="13096" y="22376"/>
                  </a:lnTo>
                  <a:lnTo>
                    <a:pt x="12693" y="22577"/>
                  </a:lnTo>
                  <a:lnTo>
                    <a:pt x="12289" y="22745"/>
                  </a:lnTo>
                  <a:lnTo>
                    <a:pt x="11886" y="22897"/>
                  </a:lnTo>
                  <a:lnTo>
                    <a:pt x="11466" y="23014"/>
                  </a:lnTo>
                  <a:lnTo>
                    <a:pt x="11028" y="23115"/>
                  </a:lnTo>
                  <a:lnTo>
                    <a:pt x="10591" y="23183"/>
                  </a:lnTo>
                  <a:lnTo>
                    <a:pt x="10154" y="23233"/>
                  </a:lnTo>
                  <a:lnTo>
                    <a:pt x="9700" y="23250"/>
                  </a:lnTo>
                  <a:lnTo>
                    <a:pt x="9246" y="23233"/>
                  </a:lnTo>
                  <a:lnTo>
                    <a:pt x="8809" y="23183"/>
                  </a:lnTo>
                  <a:lnTo>
                    <a:pt x="8372" y="23115"/>
                  </a:lnTo>
                  <a:lnTo>
                    <a:pt x="7952" y="23014"/>
                  </a:lnTo>
                  <a:lnTo>
                    <a:pt x="7532" y="22897"/>
                  </a:lnTo>
                  <a:lnTo>
                    <a:pt x="7111" y="22745"/>
                  </a:lnTo>
                  <a:lnTo>
                    <a:pt x="6708" y="22577"/>
                  </a:lnTo>
                  <a:lnTo>
                    <a:pt x="6305" y="22376"/>
                  </a:lnTo>
                  <a:lnTo>
                    <a:pt x="5918" y="22140"/>
                  </a:lnTo>
                  <a:lnTo>
                    <a:pt x="5548" y="21905"/>
                  </a:lnTo>
                  <a:lnTo>
                    <a:pt x="5178" y="21636"/>
                  </a:lnTo>
                  <a:lnTo>
                    <a:pt x="4825" y="21350"/>
                  </a:lnTo>
                  <a:lnTo>
                    <a:pt x="4489" y="21031"/>
                  </a:lnTo>
                  <a:lnTo>
                    <a:pt x="4153" y="20695"/>
                  </a:lnTo>
                  <a:lnTo>
                    <a:pt x="3833" y="20358"/>
                  </a:lnTo>
                  <a:lnTo>
                    <a:pt x="3531" y="19988"/>
                  </a:lnTo>
                  <a:lnTo>
                    <a:pt x="3245" y="19602"/>
                  </a:lnTo>
                  <a:lnTo>
                    <a:pt x="2976" y="19198"/>
                  </a:lnTo>
                  <a:lnTo>
                    <a:pt x="2707" y="18761"/>
                  </a:lnTo>
                  <a:lnTo>
                    <a:pt x="2472" y="18341"/>
                  </a:lnTo>
                  <a:lnTo>
                    <a:pt x="2236" y="17887"/>
                  </a:lnTo>
                  <a:lnTo>
                    <a:pt x="2035" y="17416"/>
                  </a:lnTo>
                  <a:lnTo>
                    <a:pt x="1833" y="16929"/>
                  </a:lnTo>
                  <a:lnTo>
                    <a:pt x="1665" y="16441"/>
                  </a:lnTo>
                  <a:lnTo>
                    <a:pt x="1497" y="15937"/>
                  </a:lnTo>
                  <a:lnTo>
                    <a:pt x="1362" y="15416"/>
                  </a:lnTo>
                  <a:lnTo>
                    <a:pt x="1244" y="14895"/>
                  </a:lnTo>
                  <a:lnTo>
                    <a:pt x="1144" y="14357"/>
                  </a:lnTo>
                  <a:lnTo>
                    <a:pt x="1076" y="13802"/>
                  </a:lnTo>
                  <a:lnTo>
                    <a:pt x="1009" y="13247"/>
                  </a:lnTo>
                  <a:lnTo>
                    <a:pt x="975" y="12676"/>
                  </a:lnTo>
                  <a:lnTo>
                    <a:pt x="975" y="12104"/>
                  </a:lnTo>
                  <a:lnTo>
                    <a:pt x="975" y="11532"/>
                  </a:lnTo>
                  <a:lnTo>
                    <a:pt x="1009" y="10978"/>
                  </a:lnTo>
                  <a:lnTo>
                    <a:pt x="1076" y="10423"/>
                  </a:lnTo>
                  <a:lnTo>
                    <a:pt x="1144" y="9868"/>
                  </a:lnTo>
                  <a:lnTo>
                    <a:pt x="1244" y="9330"/>
                  </a:lnTo>
                  <a:lnTo>
                    <a:pt x="1362" y="8809"/>
                  </a:lnTo>
                  <a:lnTo>
                    <a:pt x="1497" y="8288"/>
                  </a:lnTo>
                  <a:lnTo>
                    <a:pt x="1665" y="7784"/>
                  </a:lnTo>
                  <a:lnTo>
                    <a:pt x="1833" y="7279"/>
                  </a:lnTo>
                  <a:lnTo>
                    <a:pt x="2018" y="6809"/>
                  </a:lnTo>
                  <a:lnTo>
                    <a:pt x="2236" y="6338"/>
                  </a:lnTo>
                  <a:lnTo>
                    <a:pt x="2472" y="5884"/>
                  </a:lnTo>
                  <a:lnTo>
                    <a:pt x="2707" y="5447"/>
                  </a:lnTo>
                  <a:lnTo>
                    <a:pt x="2959" y="5027"/>
                  </a:lnTo>
                  <a:lnTo>
                    <a:pt x="3245" y="4623"/>
                  </a:lnTo>
                  <a:lnTo>
                    <a:pt x="3531" y="4236"/>
                  </a:lnTo>
                  <a:lnTo>
                    <a:pt x="3833" y="3867"/>
                  </a:lnTo>
                  <a:lnTo>
                    <a:pt x="4153" y="3514"/>
                  </a:lnTo>
                  <a:lnTo>
                    <a:pt x="4472" y="3194"/>
                  </a:lnTo>
                  <a:lnTo>
                    <a:pt x="4825" y="2875"/>
                  </a:lnTo>
                  <a:lnTo>
                    <a:pt x="5178" y="2589"/>
                  </a:lnTo>
                  <a:lnTo>
                    <a:pt x="5548" y="2320"/>
                  </a:lnTo>
                  <a:lnTo>
                    <a:pt x="5918" y="2068"/>
                  </a:lnTo>
                  <a:lnTo>
                    <a:pt x="6305" y="1849"/>
                  </a:lnTo>
                  <a:lnTo>
                    <a:pt x="6708" y="1648"/>
                  </a:lnTo>
                  <a:lnTo>
                    <a:pt x="7111" y="1479"/>
                  </a:lnTo>
                  <a:lnTo>
                    <a:pt x="7515" y="1328"/>
                  </a:lnTo>
                  <a:lnTo>
                    <a:pt x="7952" y="1194"/>
                  </a:lnTo>
                  <a:lnTo>
                    <a:pt x="8372" y="1110"/>
                  </a:lnTo>
                  <a:lnTo>
                    <a:pt x="8809" y="1026"/>
                  </a:lnTo>
                  <a:lnTo>
                    <a:pt x="9246" y="992"/>
                  </a:lnTo>
                  <a:lnTo>
                    <a:pt x="9700" y="975"/>
                  </a:lnTo>
                  <a:close/>
                  <a:moveTo>
                    <a:pt x="9700" y="0"/>
                  </a:moveTo>
                  <a:lnTo>
                    <a:pt x="9196" y="17"/>
                  </a:lnTo>
                  <a:lnTo>
                    <a:pt x="8709" y="67"/>
                  </a:lnTo>
                  <a:lnTo>
                    <a:pt x="8221" y="135"/>
                  </a:lnTo>
                  <a:lnTo>
                    <a:pt x="7750" y="252"/>
                  </a:lnTo>
                  <a:lnTo>
                    <a:pt x="7280" y="387"/>
                  </a:lnTo>
                  <a:lnTo>
                    <a:pt x="6826" y="555"/>
                  </a:lnTo>
                  <a:lnTo>
                    <a:pt x="6372" y="740"/>
                  </a:lnTo>
                  <a:lnTo>
                    <a:pt x="5935" y="958"/>
                  </a:lnTo>
                  <a:lnTo>
                    <a:pt x="5498" y="1194"/>
                  </a:lnTo>
                  <a:lnTo>
                    <a:pt x="5077" y="1463"/>
                  </a:lnTo>
                  <a:lnTo>
                    <a:pt x="4674" y="1765"/>
                  </a:lnTo>
                  <a:lnTo>
                    <a:pt x="4287" y="2068"/>
                  </a:lnTo>
                  <a:lnTo>
                    <a:pt x="3901" y="2404"/>
                  </a:lnTo>
                  <a:lnTo>
                    <a:pt x="3531" y="2774"/>
                  </a:lnTo>
                  <a:lnTo>
                    <a:pt x="3178" y="3144"/>
                  </a:lnTo>
                  <a:lnTo>
                    <a:pt x="2841" y="3547"/>
                  </a:lnTo>
                  <a:lnTo>
                    <a:pt x="2522" y="3967"/>
                  </a:lnTo>
                  <a:lnTo>
                    <a:pt x="2219" y="4405"/>
                  </a:lnTo>
                  <a:lnTo>
                    <a:pt x="1934" y="4875"/>
                  </a:lnTo>
                  <a:lnTo>
                    <a:pt x="1665" y="5346"/>
                  </a:lnTo>
                  <a:lnTo>
                    <a:pt x="1413" y="5834"/>
                  </a:lnTo>
                  <a:lnTo>
                    <a:pt x="1177" y="6338"/>
                  </a:lnTo>
                  <a:lnTo>
                    <a:pt x="959" y="6859"/>
                  </a:lnTo>
                  <a:lnTo>
                    <a:pt x="757" y="7397"/>
                  </a:lnTo>
                  <a:lnTo>
                    <a:pt x="589" y="7952"/>
                  </a:lnTo>
                  <a:lnTo>
                    <a:pt x="438" y="8506"/>
                  </a:lnTo>
                  <a:lnTo>
                    <a:pt x="303" y="9095"/>
                  </a:lnTo>
                  <a:lnTo>
                    <a:pt x="202" y="9666"/>
                  </a:lnTo>
                  <a:lnTo>
                    <a:pt x="118" y="10272"/>
                  </a:lnTo>
                  <a:lnTo>
                    <a:pt x="51" y="10877"/>
                  </a:lnTo>
                  <a:lnTo>
                    <a:pt x="17" y="11482"/>
                  </a:lnTo>
                  <a:lnTo>
                    <a:pt x="0" y="12104"/>
                  </a:lnTo>
                  <a:lnTo>
                    <a:pt x="17" y="12726"/>
                  </a:lnTo>
                  <a:lnTo>
                    <a:pt x="51" y="13348"/>
                  </a:lnTo>
                  <a:lnTo>
                    <a:pt x="118" y="13953"/>
                  </a:lnTo>
                  <a:lnTo>
                    <a:pt x="202" y="14542"/>
                  </a:lnTo>
                  <a:lnTo>
                    <a:pt x="303" y="15130"/>
                  </a:lnTo>
                  <a:lnTo>
                    <a:pt x="438" y="15702"/>
                  </a:lnTo>
                  <a:lnTo>
                    <a:pt x="589" y="16273"/>
                  </a:lnTo>
                  <a:lnTo>
                    <a:pt x="757" y="16828"/>
                  </a:lnTo>
                  <a:lnTo>
                    <a:pt x="959" y="17349"/>
                  </a:lnTo>
                  <a:lnTo>
                    <a:pt x="1177" y="17870"/>
                  </a:lnTo>
                  <a:lnTo>
                    <a:pt x="1413" y="18391"/>
                  </a:lnTo>
                  <a:lnTo>
                    <a:pt x="1665" y="18879"/>
                  </a:lnTo>
                  <a:lnTo>
                    <a:pt x="1934" y="19350"/>
                  </a:lnTo>
                  <a:lnTo>
                    <a:pt x="2219" y="19804"/>
                  </a:lnTo>
                  <a:lnTo>
                    <a:pt x="2522" y="20241"/>
                  </a:lnTo>
                  <a:lnTo>
                    <a:pt x="2841" y="20661"/>
                  </a:lnTo>
                  <a:lnTo>
                    <a:pt x="3178" y="21064"/>
                  </a:lnTo>
                  <a:lnTo>
                    <a:pt x="3531" y="21451"/>
                  </a:lnTo>
                  <a:lnTo>
                    <a:pt x="3901" y="21804"/>
                  </a:lnTo>
                  <a:lnTo>
                    <a:pt x="4287" y="22157"/>
                  </a:lnTo>
                  <a:lnTo>
                    <a:pt x="4674" y="22460"/>
                  </a:lnTo>
                  <a:lnTo>
                    <a:pt x="5077" y="22762"/>
                  </a:lnTo>
                  <a:lnTo>
                    <a:pt x="5498" y="23031"/>
                  </a:lnTo>
                  <a:lnTo>
                    <a:pt x="5935" y="23267"/>
                  </a:lnTo>
                  <a:lnTo>
                    <a:pt x="6372" y="23485"/>
                  </a:lnTo>
                  <a:lnTo>
                    <a:pt x="6826" y="23670"/>
                  </a:lnTo>
                  <a:lnTo>
                    <a:pt x="7280" y="23838"/>
                  </a:lnTo>
                  <a:lnTo>
                    <a:pt x="7750" y="23973"/>
                  </a:lnTo>
                  <a:lnTo>
                    <a:pt x="8221" y="24074"/>
                  </a:lnTo>
                  <a:lnTo>
                    <a:pt x="8709" y="24158"/>
                  </a:lnTo>
                  <a:lnTo>
                    <a:pt x="9196" y="24208"/>
                  </a:lnTo>
                  <a:lnTo>
                    <a:pt x="9700" y="24225"/>
                  </a:lnTo>
                  <a:lnTo>
                    <a:pt x="10205" y="24208"/>
                  </a:lnTo>
                  <a:lnTo>
                    <a:pt x="10692" y="24158"/>
                  </a:lnTo>
                  <a:lnTo>
                    <a:pt x="11180" y="24074"/>
                  </a:lnTo>
                  <a:lnTo>
                    <a:pt x="11650" y="23973"/>
                  </a:lnTo>
                  <a:lnTo>
                    <a:pt x="12121" y="23838"/>
                  </a:lnTo>
                  <a:lnTo>
                    <a:pt x="12592" y="23670"/>
                  </a:lnTo>
                  <a:lnTo>
                    <a:pt x="13029" y="23485"/>
                  </a:lnTo>
                  <a:lnTo>
                    <a:pt x="13483" y="23267"/>
                  </a:lnTo>
                  <a:lnTo>
                    <a:pt x="13903" y="23031"/>
                  </a:lnTo>
                  <a:lnTo>
                    <a:pt x="14323" y="22762"/>
                  </a:lnTo>
                  <a:lnTo>
                    <a:pt x="14727" y="22460"/>
                  </a:lnTo>
                  <a:lnTo>
                    <a:pt x="15130" y="22140"/>
                  </a:lnTo>
                  <a:lnTo>
                    <a:pt x="15500" y="21804"/>
                  </a:lnTo>
                  <a:lnTo>
                    <a:pt x="15870" y="21451"/>
                  </a:lnTo>
                  <a:lnTo>
                    <a:pt x="16223" y="21064"/>
                  </a:lnTo>
                  <a:lnTo>
                    <a:pt x="16559" y="20661"/>
                  </a:lnTo>
                  <a:lnTo>
                    <a:pt x="16879" y="20241"/>
                  </a:lnTo>
                  <a:lnTo>
                    <a:pt x="17181" y="19804"/>
                  </a:lnTo>
                  <a:lnTo>
                    <a:pt x="17467" y="19350"/>
                  </a:lnTo>
                  <a:lnTo>
                    <a:pt x="17753" y="18879"/>
                  </a:lnTo>
                  <a:lnTo>
                    <a:pt x="18005" y="18391"/>
                  </a:lnTo>
                  <a:lnTo>
                    <a:pt x="18224" y="17870"/>
                  </a:lnTo>
                  <a:lnTo>
                    <a:pt x="18442" y="17349"/>
                  </a:lnTo>
                  <a:lnTo>
                    <a:pt x="18644" y="16811"/>
                  </a:lnTo>
                  <a:lnTo>
                    <a:pt x="18812" y="16273"/>
                  </a:lnTo>
                  <a:lnTo>
                    <a:pt x="18963" y="15702"/>
                  </a:lnTo>
                  <a:lnTo>
                    <a:pt x="19098" y="15130"/>
                  </a:lnTo>
                  <a:lnTo>
                    <a:pt x="19199" y="14542"/>
                  </a:lnTo>
                  <a:lnTo>
                    <a:pt x="19299" y="13953"/>
                  </a:lnTo>
                  <a:lnTo>
                    <a:pt x="19350" y="13348"/>
                  </a:lnTo>
                  <a:lnTo>
                    <a:pt x="19383" y="12726"/>
                  </a:lnTo>
                  <a:lnTo>
                    <a:pt x="19400" y="12104"/>
                  </a:lnTo>
                  <a:lnTo>
                    <a:pt x="19383" y="11482"/>
                  </a:lnTo>
                  <a:lnTo>
                    <a:pt x="19350" y="10877"/>
                  </a:lnTo>
                  <a:lnTo>
                    <a:pt x="19299" y="10272"/>
                  </a:lnTo>
                  <a:lnTo>
                    <a:pt x="19199" y="9666"/>
                  </a:lnTo>
                  <a:lnTo>
                    <a:pt x="19098" y="9095"/>
                  </a:lnTo>
                  <a:lnTo>
                    <a:pt x="18963" y="8506"/>
                  </a:lnTo>
                  <a:lnTo>
                    <a:pt x="18812" y="7952"/>
                  </a:lnTo>
                  <a:lnTo>
                    <a:pt x="18644" y="7397"/>
                  </a:lnTo>
                  <a:lnTo>
                    <a:pt x="18442" y="6859"/>
                  </a:lnTo>
                  <a:lnTo>
                    <a:pt x="18224" y="6338"/>
                  </a:lnTo>
                  <a:lnTo>
                    <a:pt x="18005" y="5834"/>
                  </a:lnTo>
                  <a:lnTo>
                    <a:pt x="17753" y="5346"/>
                  </a:lnTo>
                  <a:lnTo>
                    <a:pt x="17467" y="4875"/>
                  </a:lnTo>
                  <a:lnTo>
                    <a:pt x="17181" y="4421"/>
                  </a:lnTo>
                  <a:lnTo>
                    <a:pt x="16879" y="3967"/>
                  </a:lnTo>
                  <a:lnTo>
                    <a:pt x="16559" y="3547"/>
                  </a:lnTo>
                  <a:lnTo>
                    <a:pt x="16223" y="3144"/>
                  </a:lnTo>
                  <a:lnTo>
                    <a:pt x="15870" y="2774"/>
                  </a:lnTo>
                  <a:lnTo>
                    <a:pt x="15500" y="2404"/>
                  </a:lnTo>
                  <a:lnTo>
                    <a:pt x="15130" y="2068"/>
                  </a:lnTo>
                  <a:lnTo>
                    <a:pt x="14727" y="1765"/>
                  </a:lnTo>
                  <a:lnTo>
                    <a:pt x="14323" y="1463"/>
                  </a:lnTo>
                  <a:lnTo>
                    <a:pt x="13903" y="1194"/>
                  </a:lnTo>
                  <a:lnTo>
                    <a:pt x="13483" y="958"/>
                  </a:lnTo>
                  <a:lnTo>
                    <a:pt x="13029" y="740"/>
                  </a:lnTo>
                  <a:lnTo>
                    <a:pt x="12592" y="555"/>
                  </a:lnTo>
                  <a:lnTo>
                    <a:pt x="12121" y="387"/>
                  </a:lnTo>
                  <a:lnTo>
                    <a:pt x="11650" y="252"/>
                  </a:lnTo>
                  <a:lnTo>
                    <a:pt x="11180" y="135"/>
                  </a:lnTo>
                  <a:lnTo>
                    <a:pt x="10692" y="67"/>
                  </a:lnTo>
                  <a:lnTo>
                    <a:pt x="10205" y="17"/>
                  </a:lnTo>
                  <a:lnTo>
                    <a:pt x="97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1" name="Google Shape;5851;p63"/>
            <p:cNvSpPr/>
            <p:nvPr/>
          </p:nvSpPr>
          <p:spPr>
            <a:xfrm>
              <a:off x="4002475" y="1614950"/>
              <a:ext cx="485025" cy="605625"/>
            </a:xfrm>
            <a:custGeom>
              <a:avLst/>
              <a:gdLst/>
              <a:ahLst/>
              <a:cxnLst/>
              <a:rect l="l" t="t" r="r" b="b"/>
              <a:pathLst>
                <a:path w="19401" h="24225" fill="none" extrusionOk="0">
                  <a:moveTo>
                    <a:pt x="9700" y="24225"/>
                  </a:moveTo>
                  <a:lnTo>
                    <a:pt x="9700" y="24225"/>
                  </a:lnTo>
                  <a:lnTo>
                    <a:pt x="9196" y="24208"/>
                  </a:lnTo>
                  <a:lnTo>
                    <a:pt x="8709" y="24158"/>
                  </a:lnTo>
                  <a:lnTo>
                    <a:pt x="8221" y="24074"/>
                  </a:lnTo>
                  <a:lnTo>
                    <a:pt x="7750" y="23973"/>
                  </a:lnTo>
                  <a:lnTo>
                    <a:pt x="7280" y="23838"/>
                  </a:lnTo>
                  <a:lnTo>
                    <a:pt x="6826" y="23670"/>
                  </a:lnTo>
                  <a:lnTo>
                    <a:pt x="6372" y="23485"/>
                  </a:lnTo>
                  <a:lnTo>
                    <a:pt x="5935" y="23267"/>
                  </a:lnTo>
                  <a:lnTo>
                    <a:pt x="5498" y="23031"/>
                  </a:lnTo>
                  <a:lnTo>
                    <a:pt x="5077" y="22762"/>
                  </a:lnTo>
                  <a:lnTo>
                    <a:pt x="4674" y="22460"/>
                  </a:lnTo>
                  <a:lnTo>
                    <a:pt x="4287" y="22157"/>
                  </a:lnTo>
                  <a:lnTo>
                    <a:pt x="3901" y="21804"/>
                  </a:lnTo>
                  <a:lnTo>
                    <a:pt x="3531" y="21451"/>
                  </a:lnTo>
                  <a:lnTo>
                    <a:pt x="3178" y="21064"/>
                  </a:lnTo>
                  <a:lnTo>
                    <a:pt x="2841" y="20661"/>
                  </a:lnTo>
                  <a:lnTo>
                    <a:pt x="2522" y="20241"/>
                  </a:lnTo>
                  <a:lnTo>
                    <a:pt x="2219" y="19804"/>
                  </a:lnTo>
                  <a:lnTo>
                    <a:pt x="1934" y="19350"/>
                  </a:lnTo>
                  <a:lnTo>
                    <a:pt x="1665" y="18879"/>
                  </a:lnTo>
                  <a:lnTo>
                    <a:pt x="1413" y="18391"/>
                  </a:lnTo>
                  <a:lnTo>
                    <a:pt x="1177" y="17870"/>
                  </a:lnTo>
                  <a:lnTo>
                    <a:pt x="959" y="17349"/>
                  </a:lnTo>
                  <a:lnTo>
                    <a:pt x="757" y="16828"/>
                  </a:lnTo>
                  <a:lnTo>
                    <a:pt x="589" y="16273"/>
                  </a:lnTo>
                  <a:lnTo>
                    <a:pt x="438" y="15702"/>
                  </a:lnTo>
                  <a:lnTo>
                    <a:pt x="303" y="15130"/>
                  </a:lnTo>
                  <a:lnTo>
                    <a:pt x="202" y="14542"/>
                  </a:lnTo>
                  <a:lnTo>
                    <a:pt x="118" y="13953"/>
                  </a:lnTo>
                  <a:lnTo>
                    <a:pt x="51" y="13348"/>
                  </a:lnTo>
                  <a:lnTo>
                    <a:pt x="17" y="12726"/>
                  </a:lnTo>
                  <a:lnTo>
                    <a:pt x="0" y="12104"/>
                  </a:lnTo>
                  <a:lnTo>
                    <a:pt x="0" y="12104"/>
                  </a:lnTo>
                  <a:lnTo>
                    <a:pt x="17" y="11482"/>
                  </a:lnTo>
                  <a:lnTo>
                    <a:pt x="51" y="10877"/>
                  </a:lnTo>
                  <a:lnTo>
                    <a:pt x="118" y="10272"/>
                  </a:lnTo>
                  <a:lnTo>
                    <a:pt x="202" y="9666"/>
                  </a:lnTo>
                  <a:lnTo>
                    <a:pt x="303" y="9095"/>
                  </a:lnTo>
                  <a:lnTo>
                    <a:pt x="438" y="8506"/>
                  </a:lnTo>
                  <a:lnTo>
                    <a:pt x="589" y="7952"/>
                  </a:lnTo>
                  <a:lnTo>
                    <a:pt x="757" y="7397"/>
                  </a:lnTo>
                  <a:lnTo>
                    <a:pt x="959" y="6859"/>
                  </a:lnTo>
                  <a:lnTo>
                    <a:pt x="1177" y="6338"/>
                  </a:lnTo>
                  <a:lnTo>
                    <a:pt x="1413" y="5834"/>
                  </a:lnTo>
                  <a:lnTo>
                    <a:pt x="1665" y="5346"/>
                  </a:lnTo>
                  <a:lnTo>
                    <a:pt x="1934" y="4875"/>
                  </a:lnTo>
                  <a:lnTo>
                    <a:pt x="2219" y="4405"/>
                  </a:lnTo>
                  <a:lnTo>
                    <a:pt x="2522" y="3967"/>
                  </a:lnTo>
                  <a:lnTo>
                    <a:pt x="2841" y="3547"/>
                  </a:lnTo>
                  <a:lnTo>
                    <a:pt x="3178" y="3144"/>
                  </a:lnTo>
                  <a:lnTo>
                    <a:pt x="3531" y="2774"/>
                  </a:lnTo>
                  <a:lnTo>
                    <a:pt x="3901" y="2404"/>
                  </a:lnTo>
                  <a:lnTo>
                    <a:pt x="4287" y="2068"/>
                  </a:lnTo>
                  <a:lnTo>
                    <a:pt x="4674" y="1765"/>
                  </a:lnTo>
                  <a:lnTo>
                    <a:pt x="5077" y="1463"/>
                  </a:lnTo>
                  <a:lnTo>
                    <a:pt x="5498" y="1194"/>
                  </a:lnTo>
                  <a:lnTo>
                    <a:pt x="5935" y="958"/>
                  </a:lnTo>
                  <a:lnTo>
                    <a:pt x="6372" y="740"/>
                  </a:lnTo>
                  <a:lnTo>
                    <a:pt x="6826" y="555"/>
                  </a:lnTo>
                  <a:lnTo>
                    <a:pt x="7280" y="387"/>
                  </a:lnTo>
                  <a:lnTo>
                    <a:pt x="7750" y="252"/>
                  </a:lnTo>
                  <a:lnTo>
                    <a:pt x="8221" y="135"/>
                  </a:lnTo>
                  <a:lnTo>
                    <a:pt x="8709" y="67"/>
                  </a:lnTo>
                  <a:lnTo>
                    <a:pt x="9196" y="17"/>
                  </a:lnTo>
                  <a:lnTo>
                    <a:pt x="9700" y="0"/>
                  </a:lnTo>
                  <a:lnTo>
                    <a:pt x="9700" y="0"/>
                  </a:lnTo>
                  <a:lnTo>
                    <a:pt x="10205" y="17"/>
                  </a:lnTo>
                  <a:lnTo>
                    <a:pt x="10692" y="67"/>
                  </a:lnTo>
                  <a:lnTo>
                    <a:pt x="11180" y="135"/>
                  </a:lnTo>
                  <a:lnTo>
                    <a:pt x="11650" y="252"/>
                  </a:lnTo>
                  <a:lnTo>
                    <a:pt x="12121" y="387"/>
                  </a:lnTo>
                  <a:lnTo>
                    <a:pt x="12592" y="555"/>
                  </a:lnTo>
                  <a:lnTo>
                    <a:pt x="13029" y="740"/>
                  </a:lnTo>
                  <a:lnTo>
                    <a:pt x="13483" y="958"/>
                  </a:lnTo>
                  <a:lnTo>
                    <a:pt x="13903" y="1194"/>
                  </a:lnTo>
                  <a:lnTo>
                    <a:pt x="14323" y="1463"/>
                  </a:lnTo>
                  <a:lnTo>
                    <a:pt x="14727" y="1765"/>
                  </a:lnTo>
                  <a:lnTo>
                    <a:pt x="15130" y="2068"/>
                  </a:lnTo>
                  <a:lnTo>
                    <a:pt x="15500" y="2404"/>
                  </a:lnTo>
                  <a:lnTo>
                    <a:pt x="15870" y="2774"/>
                  </a:lnTo>
                  <a:lnTo>
                    <a:pt x="16223" y="3144"/>
                  </a:lnTo>
                  <a:lnTo>
                    <a:pt x="16559" y="3547"/>
                  </a:lnTo>
                  <a:lnTo>
                    <a:pt x="16879" y="3967"/>
                  </a:lnTo>
                  <a:lnTo>
                    <a:pt x="17181" y="4421"/>
                  </a:lnTo>
                  <a:lnTo>
                    <a:pt x="17467" y="4875"/>
                  </a:lnTo>
                  <a:lnTo>
                    <a:pt x="17753" y="5346"/>
                  </a:lnTo>
                  <a:lnTo>
                    <a:pt x="18005" y="5834"/>
                  </a:lnTo>
                  <a:lnTo>
                    <a:pt x="18224" y="6338"/>
                  </a:lnTo>
                  <a:lnTo>
                    <a:pt x="18442" y="6859"/>
                  </a:lnTo>
                  <a:lnTo>
                    <a:pt x="18644" y="7397"/>
                  </a:lnTo>
                  <a:lnTo>
                    <a:pt x="18812" y="7952"/>
                  </a:lnTo>
                  <a:lnTo>
                    <a:pt x="18963" y="8506"/>
                  </a:lnTo>
                  <a:lnTo>
                    <a:pt x="19098" y="9095"/>
                  </a:lnTo>
                  <a:lnTo>
                    <a:pt x="19199" y="9666"/>
                  </a:lnTo>
                  <a:lnTo>
                    <a:pt x="19299" y="10272"/>
                  </a:lnTo>
                  <a:lnTo>
                    <a:pt x="19350" y="10877"/>
                  </a:lnTo>
                  <a:lnTo>
                    <a:pt x="19383" y="11482"/>
                  </a:lnTo>
                  <a:lnTo>
                    <a:pt x="19400" y="12104"/>
                  </a:lnTo>
                  <a:lnTo>
                    <a:pt x="19400" y="12104"/>
                  </a:lnTo>
                  <a:lnTo>
                    <a:pt x="19383" y="12726"/>
                  </a:lnTo>
                  <a:lnTo>
                    <a:pt x="19350" y="13348"/>
                  </a:lnTo>
                  <a:lnTo>
                    <a:pt x="19299" y="13953"/>
                  </a:lnTo>
                  <a:lnTo>
                    <a:pt x="19199" y="14542"/>
                  </a:lnTo>
                  <a:lnTo>
                    <a:pt x="19098" y="15130"/>
                  </a:lnTo>
                  <a:lnTo>
                    <a:pt x="18963" y="15702"/>
                  </a:lnTo>
                  <a:lnTo>
                    <a:pt x="18812" y="16273"/>
                  </a:lnTo>
                  <a:lnTo>
                    <a:pt x="18644" y="16811"/>
                  </a:lnTo>
                  <a:lnTo>
                    <a:pt x="18442" y="17349"/>
                  </a:lnTo>
                  <a:lnTo>
                    <a:pt x="18224" y="17870"/>
                  </a:lnTo>
                  <a:lnTo>
                    <a:pt x="18005" y="18391"/>
                  </a:lnTo>
                  <a:lnTo>
                    <a:pt x="17753" y="18879"/>
                  </a:lnTo>
                  <a:lnTo>
                    <a:pt x="17467" y="19350"/>
                  </a:lnTo>
                  <a:lnTo>
                    <a:pt x="17181" y="19804"/>
                  </a:lnTo>
                  <a:lnTo>
                    <a:pt x="16879" y="20241"/>
                  </a:lnTo>
                  <a:lnTo>
                    <a:pt x="16559" y="20661"/>
                  </a:lnTo>
                  <a:lnTo>
                    <a:pt x="16223" y="21064"/>
                  </a:lnTo>
                  <a:lnTo>
                    <a:pt x="15870" y="21451"/>
                  </a:lnTo>
                  <a:lnTo>
                    <a:pt x="15500" y="21804"/>
                  </a:lnTo>
                  <a:lnTo>
                    <a:pt x="15130" y="22140"/>
                  </a:lnTo>
                  <a:lnTo>
                    <a:pt x="14727" y="22460"/>
                  </a:lnTo>
                  <a:lnTo>
                    <a:pt x="14323" y="22762"/>
                  </a:lnTo>
                  <a:lnTo>
                    <a:pt x="13903" y="23031"/>
                  </a:lnTo>
                  <a:lnTo>
                    <a:pt x="13483" y="23267"/>
                  </a:lnTo>
                  <a:lnTo>
                    <a:pt x="13029" y="23485"/>
                  </a:lnTo>
                  <a:lnTo>
                    <a:pt x="12592" y="23670"/>
                  </a:lnTo>
                  <a:lnTo>
                    <a:pt x="12121" y="23838"/>
                  </a:lnTo>
                  <a:lnTo>
                    <a:pt x="11650" y="23973"/>
                  </a:lnTo>
                  <a:lnTo>
                    <a:pt x="11180" y="24074"/>
                  </a:lnTo>
                  <a:lnTo>
                    <a:pt x="10692" y="24158"/>
                  </a:lnTo>
                  <a:lnTo>
                    <a:pt x="10205" y="24208"/>
                  </a:lnTo>
                  <a:lnTo>
                    <a:pt x="9700" y="242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2" name="Google Shape;5852;p63"/>
            <p:cNvSpPr/>
            <p:nvPr/>
          </p:nvSpPr>
          <p:spPr>
            <a:xfrm>
              <a:off x="4026850" y="1639325"/>
              <a:ext cx="436275" cy="556875"/>
            </a:xfrm>
            <a:custGeom>
              <a:avLst/>
              <a:gdLst/>
              <a:ahLst/>
              <a:cxnLst/>
              <a:rect l="l" t="t" r="r" b="b"/>
              <a:pathLst>
                <a:path w="17451" h="22275" fill="none" extrusionOk="0">
                  <a:moveTo>
                    <a:pt x="8725" y="0"/>
                  </a:moveTo>
                  <a:lnTo>
                    <a:pt x="8725" y="0"/>
                  </a:lnTo>
                  <a:lnTo>
                    <a:pt x="8271" y="17"/>
                  </a:lnTo>
                  <a:lnTo>
                    <a:pt x="7834" y="51"/>
                  </a:lnTo>
                  <a:lnTo>
                    <a:pt x="7397" y="135"/>
                  </a:lnTo>
                  <a:lnTo>
                    <a:pt x="6977" y="219"/>
                  </a:lnTo>
                  <a:lnTo>
                    <a:pt x="6540" y="353"/>
                  </a:lnTo>
                  <a:lnTo>
                    <a:pt x="6136" y="504"/>
                  </a:lnTo>
                  <a:lnTo>
                    <a:pt x="5733" y="673"/>
                  </a:lnTo>
                  <a:lnTo>
                    <a:pt x="5330" y="874"/>
                  </a:lnTo>
                  <a:lnTo>
                    <a:pt x="4943" y="1093"/>
                  </a:lnTo>
                  <a:lnTo>
                    <a:pt x="4573" y="1345"/>
                  </a:lnTo>
                  <a:lnTo>
                    <a:pt x="4203" y="1614"/>
                  </a:lnTo>
                  <a:lnTo>
                    <a:pt x="3850" y="1900"/>
                  </a:lnTo>
                  <a:lnTo>
                    <a:pt x="3497" y="2219"/>
                  </a:lnTo>
                  <a:lnTo>
                    <a:pt x="3178" y="2539"/>
                  </a:lnTo>
                  <a:lnTo>
                    <a:pt x="2858" y="2892"/>
                  </a:lnTo>
                  <a:lnTo>
                    <a:pt x="2556" y="3261"/>
                  </a:lnTo>
                  <a:lnTo>
                    <a:pt x="2270" y="3648"/>
                  </a:lnTo>
                  <a:lnTo>
                    <a:pt x="1984" y="4052"/>
                  </a:lnTo>
                  <a:lnTo>
                    <a:pt x="1732" y="4472"/>
                  </a:lnTo>
                  <a:lnTo>
                    <a:pt x="1497" y="4909"/>
                  </a:lnTo>
                  <a:lnTo>
                    <a:pt x="1261" y="5363"/>
                  </a:lnTo>
                  <a:lnTo>
                    <a:pt x="1043" y="5834"/>
                  </a:lnTo>
                  <a:lnTo>
                    <a:pt x="858" y="6304"/>
                  </a:lnTo>
                  <a:lnTo>
                    <a:pt x="690" y="6809"/>
                  </a:lnTo>
                  <a:lnTo>
                    <a:pt x="522" y="7313"/>
                  </a:lnTo>
                  <a:lnTo>
                    <a:pt x="387" y="7834"/>
                  </a:lnTo>
                  <a:lnTo>
                    <a:pt x="269" y="8355"/>
                  </a:lnTo>
                  <a:lnTo>
                    <a:pt x="169" y="8893"/>
                  </a:lnTo>
                  <a:lnTo>
                    <a:pt x="101" y="9448"/>
                  </a:lnTo>
                  <a:lnTo>
                    <a:pt x="34" y="10003"/>
                  </a:lnTo>
                  <a:lnTo>
                    <a:pt x="0" y="10557"/>
                  </a:lnTo>
                  <a:lnTo>
                    <a:pt x="0" y="11129"/>
                  </a:lnTo>
                  <a:lnTo>
                    <a:pt x="0" y="11129"/>
                  </a:lnTo>
                  <a:lnTo>
                    <a:pt x="0" y="11701"/>
                  </a:lnTo>
                  <a:lnTo>
                    <a:pt x="34" y="12272"/>
                  </a:lnTo>
                  <a:lnTo>
                    <a:pt x="101" y="12827"/>
                  </a:lnTo>
                  <a:lnTo>
                    <a:pt x="169" y="13382"/>
                  </a:lnTo>
                  <a:lnTo>
                    <a:pt x="269" y="13920"/>
                  </a:lnTo>
                  <a:lnTo>
                    <a:pt x="387" y="14441"/>
                  </a:lnTo>
                  <a:lnTo>
                    <a:pt x="522" y="14962"/>
                  </a:lnTo>
                  <a:lnTo>
                    <a:pt x="690" y="15466"/>
                  </a:lnTo>
                  <a:lnTo>
                    <a:pt x="858" y="15954"/>
                  </a:lnTo>
                  <a:lnTo>
                    <a:pt x="1060" y="16441"/>
                  </a:lnTo>
                  <a:lnTo>
                    <a:pt x="1261" y="16912"/>
                  </a:lnTo>
                  <a:lnTo>
                    <a:pt x="1497" y="17366"/>
                  </a:lnTo>
                  <a:lnTo>
                    <a:pt x="1732" y="17786"/>
                  </a:lnTo>
                  <a:lnTo>
                    <a:pt x="2001" y="18223"/>
                  </a:lnTo>
                  <a:lnTo>
                    <a:pt x="2270" y="18627"/>
                  </a:lnTo>
                  <a:lnTo>
                    <a:pt x="2556" y="19013"/>
                  </a:lnTo>
                  <a:lnTo>
                    <a:pt x="2858" y="19383"/>
                  </a:lnTo>
                  <a:lnTo>
                    <a:pt x="3178" y="19720"/>
                  </a:lnTo>
                  <a:lnTo>
                    <a:pt x="3514" y="20056"/>
                  </a:lnTo>
                  <a:lnTo>
                    <a:pt x="3850" y="20375"/>
                  </a:lnTo>
                  <a:lnTo>
                    <a:pt x="4203" y="20661"/>
                  </a:lnTo>
                  <a:lnTo>
                    <a:pt x="4573" y="20930"/>
                  </a:lnTo>
                  <a:lnTo>
                    <a:pt x="4943" y="21165"/>
                  </a:lnTo>
                  <a:lnTo>
                    <a:pt x="5330" y="21401"/>
                  </a:lnTo>
                  <a:lnTo>
                    <a:pt x="5733" y="21602"/>
                  </a:lnTo>
                  <a:lnTo>
                    <a:pt x="6136" y="21770"/>
                  </a:lnTo>
                  <a:lnTo>
                    <a:pt x="6557" y="21922"/>
                  </a:lnTo>
                  <a:lnTo>
                    <a:pt x="6977" y="22039"/>
                  </a:lnTo>
                  <a:lnTo>
                    <a:pt x="7397" y="22140"/>
                  </a:lnTo>
                  <a:lnTo>
                    <a:pt x="7834" y="22208"/>
                  </a:lnTo>
                  <a:lnTo>
                    <a:pt x="8271" y="22258"/>
                  </a:lnTo>
                  <a:lnTo>
                    <a:pt x="8725" y="22275"/>
                  </a:lnTo>
                  <a:lnTo>
                    <a:pt x="8725" y="22275"/>
                  </a:lnTo>
                  <a:lnTo>
                    <a:pt x="9179" y="22258"/>
                  </a:lnTo>
                  <a:lnTo>
                    <a:pt x="9616" y="22208"/>
                  </a:lnTo>
                  <a:lnTo>
                    <a:pt x="10053" y="22140"/>
                  </a:lnTo>
                  <a:lnTo>
                    <a:pt x="10491" y="22039"/>
                  </a:lnTo>
                  <a:lnTo>
                    <a:pt x="10911" y="21922"/>
                  </a:lnTo>
                  <a:lnTo>
                    <a:pt x="11314" y="21770"/>
                  </a:lnTo>
                  <a:lnTo>
                    <a:pt x="11718" y="21602"/>
                  </a:lnTo>
                  <a:lnTo>
                    <a:pt x="12121" y="21401"/>
                  </a:lnTo>
                  <a:lnTo>
                    <a:pt x="12508" y="21165"/>
                  </a:lnTo>
                  <a:lnTo>
                    <a:pt x="12878" y="20930"/>
                  </a:lnTo>
                  <a:lnTo>
                    <a:pt x="13248" y="20661"/>
                  </a:lnTo>
                  <a:lnTo>
                    <a:pt x="13601" y="20375"/>
                  </a:lnTo>
                  <a:lnTo>
                    <a:pt x="13954" y="20056"/>
                  </a:lnTo>
                  <a:lnTo>
                    <a:pt x="14273" y="19720"/>
                  </a:lnTo>
                  <a:lnTo>
                    <a:pt x="14592" y="19383"/>
                  </a:lnTo>
                  <a:lnTo>
                    <a:pt x="14895" y="19013"/>
                  </a:lnTo>
                  <a:lnTo>
                    <a:pt x="15181" y="18627"/>
                  </a:lnTo>
                  <a:lnTo>
                    <a:pt x="15467" y="18223"/>
                  </a:lnTo>
                  <a:lnTo>
                    <a:pt x="15719" y="17803"/>
                  </a:lnTo>
                  <a:lnTo>
                    <a:pt x="15971" y="17366"/>
                  </a:lnTo>
                  <a:lnTo>
                    <a:pt x="16189" y="16912"/>
                  </a:lnTo>
                  <a:lnTo>
                    <a:pt x="16408" y="16441"/>
                  </a:lnTo>
                  <a:lnTo>
                    <a:pt x="16593" y="15954"/>
                  </a:lnTo>
                  <a:lnTo>
                    <a:pt x="16778" y="15466"/>
                  </a:lnTo>
                  <a:lnTo>
                    <a:pt x="16929" y="14962"/>
                  </a:lnTo>
                  <a:lnTo>
                    <a:pt x="17064" y="14441"/>
                  </a:lnTo>
                  <a:lnTo>
                    <a:pt x="17181" y="13920"/>
                  </a:lnTo>
                  <a:lnTo>
                    <a:pt x="17282" y="13382"/>
                  </a:lnTo>
                  <a:lnTo>
                    <a:pt x="17349" y="12827"/>
                  </a:lnTo>
                  <a:lnTo>
                    <a:pt x="17417" y="12272"/>
                  </a:lnTo>
                  <a:lnTo>
                    <a:pt x="17450" y="11701"/>
                  </a:lnTo>
                  <a:lnTo>
                    <a:pt x="17450" y="11129"/>
                  </a:lnTo>
                  <a:lnTo>
                    <a:pt x="17450" y="11129"/>
                  </a:lnTo>
                  <a:lnTo>
                    <a:pt x="17450" y="10557"/>
                  </a:lnTo>
                  <a:lnTo>
                    <a:pt x="17417" y="10003"/>
                  </a:lnTo>
                  <a:lnTo>
                    <a:pt x="17349" y="9448"/>
                  </a:lnTo>
                  <a:lnTo>
                    <a:pt x="17282" y="8893"/>
                  </a:lnTo>
                  <a:lnTo>
                    <a:pt x="17181" y="8355"/>
                  </a:lnTo>
                  <a:lnTo>
                    <a:pt x="17064" y="7834"/>
                  </a:lnTo>
                  <a:lnTo>
                    <a:pt x="16929" y="7313"/>
                  </a:lnTo>
                  <a:lnTo>
                    <a:pt x="16778" y="6809"/>
                  </a:lnTo>
                  <a:lnTo>
                    <a:pt x="16593" y="6304"/>
                  </a:lnTo>
                  <a:lnTo>
                    <a:pt x="16408" y="5834"/>
                  </a:lnTo>
                  <a:lnTo>
                    <a:pt x="16189" y="5363"/>
                  </a:lnTo>
                  <a:lnTo>
                    <a:pt x="15971" y="4909"/>
                  </a:lnTo>
                  <a:lnTo>
                    <a:pt x="15719" y="4472"/>
                  </a:lnTo>
                  <a:lnTo>
                    <a:pt x="15467" y="4052"/>
                  </a:lnTo>
                  <a:lnTo>
                    <a:pt x="15181" y="3648"/>
                  </a:lnTo>
                  <a:lnTo>
                    <a:pt x="14895" y="3261"/>
                  </a:lnTo>
                  <a:lnTo>
                    <a:pt x="14592" y="2892"/>
                  </a:lnTo>
                  <a:lnTo>
                    <a:pt x="14273" y="2539"/>
                  </a:lnTo>
                  <a:lnTo>
                    <a:pt x="13954" y="2219"/>
                  </a:lnTo>
                  <a:lnTo>
                    <a:pt x="13601" y="1900"/>
                  </a:lnTo>
                  <a:lnTo>
                    <a:pt x="13248" y="1614"/>
                  </a:lnTo>
                  <a:lnTo>
                    <a:pt x="12878" y="1345"/>
                  </a:lnTo>
                  <a:lnTo>
                    <a:pt x="12508" y="1093"/>
                  </a:lnTo>
                  <a:lnTo>
                    <a:pt x="12121" y="874"/>
                  </a:lnTo>
                  <a:lnTo>
                    <a:pt x="11718" y="673"/>
                  </a:lnTo>
                  <a:lnTo>
                    <a:pt x="11314" y="504"/>
                  </a:lnTo>
                  <a:lnTo>
                    <a:pt x="10911" y="353"/>
                  </a:lnTo>
                  <a:lnTo>
                    <a:pt x="10491" y="219"/>
                  </a:lnTo>
                  <a:lnTo>
                    <a:pt x="10053" y="135"/>
                  </a:lnTo>
                  <a:lnTo>
                    <a:pt x="9616" y="51"/>
                  </a:lnTo>
                  <a:lnTo>
                    <a:pt x="9179" y="17"/>
                  </a:lnTo>
                  <a:lnTo>
                    <a:pt x="872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3" name="Google Shape;5853;p63"/>
            <p:cNvSpPr/>
            <p:nvPr/>
          </p:nvSpPr>
          <p:spPr>
            <a:xfrm>
              <a:off x="4049550" y="1649400"/>
              <a:ext cx="429125" cy="536725"/>
            </a:xfrm>
            <a:custGeom>
              <a:avLst/>
              <a:gdLst/>
              <a:ahLst/>
              <a:cxnLst/>
              <a:rect l="l" t="t" r="r" b="b"/>
              <a:pathLst>
                <a:path w="17165" h="21469" extrusionOk="0">
                  <a:moveTo>
                    <a:pt x="8591" y="690"/>
                  </a:moveTo>
                  <a:lnTo>
                    <a:pt x="8994" y="707"/>
                  </a:lnTo>
                  <a:lnTo>
                    <a:pt x="9398" y="740"/>
                  </a:lnTo>
                  <a:lnTo>
                    <a:pt x="9784" y="808"/>
                  </a:lnTo>
                  <a:lnTo>
                    <a:pt x="10171" y="908"/>
                  </a:lnTo>
                  <a:lnTo>
                    <a:pt x="10558" y="1009"/>
                  </a:lnTo>
                  <a:lnTo>
                    <a:pt x="10927" y="1144"/>
                  </a:lnTo>
                  <a:lnTo>
                    <a:pt x="11297" y="1312"/>
                  </a:lnTo>
                  <a:lnTo>
                    <a:pt x="11650" y="1480"/>
                  </a:lnTo>
                  <a:lnTo>
                    <a:pt x="12003" y="1682"/>
                  </a:lnTo>
                  <a:lnTo>
                    <a:pt x="12340" y="1900"/>
                  </a:lnTo>
                  <a:lnTo>
                    <a:pt x="12676" y="2152"/>
                  </a:lnTo>
                  <a:lnTo>
                    <a:pt x="12995" y="2405"/>
                  </a:lnTo>
                  <a:lnTo>
                    <a:pt x="13298" y="2690"/>
                  </a:lnTo>
                  <a:lnTo>
                    <a:pt x="13600" y="2993"/>
                  </a:lnTo>
                  <a:lnTo>
                    <a:pt x="13886" y="3312"/>
                  </a:lnTo>
                  <a:lnTo>
                    <a:pt x="14155" y="3632"/>
                  </a:lnTo>
                  <a:lnTo>
                    <a:pt x="14424" y="3985"/>
                  </a:lnTo>
                  <a:lnTo>
                    <a:pt x="14676" y="4355"/>
                  </a:lnTo>
                  <a:lnTo>
                    <a:pt x="14912" y="4724"/>
                  </a:lnTo>
                  <a:lnTo>
                    <a:pt x="15130" y="5128"/>
                  </a:lnTo>
                  <a:lnTo>
                    <a:pt x="15332" y="5531"/>
                  </a:lnTo>
                  <a:lnTo>
                    <a:pt x="15517" y="5952"/>
                  </a:lnTo>
                  <a:lnTo>
                    <a:pt x="15702" y="6389"/>
                  </a:lnTo>
                  <a:lnTo>
                    <a:pt x="15853" y="6826"/>
                  </a:lnTo>
                  <a:lnTo>
                    <a:pt x="15987" y="7280"/>
                  </a:lnTo>
                  <a:lnTo>
                    <a:pt x="16122" y="7750"/>
                  </a:lnTo>
                  <a:lnTo>
                    <a:pt x="16223" y="8221"/>
                  </a:lnTo>
                  <a:lnTo>
                    <a:pt x="16307" y="8709"/>
                  </a:lnTo>
                  <a:lnTo>
                    <a:pt x="16391" y="9196"/>
                  </a:lnTo>
                  <a:lnTo>
                    <a:pt x="16441" y="9701"/>
                  </a:lnTo>
                  <a:lnTo>
                    <a:pt x="16458" y="10205"/>
                  </a:lnTo>
                  <a:lnTo>
                    <a:pt x="16475" y="10726"/>
                  </a:lnTo>
                  <a:lnTo>
                    <a:pt x="16458" y="11247"/>
                  </a:lnTo>
                  <a:lnTo>
                    <a:pt x="16441" y="11752"/>
                  </a:lnTo>
                  <a:lnTo>
                    <a:pt x="16391" y="12256"/>
                  </a:lnTo>
                  <a:lnTo>
                    <a:pt x="16307" y="12743"/>
                  </a:lnTo>
                  <a:lnTo>
                    <a:pt x="16223" y="13231"/>
                  </a:lnTo>
                  <a:lnTo>
                    <a:pt x="16122" y="13702"/>
                  </a:lnTo>
                  <a:lnTo>
                    <a:pt x="15987" y="14172"/>
                  </a:lnTo>
                  <a:lnTo>
                    <a:pt x="15853" y="14626"/>
                  </a:lnTo>
                  <a:lnTo>
                    <a:pt x="15702" y="15080"/>
                  </a:lnTo>
                  <a:lnTo>
                    <a:pt x="15517" y="15500"/>
                  </a:lnTo>
                  <a:lnTo>
                    <a:pt x="15332" y="15921"/>
                  </a:lnTo>
                  <a:lnTo>
                    <a:pt x="15130" y="16341"/>
                  </a:lnTo>
                  <a:lnTo>
                    <a:pt x="14912" y="16728"/>
                  </a:lnTo>
                  <a:lnTo>
                    <a:pt x="14676" y="17114"/>
                  </a:lnTo>
                  <a:lnTo>
                    <a:pt x="14424" y="17467"/>
                  </a:lnTo>
                  <a:lnTo>
                    <a:pt x="14155" y="17820"/>
                  </a:lnTo>
                  <a:lnTo>
                    <a:pt x="13886" y="18157"/>
                  </a:lnTo>
                  <a:lnTo>
                    <a:pt x="13600" y="18476"/>
                  </a:lnTo>
                  <a:lnTo>
                    <a:pt x="13298" y="18762"/>
                  </a:lnTo>
                  <a:lnTo>
                    <a:pt x="12995" y="19048"/>
                  </a:lnTo>
                  <a:lnTo>
                    <a:pt x="12676" y="19317"/>
                  </a:lnTo>
                  <a:lnTo>
                    <a:pt x="12340" y="19552"/>
                  </a:lnTo>
                  <a:lnTo>
                    <a:pt x="12003" y="19770"/>
                  </a:lnTo>
                  <a:lnTo>
                    <a:pt x="11650" y="19972"/>
                  </a:lnTo>
                  <a:lnTo>
                    <a:pt x="11297" y="20157"/>
                  </a:lnTo>
                  <a:lnTo>
                    <a:pt x="10927" y="20308"/>
                  </a:lnTo>
                  <a:lnTo>
                    <a:pt x="10558" y="20443"/>
                  </a:lnTo>
                  <a:lnTo>
                    <a:pt x="10171" y="20561"/>
                  </a:lnTo>
                  <a:lnTo>
                    <a:pt x="9784" y="20645"/>
                  </a:lnTo>
                  <a:lnTo>
                    <a:pt x="9398" y="20712"/>
                  </a:lnTo>
                  <a:lnTo>
                    <a:pt x="8994" y="20745"/>
                  </a:lnTo>
                  <a:lnTo>
                    <a:pt x="8591" y="20762"/>
                  </a:lnTo>
                  <a:lnTo>
                    <a:pt x="8187" y="20745"/>
                  </a:lnTo>
                  <a:lnTo>
                    <a:pt x="7784" y="20712"/>
                  </a:lnTo>
                  <a:lnTo>
                    <a:pt x="7380" y="20645"/>
                  </a:lnTo>
                  <a:lnTo>
                    <a:pt x="6994" y="20561"/>
                  </a:lnTo>
                  <a:lnTo>
                    <a:pt x="6607" y="20443"/>
                  </a:lnTo>
                  <a:lnTo>
                    <a:pt x="6237" y="20308"/>
                  </a:lnTo>
                  <a:lnTo>
                    <a:pt x="5867" y="20157"/>
                  </a:lnTo>
                  <a:lnTo>
                    <a:pt x="5514" y="19972"/>
                  </a:lnTo>
                  <a:lnTo>
                    <a:pt x="5161" y="19770"/>
                  </a:lnTo>
                  <a:lnTo>
                    <a:pt x="4825" y="19552"/>
                  </a:lnTo>
                  <a:lnTo>
                    <a:pt x="4489" y="19317"/>
                  </a:lnTo>
                  <a:lnTo>
                    <a:pt x="4169" y="19048"/>
                  </a:lnTo>
                  <a:lnTo>
                    <a:pt x="3867" y="18762"/>
                  </a:lnTo>
                  <a:lnTo>
                    <a:pt x="3564" y="18476"/>
                  </a:lnTo>
                  <a:lnTo>
                    <a:pt x="3278" y="18157"/>
                  </a:lnTo>
                  <a:lnTo>
                    <a:pt x="3009" y="17820"/>
                  </a:lnTo>
                  <a:lnTo>
                    <a:pt x="2740" y="17467"/>
                  </a:lnTo>
                  <a:lnTo>
                    <a:pt x="2505" y="17114"/>
                  </a:lnTo>
                  <a:lnTo>
                    <a:pt x="2270" y="16728"/>
                  </a:lnTo>
                  <a:lnTo>
                    <a:pt x="2051" y="16341"/>
                  </a:lnTo>
                  <a:lnTo>
                    <a:pt x="1833" y="15921"/>
                  </a:lnTo>
                  <a:lnTo>
                    <a:pt x="1648" y="15500"/>
                  </a:lnTo>
                  <a:lnTo>
                    <a:pt x="1480" y="15080"/>
                  </a:lnTo>
                  <a:lnTo>
                    <a:pt x="1312" y="14626"/>
                  </a:lnTo>
                  <a:lnTo>
                    <a:pt x="1177" y="14172"/>
                  </a:lnTo>
                  <a:lnTo>
                    <a:pt x="1059" y="13702"/>
                  </a:lnTo>
                  <a:lnTo>
                    <a:pt x="942" y="13231"/>
                  </a:lnTo>
                  <a:lnTo>
                    <a:pt x="858" y="12743"/>
                  </a:lnTo>
                  <a:lnTo>
                    <a:pt x="790" y="12256"/>
                  </a:lnTo>
                  <a:lnTo>
                    <a:pt x="740" y="11752"/>
                  </a:lnTo>
                  <a:lnTo>
                    <a:pt x="706" y="11247"/>
                  </a:lnTo>
                  <a:lnTo>
                    <a:pt x="690" y="10726"/>
                  </a:lnTo>
                  <a:lnTo>
                    <a:pt x="706" y="10205"/>
                  </a:lnTo>
                  <a:lnTo>
                    <a:pt x="740" y="9701"/>
                  </a:lnTo>
                  <a:lnTo>
                    <a:pt x="790" y="9196"/>
                  </a:lnTo>
                  <a:lnTo>
                    <a:pt x="858" y="8709"/>
                  </a:lnTo>
                  <a:lnTo>
                    <a:pt x="942" y="8221"/>
                  </a:lnTo>
                  <a:lnTo>
                    <a:pt x="1059" y="7750"/>
                  </a:lnTo>
                  <a:lnTo>
                    <a:pt x="1177" y="7280"/>
                  </a:lnTo>
                  <a:lnTo>
                    <a:pt x="1312" y="6826"/>
                  </a:lnTo>
                  <a:lnTo>
                    <a:pt x="1480" y="6389"/>
                  </a:lnTo>
                  <a:lnTo>
                    <a:pt x="1648" y="5952"/>
                  </a:lnTo>
                  <a:lnTo>
                    <a:pt x="1833" y="5531"/>
                  </a:lnTo>
                  <a:lnTo>
                    <a:pt x="2051" y="5128"/>
                  </a:lnTo>
                  <a:lnTo>
                    <a:pt x="2270" y="4724"/>
                  </a:lnTo>
                  <a:lnTo>
                    <a:pt x="2505" y="4355"/>
                  </a:lnTo>
                  <a:lnTo>
                    <a:pt x="2740" y="3985"/>
                  </a:lnTo>
                  <a:lnTo>
                    <a:pt x="3009" y="3632"/>
                  </a:lnTo>
                  <a:lnTo>
                    <a:pt x="3278" y="3296"/>
                  </a:lnTo>
                  <a:lnTo>
                    <a:pt x="3564" y="2993"/>
                  </a:lnTo>
                  <a:lnTo>
                    <a:pt x="3867" y="2690"/>
                  </a:lnTo>
                  <a:lnTo>
                    <a:pt x="4169" y="2405"/>
                  </a:lnTo>
                  <a:lnTo>
                    <a:pt x="4489" y="2152"/>
                  </a:lnTo>
                  <a:lnTo>
                    <a:pt x="4825" y="1900"/>
                  </a:lnTo>
                  <a:lnTo>
                    <a:pt x="5161" y="1682"/>
                  </a:lnTo>
                  <a:lnTo>
                    <a:pt x="5514" y="1480"/>
                  </a:lnTo>
                  <a:lnTo>
                    <a:pt x="5867" y="1295"/>
                  </a:lnTo>
                  <a:lnTo>
                    <a:pt x="6237" y="1144"/>
                  </a:lnTo>
                  <a:lnTo>
                    <a:pt x="6607" y="1009"/>
                  </a:lnTo>
                  <a:lnTo>
                    <a:pt x="6994" y="892"/>
                  </a:lnTo>
                  <a:lnTo>
                    <a:pt x="7380" y="808"/>
                  </a:lnTo>
                  <a:lnTo>
                    <a:pt x="7784" y="740"/>
                  </a:lnTo>
                  <a:lnTo>
                    <a:pt x="8187" y="707"/>
                  </a:lnTo>
                  <a:lnTo>
                    <a:pt x="8591" y="690"/>
                  </a:lnTo>
                  <a:close/>
                  <a:moveTo>
                    <a:pt x="8591" y="1"/>
                  </a:moveTo>
                  <a:lnTo>
                    <a:pt x="8137" y="17"/>
                  </a:lnTo>
                  <a:lnTo>
                    <a:pt x="7716" y="51"/>
                  </a:lnTo>
                  <a:lnTo>
                    <a:pt x="7279" y="118"/>
                  </a:lnTo>
                  <a:lnTo>
                    <a:pt x="6859" y="219"/>
                  </a:lnTo>
                  <a:lnTo>
                    <a:pt x="6439" y="337"/>
                  </a:lnTo>
                  <a:lnTo>
                    <a:pt x="6035" y="488"/>
                  </a:lnTo>
                  <a:lnTo>
                    <a:pt x="5632" y="656"/>
                  </a:lnTo>
                  <a:lnTo>
                    <a:pt x="5245" y="841"/>
                  </a:lnTo>
                  <a:lnTo>
                    <a:pt x="4875" y="1060"/>
                  </a:lnTo>
                  <a:lnTo>
                    <a:pt x="4506" y="1295"/>
                  </a:lnTo>
                  <a:lnTo>
                    <a:pt x="4136" y="1564"/>
                  </a:lnTo>
                  <a:lnTo>
                    <a:pt x="3783" y="1833"/>
                  </a:lnTo>
                  <a:lnTo>
                    <a:pt x="3447" y="2136"/>
                  </a:lnTo>
                  <a:lnTo>
                    <a:pt x="3127" y="2455"/>
                  </a:lnTo>
                  <a:lnTo>
                    <a:pt x="2825" y="2791"/>
                  </a:lnTo>
                  <a:lnTo>
                    <a:pt x="2522" y="3144"/>
                  </a:lnTo>
                  <a:lnTo>
                    <a:pt x="2236" y="3514"/>
                  </a:lnTo>
                  <a:lnTo>
                    <a:pt x="1967" y="3918"/>
                  </a:lnTo>
                  <a:lnTo>
                    <a:pt x="1715" y="4321"/>
                  </a:lnTo>
                  <a:lnTo>
                    <a:pt x="1463" y="4741"/>
                  </a:lnTo>
                  <a:lnTo>
                    <a:pt x="1244" y="5178"/>
                  </a:lnTo>
                  <a:lnTo>
                    <a:pt x="1043" y="5615"/>
                  </a:lnTo>
                  <a:lnTo>
                    <a:pt x="858" y="6086"/>
                  </a:lnTo>
                  <a:lnTo>
                    <a:pt x="673" y="6557"/>
                  </a:lnTo>
                  <a:lnTo>
                    <a:pt x="521" y="7044"/>
                  </a:lnTo>
                  <a:lnTo>
                    <a:pt x="387" y="7549"/>
                  </a:lnTo>
                  <a:lnTo>
                    <a:pt x="269" y="8053"/>
                  </a:lnTo>
                  <a:lnTo>
                    <a:pt x="185" y="8574"/>
                  </a:lnTo>
                  <a:lnTo>
                    <a:pt x="101" y="9095"/>
                  </a:lnTo>
                  <a:lnTo>
                    <a:pt x="51" y="9633"/>
                  </a:lnTo>
                  <a:lnTo>
                    <a:pt x="17" y="10188"/>
                  </a:lnTo>
                  <a:lnTo>
                    <a:pt x="0" y="10726"/>
                  </a:lnTo>
                  <a:lnTo>
                    <a:pt x="17" y="11281"/>
                  </a:lnTo>
                  <a:lnTo>
                    <a:pt x="51" y="11836"/>
                  </a:lnTo>
                  <a:lnTo>
                    <a:pt x="101" y="12357"/>
                  </a:lnTo>
                  <a:lnTo>
                    <a:pt x="185" y="12895"/>
                  </a:lnTo>
                  <a:lnTo>
                    <a:pt x="269" y="13416"/>
                  </a:lnTo>
                  <a:lnTo>
                    <a:pt x="387" y="13920"/>
                  </a:lnTo>
                  <a:lnTo>
                    <a:pt x="521" y="14424"/>
                  </a:lnTo>
                  <a:lnTo>
                    <a:pt x="673" y="14912"/>
                  </a:lnTo>
                  <a:lnTo>
                    <a:pt x="858" y="15383"/>
                  </a:lnTo>
                  <a:lnTo>
                    <a:pt x="1043" y="15837"/>
                  </a:lnTo>
                  <a:lnTo>
                    <a:pt x="1244" y="16291"/>
                  </a:lnTo>
                  <a:lnTo>
                    <a:pt x="1463" y="16728"/>
                  </a:lnTo>
                  <a:lnTo>
                    <a:pt x="1715" y="17148"/>
                  </a:lnTo>
                  <a:lnTo>
                    <a:pt x="1967" y="17551"/>
                  </a:lnTo>
                  <a:lnTo>
                    <a:pt x="2236" y="17938"/>
                  </a:lnTo>
                  <a:lnTo>
                    <a:pt x="2522" y="18325"/>
                  </a:lnTo>
                  <a:lnTo>
                    <a:pt x="2825" y="18678"/>
                  </a:lnTo>
                  <a:lnTo>
                    <a:pt x="3127" y="19014"/>
                  </a:lnTo>
                  <a:lnTo>
                    <a:pt x="3447" y="19333"/>
                  </a:lnTo>
                  <a:lnTo>
                    <a:pt x="3783" y="19636"/>
                  </a:lnTo>
                  <a:lnTo>
                    <a:pt x="4136" y="19905"/>
                  </a:lnTo>
                  <a:lnTo>
                    <a:pt x="4506" y="20174"/>
                  </a:lnTo>
                  <a:lnTo>
                    <a:pt x="4875" y="20409"/>
                  </a:lnTo>
                  <a:lnTo>
                    <a:pt x="5245" y="20628"/>
                  </a:lnTo>
                  <a:lnTo>
                    <a:pt x="5632" y="20813"/>
                  </a:lnTo>
                  <a:lnTo>
                    <a:pt x="6035" y="20981"/>
                  </a:lnTo>
                  <a:lnTo>
                    <a:pt x="6439" y="21132"/>
                  </a:lnTo>
                  <a:lnTo>
                    <a:pt x="6859" y="21250"/>
                  </a:lnTo>
                  <a:lnTo>
                    <a:pt x="7279" y="21351"/>
                  </a:lnTo>
                  <a:lnTo>
                    <a:pt x="7716" y="21418"/>
                  </a:lnTo>
                  <a:lnTo>
                    <a:pt x="8137" y="21452"/>
                  </a:lnTo>
                  <a:lnTo>
                    <a:pt x="8591" y="21468"/>
                  </a:lnTo>
                  <a:lnTo>
                    <a:pt x="9028" y="21452"/>
                  </a:lnTo>
                  <a:lnTo>
                    <a:pt x="9465" y="21418"/>
                  </a:lnTo>
                  <a:lnTo>
                    <a:pt x="9885" y="21351"/>
                  </a:lnTo>
                  <a:lnTo>
                    <a:pt x="10305" y="21250"/>
                  </a:lnTo>
                  <a:lnTo>
                    <a:pt x="10726" y="21132"/>
                  </a:lnTo>
                  <a:lnTo>
                    <a:pt x="11129" y="20981"/>
                  </a:lnTo>
                  <a:lnTo>
                    <a:pt x="11533" y="20813"/>
                  </a:lnTo>
                  <a:lnTo>
                    <a:pt x="11919" y="20628"/>
                  </a:lnTo>
                  <a:lnTo>
                    <a:pt x="12306" y="20409"/>
                  </a:lnTo>
                  <a:lnTo>
                    <a:pt x="12676" y="20174"/>
                  </a:lnTo>
                  <a:lnTo>
                    <a:pt x="13029" y="19905"/>
                  </a:lnTo>
                  <a:lnTo>
                    <a:pt x="13382" y="19636"/>
                  </a:lnTo>
                  <a:lnTo>
                    <a:pt x="13718" y="19333"/>
                  </a:lnTo>
                  <a:lnTo>
                    <a:pt x="14037" y="19014"/>
                  </a:lnTo>
                  <a:lnTo>
                    <a:pt x="14357" y="18678"/>
                  </a:lnTo>
                  <a:lnTo>
                    <a:pt x="14643" y="18325"/>
                  </a:lnTo>
                  <a:lnTo>
                    <a:pt x="14928" y="17938"/>
                  </a:lnTo>
                  <a:lnTo>
                    <a:pt x="15197" y="17551"/>
                  </a:lnTo>
                  <a:lnTo>
                    <a:pt x="15466" y="17148"/>
                  </a:lnTo>
                  <a:lnTo>
                    <a:pt x="15702" y="16728"/>
                  </a:lnTo>
                  <a:lnTo>
                    <a:pt x="15920" y="16291"/>
                  </a:lnTo>
                  <a:lnTo>
                    <a:pt x="16122" y="15837"/>
                  </a:lnTo>
                  <a:lnTo>
                    <a:pt x="16324" y="15383"/>
                  </a:lnTo>
                  <a:lnTo>
                    <a:pt x="16492" y="14912"/>
                  </a:lnTo>
                  <a:lnTo>
                    <a:pt x="16643" y="14424"/>
                  </a:lnTo>
                  <a:lnTo>
                    <a:pt x="16778" y="13920"/>
                  </a:lnTo>
                  <a:lnTo>
                    <a:pt x="16895" y="13416"/>
                  </a:lnTo>
                  <a:lnTo>
                    <a:pt x="16996" y="12895"/>
                  </a:lnTo>
                  <a:lnTo>
                    <a:pt x="17063" y="12357"/>
                  </a:lnTo>
                  <a:lnTo>
                    <a:pt x="17114" y="11836"/>
                  </a:lnTo>
                  <a:lnTo>
                    <a:pt x="17147" y="11281"/>
                  </a:lnTo>
                  <a:lnTo>
                    <a:pt x="17164" y="10726"/>
                  </a:lnTo>
                  <a:lnTo>
                    <a:pt x="17147" y="10188"/>
                  </a:lnTo>
                  <a:lnTo>
                    <a:pt x="17114" y="9633"/>
                  </a:lnTo>
                  <a:lnTo>
                    <a:pt x="17063" y="9095"/>
                  </a:lnTo>
                  <a:lnTo>
                    <a:pt x="16996" y="8574"/>
                  </a:lnTo>
                  <a:lnTo>
                    <a:pt x="16895" y="8053"/>
                  </a:lnTo>
                  <a:lnTo>
                    <a:pt x="16778" y="7549"/>
                  </a:lnTo>
                  <a:lnTo>
                    <a:pt x="16643" y="7044"/>
                  </a:lnTo>
                  <a:lnTo>
                    <a:pt x="16492" y="6557"/>
                  </a:lnTo>
                  <a:lnTo>
                    <a:pt x="16324" y="6086"/>
                  </a:lnTo>
                  <a:lnTo>
                    <a:pt x="16122" y="5615"/>
                  </a:lnTo>
                  <a:lnTo>
                    <a:pt x="15920" y="5178"/>
                  </a:lnTo>
                  <a:lnTo>
                    <a:pt x="15702" y="4741"/>
                  </a:lnTo>
                  <a:lnTo>
                    <a:pt x="15466" y="4321"/>
                  </a:lnTo>
                  <a:lnTo>
                    <a:pt x="15197" y="3918"/>
                  </a:lnTo>
                  <a:lnTo>
                    <a:pt x="14928" y="3514"/>
                  </a:lnTo>
                  <a:lnTo>
                    <a:pt x="14643" y="3144"/>
                  </a:lnTo>
                  <a:lnTo>
                    <a:pt x="14357" y="2791"/>
                  </a:lnTo>
                  <a:lnTo>
                    <a:pt x="14037" y="2455"/>
                  </a:lnTo>
                  <a:lnTo>
                    <a:pt x="13718" y="2136"/>
                  </a:lnTo>
                  <a:lnTo>
                    <a:pt x="13382" y="1833"/>
                  </a:lnTo>
                  <a:lnTo>
                    <a:pt x="13029" y="1564"/>
                  </a:lnTo>
                  <a:lnTo>
                    <a:pt x="12676" y="1295"/>
                  </a:lnTo>
                  <a:lnTo>
                    <a:pt x="12306" y="1060"/>
                  </a:lnTo>
                  <a:lnTo>
                    <a:pt x="11919" y="841"/>
                  </a:lnTo>
                  <a:lnTo>
                    <a:pt x="11533" y="656"/>
                  </a:lnTo>
                  <a:lnTo>
                    <a:pt x="11129" y="488"/>
                  </a:lnTo>
                  <a:lnTo>
                    <a:pt x="10726" y="337"/>
                  </a:lnTo>
                  <a:lnTo>
                    <a:pt x="10305" y="219"/>
                  </a:lnTo>
                  <a:lnTo>
                    <a:pt x="9885" y="118"/>
                  </a:lnTo>
                  <a:lnTo>
                    <a:pt x="9465" y="51"/>
                  </a:lnTo>
                  <a:lnTo>
                    <a:pt x="9028" y="17"/>
                  </a:lnTo>
                  <a:lnTo>
                    <a:pt x="859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4" name="Google Shape;5854;p63"/>
            <p:cNvSpPr/>
            <p:nvPr/>
          </p:nvSpPr>
          <p:spPr>
            <a:xfrm>
              <a:off x="4221025" y="1873825"/>
              <a:ext cx="69775" cy="87875"/>
            </a:xfrm>
            <a:custGeom>
              <a:avLst/>
              <a:gdLst/>
              <a:ahLst/>
              <a:cxnLst/>
              <a:rect l="l" t="t" r="r" b="b"/>
              <a:pathLst>
                <a:path w="2791" h="3515" extrusionOk="0">
                  <a:moveTo>
                    <a:pt x="1395" y="1"/>
                  </a:moveTo>
                  <a:lnTo>
                    <a:pt x="1261" y="18"/>
                  </a:lnTo>
                  <a:lnTo>
                    <a:pt x="1110" y="34"/>
                  </a:lnTo>
                  <a:lnTo>
                    <a:pt x="975" y="85"/>
                  </a:lnTo>
                  <a:lnTo>
                    <a:pt x="857" y="135"/>
                  </a:lnTo>
                  <a:lnTo>
                    <a:pt x="740" y="219"/>
                  </a:lnTo>
                  <a:lnTo>
                    <a:pt x="622" y="303"/>
                  </a:lnTo>
                  <a:lnTo>
                    <a:pt x="504" y="404"/>
                  </a:lnTo>
                  <a:lnTo>
                    <a:pt x="404" y="522"/>
                  </a:lnTo>
                  <a:lnTo>
                    <a:pt x="320" y="640"/>
                  </a:lnTo>
                  <a:lnTo>
                    <a:pt x="235" y="774"/>
                  </a:lnTo>
                  <a:lnTo>
                    <a:pt x="168" y="925"/>
                  </a:lnTo>
                  <a:lnTo>
                    <a:pt x="118" y="1077"/>
                  </a:lnTo>
                  <a:lnTo>
                    <a:pt x="67" y="1228"/>
                  </a:lnTo>
                  <a:lnTo>
                    <a:pt x="34" y="1396"/>
                  </a:lnTo>
                  <a:lnTo>
                    <a:pt x="17" y="1581"/>
                  </a:lnTo>
                  <a:lnTo>
                    <a:pt x="0" y="1749"/>
                  </a:lnTo>
                  <a:lnTo>
                    <a:pt x="17" y="1934"/>
                  </a:lnTo>
                  <a:lnTo>
                    <a:pt x="34" y="2102"/>
                  </a:lnTo>
                  <a:lnTo>
                    <a:pt x="67" y="2270"/>
                  </a:lnTo>
                  <a:lnTo>
                    <a:pt x="118" y="2438"/>
                  </a:lnTo>
                  <a:lnTo>
                    <a:pt x="168" y="2590"/>
                  </a:lnTo>
                  <a:lnTo>
                    <a:pt x="235" y="2741"/>
                  </a:lnTo>
                  <a:lnTo>
                    <a:pt x="320" y="2875"/>
                  </a:lnTo>
                  <a:lnTo>
                    <a:pt x="404" y="2993"/>
                  </a:lnTo>
                  <a:lnTo>
                    <a:pt x="504" y="3111"/>
                  </a:lnTo>
                  <a:lnTo>
                    <a:pt x="622" y="3212"/>
                  </a:lnTo>
                  <a:lnTo>
                    <a:pt x="740" y="3296"/>
                  </a:lnTo>
                  <a:lnTo>
                    <a:pt x="857" y="3380"/>
                  </a:lnTo>
                  <a:lnTo>
                    <a:pt x="975" y="3430"/>
                  </a:lnTo>
                  <a:lnTo>
                    <a:pt x="1110" y="3481"/>
                  </a:lnTo>
                  <a:lnTo>
                    <a:pt x="1261" y="3497"/>
                  </a:lnTo>
                  <a:lnTo>
                    <a:pt x="1395" y="3514"/>
                  </a:lnTo>
                  <a:lnTo>
                    <a:pt x="1547" y="3497"/>
                  </a:lnTo>
                  <a:lnTo>
                    <a:pt x="1681" y="3481"/>
                  </a:lnTo>
                  <a:lnTo>
                    <a:pt x="1816" y="3430"/>
                  </a:lnTo>
                  <a:lnTo>
                    <a:pt x="1933" y="3380"/>
                  </a:lnTo>
                  <a:lnTo>
                    <a:pt x="2051" y="3296"/>
                  </a:lnTo>
                  <a:lnTo>
                    <a:pt x="2169" y="3212"/>
                  </a:lnTo>
                  <a:lnTo>
                    <a:pt x="2286" y="3111"/>
                  </a:lnTo>
                  <a:lnTo>
                    <a:pt x="2387" y="2993"/>
                  </a:lnTo>
                  <a:lnTo>
                    <a:pt x="2471" y="2875"/>
                  </a:lnTo>
                  <a:lnTo>
                    <a:pt x="2555" y="2741"/>
                  </a:lnTo>
                  <a:lnTo>
                    <a:pt x="2623" y="2590"/>
                  </a:lnTo>
                  <a:lnTo>
                    <a:pt x="2673" y="2438"/>
                  </a:lnTo>
                  <a:lnTo>
                    <a:pt x="2724" y="2270"/>
                  </a:lnTo>
                  <a:lnTo>
                    <a:pt x="2757" y="2102"/>
                  </a:lnTo>
                  <a:lnTo>
                    <a:pt x="2774" y="1934"/>
                  </a:lnTo>
                  <a:lnTo>
                    <a:pt x="2791" y="1749"/>
                  </a:lnTo>
                  <a:lnTo>
                    <a:pt x="2774" y="1581"/>
                  </a:lnTo>
                  <a:lnTo>
                    <a:pt x="2757" y="1396"/>
                  </a:lnTo>
                  <a:lnTo>
                    <a:pt x="2724" y="1228"/>
                  </a:lnTo>
                  <a:lnTo>
                    <a:pt x="2673" y="1077"/>
                  </a:lnTo>
                  <a:lnTo>
                    <a:pt x="2623" y="925"/>
                  </a:lnTo>
                  <a:lnTo>
                    <a:pt x="2555" y="774"/>
                  </a:lnTo>
                  <a:lnTo>
                    <a:pt x="2471" y="640"/>
                  </a:lnTo>
                  <a:lnTo>
                    <a:pt x="2387" y="522"/>
                  </a:lnTo>
                  <a:lnTo>
                    <a:pt x="2286" y="404"/>
                  </a:lnTo>
                  <a:lnTo>
                    <a:pt x="2169" y="303"/>
                  </a:lnTo>
                  <a:lnTo>
                    <a:pt x="2051" y="219"/>
                  </a:lnTo>
                  <a:lnTo>
                    <a:pt x="1933" y="135"/>
                  </a:lnTo>
                  <a:lnTo>
                    <a:pt x="1816" y="85"/>
                  </a:lnTo>
                  <a:lnTo>
                    <a:pt x="1681" y="34"/>
                  </a:lnTo>
                  <a:lnTo>
                    <a:pt x="1547" y="1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5" name="Google Shape;5855;p63"/>
            <p:cNvSpPr/>
            <p:nvPr/>
          </p:nvSpPr>
          <p:spPr>
            <a:xfrm>
              <a:off x="4232375" y="1873825"/>
              <a:ext cx="69350" cy="87875"/>
            </a:xfrm>
            <a:custGeom>
              <a:avLst/>
              <a:gdLst/>
              <a:ahLst/>
              <a:cxnLst/>
              <a:rect l="l" t="t" r="r" b="b"/>
              <a:pathLst>
                <a:path w="2774" h="3515" extrusionOk="0">
                  <a:moveTo>
                    <a:pt x="1395" y="1"/>
                  </a:moveTo>
                  <a:lnTo>
                    <a:pt x="1244" y="18"/>
                  </a:lnTo>
                  <a:lnTo>
                    <a:pt x="1110" y="34"/>
                  </a:lnTo>
                  <a:lnTo>
                    <a:pt x="975" y="85"/>
                  </a:lnTo>
                  <a:lnTo>
                    <a:pt x="841" y="135"/>
                  </a:lnTo>
                  <a:lnTo>
                    <a:pt x="723" y="219"/>
                  </a:lnTo>
                  <a:lnTo>
                    <a:pt x="605" y="303"/>
                  </a:lnTo>
                  <a:lnTo>
                    <a:pt x="504" y="404"/>
                  </a:lnTo>
                  <a:lnTo>
                    <a:pt x="403" y="522"/>
                  </a:lnTo>
                  <a:lnTo>
                    <a:pt x="319" y="640"/>
                  </a:lnTo>
                  <a:lnTo>
                    <a:pt x="235" y="774"/>
                  </a:lnTo>
                  <a:lnTo>
                    <a:pt x="168" y="925"/>
                  </a:lnTo>
                  <a:lnTo>
                    <a:pt x="101" y="1077"/>
                  </a:lnTo>
                  <a:lnTo>
                    <a:pt x="67" y="1228"/>
                  </a:lnTo>
                  <a:lnTo>
                    <a:pt x="17" y="1396"/>
                  </a:lnTo>
                  <a:lnTo>
                    <a:pt x="0" y="1581"/>
                  </a:lnTo>
                  <a:lnTo>
                    <a:pt x="0" y="1749"/>
                  </a:lnTo>
                  <a:lnTo>
                    <a:pt x="0" y="1934"/>
                  </a:lnTo>
                  <a:lnTo>
                    <a:pt x="17" y="2102"/>
                  </a:lnTo>
                  <a:lnTo>
                    <a:pt x="67" y="2270"/>
                  </a:lnTo>
                  <a:lnTo>
                    <a:pt x="101" y="2438"/>
                  </a:lnTo>
                  <a:lnTo>
                    <a:pt x="168" y="2590"/>
                  </a:lnTo>
                  <a:lnTo>
                    <a:pt x="235" y="2741"/>
                  </a:lnTo>
                  <a:lnTo>
                    <a:pt x="319" y="2875"/>
                  </a:lnTo>
                  <a:lnTo>
                    <a:pt x="403" y="2993"/>
                  </a:lnTo>
                  <a:lnTo>
                    <a:pt x="504" y="3111"/>
                  </a:lnTo>
                  <a:lnTo>
                    <a:pt x="605" y="3212"/>
                  </a:lnTo>
                  <a:lnTo>
                    <a:pt x="723" y="3296"/>
                  </a:lnTo>
                  <a:lnTo>
                    <a:pt x="841" y="3380"/>
                  </a:lnTo>
                  <a:lnTo>
                    <a:pt x="975" y="3430"/>
                  </a:lnTo>
                  <a:lnTo>
                    <a:pt x="1110" y="3481"/>
                  </a:lnTo>
                  <a:lnTo>
                    <a:pt x="1244" y="3497"/>
                  </a:lnTo>
                  <a:lnTo>
                    <a:pt x="1395" y="3514"/>
                  </a:lnTo>
                  <a:lnTo>
                    <a:pt x="1530" y="3497"/>
                  </a:lnTo>
                  <a:lnTo>
                    <a:pt x="1664" y="3481"/>
                  </a:lnTo>
                  <a:lnTo>
                    <a:pt x="1799" y="3430"/>
                  </a:lnTo>
                  <a:lnTo>
                    <a:pt x="1933" y="3380"/>
                  </a:lnTo>
                  <a:lnTo>
                    <a:pt x="2051" y="3296"/>
                  </a:lnTo>
                  <a:lnTo>
                    <a:pt x="2169" y="3212"/>
                  </a:lnTo>
                  <a:lnTo>
                    <a:pt x="2270" y="3111"/>
                  </a:lnTo>
                  <a:lnTo>
                    <a:pt x="2370" y="2993"/>
                  </a:lnTo>
                  <a:lnTo>
                    <a:pt x="2454" y="2875"/>
                  </a:lnTo>
                  <a:lnTo>
                    <a:pt x="2538" y="2741"/>
                  </a:lnTo>
                  <a:lnTo>
                    <a:pt x="2606" y="2590"/>
                  </a:lnTo>
                  <a:lnTo>
                    <a:pt x="2673" y="2438"/>
                  </a:lnTo>
                  <a:lnTo>
                    <a:pt x="2723" y="2270"/>
                  </a:lnTo>
                  <a:lnTo>
                    <a:pt x="2757" y="2102"/>
                  </a:lnTo>
                  <a:lnTo>
                    <a:pt x="2774" y="1934"/>
                  </a:lnTo>
                  <a:lnTo>
                    <a:pt x="2774" y="1749"/>
                  </a:lnTo>
                  <a:lnTo>
                    <a:pt x="2774" y="1581"/>
                  </a:lnTo>
                  <a:lnTo>
                    <a:pt x="2757" y="1396"/>
                  </a:lnTo>
                  <a:lnTo>
                    <a:pt x="2723" y="1228"/>
                  </a:lnTo>
                  <a:lnTo>
                    <a:pt x="2673" y="1077"/>
                  </a:lnTo>
                  <a:lnTo>
                    <a:pt x="2606" y="925"/>
                  </a:lnTo>
                  <a:lnTo>
                    <a:pt x="2538" y="774"/>
                  </a:lnTo>
                  <a:lnTo>
                    <a:pt x="2454" y="640"/>
                  </a:lnTo>
                  <a:lnTo>
                    <a:pt x="2370" y="522"/>
                  </a:lnTo>
                  <a:lnTo>
                    <a:pt x="2270" y="404"/>
                  </a:lnTo>
                  <a:lnTo>
                    <a:pt x="2169" y="303"/>
                  </a:lnTo>
                  <a:lnTo>
                    <a:pt x="2051" y="219"/>
                  </a:lnTo>
                  <a:lnTo>
                    <a:pt x="1933" y="135"/>
                  </a:lnTo>
                  <a:lnTo>
                    <a:pt x="1799" y="85"/>
                  </a:lnTo>
                  <a:lnTo>
                    <a:pt x="1664" y="34"/>
                  </a:lnTo>
                  <a:lnTo>
                    <a:pt x="1530" y="1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6" name="Google Shape;5856;p63"/>
            <p:cNvSpPr/>
            <p:nvPr/>
          </p:nvSpPr>
          <p:spPr>
            <a:xfrm>
              <a:off x="4267250" y="1909125"/>
              <a:ext cx="314800" cy="17275"/>
            </a:xfrm>
            <a:custGeom>
              <a:avLst/>
              <a:gdLst/>
              <a:ahLst/>
              <a:cxnLst/>
              <a:rect l="l" t="t" r="r" b="b"/>
              <a:pathLst>
                <a:path w="12592" h="691" extrusionOk="0">
                  <a:moveTo>
                    <a:pt x="0" y="1"/>
                  </a:moveTo>
                  <a:lnTo>
                    <a:pt x="0" y="690"/>
                  </a:lnTo>
                  <a:lnTo>
                    <a:pt x="12592" y="690"/>
                  </a:lnTo>
                  <a:lnTo>
                    <a:pt x="1259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7" name="Google Shape;5857;p63"/>
            <p:cNvSpPr/>
            <p:nvPr/>
          </p:nvSpPr>
          <p:spPr>
            <a:xfrm>
              <a:off x="3857050" y="2114650"/>
              <a:ext cx="90400" cy="113925"/>
            </a:xfrm>
            <a:custGeom>
              <a:avLst/>
              <a:gdLst/>
              <a:ahLst/>
              <a:cxnLst/>
              <a:rect l="l" t="t" r="r" b="b"/>
              <a:pathLst>
                <a:path w="3616" h="4557" extrusionOk="0">
                  <a:moveTo>
                    <a:pt x="1800" y="0"/>
                  </a:moveTo>
                  <a:lnTo>
                    <a:pt x="1615" y="17"/>
                  </a:lnTo>
                  <a:lnTo>
                    <a:pt x="1447" y="51"/>
                  </a:lnTo>
                  <a:lnTo>
                    <a:pt x="1262" y="101"/>
                  </a:lnTo>
                  <a:lnTo>
                    <a:pt x="1094" y="185"/>
                  </a:lnTo>
                  <a:lnTo>
                    <a:pt x="942" y="269"/>
                  </a:lnTo>
                  <a:lnTo>
                    <a:pt x="791" y="387"/>
                  </a:lnTo>
                  <a:lnTo>
                    <a:pt x="656" y="522"/>
                  </a:lnTo>
                  <a:lnTo>
                    <a:pt x="522" y="673"/>
                  </a:lnTo>
                  <a:lnTo>
                    <a:pt x="404" y="824"/>
                  </a:lnTo>
                  <a:lnTo>
                    <a:pt x="303" y="1009"/>
                  </a:lnTo>
                  <a:lnTo>
                    <a:pt x="219" y="1194"/>
                  </a:lnTo>
                  <a:lnTo>
                    <a:pt x="135" y="1396"/>
                  </a:lnTo>
                  <a:lnTo>
                    <a:pt x="85" y="1597"/>
                  </a:lnTo>
                  <a:lnTo>
                    <a:pt x="34" y="1816"/>
                  </a:lnTo>
                  <a:lnTo>
                    <a:pt x="1" y="2051"/>
                  </a:lnTo>
                  <a:lnTo>
                    <a:pt x="1" y="2287"/>
                  </a:lnTo>
                  <a:lnTo>
                    <a:pt x="1" y="2522"/>
                  </a:lnTo>
                  <a:lnTo>
                    <a:pt x="34" y="2741"/>
                  </a:lnTo>
                  <a:lnTo>
                    <a:pt x="85" y="2959"/>
                  </a:lnTo>
                  <a:lnTo>
                    <a:pt x="135" y="3161"/>
                  </a:lnTo>
                  <a:lnTo>
                    <a:pt x="219" y="3363"/>
                  </a:lnTo>
                  <a:lnTo>
                    <a:pt x="303" y="3564"/>
                  </a:lnTo>
                  <a:lnTo>
                    <a:pt x="404" y="3732"/>
                  </a:lnTo>
                  <a:lnTo>
                    <a:pt x="522" y="3901"/>
                  </a:lnTo>
                  <a:lnTo>
                    <a:pt x="656" y="4035"/>
                  </a:lnTo>
                  <a:lnTo>
                    <a:pt x="791" y="4170"/>
                  </a:lnTo>
                  <a:lnTo>
                    <a:pt x="942" y="4287"/>
                  </a:lnTo>
                  <a:lnTo>
                    <a:pt x="1094" y="4388"/>
                  </a:lnTo>
                  <a:lnTo>
                    <a:pt x="1262" y="4455"/>
                  </a:lnTo>
                  <a:lnTo>
                    <a:pt x="1447" y="4523"/>
                  </a:lnTo>
                  <a:lnTo>
                    <a:pt x="1615" y="4556"/>
                  </a:lnTo>
                  <a:lnTo>
                    <a:pt x="1985" y="4556"/>
                  </a:lnTo>
                  <a:lnTo>
                    <a:pt x="2169" y="4523"/>
                  </a:lnTo>
                  <a:lnTo>
                    <a:pt x="2338" y="4455"/>
                  </a:lnTo>
                  <a:lnTo>
                    <a:pt x="2506" y="4388"/>
                  </a:lnTo>
                  <a:lnTo>
                    <a:pt x="2674" y="4287"/>
                  </a:lnTo>
                  <a:lnTo>
                    <a:pt x="2825" y="4170"/>
                  </a:lnTo>
                  <a:lnTo>
                    <a:pt x="2960" y="4035"/>
                  </a:lnTo>
                  <a:lnTo>
                    <a:pt x="3094" y="3901"/>
                  </a:lnTo>
                  <a:lnTo>
                    <a:pt x="3195" y="3732"/>
                  </a:lnTo>
                  <a:lnTo>
                    <a:pt x="3313" y="3564"/>
                  </a:lnTo>
                  <a:lnTo>
                    <a:pt x="3397" y="3363"/>
                  </a:lnTo>
                  <a:lnTo>
                    <a:pt x="3481" y="3161"/>
                  </a:lnTo>
                  <a:lnTo>
                    <a:pt x="3531" y="2959"/>
                  </a:lnTo>
                  <a:lnTo>
                    <a:pt x="3582" y="2741"/>
                  </a:lnTo>
                  <a:lnTo>
                    <a:pt x="3615" y="2522"/>
                  </a:lnTo>
                  <a:lnTo>
                    <a:pt x="3615" y="2287"/>
                  </a:lnTo>
                  <a:lnTo>
                    <a:pt x="3615" y="2051"/>
                  </a:lnTo>
                  <a:lnTo>
                    <a:pt x="3582" y="1816"/>
                  </a:lnTo>
                  <a:lnTo>
                    <a:pt x="3531" y="1597"/>
                  </a:lnTo>
                  <a:lnTo>
                    <a:pt x="3481" y="1396"/>
                  </a:lnTo>
                  <a:lnTo>
                    <a:pt x="3397" y="1194"/>
                  </a:lnTo>
                  <a:lnTo>
                    <a:pt x="3313" y="1009"/>
                  </a:lnTo>
                  <a:lnTo>
                    <a:pt x="3195" y="824"/>
                  </a:lnTo>
                  <a:lnTo>
                    <a:pt x="3094" y="673"/>
                  </a:lnTo>
                  <a:lnTo>
                    <a:pt x="2960" y="522"/>
                  </a:lnTo>
                  <a:lnTo>
                    <a:pt x="2825" y="387"/>
                  </a:lnTo>
                  <a:lnTo>
                    <a:pt x="2674" y="269"/>
                  </a:lnTo>
                  <a:lnTo>
                    <a:pt x="2506" y="185"/>
                  </a:lnTo>
                  <a:lnTo>
                    <a:pt x="2338" y="101"/>
                  </a:lnTo>
                  <a:lnTo>
                    <a:pt x="2169" y="51"/>
                  </a:lnTo>
                  <a:lnTo>
                    <a:pt x="1985" y="17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8" name="Google Shape;5858;p63"/>
            <p:cNvSpPr/>
            <p:nvPr/>
          </p:nvSpPr>
          <p:spPr>
            <a:xfrm>
              <a:off x="3857050" y="2114650"/>
              <a:ext cx="90400" cy="113925"/>
            </a:xfrm>
            <a:custGeom>
              <a:avLst/>
              <a:gdLst/>
              <a:ahLst/>
              <a:cxnLst/>
              <a:rect l="l" t="t" r="r" b="b"/>
              <a:pathLst>
                <a:path w="3616" h="4557" fill="none" extrusionOk="0">
                  <a:moveTo>
                    <a:pt x="1800" y="0"/>
                  </a:moveTo>
                  <a:lnTo>
                    <a:pt x="1800" y="0"/>
                  </a:lnTo>
                  <a:lnTo>
                    <a:pt x="1985" y="17"/>
                  </a:lnTo>
                  <a:lnTo>
                    <a:pt x="2169" y="51"/>
                  </a:lnTo>
                  <a:lnTo>
                    <a:pt x="2338" y="101"/>
                  </a:lnTo>
                  <a:lnTo>
                    <a:pt x="2506" y="185"/>
                  </a:lnTo>
                  <a:lnTo>
                    <a:pt x="2674" y="269"/>
                  </a:lnTo>
                  <a:lnTo>
                    <a:pt x="2825" y="387"/>
                  </a:lnTo>
                  <a:lnTo>
                    <a:pt x="2960" y="522"/>
                  </a:lnTo>
                  <a:lnTo>
                    <a:pt x="3094" y="673"/>
                  </a:lnTo>
                  <a:lnTo>
                    <a:pt x="3195" y="824"/>
                  </a:lnTo>
                  <a:lnTo>
                    <a:pt x="3313" y="1009"/>
                  </a:lnTo>
                  <a:lnTo>
                    <a:pt x="3397" y="1194"/>
                  </a:lnTo>
                  <a:lnTo>
                    <a:pt x="3481" y="1396"/>
                  </a:lnTo>
                  <a:lnTo>
                    <a:pt x="3531" y="1597"/>
                  </a:lnTo>
                  <a:lnTo>
                    <a:pt x="3582" y="1816"/>
                  </a:lnTo>
                  <a:lnTo>
                    <a:pt x="3615" y="2051"/>
                  </a:lnTo>
                  <a:lnTo>
                    <a:pt x="3615" y="2287"/>
                  </a:lnTo>
                  <a:lnTo>
                    <a:pt x="3615" y="2287"/>
                  </a:lnTo>
                  <a:lnTo>
                    <a:pt x="3615" y="2522"/>
                  </a:lnTo>
                  <a:lnTo>
                    <a:pt x="3582" y="2741"/>
                  </a:lnTo>
                  <a:lnTo>
                    <a:pt x="3531" y="2959"/>
                  </a:lnTo>
                  <a:lnTo>
                    <a:pt x="3481" y="3161"/>
                  </a:lnTo>
                  <a:lnTo>
                    <a:pt x="3397" y="3363"/>
                  </a:lnTo>
                  <a:lnTo>
                    <a:pt x="3313" y="3564"/>
                  </a:lnTo>
                  <a:lnTo>
                    <a:pt x="3195" y="3732"/>
                  </a:lnTo>
                  <a:lnTo>
                    <a:pt x="3094" y="3901"/>
                  </a:lnTo>
                  <a:lnTo>
                    <a:pt x="2960" y="4035"/>
                  </a:lnTo>
                  <a:lnTo>
                    <a:pt x="2825" y="4170"/>
                  </a:lnTo>
                  <a:lnTo>
                    <a:pt x="2674" y="4287"/>
                  </a:lnTo>
                  <a:lnTo>
                    <a:pt x="2506" y="4388"/>
                  </a:lnTo>
                  <a:lnTo>
                    <a:pt x="2338" y="4455"/>
                  </a:lnTo>
                  <a:lnTo>
                    <a:pt x="2169" y="4523"/>
                  </a:lnTo>
                  <a:lnTo>
                    <a:pt x="1985" y="4556"/>
                  </a:lnTo>
                  <a:lnTo>
                    <a:pt x="1800" y="4556"/>
                  </a:lnTo>
                  <a:lnTo>
                    <a:pt x="1800" y="4556"/>
                  </a:lnTo>
                  <a:lnTo>
                    <a:pt x="1615" y="4556"/>
                  </a:lnTo>
                  <a:lnTo>
                    <a:pt x="1447" y="4523"/>
                  </a:lnTo>
                  <a:lnTo>
                    <a:pt x="1262" y="4455"/>
                  </a:lnTo>
                  <a:lnTo>
                    <a:pt x="1094" y="4388"/>
                  </a:lnTo>
                  <a:lnTo>
                    <a:pt x="942" y="4287"/>
                  </a:lnTo>
                  <a:lnTo>
                    <a:pt x="791" y="4170"/>
                  </a:lnTo>
                  <a:lnTo>
                    <a:pt x="656" y="4035"/>
                  </a:lnTo>
                  <a:lnTo>
                    <a:pt x="522" y="3901"/>
                  </a:lnTo>
                  <a:lnTo>
                    <a:pt x="404" y="3732"/>
                  </a:lnTo>
                  <a:lnTo>
                    <a:pt x="303" y="3564"/>
                  </a:lnTo>
                  <a:lnTo>
                    <a:pt x="219" y="3363"/>
                  </a:lnTo>
                  <a:lnTo>
                    <a:pt x="135" y="3161"/>
                  </a:lnTo>
                  <a:lnTo>
                    <a:pt x="85" y="2959"/>
                  </a:lnTo>
                  <a:lnTo>
                    <a:pt x="34" y="2741"/>
                  </a:lnTo>
                  <a:lnTo>
                    <a:pt x="1" y="2522"/>
                  </a:lnTo>
                  <a:lnTo>
                    <a:pt x="1" y="2287"/>
                  </a:lnTo>
                  <a:lnTo>
                    <a:pt x="1" y="2287"/>
                  </a:lnTo>
                  <a:lnTo>
                    <a:pt x="1" y="2051"/>
                  </a:lnTo>
                  <a:lnTo>
                    <a:pt x="34" y="1816"/>
                  </a:lnTo>
                  <a:lnTo>
                    <a:pt x="85" y="1597"/>
                  </a:lnTo>
                  <a:lnTo>
                    <a:pt x="135" y="1396"/>
                  </a:lnTo>
                  <a:lnTo>
                    <a:pt x="219" y="1194"/>
                  </a:lnTo>
                  <a:lnTo>
                    <a:pt x="303" y="1009"/>
                  </a:lnTo>
                  <a:lnTo>
                    <a:pt x="404" y="824"/>
                  </a:lnTo>
                  <a:lnTo>
                    <a:pt x="522" y="673"/>
                  </a:lnTo>
                  <a:lnTo>
                    <a:pt x="656" y="522"/>
                  </a:lnTo>
                  <a:lnTo>
                    <a:pt x="791" y="387"/>
                  </a:lnTo>
                  <a:lnTo>
                    <a:pt x="942" y="269"/>
                  </a:lnTo>
                  <a:lnTo>
                    <a:pt x="1094" y="185"/>
                  </a:lnTo>
                  <a:lnTo>
                    <a:pt x="1262" y="101"/>
                  </a:lnTo>
                  <a:lnTo>
                    <a:pt x="1447" y="51"/>
                  </a:lnTo>
                  <a:lnTo>
                    <a:pt x="1615" y="17"/>
                  </a:lnTo>
                  <a:lnTo>
                    <a:pt x="18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9" name="Google Shape;5859;p63"/>
            <p:cNvSpPr/>
            <p:nvPr/>
          </p:nvSpPr>
          <p:spPr>
            <a:xfrm>
              <a:off x="3871350" y="2114650"/>
              <a:ext cx="90800" cy="113925"/>
            </a:xfrm>
            <a:custGeom>
              <a:avLst/>
              <a:gdLst/>
              <a:ahLst/>
              <a:cxnLst/>
              <a:rect l="l" t="t" r="r" b="b"/>
              <a:pathLst>
                <a:path w="3632" h="4557" extrusionOk="0">
                  <a:moveTo>
                    <a:pt x="1816" y="0"/>
                  </a:moveTo>
                  <a:lnTo>
                    <a:pt x="1631" y="17"/>
                  </a:lnTo>
                  <a:lnTo>
                    <a:pt x="1446" y="51"/>
                  </a:lnTo>
                  <a:lnTo>
                    <a:pt x="1278" y="101"/>
                  </a:lnTo>
                  <a:lnTo>
                    <a:pt x="1110" y="185"/>
                  </a:lnTo>
                  <a:lnTo>
                    <a:pt x="959" y="269"/>
                  </a:lnTo>
                  <a:lnTo>
                    <a:pt x="807" y="387"/>
                  </a:lnTo>
                  <a:lnTo>
                    <a:pt x="656" y="522"/>
                  </a:lnTo>
                  <a:lnTo>
                    <a:pt x="538" y="673"/>
                  </a:lnTo>
                  <a:lnTo>
                    <a:pt x="421" y="824"/>
                  </a:lnTo>
                  <a:lnTo>
                    <a:pt x="320" y="1009"/>
                  </a:lnTo>
                  <a:lnTo>
                    <a:pt x="219" y="1194"/>
                  </a:lnTo>
                  <a:lnTo>
                    <a:pt x="152" y="1396"/>
                  </a:lnTo>
                  <a:lnTo>
                    <a:pt x="84" y="1597"/>
                  </a:lnTo>
                  <a:lnTo>
                    <a:pt x="34" y="1816"/>
                  </a:lnTo>
                  <a:lnTo>
                    <a:pt x="17" y="2051"/>
                  </a:lnTo>
                  <a:lnTo>
                    <a:pt x="0" y="2287"/>
                  </a:lnTo>
                  <a:lnTo>
                    <a:pt x="17" y="2522"/>
                  </a:lnTo>
                  <a:lnTo>
                    <a:pt x="34" y="2741"/>
                  </a:lnTo>
                  <a:lnTo>
                    <a:pt x="84" y="2959"/>
                  </a:lnTo>
                  <a:lnTo>
                    <a:pt x="152" y="3161"/>
                  </a:lnTo>
                  <a:lnTo>
                    <a:pt x="219" y="3363"/>
                  </a:lnTo>
                  <a:lnTo>
                    <a:pt x="320" y="3564"/>
                  </a:lnTo>
                  <a:lnTo>
                    <a:pt x="421" y="3732"/>
                  </a:lnTo>
                  <a:lnTo>
                    <a:pt x="538" y="3901"/>
                  </a:lnTo>
                  <a:lnTo>
                    <a:pt x="656" y="4035"/>
                  </a:lnTo>
                  <a:lnTo>
                    <a:pt x="807" y="4170"/>
                  </a:lnTo>
                  <a:lnTo>
                    <a:pt x="959" y="4287"/>
                  </a:lnTo>
                  <a:lnTo>
                    <a:pt x="1110" y="4388"/>
                  </a:lnTo>
                  <a:lnTo>
                    <a:pt x="1278" y="4455"/>
                  </a:lnTo>
                  <a:lnTo>
                    <a:pt x="1446" y="4523"/>
                  </a:lnTo>
                  <a:lnTo>
                    <a:pt x="1631" y="4556"/>
                  </a:lnTo>
                  <a:lnTo>
                    <a:pt x="2001" y="4556"/>
                  </a:lnTo>
                  <a:lnTo>
                    <a:pt x="2186" y="4523"/>
                  </a:lnTo>
                  <a:lnTo>
                    <a:pt x="2354" y="4455"/>
                  </a:lnTo>
                  <a:lnTo>
                    <a:pt x="2522" y="4388"/>
                  </a:lnTo>
                  <a:lnTo>
                    <a:pt x="2673" y="4287"/>
                  </a:lnTo>
                  <a:lnTo>
                    <a:pt x="2825" y="4170"/>
                  </a:lnTo>
                  <a:lnTo>
                    <a:pt x="2959" y="4035"/>
                  </a:lnTo>
                  <a:lnTo>
                    <a:pt x="3094" y="3901"/>
                  </a:lnTo>
                  <a:lnTo>
                    <a:pt x="3211" y="3732"/>
                  </a:lnTo>
                  <a:lnTo>
                    <a:pt x="3312" y="3564"/>
                  </a:lnTo>
                  <a:lnTo>
                    <a:pt x="3413" y="3363"/>
                  </a:lnTo>
                  <a:lnTo>
                    <a:pt x="3480" y="3161"/>
                  </a:lnTo>
                  <a:lnTo>
                    <a:pt x="3548" y="2959"/>
                  </a:lnTo>
                  <a:lnTo>
                    <a:pt x="3581" y="2741"/>
                  </a:lnTo>
                  <a:lnTo>
                    <a:pt x="3615" y="2522"/>
                  </a:lnTo>
                  <a:lnTo>
                    <a:pt x="3632" y="2287"/>
                  </a:lnTo>
                  <a:lnTo>
                    <a:pt x="3615" y="2051"/>
                  </a:lnTo>
                  <a:lnTo>
                    <a:pt x="3581" y="1816"/>
                  </a:lnTo>
                  <a:lnTo>
                    <a:pt x="3548" y="1597"/>
                  </a:lnTo>
                  <a:lnTo>
                    <a:pt x="3480" y="1396"/>
                  </a:lnTo>
                  <a:lnTo>
                    <a:pt x="3413" y="1194"/>
                  </a:lnTo>
                  <a:lnTo>
                    <a:pt x="3312" y="1009"/>
                  </a:lnTo>
                  <a:lnTo>
                    <a:pt x="3211" y="824"/>
                  </a:lnTo>
                  <a:lnTo>
                    <a:pt x="3094" y="673"/>
                  </a:lnTo>
                  <a:lnTo>
                    <a:pt x="2959" y="522"/>
                  </a:lnTo>
                  <a:lnTo>
                    <a:pt x="2825" y="387"/>
                  </a:lnTo>
                  <a:lnTo>
                    <a:pt x="2673" y="269"/>
                  </a:lnTo>
                  <a:lnTo>
                    <a:pt x="2522" y="185"/>
                  </a:lnTo>
                  <a:lnTo>
                    <a:pt x="2354" y="101"/>
                  </a:lnTo>
                  <a:lnTo>
                    <a:pt x="2186" y="51"/>
                  </a:lnTo>
                  <a:lnTo>
                    <a:pt x="2001" y="17"/>
                  </a:lnTo>
                  <a:lnTo>
                    <a:pt x="1816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0" name="Google Shape;5860;p63"/>
            <p:cNvSpPr/>
            <p:nvPr/>
          </p:nvSpPr>
          <p:spPr>
            <a:xfrm>
              <a:off x="3871350" y="2114650"/>
              <a:ext cx="90800" cy="113925"/>
            </a:xfrm>
            <a:custGeom>
              <a:avLst/>
              <a:gdLst/>
              <a:ahLst/>
              <a:cxnLst/>
              <a:rect l="l" t="t" r="r" b="b"/>
              <a:pathLst>
                <a:path w="3632" h="4557" fill="none" extrusionOk="0">
                  <a:moveTo>
                    <a:pt x="1816" y="0"/>
                  </a:moveTo>
                  <a:lnTo>
                    <a:pt x="1816" y="0"/>
                  </a:lnTo>
                  <a:lnTo>
                    <a:pt x="2001" y="17"/>
                  </a:lnTo>
                  <a:lnTo>
                    <a:pt x="2186" y="51"/>
                  </a:lnTo>
                  <a:lnTo>
                    <a:pt x="2354" y="101"/>
                  </a:lnTo>
                  <a:lnTo>
                    <a:pt x="2522" y="185"/>
                  </a:lnTo>
                  <a:lnTo>
                    <a:pt x="2673" y="269"/>
                  </a:lnTo>
                  <a:lnTo>
                    <a:pt x="2825" y="387"/>
                  </a:lnTo>
                  <a:lnTo>
                    <a:pt x="2959" y="522"/>
                  </a:lnTo>
                  <a:lnTo>
                    <a:pt x="3094" y="673"/>
                  </a:lnTo>
                  <a:lnTo>
                    <a:pt x="3211" y="824"/>
                  </a:lnTo>
                  <a:lnTo>
                    <a:pt x="3312" y="1009"/>
                  </a:lnTo>
                  <a:lnTo>
                    <a:pt x="3413" y="1194"/>
                  </a:lnTo>
                  <a:lnTo>
                    <a:pt x="3480" y="1396"/>
                  </a:lnTo>
                  <a:lnTo>
                    <a:pt x="3548" y="1597"/>
                  </a:lnTo>
                  <a:lnTo>
                    <a:pt x="3581" y="1816"/>
                  </a:lnTo>
                  <a:lnTo>
                    <a:pt x="3615" y="2051"/>
                  </a:lnTo>
                  <a:lnTo>
                    <a:pt x="3632" y="2287"/>
                  </a:lnTo>
                  <a:lnTo>
                    <a:pt x="3632" y="2287"/>
                  </a:lnTo>
                  <a:lnTo>
                    <a:pt x="3615" y="2522"/>
                  </a:lnTo>
                  <a:lnTo>
                    <a:pt x="3581" y="2741"/>
                  </a:lnTo>
                  <a:lnTo>
                    <a:pt x="3548" y="2959"/>
                  </a:lnTo>
                  <a:lnTo>
                    <a:pt x="3480" y="3161"/>
                  </a:lnTo>
                  <a:lnTo>
                    <a:pt x="3413" y="3363"/>
                  </a:lnTo>
                  <a:lnTo>
                    <a:pt x="3312" y="3564"/>
                  </a:lnTo>
                  <a:lnTo>
                    <a:pt x="3211" y="3732"/>
                  </a:lnTo>
                  <a:lnTo>
                    <a:pt x="3094" y="3901"/>
                  </a:lnTo>
                  <a:lnTo>
                    <a:pt x="2959" y="4035"/>
                  </a:lnTo>
                  <a:lnTo>
                    <a:pt x="2825" y="4170"/>
                  </a:lnTo>
                  <a:lnTo>
                    <a:pt x="2673" y="4287"/>
                  </a:lnTo>
                  <a:lnTo>
                    <a:pt x="2522" y="4388"/>
                  </a:lnTo>
                  <a:lnTo>
                    <a:pt x="2354" y="4455"/>
                  </a:lnTo>
                  <a:lnTo>
                    <a:pt x="2186" y="4523"/>
                  </a:lnTo>
                  <a:lnTo>
                    <a:pt x="2001" y="4556"/>
                  </a:lnTo>
                  <a:lnTo>
                    <a:pt x="1816" y="4556"/>
                  </a:lnTo>
                  <a:lnTo>
                    <a:pt x="1816" y="4556"/>
                  </a:lnTo>
                  <a:lnTo>
                    <a:pt x="1631" y="4556"/>
                  </a:lnTo>
                  <a:lnTo>
                    <a:pt x="1446" y="4523"/>
                  </a:lnTo>
                  <a:lnTo>
                    <a:pt x="1278" y="4455"/>
                  </a:lnTo>
                  <a:lnTo>
                    <a:pt x="1110" y="4388"/>
                  </a:lnTo>
                  <a:lnTo>
                    <a:pt x="959" y="4287"/>
                  </a:lnTo>
                  <a:lnTo>
                    <a:pt x="807" y="4170"/>
                  </a:lnTo>
                  <a:lnTo>
                    <a:pt x="656" y="4035"/>
                  </a:lnTo>
                  <a:lnTo>
                    <a:pt x="538" y="3901"/>
                  </a:lnTo>
                  <a:lnTo>
                    <a:pt x="421" y="3732"/>
                  </a:lnTo>
                  <a:lnTo>
                    <a:pt x="320" y="3564"/>
                  </a:lnTo>
                  <a:lnTo>
                    <a:pt x="219" y="3363"/>
                  </a:lnTo>
                  <a:lnTo>
                    <a:pt x="152" y="3161"/>
                  </a:lnTo>
                  <a:lnTo>
                    <a:pt x="84" y="2959"/>
                  </a:lnTo>
                  <a:lnTo>
                    <a:pt x="34" y="2741"/>
                  </a:lnTo>
                  <a:lnTo>
                    <a:pt x="17" y="2522"/>
                  </a:lnTo>
                  <a:lnTo>
                    <a:pt x="0" y="2287"/>
                  </a:lnTo>
                  <a:lnTo>
                    <a:pt x="0" y="2287"/>
                  </a:lnTo>
                  <a:lnTo>
                    <a:pt x="17" y="2051"/>
                  </a:lnTo>
                  <a:lnTo>
                    <a:pt x="34" y="1816"/>
                  </a:lnTo>
                  <a:lnTo>
                    <a:pt x="84" y="1597"/>
                  </a:lnTo>
                  <a:lnTo>
                    <a:pt x="152" y="1396"/>
                  </a:lnTo>
                  <a:lnTo>
                    <a:pt x="219" y="1194"/>
                  </a:lnTo>
                  <a:lnTo>
                    <a:pt x="320" y="1009"/>
                  </a:lnTo>
                  <a:lnTo>
                    <a:pt x="421" y="824"/>
                  </a:lnTo>
                  <a:lnTo>
                    <a:pt x="538" y="673"/>
                  </a:lnTo>
                  <a:lnTo>
                    <a:pt x="656" y="522"/>
                  </a:lnTo>
                  <a:lnTo>
                    <a:pt x="807" y="387"/>
                  </a:lnTo>
                  <a:lnTo>
                    <a:pt x="959" y="269"/>
                  </a:lnTo>
                  <a:lnTo>
                    <a:pt x="1110" y="185"/>
                  </a:lnTo>
                  <a:lnTo>
                    <a:pt x="1278" y="101"/>
                  </a:lnTo>
                  <a:lnTo>
                    <a:pt x="1446" y="51"/>
                  </a:lnTo>
                  <a:lnTo>
                    <a:pt x="1631" y="17"/>
                  </a:lnTo>
                  <a:lnTo>
                    <a:pt x="18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1" name="Google Shape;5861;p63"/>
            <p:cNvSpPr/>
            <p:nvPr/>
          </p:nvSpPr>
          <p:spPr>
            <a:xfrm>
              <a:off x="3910025" y="1515750"/>
              <a:ext cx="358075" cy="138300"/>
            </a:xfrm>
            <a:custGeom>
              <a:avLst/>
              <a:gdLst/>
              <a:ahLst/>
              <a:cxnLst/>
              <a:rect l="l" t="t" r="r" b="b"/>
              <a:pathLst>
                <a:path w="14323" h="5532" extrusionOk="0">
                  <a:moveTo>
                    <a:pt x="0" y="1"/>
                  </a:moveTo>
                  <a:lnTo>
                    <a:pt x="0" y="5532"/>
                  </a:lnTo>
                  <a:lnTo>
                    <a:pt x="14323" y="5532"/>
                  </a:lnTo>
                  <a:lnTo>
                    <a:pt x="14323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2" name="Google Shape;5862;p63"/>
            <p:cNvSpPr/>
            <p:nvPr/>
          </p:nvSpPr>
          <p:spPr>
            <a:xfrm>
              <a:off x="3910025" y="1182475"/>
              <a:ext cx="456425" cy="804425"/>
            </a:xfrm>
            <a:custGeom>
              <a:avLst/>
              <a:gdLst/>
              <a:ahLst/>
              <a:cxnLst/>
              <a:rect l="l" t="t" r="r" b="b"/>
              <a:pathLst>
                <a:path w="18257" h="32177" extrusionOk="0">
                  <a:moveTo>
                    <a:pt x="16643" y="0"/>
                  </a:moveTo>
                  <a:lnTo>
                    <a:pt x="16374" y="17"/>
                  </a:lnTo>
                  <a:lnTo>
                    <a:pt x="16105" y="51"/>
                  </a:lnTo>
                  <a:lnTo>
                    <a:pt x="15853" y="118"/>
                  </a:lnTo>
                  <a:lnTo>
                    <a:pt x="15601" y="219"/>
                  </a:lnTo>
                  <a:lnTo>
                    <a:pt x="15365" y="320"/>
                  </a:lnTo>
                  <a:lnTo>
                    <a:pt x="15147" y="454"/>
                  </a:lnTo>
                  <a:lnTo>
                    <a:pt x="14945" y="606"/>
                  </a:lnTo>
                  <a:lnTo>
                    <a:pt x="14760" y="774"/>
                  </a:lnTo>
                  <a:lnTo>
                    <a:pt x="14592" y="976"/>
                  </a:lnTo>
                  <a:lnTo>
                    <a:pt x="14424" y="1177"/>
                  </a:lnTo>
                  <a:lnTo>
                    <a:pt x="14306" y="1396"/>
                  </a:lnTo>
                  <a:lnTo>
                    <a:pt x="14188" y="1631"/>
                  </a:lnTo>
                  <a:lnTo>
                    <a:pt x="14104" y="1867"/>
                  </a:lnTo>
                  <a:lnTo>
                    <a:pt x="14037" y="2135"/>
                  </a:lnTo>
                  <a:lnTo>
                    <a:pt x="13987" y="2388"/>
                  </a:lnTo>
                  <a:lnTo>
                    <a:pt x="13970" y="2657"/>
                  </a:lnTo>
                  <a:lnTo>
                    <a:pt x="13970" y="29521"/>
                  </a:lnTo>
                  <a:lnTo>
                    <a:pt x="13970" y="29722"/>
                  </a:lnTo>
                  <a:lnTo>
                    <a:pt x="13936" y="29907"/>
                  </a:lnTo>
                  <a:lnTo>
                    <a:pt x="13886" y="30092"/>
                  </a:lnTo>
                  <a:lnTo>
                    <a:pt x="13819" y="30277"/>
                  </a:lnTo>
                  <a:lnTo>
                    <a:pt x="13735" y="30445"/>
                  </a:lnTo>
                  <a:lnTo>
                    <a:pt x="13634" y="30613"/>
                  </a:lnTo>
                  <a:lnTo>
                    <a:pt x="13533" y="30765"/>
                  </a:lnTo>
                  <a:lnTo>
                    <a:pt x="13398" y="30899"/>
                  </a:lnTo>
                  <a:lnTo>
                    <a:pt x="13264" y="31034"/>
                  </a:lnTo>
                  <a:lnTo>
                    <a:pt x="13113" y="31151"/>
                  </a:lnTo>
                  <a:lnTo>
                    <a:pt x="12944" y="31252"/>
                  </a:lnTo>
                  <a:lnTo>
                    <a:pt x="12776" y="31320"/>
                  </a:lnTo>
                  <a:lnTo>
                    <a:pt x="12591" y="31387"/>
                  </a:lnTo>
                  <a:lnTo>
                    <a:pt x="12407" y="31437"/>
                  </a:lnTo>
                  <a:lnTo>
                    <a:pt x="12205" y="31471"/>
                  </a:lnTo>
                  <a:lnTo>
                    <a:pt x="12003" y="31488"/>
                  </a:lnTo>
                  <a:lnTo>
                    <a:pt x="0" y="31488"/>
                  </a:lnTo>
                  <a:lnTo>
                    <a:pt x="0" y="32177"/>
                  </a:lnTo>
                  <a:lnTo>
                    <a:pt x="12003" y="32177"/>
                  </a:lnTo>
                  <a:lnTo>
                    <a:pt x="12272" y="32160"/>
                  </a:lnTo>
                  <a:lnTo>
                    <a:pt x="12541" y="32126"/>
                  </a:lnTo>
                  <a:lnTo>
                    <a:pt x="12793" y="32059"/>
                  </a:lnTo>
                  <a:lnTo>
                    <a:pt x="13045" y="31975"/>
                  </a:lnTo>
                  <a:lnTo>
                    <a:pt x="13281" y="31857"/>
                  </a:lnTo>
                  <a:lnTo>
                    <a:pt x="13499" y="31723"/>
                  </a:lnTo>
                  <a:lnTo>
                    <a:pt x="13701" y="31572"/>
                  </a:lnTo>
                  <a:lnTo>
                    <a:pt x="13886" y="31404"/>
                  </a:lnTo>
                  <a:lnTo>
                    <a:pt x="14054" y="31202"/>
                  </a:lnTo>
                  <a:lnTo>
                    <a:pt x="14205" y="31000"/>
                  </a:lnTo>
                  <a:lnTo>
                    <a:pt x="14340" y="30782"/>
                  </a:lnTo>
                  <a:lnTo>
                    <a:pt x="14457" y="30546"/>
                  </a:lnTo>
                  <a:lnTo>
                    <a:pt x="14542" y="30311"/>
                  </a:lnTo>
                  <a:lnTo>
                    <a:pt x="14609" y="30042"/>
                  </a:lnTo>
                  <a:lnTo>
                    <a:pt x="14659" y="29790"/>
                  </a:lnTo>
                  <a:lnTo>
                    <a:pt x="14676" y="29521"/>
                  </a:lnTo>
                  <a:lnTo>
                    <a:pt x="14676" y="2657"/>
                  </a:lnTo>
                  <a:lnTo>
                    <a:pt x="14676" y="2472"/>
                  </a:lnTo>
                  <a:lnTo>
                    <a:pt x="14710" y="2270"/>
                  </a:lnTo>
                  <a:lnTo>
                    <a:pt x="14760" y="2085"/>
                  </a:lnTo>
                  <a:lnTo>
                    <a:pt x="14827" y="1900"/>
                  </a:lnTo>
                  <a:lnTo>
                    <a:pt x="14911" y="1732"/>
                  </a:lnTo>
                  <a:lnTo>
                    <a:pt x="15012" y="1564"/>
                  </a:lnTo>
                  <a:lnTo>
                    <a:pt x="15113" y="1413"/>
                  </a:lnTo>
                  <a:lnTo>
                    <a:pt x="15248" y="1278"/>
                  </a:lnTo>
                  <a:lnTo>
                    <a:pt x="15382" y="1144"/>
                  </a:lnTo>
                  <a:lnTo>
                    <a:pt x="15533" y="1026"/>
                  </a:lnTo>
                  <a:lnTo>
                    <a:pt x="15701" y="925"/>
                  </a:lnTo>
                  <a:lnTo>
                    <a:pt x="15870" y="841"/>
                  </a:lnTo>
                  <a:lnTo>
                    <a:pt x="16054" y="791"/>
                  </a:lnTo>
                  <a:lnTo>
                    <a:pt x="16239" y="740"/>
                  </a:lnTo>
                  <a:lnTo>
                    <a:pt x="16441" y="707"/>
                  </a:lnTo>
                  <a:lnTo>
                    <a:pt x="16643" y="690"/>
                  </a:lnTo>
                  <a:lnTo>
                    <a:pt x="18257" y="690"/>
                  </a:lnTo>
                  <a:lnTo>
                    <a:pt x="1825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3" name="Google Shape;5863;p63"/>
            <p:cNvSpPr/>
            <p:nvPr/>
          </p:nvSpPr>
          <p:spPr>
            <a:xfrm>
              <a:off x="3901175" y="1448500"/>
              <a:ext cx="366925" cy="666175"/>
            </a:xfrm>
            <a:custGeom>
              <a:avLst/>
              <a:gdLst/>
              <a:ahLst/>
              <a:cxnLst/>
              <a:rect l="l" t="t" r="r" b="b"/>
              <a:pathLst>
                <a:path w="14677" h="26647" extrusionOk="0">
                  <a:moveTo>
                    <a:pt x="2405" y="1"/>
                  </a:moveTo>
                  <a:lnTo>
                    <a:pt x="2153" y="18"/>
                  </a:lnTo>
                  <a:lnTo>
                    <a:pt x="1917" y="51"/>
                  </a:lnTo>
                  <a:lnTo>
                    <a:pt x="1682" y="119"/>
                  </a:lnTo>
                  <a:lnTo>
                    <a:pt x="1464" y="203"/>
                  </a:lnTo>
                  <a:lnTo>
                    <a:pt x="1262" y="303"/>
                  </a:lnTo>
                  <a:lnTo>
                    <a:pt x="1060" y="421"/>
                  </a:lnTo>
                  <a:lnTo>
                    <a:pt x="875" y="556"/>
                  </a:lnTo>
                  <a:lnTo>
                    <a:pt x="707" y="707"/>
                  </a:lnTo>
                  <a:lnTo>
                    <a:pt x="556" y="875"/>
                  </a:lnTo>
                  <a:lnTo>
                    <a:pt x="421" y="1060"/>
                  </a:lnTo>
                  <a:lnTo>
                    <a:pt x="287" y="1262"/>
                  </a:lnTo>
                  <a:lnTo>
                    <a:pt x="186" y="1463"/>
                  </a:lnTo>
                  <a:lnTo>
                    <a:pt x="119" y="1682"/>
                  </a:lnTo>
                  <a:lnTo>
                    <a:pt x="51" y="1917"/>
                  </a:lnTo>
                  <a:lnTo>
                    <a:pt x="18" y="2153"/>
                  </a:lnTo>
                  <a:lnTo>
                    <a:pt x="1" y="2405"/>
                  </a:lnTo>
                  <a:lnTo>
                    <a:pt x="1" y="26646"/>
                  </a:lnTo>
                  <a:lnTo>
                    <a:pt x="690" y="26646"/>
                  </a:lnTo>
                  <a:lnTo>
                    <a:pt x="690" y="2405"/>
                  </a:lnTo>
                  <a:lnTo>
                    <a:pt x="707" y="2237"/>
                  </a:lnTo>
                  <a:lnTo>
                    <a:pt x="724" y="2069"/>
                  </a:lnTo>
                  <a:lnTo>
                    <a:pt x="774" y="1901"/>
                  </a:lnTo>
                  <a:lnTo>
                    <a:pt x="825" y="1749"/>
                  </a:lnTo>
                  <a:lnTo>
                    <a:pt x="892" y="1598"/>
                  </a:lnTo>
                  <a:lnTo>
                    <a:pt x="993" y="1447"/>
                  </a:lnTo>
                  <a:lnTo>
                    <a:pt x="1077" y="1329"/>
                  </a:lnTo>
                  <a:lnTo>
                    <a:pt x="1195" y="1194"/>
                  </a:lnTo>
                  <a:lnTo>
                    <a:pt x="1312" y="1094"/>
                  </a:lnTo>
                  <a:lnTo>
                    <a:pt x="1447" y="993"/>
                  </a:lnTo>
                  <a:lnTo>
                    <a:pt x="1581" y="909"/>
                  </a:lnTo>
                  <a:lnTo>
                    <a:pt x="1733" y="841"/>
                  </a:lnTo>
                  <a:lnTo>
                    <a:pt x="1901" y="774"/>
                  </a:lnTo>
                  <a:lnTo>
                    <a:pt x="2052" y="741"/>
                  </a:lnTo>
                  <a:lnTo>
                    <a:pt x="2220" y="707"/>
                  </a:lnTo>
                  <a:lnTo>
                    <a:pt x="14677" y="707"/>
                  </a:lnTo>
                  <a:lnTo>
                    <a:pt x="1467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4" name="Google Shape;5864;p63"/>
            <p:cNvSpPr/>
            <p:nvPr/>
          </p:nvSpPr>
          <p:spPr>
            <a:xfrm>
              <a:off x="3901175" y="1448500"/>
              <a:ext cx="366925" cy="666175"/>
            </a:xfrm>
            <a:custGeom>
              <a:avLst/>
              <a:gdLst/>
              <a:ahLst/>
              <a:cxnLst/>
              <a:rect l="l" t="t" r="r" b="b"/>
              <a:pathLst>
                <a:path w="14677" h="26647" fill="none" extrusionOk="0">
                  <a:moveTo>
                    <a:pt x="690" y="26646"/>
                  </a:moveTo>
                  <a:lnTo>
                    <a:pt x="1" y="26646"/>
                  </a:lnTo>
                  <a:lnTo>
                    <a:pt x="1" y="2405"/>
                  </a:lnTo>
                  <a:lnTo>
                    <a:pt x="1" y="2405"/>
                  </a:lnTo>
                  <a:lnTo>
                    <a:pt x="18" y="2153"/>
                  </a:lnTo>
                  <a:lnTo>
                    <a:pt x="51" y="1917"/>
                  </a:lnTo>
                  <a:lnTo>
                    <a:pt x="119" y="1682"/>
                  </a:lnTo>
                  <a:lnTo>
                    <a:pt x="186" y="1463"/>
                  </a:lnTo>
                  <a:lnTo>
                    <a:pt x="287" y="1262"/>
                  </a:lnTo>
                  <a:lnTo>
                    <a:pt x="421" y="1060"/>
                  </a:lnTo>
                  <a:lnTo>
                    <a:pt x="556" y="875"/>
                  </a:lnTo>
                  <a:lnTo>
                    <a:pt x="707" y="707"/>
                  </a:lnTo>
                  <a:lnTo>
                    <a:pt x="875" y="556"/>
                  </a:lnTo>
                  <a:lnTo>
                    <a:pt x="1060" y="421"/>
                  </a:lnTo>
                  <a:lnTo>
                    <a:pt x="1262" y="303"/>
                  </a:lnTo>
                  <a:lnTo>
                    <a:pt x="1464" y="203"/>
                  </a:lnTo>
                  <a:lnTo>
                    <a:pt x="1682" y="119"/>
                  </a:lnTo>
                  <a:lnTo>
                    <a:pt x="1917" y="51"/>
                  </a:lnTo>
                  <a:lnTo>
                    <a:pt x="2153" y="18"/>
                  </a:lnTo>
                  <a:lnTo>
                    <a:pt x="2405" y="1"/>
                  </a:lnTo>
                  <a:lnTo>
                    <a:pt x="14677" y="1"/>
                  </a:lnTo>
                  <a:lnTo>
                    <a:pt x="14677" y="707"/>
                  </a:lnTo>
                  <a:lnTo>
                    <a:pt x="2405" y="707"/>
                  </a:lnTo>
                  <a:lnTo>
                    <a:pt x="2405" y="707"/>
                  </a:lnTo>
                  <a:lnTo>
                    <a:pt x="2220" y="707"/>
                  </a:lnTo>
                  <a:lnTo>
                    <a:pt x="2052" y="741"/>
                  </a:lnTo>
                  <a:lnTo>
                    <a:pt x="1901" y="774"/>
                  </a:lnTo>
                  <a:lnTo>
                    <a:pt x="1733" y="841"/>
                  </a:lnTo>
                  <a:lnTo>
                    <a:pt x="1581" y="909"/>
                  </a:lnTo>
                  <a:lnTo>
                    <a:pt x="1447" y="993"/>
                  </a:lnTo>
                  <a:lnTo>
                    <a:pt x="1312" y="1094"/>
                  </a:lnTo>
                  <a:lnTo>
                    <a:pt x="1195" y="1194"/>
                  </a:lnTo>
                  <a:lnTo>
                    <a:pt x="1077" y="1329"/>
                  </a:lnTo>
                  <a:lnTo>
                    <a:pt x="993" y="1447"/>
                  </a:lnTo>
                  <a:lnTo>
                    <a:pt x="892" y="1598"/>
                  </a:lnTo>
                  <a:lnTo>
                    <a:pt x="825" y="1749"/>
                  </a:lnTo>
                  <a:lnTo>
                    <a:pt x="774" y="1901"/>
                  </a:lnTo>
                  <a:lnTo>
                    <a:pt x="724" y="2069"/>
                  </a:lnTo>
                  <a:lnTo>
                    <a:pt x="707" y="2237"/>
                  </a:lnTo>
                  <a:lnTo>
                    <a:pt x="690" y="2405"/>
                  </a:lnTo>
                  <a:lnTo>
                    <a:pt x="690" y="2664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5" name="Google Shape;5865;p63"/>
            <p:cNvSpPr/>
            <p:nvPr/>
          </p:nvSpPr>
          <p:spPr>
            <a:xfrm>
              <a:off x="4312625" y="1173225"/>
              <a:ext cx="107625" cy="34500"/>
            </a:xfrm>
            <a:custGeom>
              <a:avLst/>
              <a:gdLst/>
              <a:ahLst/>
              <a:cxnLst/>
              <a:rect l="l" t="t" r="r" b="b"/>
              <a:pathLst>
                <a:path w="4305" h="1380" extrusionOk="0">
                  <a:moveTo>
                    <a:pt x="1" y="1"/>
                  </a:moveTo>
                  <a:lnTo>
                    <a:pt x="1" y="1379"/>
                  </a:lnTo>
                  <a:lnTo>
                    <a:pt x="4305" y="1379"/>
                  </a:lnTo>
                  <a:lnTo>
                    <a:pt x="43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6" name="Google Shape;5866;p63"/>
            <p:cNvSpPr/>
            <p:nvPr/>
          </p:nvSpPr>
          <p:spPr>
            <a:xfrm>
              <a:off x="4275650" y="1295100"/>
              <a:ext cx="306400" cy="332050"/>
            </a:xfrm>
            <a:custGeom>
              <a:avLst/>
              <a:gdLst/>
              <a:ahLst/>
              <a:cxnLst/>
              <a:rect l="l" t="t" r="r" b="b"/>
              <a:pathLst>
                <a:path w="12256" h="13282" extrusionOk="0">
                  <a:moveTo>
                    <a:pt x="1" y="1"/>
                  </a:moveTo>
                  <a:lnTo>
                    <a:pt x="1" y="13282"/>
                  </a:lnTo>
                  <a:lnTo>
                    <a:pt x="12256" y="13282"/>
                  </a:lnTo>
                  <a:lnTo>
                    <a:pt x="122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7" name="Google Shape;5867;p63"/>
            <p:cNvSpPr/>
            <p:nvPr/>
          </p:nvSpPr>
          <p:spPr>
            <a:xfrm>
              <a:off x="3830150" y="2141550"/>
              <a:ext cx="402250" cy="51725"/>
            </a:xfrm>
            <a:custGeom>
              <a:avLst/>
              <a:gdLst/>
              <a:ahLst/>
              <a:cxnLst/>
              <a:rect l="l" t="t" r="r" b="b"/>
              <a:pathLst>
                <a:path w="16090" h="2069" extrusionOk="0">
                  <a:moveTo>
                    <a:pt x="1" y="0"/>
                  </a:moveTo>
                  <a:lnTo>
                    <a:pt x="1" y="2068"/>
                  </a:lnTo>
                  <a:lnTo>
                    <a:pt x="16089" y="2068"/>
                  </a:lnTo>
                  <a:lnTo>
                    <a:pt x="160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8" name="Google Shape;5868;p63"/>
            <p:cNvSpPr/>
            <p:nvPr/>
          </p:nvSpPr>
          <p:spPr>
            <a:xfrm>
              <a:off x="3830150" y="2141550"/>
              <a:ext cx="402250" cy="51725"/>
            </a:xfrm>
            <a:custGeom>
              <a:avLst/>
              <a:gdLst/>
              <a:ahLst/>
              <a:cxnLst/>
              <a:rect l="l" t="t" r="r" b="b"/>
              <a:pathLst>
                <a:path w="16090" h="2069" fill="none" extrusionOk="0">
                  <a:moveTo>
                    <a:pt x="1" y="0"/>
                  </a:moveTo>
                  <a:lnTo>
                    <a:pt x="16089" y="0"/>
                  </a:lnTo>
                  <a:lnTo>
                    <a:pt x="16089" y="2068"/>
                  </a:lnTo>
                  <a:lnTo>
                    <a:pt x="1" y="206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9" name="Google Shape;5869;p63"/>
            <p:cNvSpPr/>
            <p:nvPr/>
          </p:nvSpPr>
          <p:spPr>
            <a:xfrm>
              <a:off x="3707850" y="1987300"/>
              <a:ext cx="322375" cy="152175"/>
            </a:xfrm>
            <a:custGeom>
              <a:avLst/>
              <a:gdLst/>
              <a:ahLst/>
              <a:cxnLst/>
              <a:rect l="l" t="t" r="r" b="b"/>
              <a:pathLst>
                <a:path w="12895" h="6087" extrusionOk="0">
                  <a:moveTo>
                    <a:pt x="5481" y="1"/>
                  </a:moveTo>
                  <a:lnTo>
                    <a:pt x="5313" y="2169"/>
                  </a:lnTo>
                  <a:lnTo>
                    <a:pt x="4355" y="2556"/>
                  </a:lnTo>
                  <a:lnTo>
                    <a:pt x="3397" y="2959"/>
                  </a:lnTo>
                  <a:lnTo>
                    <a:pt x="2338" y="3430"/>
                  </a:lnTo>
                  <a:lnTo>
                    <a:pt x="1901" y="3615"/>
                  </a:lnTo>
                  <a:lnTo>
                    <a:pt x="1447" y="3834"/>
                  </a:lnTo>
                  <a:lnTo>
                    <a:pt x="1010" y="4052"/>
                  </a:lnTo>
                  <a:lnTo>
                    <a:pt x="589" y="4288"/>
                  </a:lnTo>
                  <a:lnTo>
                    <a:pt x="505" y="4372"/>
                  </a:lnTo>
                  <a:lnTo>
                    <a:pt x="421" y="4456"/>
                  </a:lnTo>
                  <a:lnTo>
                    <a:pt x="270" y="4674"/>
                  </a:lnTo>
                  <a:lnTo>
                    <a:pt x="152" y="4926"/>
                  </a:lnTo>
                  <a:lnTo>
                    <a:pt x="68" y="5178"/>
                  </a:lnTo>
                  <a:lnTo>
                    <a:pt x="18" y="5431"/>
                  </a:lnTo>
                  <a:lnTo>
                    <a:pt x="1" y="5548"/>
                  </a:lnTo>
                  <a:lnTo>
                    <a:pt x="1" y="5649"/>
                  </a:lnTo>
                  <a:lnTo>
                    <a:pt x="18" y="5750"/>
                  </a:lnTo>
                  <a:lnTo>
                    <a:pt x="51" y="5817"/>
                  </a:lnTo>
                  <a:lnTo>
                    <a:pt x="102" y="5885"/>
                  </a:lnTo>
                  <a:lnTo>
                    <a:pt x="169" y="5918"/>
                  </a:lnTo>
                  <a:lnTo>
                    <a:pt x="371" y="5935"/>
                  </a:lnTo>
                  <a:lnTo>
                    <a:pt x="808" y="5969"/>
                  </a:lnTo>
                  <a:lnTo>
                    <a:pt x="2220" y="6019"/>
                  </a:lnTo>
                  <a:lnTo>
                    <a:pt x="4187" y="6053"/>
                  </a:lnTo>
                  <a:lnTo>
                    <a:pt x="6389" y="6069"/>
                  </a:lnTo>
                  <a:lnTo>
                    <a:pt x="8608" y="6086"/>
                  </a:lnTo>
                  <a:lnTo>
                    <a:pt x="10575" y="6069"/>
                  </a:lnTo>
                  <a:lnTo>
                    <a:pt x="11365" y="6036"/>
                  </a:lnTo>
                  <a:lnTo>
                    <a:pt x="12004" y="6019"/>
                  </a:lnTo>
                  <a:lnTo>
                    <a:pt x="12441" y="5985"/>
                  </a:lnTo>
                  <a:lnTo>
                    <a:pt x="12576" y="5952"/>
                  </a:lnTo>
                  <a:lnTo>
                    <a:pt x="12660" y="5935"/>
                  </a:lnTo>
                  <a:lnTo>
                    <a:pt x="12676" y="5868"/>
                  </a:lnTo>
                  <a:lnTo>
                    <a:pt x="12693" y="5733"/>
                  </a:lnTo>
                  <a:lnTo>
                    <a:pt x="12727" y="5195"/>
                  </a:lnTo>
                  <a:lnTo>
                    <a:pt x="12744" y="4405"/>
                  </a:lnTo>
                  <a:lnTo>
                    <a:pt x="12760" y="3413"/>
                  </a:lnTo>
                  <a:lnTo>
                    <a:pt x="12760" y="3380"/>
                  </a:lnTo>
                  <a:lnTo>
                    <a:pt x="12760" y="3178"/>
                  </a:lnTo>
                  <a:lnTo>
                    <a:pt x="12760" y="3043"/>
                  </a:lnTo>
                  <a:lnTo>
                    <a:pt x="12760" y="2943"/>
                  </a:lnTo>
                  <a:lnTo>
                    <a:pt x="12777" y="2842"/>
                  </a:lnTo>
                  <a:lnTo>
                    <a:pt x="12895" y="169"/>
                  </a:lnTo>
                  <a:lnTo>
                    <a:pt x="54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0" name="Google Shape;5870;p63"/>
            <p:cNvSpPr/>
            <p:nvPr/>
          </p:nvSpPr>
          <p:spPr>
            <a:xfrm>
              <a:off x="3707850" y="1987300"/>
              <a:ext cx="322375" cy="152175"/>
            </a:xfrm>
            <a:custGeom>
              <a:avLst/>
              <a:gdLst/>
              <a:ahLst/>
              <a:cxnLst/>
              <a:rect l="l" t="t" r="r" b="b"/>
              <a:pathLst>
                <a:path w="12895" h="6087" fill="none" extrusionOk="0">
                  <a:moveTo>
                    <a:pt x="169" y="5918"/>
                  </a:moveTo>
                  <a:lnTo>
                    <a:pt x="169" y="5918"/>
                  </a:lnTo>
                  <a:lnTo>
                    <a:pt x="371" y="5935"/>
                  </a:lnTo>
                  <a:lnTo>
                    <a:pt x="808" y="5969"/>
                  </a:lnTo>
                  <a:lnTo>
                    <a:pt x="2220" y="6019"/>
                  </a:lnTo>
                  <a:lnTo>
                    <a:pt x="4187" y="6053"/>
                  </a:lnTo>
                  <a:lnTo>
                    <a:pt x="6389" y="6069"/>
                  </a:lnTo>
                  <a:lnTo>
                    <a:pt x="8608" y="6086"/>
                  </a:lnTo>
                  <a:lnTo>
                    <a:pt x="10575" y="6069"/>
                  </a:lnTo>
                  <a:lnTo>
                    <a:pt x="11365" y="6036"/>
                  </a:lnTo>
                  <a:lnTo>
                    <a:pt x="12004" y="6019"/>
                  </a:lnTo>
                  <a:lnTo>
                    <a:pt x="12441" y="5985"/>
                  </a:lnTo>
                  <a:lnTo>
                    <a:pt x="12576" y="5952"/>
                  </a:lnTo>
                  <a:lnTo>
                    <a:pt x="12660" y="5935"/>
                  </a:lnTo>
                  <a:lnTo>
                    <a:pt x="12660" y="5935"/>
                  </a:lnTo>
                  <a:lnTo>
                    <a:pt x="12676" y="5868"/>
                  </a:lnTo>
                  <a:lnTo>
                    <a:pt x="12693" y="5733"/>
                  </a:lnTo>
                  <a:lnTo>
                    <a:pt x="12727" y="5195"/>
                  </a:lnTo>
                  <a:lnTo>
                    <a:pt x="12744" y="4405"/>
                  </a:lnTo>
                  <a:lnTo>
                    <a:pt x="12760" y="3413"/>
                  </a:lnTo>
                  <a:lnTo>
                    <a:pt x="12760" y="3380"/>
                  </a:lnTo>
                  <a:lnTo>
                    <a:pt x="12760" y="3380"/>
                  </a:lnTo>
                  <a:lnTo>
                    <a:pt x="12760" y="3178"/>
                  </a:lnTo>
                  <a:lnTo>
                    <a:pt x="12760" y="3178"/>
                  </a:lnTo>
                  <a:lnTo>
                    <a:pt x="12760" y="3043"/>
                  </a:lnTo>
                  <a:lnTo>
                    <a:pt x="12760" y="3043"/>
                  </a:lnTo>
                  <a:lnTo>
                    <a:pt x="12760" y="2943"/>
                  </a:lnTo>
                  <a:lnTo>
                    <a:pt x="12777" y="2842"/>
                  </a:lnTo>
                  <a:lnTo>
                    <a:pt x="12777" y="2842"/>
                  </a:lnTo>
                  <a:lnTo>
                    <a:pt x="12895" y="169"/>
                  </a:lnTo>
                  <a:lnTo>
                    <a:pt x="5481" y="1"/>
                  </a:lnTo>
                  <a:lnTo>
                    <a:pt x="5313" y="2169"/>
                  </a:lnTo>
                  <a:lnTo>
                    <a:pt x="5313" y="2169"/>
                  </a:lnTo>
                  <a:lnTo>
                    <a:pt x="4355" y="2556"/>
                  </a:lnTo>
                  <a:lnTo>
                    <a:pt x="3397" y="2959"/>
                  </a:lnTo>
                  <a:lnTo>
                    <a:pt x="2338" y="3430"/>
                  </a:lnTo>
                  <a:lnTo>
                    <a:pt x="2338" y="3430"/>
                  </a:lnTo>
                  <a:lnTo>
                    <a:pt x="1901" y="3615"/>
                  </a:lnTo>
                  <a:lnTo>
                    <a:pt x="1447" y="3834"/>
                  </a:lnTo>
                  <a:lnTo>
                    <a:pt x="1010" y="4052"/>
                  </a:lnTo>
                  <a:lnTo>
                    <a:pt x="589" y="4288"/>
                  </a:lnTo>
                  <a:lnTo>
                    <a:pt x="589" y="4288"/>
                  </a:lnTo>
                  <a:lnTo>
                    <a:pt x="505" y="4372"/>
                  </a:lnTo>
                  <a:lnTo>
                    <a:pt x="421" y="4456"/>
                  </a:lnTo>
                  <a:lnTo>
                    <a:pt x="270" y="4674"/>
                  </a:lnTo>
                  <a:lnTo>
                    <a:pt x="152" y="4926"/>
                  </a:lnTo>
                  <a:lnTo>
                    <a:pt x="68" y="5178"/>
                  </a:lnTo>
                  <a:lnTo>
                    <a:pt x="18" y="5431"/>
                  </a:lnTo>
                  <a:lnTo>
                    <a:pt x="1" y="5548"/>
                  </a:lnTo>
                  <a:lnTo>
                    <a:pt x="1" y="5649"/>
                  </a:lnTo>
                  <a:lnTo>
                    <a:pt x="18" y="5750"/>
                  </a:lnTo>
                  <a:lnTo>
                    <a:pt x="51" y="5817"/>
                  </a:lnTo>
                  <a:lnTo>
                    <a:pt x="102" y="5885"/>
                  </a:lnTo>
                  <a:lnTo>
                    <a:pt x="169" y="59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1" name="Google Shape;5871;p63"/>
            <p:cNvSpPr/>
            <p:nvPr/>
          </p:nvSpPr>
          <p:spPr>
            <a:xfrm>
              <a:off x="3706600" y="2036900"/>
              <a:ext cx="324050" cy="103000"/>
            </a:xfrm>
            <a:custGeom>
              <a:avLst/>
              <a:gdLst/>
              <a:ahLst/>
              <a:cxnLst/>
              <a:rect l="l" t="t" r="r" b="b"/>
              <a:pathLst>
                <a:path w="12962" h="4120" extrusionOk="0">
                  <a:moveTo>
                    <a:pt x="5397" y="0"/>
                  </a:moveTo>
                  <a:lnTo>
                    <a:pt x="4708" y="303"/>
                  </a:lnTo>
                  <a:lnTo>
                    <a:pt x="3161" y="1026"/>
                  </a:lnTo>
                  <a:lnTo>
                    <a:pt x="2304" y="1413"/>
                  </a:lnTo>
                  <a:lnTo>
                    <a:pt x="1530" y="1799"/>
                  </a:lnTo>
                  <a:lnTo>
                    <a:pt x="925" y="2102"/>
                  </a:lnTo>
                  <a:lnTo>
                    <a:pt x="723" y="2219"/>
                  </a:lnTo>
                  <a:lnTo>
                    <a:pt x="589" y="2304"/>
                  </a:lnTo>
                  <a:lnTo>
                    <a:pt x="505" y="2388"/>
                  </a:lnTo>
                  <a:lnTo>
                    <a:pt x="421" y="2472"/>
                  </a:lnTo>
                  <a:lnTo>
                    <a:pt x="337" y="2589"/>
                  </a:lnTo>
                  <a:lnTo>
                    <a:pt x="269" y="2707"/>
                  </a:lnTo>
                  <a:lnTo>
                    <a:pt x="152" y="2959"/>
                  </a:lnTo>
                  <a:lnTo>
                    <a:pt x="51" y="3228"/>
                  </a:lnTo>
                  <a:lnTo>
                    <a:pt x="1" y="3480"/>
                  </a:lnTo>
                  <a:lnTo>
                    <a:pt x="1" y="3598"/>
                  </a:lnTo>
                  <a:lnTo>
                    <a:pt x="1" y="3699"/>
                  </a:lnTo>
                  <a:lnTo>
                    <a:pt x="17" y="3800"/>
                  </a:lnTo>
                  <a:lnTo>
                    <a:pt x="51" y="3867"/>
                  </a:lnTo>
                  <a:lnTo>
                    <a:pt x="101" y="3934"/>
                  </a:lnTo>
                  <a:lnTo>
                    <a:pt x="169" y="3968"/>
                  </a:lnTo>
                  <a:lnTo>
                    <a:pt x="370" y="4001"/>
                  </a:lnTo>
                  <a:lnTo>
                    <a:pt x="807" y="4018"/>
                  </a:lnTo>
                  <a:lnTo>
                    <a:pt x="2236" y="4069"/>
                  </a:lnTo>
                  <a:lnTo>
                    <a:pt x="4186" y="4102"/>
                  </a:lnTo>
                  <a:lnTo>
                    <a:pt x="6422" y="4119"/>
                  </a:lnTo>
                  <a:lnTo>
                    <a:pt x="8641" y="4119"/>
                  </a:lnTo>
                  <a:lnTo>
                    <a:pt x="10608" y="4102"/>
                  </a:lnTo>
                  <a:lnTo>
                    <a:pt x="11415" y="4069"/>
                  </a:lnTo>
                  <a:lnTo>
                    <a:pt x="12054" y="4035"/>
                  </a:lnTo>
                  <a:lnTo>
                    <a:pt x="12491" y="4001"/>
                  </a:lnTo>
                  <a:lnTo>
                    <a:pt x="12626" y="3985"/>
                  </a:lnTo>
                  <a:lnTo>
                    <a:pt x="12693" y="3951"/>
                  </a:lnTo>
                  <a:lnTo>
                    <a:pt x="12726" y="3917"/>
                  </a:lnTo>
                  <a:lnTo>
                    <a:pt x="12760" y="3833"/>
                  </a:lnTo>
                  <a:lnTo>
                    <a:pt x="12827" y="3581"/>
                  </a:lnTo>
                  <a:lnTo>
                    <a:pt x="12878" y="3211"/>
                  </a:lnTo>
                  <a:lnTo>
                    <a:pt x="12928" y="2724"/>
                  </a:lnTo>
                  <a:lnTo>
                    <a:pt x="12962" y="2135"/>
                  </a:lnTo>
                  <a:lnTo>
                    <a:pt x="12962" y="1497"/>
                  </a:lnTo>
                  <a:lnTo>
                    <a:pt x="12962" y="791"/>
                  </a:lnTo>
                  <a:lnTo>
                    <a:pt x="12928" y="68"/>
                  </a:lnTo>
                  <a:lnTo>
                    <a:pt x="5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2" name="Google Shape;5872;p63"/>
            <p:cNvSpPr/>
            <p:nvPr/>
          </p:nvSpPr>
          <p:spPr>
            <a:xfrm>
              <a:off x="3706600" y="2036900"/>
              <a:ext cx="324050" cy="103000"/>
            </a:xfrm>
            <a:custGeom>
              <a:avLst/>
              <a:gdLst/>
              <a:ahLst/>
              <a:cxnLst/>
              <a:rect l="l" t="t" r="r" b="b"/>
              <a:pathLst>
                <a:path w="12962" h="4120" fill="none" extrusionOk="0">
                  <a:moveTo>
                    <a:pt x="169" y="3968"/>
                  </a:moveTo>
                  <a:lnTo>
                    <a:pt x="169" y="3968"/>
                  </a:lnTo>
                  <a:lnTo>
                    <a:pt x="370" y="4001"/>
                  </a:lnTo>
                  <a:lnTo>
                    <a:pt x="807" y="4018"/>
                  </a:lnTo>
                  <a:lnTo>
                    <a:pt x="2236" y="4069"/>
                  </a:lnTo>
                  <a:lnTo>
                    <a:pt x="4186" y="4102"/>
                  </a:lnTo>
                  <a:lnTo>
                    <a:pt x="6422" y="4119"/>
                  </a:lnTo>
                  <a:lnTo>
                    <a:pt x="8641" y="4119"/>
                  </a:lnTo>
                  <a:lnTo>
                    <a:pt x="10608" y="4102"/>
                  </a:lnTo>
                  <a:lnTo>
                    <a:pt x="11415" y="4069"/>
                  </a:lnTo>
                  <a:lnTo>
                    <a:pt x="12054" y="4035"/>
                  </a:lnTo>
                  <a:lnTo>
                    <a:pt x="12491" y="4001"/>
                  </a:lnTo>
                  <a:lnTo>
                    <a:pt x="12626" y="3985"/>
                  </a:lnTo>
                  <a:lnTo>
                    <a:pt x="12693" y="3951"/>
                  </a:lnTo>
                  <a:lnTo>
                    <a:pt x="12693" y="3951"/>
                  </a:lnTo>
                  <a:lnTo>
                    <a:pt x="12726" y="3917"/>
                  </a:lnTo>
                  <a:lnTo>
                    <a:pt x="12760" y="3833"/>
                  </a:lnTo>
                  <a:lnTo>
                    <a:pt x="12827" y="3581"/>
                  </a:lnTo>
                  <a:lnTo>
                    <a:pt x="12878" y="3211"/>
                  </a:lnTo>
                  <a:lnTo>
                    <a:pt x="12928" y="2724"/>
                  </a:lnTo>
                  <a:lnTo>
                    <a:pt x="12962" y="2135"/>
                  </a:lnTo>
                  <a:lnTo>
                    <a:pt x="12962" y="1497"/>
                  </a:lnTo>
                  <a:lnTo>
                    <a:pt x="12962" y="791"/>
                  </a:lnTo>
                  <a:lnTo>
                    <a:pt x="12928" y="68"/>
                  </a:lnTo>
                  <a:lnTo>
                    <a:pt x="5397" y="0"/>
                  </a:lnTo>
                  <a:lnTo>
                    <a:pt x="5397" y="0"/>
                  </a:lnTo>
                  <a:lnTo>
                    <a:pt x="4708" y="303"/>
                  </a:lnTo>
                  <a:lnTo>
                    <a:pt x="3161" y="1026"/>
                  </a:lnTo>
                  <a:lnTo>
                    <a:pt x="2304" y="1413"/>
                  </a:lnTo>
                  <a:lnTo>
                    <a:pt x="1530" y="1799"/>
                  </a:lnTo>
                  <a:lnTo>
                    <a:pt x="925" y="2102"/>
                  </a:lnTo>
                  <a:lnTo>
                    <a:pt x="723" y="2219"/>
                  </a:lnTo>
                  <a:lnTo>
                    <a:pt x="589" y="2304"/>
                  </a:lnTo>
                  <a:lnTo>
                    <a:pt x="589" y="2304"/>
                  </a:lnTo>
                  <a:lnTo>
                    <a:pt x="505" y="2388"/>
                  </a:lnTo>
                  <a:lnTo>
                    <a:pt x="421" y="2472"/>
                  </a:lnTo>
                  <a:lnTo>
                    <a:pt x="337" y="2589"/>
                  </a:lnTo>
                  <a:lnTo>
                    <a:pt x="269" y="2707"/>
                  </a:lnTo>
                  <a:lnTo>
                    <a:pt x="152" y="2959"/>
                  </a:lnTo>
                  <a:lnTo>
                    <a:pt x="51" y="3228"/>
                  </a:lnTo>
                  <a:lnTo>
                    <a:pt x="1" y="3480"/>
                  </a:lnTo>
                  <a:lnTo>
                    <a:pt x="1" y="3598"/>
                  </a:lnTo>
                  <a:lnTo>
                    <a:pt x="1" y="3699"/>
                  </a:lnTo>
                  <a:lnTo>
                    <a:pt x="17" y="3800"/>
                  </a:lnTo>
                  <a:lnTo>
                    <a:pt x="51" y="3867"/>
                  </a:lnTo>
                  <a:lnTo>
                    <a:pt x="101" y="3934"/>
                  </a:lnTo>
                  <a:lnTo>
                    <a:pt x="169" y="39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3" name="Google Shape;5873;p63"/>
            <p:cNvSpPr/>
            <p:nvPr/>
          </p:nvSpPr>
          <p:spPr>
            <a:xfrm>
              <a:off x="3714175" y="2124325"/>
              <a:ext cx="295900" cy="5050"/>
            </a:xfrm>
            <a:custGeom>
              <a:avLst/>
              <a:gdLst/>
              <a:ahLst/>
              <a:cxnLst/>
              <a:rect l="l" t="t" r="r" b="b"/>
              <a:pathLst>
                <a:path w="11836" h="202" extrusionOk="0">
                  <a:moveTo>
                    <a:pt x="2438" y="0"/>
                  </a:moveTo>
                  <a:lnTo>
                    <a:pt x="34" y="17"/>
                  </a:lnTo>
                  <a:lnTo>
                    <a:pt x="17" y="17"/>
                  </a:lnTo>
                  <a:lnTo>
                    <a:pt x="0" y="34"/>
                  </a:lnTo>
                  <a:lnTo>
                    <a:pt x="17" y="34"/>
                  </a:lnTo>
                  <a:lnTo>
                    <a:pt x="34" y="51"/>
                  </a:lnTo>
                  <a:lnTo>
                    <a:pt x="2438" y="101"/>
                  </a:lnTo>
                  <a:lnTo>
                    <a:pt x="5934" y="168"/>
                  </a:lnTo>
                  <a:lnTo>
                    <a:pt x="9448" y="202"/>
                  </a:lnTo>
                  <a:lnTo>
                    <a:pt x="10843" y="202"/>
                  </a:lnTo>
                  <a:lnTo>
                    <a:pt x="11835" y="185"/>
                  </a:lnTo>
                  <a:lnTo>
                    <a:pt x="11835" y="168"/>
                  </a:lnTo>
                  <a:lnTo>
                    <a:pt x="10843" y="135"/>
                  </a:lnTo>
                  <a:lnTo>
                    <a:pt x="9448" y="101"/>
                  </a:lnTo>
                  <a:lnTo>
                    <a:pt x="5934" y="34"/>
                  </a:lnTo>
                  <a:lnTo>
                    <a:pt x="24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4" name="Google Shape;5874;p63"/>
            <p:cNvSpPr/>
            <p:nvPr/>
          </p:nvSpPr>
          <p:spPr>
            <a:xfrm>
              <a:off x="3714175" y="2124325"/>
              <a:ext cx="295900" cy="5050"/>
            </a:xfrm>
            <a:custGeom>
              <a:avLst/>
              <a:gdLst/>
              <a:ahLst/>
              <a:cxnLst/>
              <a:rect l="l" t="t" r="r" b="b"/>
              <a:pathLst>
                <a:path w="11836" h="202" fill="none" extrusionOk="0">
                  <a:moveTo>
                    <a:pt x="34" y="17"/>
                  </a:moveTo>
                  <a:lnTo>
                    <a:pt x="34" y="17"/>
                  </a:lnTo>
                  <a:lnTo>
                    <a:pt x="2438" y="0"/>
                  </a:lnTo>
                  <a:lnTo>
                    <a:pt x="5934" y="34"/>
                  </a:lnTo>
                  <a:lnTo>
                    <a:pt x="9448" y="101"/>
                  </a:lnTo>
                  <a:lnTo>
                    <a:pt x="10843" y="135"/>
                  </a:lnTo>
                  <a:lnTo>
                    <a:pt x="11835" y="168"/>
                  </a:lnTo>
                  <a:lnTo>
                    <a:pt x="11835" y="168"/>
                  </a:lnTo>
                  <a:lnTo>
                    <a:pt x="11835" y="185"/>
                  </a:lnTo>
                  <a:lnTo>
                    <a:pt x="11835" y="185"/>
                  </a:lnTo>
                  <a:lnTo>
                    <a:pt x="11835" y="185"/>
                  </a:lnTo>
                  <a:lnTo>
                    <a:pt x="10843" y="202"/>
                  </a:lnTo>
                  <a:lnTo>
                    <a:pt x="9448" y="202"/>
                  </a:lnTo>
                  <a:lnTo>
                    <a:pt x="5934" y="168"/>
                  </a:lnTo>
                  <a:lnTo>
                    <a:pt x="2438" y="101"/>
                  </a:lnTo>
                  <a:lnTo>
                    <a:pt x="34" y="51"/>
                  </a:lnTo>
                  <a:lnTo>
                    <a:pt x="34" y="51"/>
                  </a:lnTo>
                  <a:lnTo>
                    <a:pt x="17" y="34"/>
                  </a:lnTo>
                  <a:lnTo>
                    <a:pt x="0" y="34"/>
                  </a:lnTo>
                  <a:lnTo>
                    <a:pt x="17" y="17"/>
                  </a:lnTo>
                  <a:lnTo>
                    <a:pt x="34" y="1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5" name="Google Shape;5875;p63"/>
            <p:cNvSpPr/>
            <p:nvPr/>
          </p:nvSpPr>
          <p:spPr>
            <a:xfrm>
              <a:off x="3825125" y="2041525"/>
              <a:ext cx="55500" cy="24400"/>
            </a:xfrm>
            <a:custGeom>
              <a:avLst/>
              <a:gdLst/>
              <a:ahLst/>
              <a:cxnLst/>
              <a:rect l="l" t="t" r="r" b="b"/>
              <a:pathLst>
                <a:path w="2220" h="976" extrusionOk="0">
                  <a:moveTo>
                    <a:pt x="51" y="0"/>
                  </a:moveTo>
                  <a:lnTo>
                    <a:pt x="17" y="17"/>
                  </a:lnTo>
                  <a:lnTo>
                    <a:pt x="0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89" y="269"/>
                  </a:lnTo>
                  <a:lnTo>
                    <a:pt x="1127" y="471"/>
                  </a:lnTo>
                  <a:lnTo>
                    <a:pt x="1664" y="706"/>
                  </a:lnTo>
                  <a:lnTo>
                    <a:pt x="2169" y="959"/>
                  </a:lnTo>
                  <a:lnTo>
                    <a:pt x="2202" y="975"/>
                  </a:lnTo>
                  <a:lnTo>
                    <a:pt x="2219" y="959"/>
                  </a:lnTo>
                  <a:lnTo>
                    <a:pt x="2219" y="942"/>
                  </a:lnTo>
                  <a:lnTo>
                    <a:pt x="2219" y="925"/>
                  </a:lnTo>
                  <a:lnTo>
                    <a:pt x="2118" y="807"/>
                  </a:lnTo>
                  <a:lnTo>
                    <a:pt x="2018" y="706"/>
                  </a:lnTo>
                  <a:lnTo>
                    <a:pt x="1900" y="606"/>
                  </a:lnTo>
                  <a:lnTo>
                    <a:pt x="1782" y="505"/>
                  </a:lnTo>
                  <a:lnTo>
                    <a:pt x="1530" y="353"/>
                  </a:lnTo>
                  <a:lnTo>
                    <a:pt x="1244" y="219"/>
                  </a:lnTo>
                  <a:lnTo>
                    <a:pt x="958" y="118"/>
                  </a:lnTo>
                  <a:lnTo>
                    <a:pt x="656" y="51"/>
                  </a:lnTo>
                  <a:lnTo>
                    <a:pt x="353" y="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6" name="Google Shape;5876;p63"/>
            <p:cNvSpPr/>
            <p:nvPr/>
          </p:nvSpPr>
          <p:spPr>
            <a:xfrm>
              <a:off x="3810000" y="2047400"/>
              <a:ext cx="55075" cy="23975"/>
            </a:xfrm>
            <a:custGeom>
              <a:avLst/>
              <a:gdLst/>
              <a:ahLst/>
              <a:cxnLst/>
              <a:rect l="l" t="t" r="r" b="b"/>
              <a:pathLst>
                <a:path w="2203" h="959" extrusionOk="0">
                  <a:moveTo>
                    <a:pt x="17" y="1"/>
                  </a:moveTo>
                  <a:lnTo>
                    <a:pt x="0" y="17"/>
                  </a:lnTo>
                  <a:lnTo>
                    <a:pt x="0" y="68"/>
                  </a:lnTo>
                  <a:lnTo>
                    <a:pt x="17" y="85"/>
                  </a:lnTo>
                  <a:lnTo>
                    <a:pt x="572" y="270"/>
                  </a:lnTo>
                  <a:lnTo>
                    <a:pt x="1110" y="471"/>
                  </a:lnTo>
                  <a:lnTo>
                    <a:pt x="1647" y="707"/>
                  </a:lnTo>
                  <a:lnTo>
                    <a:pt x="2169" y="959"/>
                  </a:lnTo>
                  <a:lnTo>
                    <a:pt x="2202" y="959"/>
                  </a:lnTo>
                  <a:lnTo>
                    <a:pt x="2202" y="942"/>
                  </a:lnTo>
                  <a:lnTo>
                    <a:pt x="2202" y="925"/>
                  </a:lnTo>
                  <a:lnTo>
                    <a:pt x="2101" y="808"/>
                  </a:lnTo>
                  <a:lnTo>
                    <a:pt x="2001" y="690"/>
                  </a:lnTo>
                  <a:lnTo>
                    <a:pt x="1900" y="589"/>
                  </a:lnTo>
                  <a:lnTo>
                    <a:pt x="1765" y="505"/>
                  </a:lnTo>
                  <a:lnTo>
                    <a:pt x="1513" y="354"/>
                  </a:lnTo>
                  <a:lnTo>
                    <a:pt x="1227" y="219"/>
                  </a:lnTo>
                  <a:lnTo>
                    <a:pt x="941" y="118"/>
                  </a:lnTo>
                  <a:lnTo>
                    <a:pt x="639" y="51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7" name="Google Shape;5877;p63"/>
            <p:cNvSpPr/>
            <p:nvPr/>
          </p:nvSpPr>
          <p:spPr>
            <a:xfrm>
              <a:off x="3794850" y="2053300"/>
              <a:ext cx="55100" cy="23975"/>
            </a:xfrm>
            <a:custGeom>
              <a:avLst/>
              <a:gdLst/>
              <a:ahLst/>
              <a:cxnLst/>
              <a:rect l="l" t="t" r="r" b="b"/>
              <a:pathLst>
                <a:path w="2204" h="959" extrusionOk="0">
                  <a:moveTo>
                    <a:pt x="18" y="0"/>
                  </a:moveTo>
                  <a:lnTo>
                    <a:pt x="1" y="34"/>
                  </a:lnTo>
                  <a:lnTo>
                    <a:pt x="1" y="67"/>
                  </a:lnTo>
                  <a:lnTo>
                    <a:pt x="18" y="84"/>
                  </a:lnTo>
                  <a:lnTo>
                    <a:pt x="572" y="269"/>
                  </a:lnTo>
                  <a:lnTo>
                    <a:pt x="1110" y="471"/>
                  </a:lnTo>
                  <a:lnTo>
                    <a:pt x="1648" y="706"/>
                  </a:lnTo>
                  <a:lnTo>
                    <a:pt x="2169" y="958"/>
                  </a:lnTo>
                  <a:lnTo>
                    <a:pt x="2203" y="958"/>
                  </a:lnTo>
                  <a:lnTo>
                    <a:pt x="2203" y="941"/>
                  </a:lnTo>
                  <a:lnTo>
                    <a:pt x="2203" y="925"/>
                  </a:lnTo>
                  <a:lnTo>
                    <a:pt x="2102" y="807"/>
                  </a:lnTo>
                  <a:lnTo>
                    <a:pt x="2001" y="706"/>
                  </a:lnTo>
                  <a:lnTo>
                    <a:pt x="1884" y="605"/>
                  </a:lnTo>
                  <a:lnTo>
                    <a:pt x="1766" y="504"/>
                  </a:lnTo>
                  <a:lnTo>
                    <a:pt x="1514" y="353"/>
                  </a:lnTo>
                  <a:lnTo>
                    <a:pt x="1228" y="219"/>
                  </a:lnTo>
                  <a:lnTo>
                    <a:pt x="942" y="118"/>
                  </a:lnTo>
                  <a:lnTo>
                    <a:pt x="640" y="50"/>
                  </a:lnTo>
                  <a:lnTo>
                    <a:pt x="337" y="1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8" name="Google Shape;5878;p63"/>
            <p:cNvSpPr/>
            <p:nvPr/>
          </p:nvSpPr>
          <p:spPr>
            <a:xfrm>
              <a:off x="3779725" y="2058750"/>
              <a:ext cx="55075" cy="24400"/>
            </a:xfrm>
            <a:custGeom>
              <a:avLst/>
              <a:gdLst/>
              <a:ahLst/>
              <a:cxnLst/>
              <a:rect l="l" t="t" r="r" b="b"/>
              <a:pathLst>
                <a:path w="2203" h="976" extrusionOk="0">
                  <a:moveTo>
                    <a:pt x="1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17" y="101"/>
                  </a:lnTo>
                  <a:lnTo>
                    <a:pt x="572" y="270"/>
                  </a:lnTo>
                  <a:lnTo>
                    <a:pt x="1110" y="471"/>
                  </a:lnTo>
                  <a:lnTo>
                    <a:pt x="1648" y="707"/>
                  </a:lnTo>
                  <a:lnTo>
                    <a:pt x="2169" y="959"/>
                  </a:lnTo>
                  <a:lnTo>
                    <a:pt x="2186" y="976"/>
                  </a:lnTo>
                  <a:lnTo>
                    <a:pt x="2203" y="959"/>
                  </a:lnTo>
                  <a:lnTo>
                    <a:pt x="2203" y="942"/>
                  </a:lnTo>
                  <a:lnTo>
                    <a:pt x="2203" y="925"/>
                  </a:lnTo>
                  <a:lnTo>
                    <a:pt x="2102" y="807"/>
                  </a:lnTo>
                  <a:lnTo>
                    <a:pt x="2001" y="707"/>
                  </a:lnTo>
                  <a:lnTo>
                    <a:pt x="1883" y="606"/>
                  </a:lnTo>
                  <a:lnTo>
                    <a:pt x="1766" y="505"/>
                  </a:lnTo>
                  <a:lnTo>
                    <a:pt x="1514" y="354"/>
                  </a:lnTo>
                  <a:lnTo>
                    <a:pt x="1228" y="219"/>
                  </a:lnTo>
                  <a:lnTo>
                    <a:pt x="942" y="118"/>
                  </a:lnTo>
                  <a:lnTo>
                    <a:pt x="639" y="51"/>
                  </a:lnTo>
                  <a:lnTo>
                    <a:pt x="337" y="1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9" name="Google Shape;5879;p63"/>
            <p:cNvSpPr/>
            <p:nvPr/>
          </p:nvSpPr>
          <p:spPr>
            <a:xfrm>
              <a:off x="3847800" y="2037750"/>
              <a:ext cx="182850" cy="102150"/>
            </a:xfrm>
            <a:custGeom>
              <a:avLst/>
              <a:gdLst/>
              <a:ahLst/>
              <a:cxnLst/>
              <a:rect l="l" t="t" r="r" b="b"/>
              <a:pathLst>
                <a:path w="7314" h="4086" extrusionOk="0">
                  <a:moveTo>
                    <a:pt x="3599" y="0"/>
                  </a:moveTo>
                  <a:lnTo>
                    <a:pt x="505" y="3497"/>
                  </a:lnTo>
                  <a:lnTo>
                    <a:pt x="4052" y="3564"/>
                  </a:lnTo>
                  <a:lnTo>
                    <a:pt x="5481" y="3598"/>
                  </a:lnTo>
                  <a:lnTo>
                    <a:pt x="6490" y="3631"/>
                  </a:lnTo>
                  <a:lnTo>
                    <a:pt x="6490" y="3648"/>
                  </a:lnTo>
                  <a:lnTo>
                    <a:pt x="5767" y="3665"/>
                  </a:lnTo>
                  <a:lnTo>
                    <a:pt x="2708" y="3665"/>
                  </a:lnTo>
                  <a:lnTo>
                    <a:pt x="388" y="3631"/>
                  </a:lnTo>
                  <a:lnTo>
                    <a:pt x="1" y="4085"/>
                  </a:lnTo>
                  <a:lnTo>
                    <a:pt x="3767" y="4085"/>
                  </a:lnTo>
                  <a:lnTo>
                    <a:pt x="5381" y="4051"/>
                  </a:lnTo>
                  <a:lnTo>
                    <a:pt x="6019" y="4035"/>
                  </a:lnTo>
                  <a:lnTo>
                    <a:pt x="6524" y="4001"/>
                  </a:lnTo>
                  <a:lnTo>
                    <a:pt x="6877" y="3967"/>
                  </a:lnTo>
                  <a:lnTo>
                    <a:pt x="6978" y="3951"/>
                  </a:lnTo>
                  <a:lnTo>
                    <a:pt x="7045" y="3917"/>
                  </a:lnTo>
                  <a:lnTo>
                    <a:pt x="7078" y="3883"/>
                  </a:lnTo>
                  <a:lnTo>
                    <a:pt x="7112" y="3799"/>
                  </a:lnTo>
                  <a:lnTo>
                    <a:pt x="7179" y="3547"/>
                  </a:lnTo>
                  <a:lnTo>
                    <a:pt x="7230" y="3177"/>
                  </a:lnTo>
                  <a:lnTo>
                    <a:pt x="7280" y="2690"/>
                  </a:lnTo>
                  <a:lnTo>
                    <a:pt x="7297" y="2101"/>
                  </a:lnTo>
                  <a:lnTo>
                    <a:pt x="7314" y="1463"/>
                  </a:lnTo>
                  <a:lnTo>
                    <a:pt x="7314" y="757"/>
                  </a:lnTo>
                  <a:lnTo>
                    <a:pt x="7263" y="34"/>
                  </a:lnTo>
                  <a:lnTo>
                    <a:pt x="7196" y="34"/>
                  </a:lnTo>
                  <a:lnTo>
                    <a:pt x="35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0" name="Google Shape;5880;p63"/>
            <p:cNvSpPr/>
            <p:nvPr/>
          </p:nvSpPr>
          <p:spPr>
            <a:xfrm>
              <a:off x="3847800" y="2037750"/>
              <a:ext cx="182850" cy="102150"/>
            </a:xfrm>
            <a:custGeom>
              <a:avLst/>
              <a:gdLst/>
              <a:ahLst/>
              <a:cxnLst/>
              <a:rect l="l" t="t" r="r" b="b"/>
              <a:pathLst>
                <a:path w="7314" h="4086" fill="none" extrusionOk="0">
                  <a:moveTo>
                    <a:pt x="3599" y="0"/>
                  </a:moveTo>
                  <a:lnTo>
                    <a:pt x="505" y="3497"/>
                  </a:lnTo>
                  <a:lnTo>
                    <a:pt x="505" y="3497"/>
                  </a:lnTo>
                  <a:lnTo>
                    <a:pt x="4052" y="3564"/>
                  </a:lnTo>
                  <a:lnTo>
                    <a:pt x="5481" y="3598"/>
                  </a:lnTo>
                  <a:lnTo>
                    <a:pt x="6490" y="3631"/>
                  </a:lnTo>
                  <a:lnTo>
                    <a:pt x="6490" y="3631"/>
                  </a:lnTo>
                  <a:lnTo>
                    <a:pt x="6490" y="3648"/>
                  </a:lnTo>
                  <a:lnTo>
                    <a:pt x="6490" y="3648"/>
                  </a:lnTo>
                  <a:lnTo>
                    <a:pt x="6490" y="3648"/>
                  </a:lnTo>
                  <a:lnTo>
                    <a:pt x="5767" y="3665"/>
                  </a:lnTo>
                  <a:lnTo>
                    <a:pt x="4775" y="3665"/>
                  </a:lnTo>
                  <a:lnTo>
                    <a:pt x="4775" y="3665"/>
                  </a:lnTo>
                  <a:lnTo>
                    <a:pt x="2708" y="3665"/>
                  </a:lnTo>
                  <a:lnTo>
                    <a:pt x="388" y="3631"/>
                  </a:lnTo>
                  <a:lnTo>
                    <a:pt x="1" y="4085"/>
                  </a:lnTo>
                  <a:lnTo>
                    <a:pt x="1" y="4085"/>
                  </a:lnTo>
                  <a:lnTo>
                    <a:pt x="1901" y="4085"/>
                  </a:lnTo>
                  <a:lnTo>
                    <a:pt x="1901" y="4085"/>
                  </a:lnTo>
                  <a:lnTo>
                    <a:pt x="3767" y="4085"/>
                  </a:lnTo>
                  <a:lnTo>
                    <a:pt x="5381" y="4051"/>
                  </a:lnTo>
                  <a:lnTo>
                    <a:pt x="6019" y="4035"/>
                  </a:lnTo>
                  <a:lnTo>
                    <a:pt x="6524" y="4001"/>
                  </a:lnTo>
                  <a:lnTo>
                    <a:pt x="6877" y="3967"/>
                  </a:lnTo>
                  <a:lnTo>
                    <a:pt x="6978" y="3951"/>
                  </a:lnTo>
                  <a:lnTo>
                    <a:pt x="7045" y="3917"/>
                  </a:lnTo>
                  <a:lnTo>
                    <a:pt x="7045" y="3917"/>
                  </a:lnTo>
                  <a:lnTo>
                    <a:pt x="7078" y="3883"/>
                  </a:lnTo>
                  <a:lnTo>
                    <a:pt x="7112" y="3799"/>
                  </a:lnTo>
                  <a:lnTo>
                    <a:pt x="7179" y="3547"/>
                  </a:lnTo>
                  <a:lnTo>
                    <a:pt x="7230" y="3177"/>
                  </a:lnTo>
                  <a:lnTo>
                    <a:pt x="7280" y="2690"/>
                  </a:lnTo>
                  <a:lnTo>
                    <a:pt x="7297" y="2101"/>
                  </a:lnTo>
                  <a:lnTo>
                    <a:pt x="7314" y="1463"/>
                  </a:lnTo>
                  <a:lnTo>
                    <a:pt x="7314" y="757"/>
                  </a:lnTo>
                  <a:lnTo>
                    <a:pt x="7263" y="34"/>
                  </a:lnTo>
                  <a:lnTo>
                    <a:pt x="7196" y="34"/>
                  </a:lnTo>
                  <a:lnTo>
                    <a:pt x="359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1" name="Google Shape;5881;p63"/>
            <p:cNvSpPr/>
            <p:nvPr/>
          </p:nvSpPr>
          <p:spPr>
            <a:xfrm>
              <a:off x="3857475" y="2125150"/>
              <a:ext cx="152600" cy="4225"/>
            </a:xfrm>
            <a:custGeom>
              <a:avLst/>
              <a:gdLst/>
              <a:ahLst/>
              <a:cxnLst/>
              <a:rect l="l" t="t" r="r" b="b"/>
              <a:pathLst>
                <a:path w="6104" h="169" extrusionOk="0">
                  <a:moveTo>
                    <a:pt x="118" y="1"/>
                  </a:moveTo>
                  <a:lnTo>
                    <a:pt x="1" y="135"/>
                  </a:lnTo>
                  <a:lnTo>
                    <a:pt x="2321" y="169"/>
                  </a:lnTo>
                  <a:lnTo>
                    <a:pt x="5380" y="169"/>
                  </a:lnTo>
                  <a:lnTo>
                    <a:pt x="6103" y="152"/>
                  </a:lnTo>
                  <a:lnTo>
                    <a:pt x="6103" y="135"/>
                  </a:lnTo>
                  <a:lnTo>
                    <a:pt x="5094" y="102"/>
                  </a:lnTo>
                  <a:lnTo>
                    <a:pt x="3665" y="6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2" name="Google Shape;5882;p63"/>
            <p:cNvSpPr/>
            <p:nvPr/>
          </p:nvSpPr>
          <p:spPr>
            <a:xfrm>
              <a:off x="3857475" y="2125150"/>
              <a:ext cx="152600" cy="4225"/>
            </a:xfrm>
            <a:custGeom>
              <a:avLst/>
              <a:gdLst/>
              <a:ahLst/>
              <a:cxnLst/>
              <a:rect l="l" t="t" r="r" b="b"/>
              <a:pathLst>
                <a:path w="6104" h="169" fill="none" extrusionOk="0">
                  <a:moveTo>
                    <a:pt x="118" y="1"/>
                  </a:moveTo>
                  <a:lnTo>
                    <a:pt x="1" y="135"/>
                  </a:lnTo>
                  <a:lnTo>
                    <a:pt x="1" y="135"/>
                  </a:lnTo>
                  <a:lnTo>
                    <a:pt x="2321" y="169"/>
                  </a:lnTo>
                  <a:lnTo>
                    <a:pt x="4388" y="169"/>
                  </a:lnTo>
                  <a:lnTo>
                    <a:pt x="4388" y="169"/>
                  </a:lnTo>
                  <a:lnTo>
                    <a:pt x="5380" y="169"/>
                  </a:lnTo>
                  <a:lnTo>
                    <a:pt x="6103" y="152"/>
                  </a:lnTo>
                  <a:lnTo>
                    <a:pt x="6103" y="152"/>
                  </a:lnTo>
                  <a:lnTo>
                    <a:pt x="6103" y="152"/>
                  </a:lnTo>
                  <a:lnTo>
                    <a:pt x="6103" y="135"/>
                  </a:lnTo>
                  <a:lnTo>
                    <a:pt x="6103" y="135"/>
                  </a:lnTo>
                  <a:lnTo>
                    <a:pt x="5094" y="102"/>
                  </a:lnTo>
                  <a:lnTo>
                    <a:pt x="3665" y="68"/>
                  </a:lnTo>
                  <a:lnTo>
                    <a:pt x="11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3" name="Google Shape;5883;p63"/>
            <p:cNvSpPr/>
            <p:nvPr/>
          </p:nvSpPr>
          <p:spPr>
            <a:xfrm>
              <a:off x="3821325" y="1306025"/>
              <a:ext cx="694750" cy="725425"/>
            </a:xfrm>
            <a:custGeom>
              <a:avLst/>
              <a:gdLst/>
              <a:ahLst/>
              <a:cxnLst/>
              <a:rect l="l" t="t" r="r" b="b"/>
              <a:pathLst>
                <a:path w="27790" h="29017" extrusionOk="0">
                  <a:moveTo>
                    <a:pt x="19014" y="1"/>
                  </a:moveTo>
                  <a:lnTo>
                    <a:pt x="17804" y="2859"/>
                  </a:lnTo>
                  <a:lnTo>
                    <a:pt x="17333" y="2926"/>
                  </a:lnTo>
                  <a:lnTo>
                    <a:pt x="16055" y="3111"/>
                  </a:lnTo>
                  <a:lnTo>
                    <a:pt x="15181" y="3262"/>
                  </a:lnTo>
                  <a:lnTo>
                    <a:pt x="14206" y="3447"/>
                  </a:lnTo>
                  <a:lnTo>
                    <a:pt x="13130" y="3666"/>
                  </a:lnTo>
                  <a:lnTo>
                    <a:pt x="11987" y="3918"/>
                  </a:lnTo>
                  <a:lnTo>
                    <a:pt x="10827" y="4221"/>
                  </a:lnTo>
                  <a:lnTo>
                    <a:pt x="10239" y="4389"/>
                  </a:lnTo>
                  <a:lnTo>
                    <a:pt x="9667" y="4557"/>
                  </a:lnTo>
                  <a:lnTo>
                    <a:pt x="9079" y="4742"/>
                  </a:lnTo>
                  <a:lnTo>
                    <a:pt x="8524" y="4943"/>
                  </a:lnTo>
                  <a:lnTo>
                    <a:pt x="7969" y="5145"/>
                  </a:lnTo>
                  <a:lnTo>
                    <a:pt x="7431" y="5380"/>
                  </a:lnTo>
                  <a:lnTo>
                    <a:pt x="6910" y="5599"/>
                  </a:lnTo>
                  <a:lnTo>
                    <a:pt x="6423" y="5851"/>
                  </a:lnTo>
                  <a:lnTo>
                    <a:pt x="5952" y="6103"/>
                  </a:lnTo>
                  <a:lnTo>
                    <a:pt x="5515" y="6372"/>
                  </a:lnTo>
                  <a:lnTo>
                    <a:pt x="5128" y="6641"/>
                  </a:lnTo>
                  <a:lnTo>
                    <a:pt x="4758" y="6944"/>
                  </a:lnTo>
                  <a:lnTo>
                    <a:pt x="4439" y="7247"/>
                  </a:lnTo>
                  <a:lnTo>
                    <a:pt x="4305" y="7398"/>
                  </a:lnTo>
                  <a:lnTo>
                    <a:pt x="4170" y="7566"/>
                  </a:lnTo>
                  <a:lnTo>
                    <a:pt x="4036" y="7751"/>
                  </a:lnTo>
                  <a:lnTo>
                    <a:pt x="3884" y="7969"/>
                  </a:lnTo>
                  <a:lnTo>
                    <a:pt x="3750" y="8205"/>
                  </a:lnTo>
                  <a:lnTo>
                    <a:pt x="3615" y="8457"/>
                  </a:lnTo>
                  <a:lnTo>
                    <a:pt x="3363" y="9012"/>
                  </a:lnTo>
                  <a:lnTo>
                    <a:pt x="3111" y="9617"/>
                  </a:lnTo>
                  <a:lnTo>
                    <a:pt x="2876" y="10289"/>
                  </a:lnTo>
                  <a:lnTo>
                    <a:pt x="2640" y="11012"/>
                  </a:lnTo>
                  <a:lnTo>
                    <a:pt x="2422" y="11769"/>
                  </a:lnTo>
                  <a:lnTo>
                    <a:pt x="2220" y="12576"/>
                  </a:lnTo>
                  <a:lnTo>
                    <a:pt x="2035" y="13416"/>
                  </a:lnTo>
                  <a:lnTo>
                    <a:pt x="1833" y="14290"/>
                  </a:lnTo>
                  <a:lnTo>
                    <a:pt x="1665" y="15181"/>
                  </a:lnTo>
                  <a:lnTo>
                    <a:pt x="1497" y="16089"/>
                  </a:lnTo>
                  <a:lnTo>
                    <a:pt x="1346" y="17014"/>
                  </a:lnTo>
                  <a:lnTo>
                    <a:pt x="1194" y="17938"/>
                  </a:lnTo>
                  <a:lnTo>
                    <a:pt x="926" y="19771"/>
                  </a:lnTo>
                  <a:lnTo>
                    <a:pt x="707" y="21570"/>
                  </a:lnTo>
                  <a:lnTo>
                    <a:pt x="505" y="23267"/>
                  </a:lnTo>
                  <a:lnTo>
                    <a:pt x="354" y="24831"/>
                  </a:lnTo>
                  <a:lnTo>
                    <a:pt x="219" y="26226"/>
                  </a:lnTo>
                  <a:lnTo>
                    <a:pt x="51" y="28260"/>
                  </a:lnTo>
                  <a:lnTo>
                    <a:pt x="1" y="29017"/>
                  </a:lnTo>
                  <a:lnTo>
                    <a:pt x="8625" y="29017"/>
                  </a:lnTo>
                  <a:lnTo>
                    <a:pt x="8843" y="26579"/>
                  </a:lnTo>
                  <a:lnTo>
                    <a:pt x="9096" y="24058"/>
                  </a:lnTo>
                  <a:lnTo>
                    <a:pt x="9415" y="21132"/>
                  </a:lnTo>
                  <a:lnTo>
                    <a:pt x="9583" y="19619"/>
                  </a:lnTo>
                  <a:lnTo>
                    <a:pt x="9768" y="18140"/>
                  </a:lnTo>
                  <a:lnTo>
                    <a:pt x="9953" y="16745"/>
                  </a:lnTo>
                  <a:lnTo>
                    <a:pt x="10138" y="15450"/>
                  </a:lnTo>
                  <a:lnTo>
                    <a:pt x="10340" y="14341"/>
                  </a:lnTo>
                  <a:lnTo>
                    <a:pt x="10424" y="13836"/>
                  </a:lnTo>
                  <a:lnTo>
                    <a:pt x="10525" y="13416"/>
                  </a:lnTo>
                  <a:lnTo>
                    <a:pt x="10609" y="13046"/>
                  </a:lnTo>
                  <a:lnTo>
                    <a:pt x="10709" y="12744"/>
                  </a:lnTo>
                  <a:lnTo>
                    <a:pt x="10794" y="12508"/>
                  </a:lnTo>
                  <a:lnTo>
                    <a:pt x="10878" y="12357"/>
                  </a:lnTo>
                  <a:lnTo>
                    <a:pt x="10928" y="12307"/>
                  </a:lnTo>
                  <a:lnTo>
                    <a:pt x="10995" y="12239"/>
                  </a:lnTo>
                  <a:lnTo>
                    <a:pt x="11180" y="12139"/>
                  </a:lnTo>
                  <a:lnTo>
                    <a:pt x="11416" y="12038"/>
                  </a:lnTo>
                  <a:lnTo>
                    <a:pt x="11701" y="11920"/>
                  </a:lnTo>
                  <a:lnTo>
                    <a:pt x="12054" y="11819"/>
                  </a:lnTo>
                  <a:lnTo>
                    <a:pt x="12441" y="11718"/>
                  </a:lnTo>
                  <a:lnTo>
                    <a:pt x="13349" y="11500"/>
                  </a:lnTo>
                  <a:lnTo>
                    <a:pt x="14408" y="11298"/>
                  </a:lnTo>
                  <a:lnTo>
                    <a:pt x="15585" y="11079"/>
                  </a:lnTo>
                  <a:lnTo>
                    <a:pt x="18123" y="10642"/>
                  </a:lnTo>
                  <a:lnTo>
                    <a:pt x="19434" y="10407"/>
                  </a:lnTo>
                  <a:lnTo>
                    <a:pt x="20729" y="10172"/>
                  </a:lnTo>
                  <a:lnTo>
                    <a:pt x="21990" y="9919"/>
                  </a:lnTo>
                  <a:lnTo>
                    <a:pt x="23166" y="9650"/>
                  </a:lnTo>
                  <a:lnTo>
                    <a:pt x="23704" y="9516"/>
                  </a:lnTo>
                  <a:lnTo>
                    <a:pt x="24226" y="9382"/>
                  </a:lnTo>
                  <a:lnTo>
                    <a:pt x="24713" y="9230"/>
                  </a:lnTo>
                  <a:lnTo>
                    <a:pt x="25167" y="9079"/>
                  </a:lnTo>
                  <a:lnTo>
                    <a:pt x="25570" y="8928"/>
                  </a:lnTo>
                  <a:lnTo>
                    <a:pt x="25923" y="8776"/>
                  </a:lnTo>
                  <a:lnTo>
                    <a:pt x="26226" y="8625"/>
                  </a:lnTo>
                  <a:lnTo>
                    <a:pt x="26478" y="8457"/>
                  </a:lnTo>
                  <a:lnTo>
                    <a:pt x="26697" y="8272"/>
                  </a:lnTo>
                  <a:lnTo>
                    <a:pt x="26882" y="8053"/>
                  </a:lnTo>
                  <a:lnTo>
                    <a:pt x="27050" y="7835"/>
                  </a:lnTo>
                  <a:lnTo>
                    <a:pt x="27201" y="7566"/>
                  </a:lnTo>
                  <a:lnTo>
                    <a:pt x="27336" y="7297"/>
                  </a:lnTo>
                  <a:lnTo>
                    <a:pt x="27453" y="7011"/>
                  </a:lnTo>
                  <a:lnTo>
                    <a:pt x="27537" y="6692"/>
                  </a:lnTo>
                  <a:lnTo>
                    <a:pt x="27621" y="6372"/>
                  </a:lnTo>
                  <a:lnTo>
                    <a:pt x="27672" y="6036"/>
                  </a:lnTo>
                  <a:lnTo>
                    <a:pt x="27722" y="5700"/>
                  </a:lnTo>
                  <a:lnTo>
                    <a:pt x="27756" y="5347"/>
                  </a:lnTo>
                  <a:lnTo>
                    <a:pt x="27773" y="4994"/>
                  </a:lnTo>
                  <a:lnTo>
                    <a:pt x="27789" y="4624"/>
                  </a:lnTo>
                  <a:lnTo>
                    <a:pt x="27789" y="4271"/>
                  </a:lnTo>
                  <a:lnTo>
                    <a:pt x="27756" y="3548"/>
                  </a:lnTo>
                  <a:lnTo>
                    <a:pt x="27705" y="2859"/>
                  </a:lnTo>
                  <a:lnTo>
                    <a:pt x="27621" y="2203"/>
                  </a:lnTo>
                  <a:lnTo>
                    <a:pt x="27537" y="1598"/>
                  </a:lnTo>
                  <a:lnTo>
                    <a:pt x="27436" y="1060"/>
                  </a:lnTo>
                  <a:lnTo>
                    <a:pt x="27285" y="287"/>
                  </a:lnTo>
                  <a:lnTo>
                    <a:pt x="2721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4" name="Google Shape;5884;p63"/>
            <p:cNvSpPr/>
            <p:nvPr/>
          </p:nvSpPr>
          <p:spPr>
            <a:xfrm>
              <a:off x="3831850" y="1988575"/>
              <a:ext cx="203425" cy="5475"/>
            </a:xfrm>
            <a:custGeom>
              <a:avLst/>
              <a:gdLst/>
              <a:ahLst/>
              <a:cxnLst/>
              <a:rect l="l" t="t" r="r" b="b"/>
              <a:pathLst>
                <a:path w="8137" h="219" extrusionOk="0">
                  <a:moveTo>
                    <a:pt x="471" y="0"/>
                  </a:moveTo>
                  <a:lnTo>
                    <a:pt x="236" y="17"/>
                  </a:lnTo>
                  <a:lnTo>
                    <a:pt x="17" y="34"/>
                  </a:lnTo>
                  <a:lnTo>
                    <a:pt x="0" y="51"/>
                  </a:lnTo>
                  <a:lnTo>
                    <a:pt x="17" y="67"/>
                  </a:lnTo>
                  <a:lnTo>
                    <a:pt x="404" y="101"/>
                  </a:lnTo>
                  <a:lnTo>
                    <a:pt x="790" y="118"/>
                  </a:lnTo>
                  <a:lnTo>
                    <a:pt x="1177" y="135"/>
                  </a:lnTo>
                  <a:lnTo>
                    <a:pt x="1564" y="151"/>
                  </a:lnTo>
                  <a:lnTo>
                    <a:pt x="3161" y="185"/>
                  </a:lnTo>
                  <a:lnTo>
                    <a:pt x="6321" y="219"/>
                  </a:lnTo>
                  <a:lnTo>
                    <a:pt x="7666" y="219"/>
                  </a:lnTo>
                  <a:lnTo>
                    <a:pt x="8103" y="185"/>
                  </a:lnTo>
                  <a:lnTo>
                    <a:pt x="8137" y="151"/>
                  </a:lnTo>
                  <a:lnTo>
                    <a:pt x="8120" y="135"/>
                  </a:lnTo>
                  <a:lnTo>
                    <a:pt x="7716" y="101"/>
                  </a:lnTo>
                  <a:lnTo>
                    <a:pt x="7330" y="84"/>
                  </a:lnTo>
                  <a:lnTo>
                    <a:pt x="6556" y="51"/>
                  </a:lnTo>
                  <a:lnTo>
                    <a:pt x="5766" y="34"/>
                  </a:lnTo>
                  <a:lnTo>
                    <a:pt x="4976" y="17"/>
                  </a:lnTo>
                  <a:lnTo>
                    <a:pt x="337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5" name="Google Shape;5885;p63"/>
            <p:cNvSpPr/>
            <p:nvPr/>
          </p:nvSpPr>
          <p:spPr>
            <a:xfrm>
              <a:off x="4013400" y="1488850"/>
              <a:ext cx="458125" cy="445100"/>
            </a:xfrm>
            <a:custGeom>
              <a:avLst/>
              <a:gdLst/>
              <a:ahLst/>
              <a:cxnLst/>
              <a:rect l="l" t="t" r="r" b="b"/>
              <a:pathLst>
                <a:path w="18325" h="17804" extrusionOk="0">
                  <a:moveTo>
                    <a:pt x="18324" y="1"/>
                  </a:moveTo>
                  <a:lnTo>
                    <a:pt x="17635" y="270"/>
                  </a:lnTo>
                  <a:lnTo>
                    <a:pt x="16929" y="505"/>
                  </a:lnTo>
                  <a:lnTo>
                    <a:pt x="16223" y="724"/>
                  </a:lnTo>
                  <a:lnTo>
                    <a:pt x="15517" y="909"/>
                  </a:lnTo>
                  <a:lnTo>
                    <a:pt x="14794" y="1093"/>
                  </a:lnTo>
                  <a:lnTo>
                    <a:pt x="14071" y="1245"/>
                  </a:lnTo>
                  <a:lnTo>
                    <a:pt x="13348" y="1379"/>
                  </a:lnTo>
                  <a:lnTo>
                    <a:pt x="12626" y="1514"/>
                  </a:lnTo>
                  <a:lnTo>
                    <a:pt x="11163" y="1732"/>
                  </a:lnTo>
                  <a:lnTo>
                    <a:pt x="9684" y="1934"/>
                  </a:lnTo>
                  <a:lnTo>
                    <a:pt x="6742" y="2321"/>
                  </a:lnTo>
                  <a:lnTo>
                    <a:pt x="6002" y="2405"/>
                  </a:lnTo>
                  <a:lnTo>
                    <a:pt x="5262" y="2522"/>
                  </a:lnTo>
                  <a:lnTo>
                    <a:pt x="4523" y="2657"/>
                  </a:lnTo>
                  <a:lnTo>
                    <a:pt x="3800" y="2825"/>
                  </a:lnTo>
                  <a:lnTo>
                    <a:pt x="3480" y="2926"/>
                  </a:lnTo>
                  <a:lnTo>
                    <a:pt x="3178" y="3044"/>
                  </a:lnTo>
                  <a:lnTo>
                    <a:pt x="2875" y="3195"/>
                  </a:lnTo>
                  <a:lnTo>
                    <a:pt x="2606" y="3363"/>
                  </a:lnTo>
                  <a:lnTo>
                    <a:pt x="2489" y="3481"/>
                  </a:lnTo>
                  <a:lnTo>
                    <a:pt x="2388" y="3615"/>
                  </a:lnTo>
                  <a:lnTo>
                    <a:pt x="2287" y="3733"/>
                  </a:lnTo>
                  <a:lnTo>
                    <a:pt x="2203" y="3884"/>
                  </a:lnTo>
                  <a:lnTo>
                    <a:pt x="2136" y="4019"/>
                  </a:lnTo>
                  <a:lnTo>
                    <a:pt x="2085" y="4170"/>
                  </a:lnTo>
                  <a:lnTo>
                    <a:pt x="2035" y="4338"/>
                  </a:lnTo>
                  <a:lnTo>
                    <a:pt x="2001" y="4489"/>
                  </a:lnTo>
                  <a:lnTo>
                    <a:pt x="1850" y="5263"/>
                  </a:lnTo>
                  <a:lnTo>
                    <a:pt x="1698" y="6019"/>
                  </a:lnTo>
                  <a:lnTo>
                    <a:pt x="1429" y="7566"/>
                  </a:lnTo>
                  <a:lnTo>
                    <a:pt x="1177" y="9112"/>
                  </a:lnTo>
                  <a:lnTo>
                    <a:pt x="942" y="10693"/>
                  </a:lnTo>
                  <a:lnTo>
                    <a:pt x="707" y="12273"/>
                  </a:lnTo>
                  <a:lnTo>
                    <a:pt x="488" y="13853"/>
                  </a:lnTo>
                  <a:lnTo>
                    <a:pt x="85" y="17014"/>
                  </a:lnTo>
                  <a:lnTo>
                    <a:pt x="1" y="17770"/>
                  </a:lnTo>
                  <a:lnTo>
                    <a:pt x="1" y="17787"/>
                  </a:lnTo>
                  <a:lnTo>
                    <a:pt x="17" y="17804"/>
                  </a:lnTo>
                  <a:lnTo>
                    <a:pt x="34" y="17804"/>
                  </a:lnTo>
                  <a:lnTo>
                    <a:pt x="34" y="17787"/>
                  </a:lnTo>
                  <a:lnTo>
                    <a:pt x="488" y="14660"/>
                  </a:lnTo>
                  <a:lnTo>
                    <a:pt x="942" y="11567"/>
                  </a:lnTo>
                  <a:lnTo>
                    <a:pt x="1177" y="10003"/>
                  </a:lnTo>
                  <a:lnTo>
                    <a:pt x="1429" y="8457"/>
                  </a:lnTo>
                  <a:lnTo>
                    <a:pt x="1698" y="6893"/>
                  </a:lnTo>
                  <a:lnTo>
                    <a:pt x="1967" y="5347"/>
                  </a:lnTo>
                  <a:lnTo>
                    <a:pt x="2035" y="4994"/>
                  </a:lnTo>
                  <a:lnTo>
                    <a:pt x="2102" y="4657"/>
                  </a:lnTo>
                  <a:lnTo>
                    <a:pt x="2186" y="4304"/>
                  </a:lnTo>
                  <a:lnTo>
                    <a:pt x="2304" y="3968"/>
                  </a:lnTo>
                  <a:lnTo>
                    <a:pt x="2388" y="3817"/>
                  </a:lnTo>
                  <a:lnTo>
                    <a:pt x="2489" y="3682"/>
                  </a:lnTo>
                  <a:lnTo>
                    <a:pt x="2606" y="3565"/>
                  </a:lnTo>
                  <a:lnTo>
                    <a:pt x="2724" y="3447"/>
                  </a:lnTo>
                  <a:lnTo>
                    <a:pt x="2858" y="3346"/>
                  </a:lnTo>
                  <a:lnTo>
                    <a:pt x="2993" y="3262"/>
                  </a:lnTo>
                  <a:lnTo>
                    <a:pt x="3144" y="3195"/>
                  </a:lnTo>
                  <a:lnTo>
                    <a:pt x="3295" y="3128"/>
                  </a:lnTo>
                  <a:lnTo>
                    <a:pt x="3648" y="3010"/>
                  </a:lnTo>
                  <a:lnTo>
                    <a:pt x="4002" y="2909"/>
                  </a:lnTo>
                  <a:lnTo>
                    <a:pt x="4371" y="2808"/>
                  </a:lnTo>
                  <a:lnTo>
                    <a:pt x="4741" y="2741"/>
                  </a:lnTo>
                  <a:lnTo>
                    <a:pt x="5464" y="2606"/>
                  </a:lnTo>
                  <a:lnTo>
                    <a:pt x="6204" y="2506"/>
                  </a:lnTo>
                  <a:lnTo>
                    <a:pt x="7666" y="2321"/>
                  </a:lnTo>
                  <a:lnTo>
                    <a:pt x="9112" y="2136"/>
                  </a:lnTo>
                  <a:lnTo>
                    <a:pt x="10558" y="1934"/>
                  </a:lnTo>
                  <a:lnTo>
                    <a:pt x="12004" y="1715"/>
                  </a:lnTo>
                  <a:lnTo>
                    <a:pt x="12726" y="1598"/>
                  </a:lnTo>
                  <a:lnTo>
                    <a:pt x="13449" y="1463"/>
                  </a:lnTo>
                  <a:lnTo>
                    <a:pt x="14155" y="1312"/>
                  </a:lnTo>
                  <a:lnTo>
                    <a:pt x="14861" y="1144"/>
                  </a:lnTo>
                  <a:lnTo>
                    <a:pt x="15567" y="942"/>
                  </a:lnTo>
                  <a:lnTo>
                    <a:pt x="16274" y="740"/>
                  </a:lnTo>
                  <a:lnTo>
                    <a:pt x="16963" y="522"/>
                  </a:lnTo>
                  <a:lnTo>
                    <a:pt x="17652" y="287"/>
                  </a:lnTo>
                  <a:lnTo>
                    <a:pt x="18324" y="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6" name="Google Shape;5886;p63"/>
            <p:cNvSpPr/>
            <p:nvPr/>
          </p:nvSpPr>
          <p:spPr>
            <a:xfrm>
              <a:off x="3870075" y="1998650"/>
              <a:ext cx="322375" cy="152175"/>
            </a:xfrm>
            <a:custGeom>
              <a:avLst/>
              <a:gdLst/>
              <a:ahLst/>
              <a:cxnLst/>
              <a:rect l="l" t="t" r="r" b="b"/>
              <a:pathLst>
                <a:path w="12895" h="6087" extrusionOk="0">
                  <a:moveTo>
                    <a:pt x="5465" y="1"/>
                  </a:moveTo>
                  <a:lnTo>
                    <a:pt x="5313" y="2169"/>
                  </a:lnTo>
                  <a:lnTo>
                    <a:pt x="4338" y="2556"/>
                  </a:lnTo>
                  <a:lnTo>
                    <a:pt x="3380" y="2959"/>
                  </a:lnTo>
                  <a:lnTo>
                    <a:pt x="2338" y="3430"/>
                  </a:lnTo>
                  <a:lnTo>
                    <a:pt x="1884" y="3632"/>
                  </a:lnTo>
                  <a:lnTo>
                    <a:pt x="1447" y="3834"/>
                  </a:lnTo>
                  <a:lnTo>
                    <a:pt x="1010" y="4069"/>
                  </a:lnTo>
                  <a:lnTo>
                    <a:pt x="573" y="4304"/>
                  </a:lnTo>
                  <a:lnTo>
                    <a:pt x="505" y="4371"/>
                  </a:lnTo>
                  <a:lnTo>
                    <a:pt x="421" y="4456"/>
                  </a:lnTo>
                  <a:lnTo>
                    <a:pt x="270" y="4674"/>
                  </a:lnTo>
                  <a:lnTo>
                    <a:pt x="152" y="4926"/>
                  </a:lnTo>
                  <a:lnTo>
                    <a:pt x="68" y="5178"/>
                  </a:lnTo>
                  <a:lnTo>
                    <a:pt x="18" y="5431"/>
                  </a:lnTo>
                  <a:lnTo>
                    <a:pt x="1" y="5548"/>
                  </a:lnTo>
                  <a:lnTo>
                    <a:pt x="18" y="5649"/>
                  </a:lnTo>
                  <a:lnTo>
                    <a:pt x="35" y="5750"/>
                  </a:lnTo>
                  <a:lnTo>
                    <a:pt x="68" y="5817"/>
                  </a:lnTo>
                  <a:lnTo>
                    <a:pt x="102" y="5884"/>
                  </a:lnTo>
                  <a:lnTo>
                    <a:pt x="169" y="5918"/>
                  </a:lnTo>
                  <a:lnTo>
                    <a:pt x="371" y="5935"/>
                  </a:lnTo>
                  <a:lnTo>
                    <a:pt x="808" y="5969"/>
                  </a:lnTo>
                  <a:lnTo>
                    <a:pt x="2237" y="6019"/>
                  </a:lnTo>
                  <a:lnTo>
                    <a:pt x="4187" y="6053"/>
                  </a:lnTo>
                  <a:lnTo>
                    <a:pt x="6406" y="6086"/>
                  </a:lnTo>
                  <a:lnTo>
                    <a:pt x="8625" y="6086"/>
                  </a:lnTo>
                  <a:lnTo>
                    <a:pt x="10575" y="6069"/>
                  </a:lnTo>
                  <a:lnTo>
                    <a:pt x="11382" y="6053"/>
                  </a:lnTo>
                  <a:lnTo>
                    <a:pt x="12004" y="6019"/>
                  </a:lnTo>
                  <a:lnTo>
                    <a:pt x="12458" y="5985"/>
                  </a:lnTo>
                  <a:lnTo>
                    <a:pt x="12592" y="5952"/>
                  </a:lnTo>
                  <a:lnTo>
                    <a:pt x="12660" y="5935"/>
                  </a:lnTo>
                  <a:lnTo>
                    <a:pt x="12676" y="5884"/>
                  </a:lnTo>
                  <a:lnTo>
                    <a:pt x="12693" y="5733"/>
                  </a:lnTo>
                  <a:lnTo>
                    <a:pt x="12727" y="5195"/>
                  </a:lnTo>
                  <a:lnTo>
                    <a:pt x="12744" y="4405"/>
                  </a:lnTo>
                  <a:lnTo>
                    <a:pt x="12777" y="3413"/>
                  </a:lnTo>
                  <a:lnTo>
                    <a:pt x="12777" y="3380"/>
                  </a:lnTo>
                  <a:lnTo>
                    <a:pt x="12777" y="3178"/>
                  </a:lnTo>
                  <a:lnTo>
                    <a:pt x="12777" y="3043"/>
                  </a:lnTo>
                  <a:lnTo>
                    <a:pt x="12777" y="2842"/>
                  </a:lnTo>
                  <a:lnTo>
                    <a:pt x="12895" y="169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7" name="Google Shape;5887;p63"/>
            <p:cNvSpPr/>
            <p:nvPr/>
          </p:nvSpPr>
          <p:spPr>
            <a:xfrm>
              <a:off x="3868825" y="2048250"/>
              <a:ext cx="324475" cy="102975"/>
            </a:xfrm>
            <a:custGeom>
              <a:avLst/>
              <a:gdLst/>
              <a:ahLst/>
              <a:cxnLst/>
              <a:rect l="l" t="t" r="r" b="b"/>
              <a:pathLst>
                <a:path w="12979" h="4119" extrusionOk="0">
                  <a:moveTo>
                    <a:pt x="5397" y="0"/>
                  </a:moveTo>
                  <a:lnTo>
                    <a:pt x="4708" y="303"/>
                  </a:lnTo>
                  <a:lnTo>
                    <a:pt x="3178" y="1026"/>
                  </a:lnTo>
                  <a:lnTo>
                    <a:pt x="2320" y="1412"/>
                  </a:lnTo>
                  <a:lnTo>
                    <a:pt x="1547" y="1799"/>
                  </a:lnTo>
                  <a:lnTo>
                    <a:pt x="942" y="2102"/>
                  </a:lnTo>
                  <a:lnTo>
                    <a:pt x="723" y="2219"/>
                  </a:lnTo>
                  <a:lnTo>
                    <a:pt x="606" y="2303"/>
                  </a:lnTo>
                  <a:lnTo>
                    <a:pt x="522" y="2387"/>
                  </a:lnTo>
                  <a:lnTo>
                    <a:pt x="438" y="2472"/>
                  </a:lnTo>
                  <a:lnTo>
                    <a:pt x="354" y="2589"/>
                  </a:lnTo>
                  <a:lnTo>
                    <a:pt x="286" y="2690"/>
                  </a:lnTo>
                  <a:lnTo>
                    <a:pt x="152" y="2959"/>
                  </a:lnTo>
                  <a:lnTo>
                    <a:pt x="68" y="3228"/>
                  </a:lnTo>
                  <a:lnTo>
                    <a:pt x="17" y="3480"/>
                  </a:lnTo>
                  <a:lnTo>
                    <a:pt x="1" y="3598"/>
                  </a:lnTo>
                  <a:lnTo>
                    <a:pt x="1" y="3699"/>
                  </a:lnTo>
                  <a:lnTo>
                    <a:pt x="17" y="3800"/>
                  </a:lnTo>
                  <a:lnTo>
                    <a:pt x="51" y="3884"/>
                  </a:lnTo>
                  <a:lnTo>
                    <a:pt x="101" y="3934"/>
                  </a:lnTo>
                  <a:lnTo>
                    <a:pt x="169" y="3968"/>
                  </a:lnTo>
                  <a:lnTo>
                    <a:pt x="370" y="4001"/>
                  </a:lnTo>
                  <a:lnTo>
                    <a:pt x="807" y="4018"/>
                  </a:lnTo>
                  <a:lnTo>
                    <a:pt x="2236" y="4069"/>
                  </a:lnTo>
                  <a:lnTo>
                    <a:pt x="4203" y="4102"/>
                  </a:lnTo>
                  <a:lnTo>
                    <a:pt x="6422" y="4119"/>
                  </a:lnTo>
                  <a:lnTo>
                    <a:pt x="8641" y="4119"/>
                  </a:lnTo>
                  <a:lnTo>
                    <a:pt x="10608" y="4102"/>
                  </a:lnTo>
                  <a:lnTo>
                    <a:pt x="11415" y="4069"/>
                  </a:lnTo>
                  <a:lnTo>
                    <a:pt x="12054" y="4052"/>
                  </a:lnTo>
                  <a:lnTo>
                    <a:pt x="12491" y="4001"/>
                  </a:lnTo>
                  <a:lnTo>
                    <a:pt x="12626" y="3985"/>
                  </a:lnTo>
                  <a:lnTo>
                    <a:pt x="12693" y="3951"/>
                  </a:lnTo>
                  <a:lnTo>
                    <a:pt x="12726" y="3917"/>
                  </a:lnTo>
                  <a:lnTo>
                    <a:pt x="12760" y="3850"/>
                  </a:lnTo>
                  <a:lnTo>
                    <a:pt x="12827" y="3581"/>
                  </a:lnTo>
                  <a:lnTo>
                    <a:pt x="12878" y="3211"/>
                  </a:lnTo>
                  <a:lnTo>
                    <a:pt x="12928" y="2724"/>
                  </a:lnTo>
                  <a:lnTo>
                    <a:pt x="12962" y="2152"/>
                  </a:lnTo>
                  <a:lnTo>
                    <a:pt x="12979" y="1496"/>
                  </a:lnTo>
                  <a:lnTo>
                    <a:pt x="12962" y="807"/>
                  </a:lnTo>
                  <a:lnTo>
                    <a:pt x="12928" y="68"/>
                  </a:lnTo>
                  <a:lnTo>
                    <a:pt x="5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8" name="Google Shape;5888;p63"/>
            <p:cNvSpPr/>
            <p:nvPr/>
          </p:nvSpPr>
          <p:spPr>
            <a:xfrm>
              <a:off x="3876800" y="2136075"/>
              <a:ext cx="295500" cy="4650"/>
            </a:xfrm>
            <a:custGeom>
              <a:avLst/>
              <a:gdLst/>
              <a:ahLst/>
              <a:cxnLst/>
              <a:rect l="l" t="t" r="r" b="b"/>
              <a:pathLst>
                <a:path w="11820" h="186" extrusionOk="0">
                  <a:moveTo>
                    <a:pt x="1" y="1"/>
                  </a:moveTo>
                  <a:lnTo>
                    <a:pt x="1" y="18"/>
                  </a:lnTo>
                  <a:lnTo>
                    <a:pt x="35" y="34"/>
                  </a:lnTo>
                  <a:lnTo>
                    <a:pt x="2422" y="102"/>
                  </a:lnTo>
                  <a:lnTo>
                    <a:pt x="5918" y="152"/>
                  </a:lnTo>
                  <a:lnTo>
                    <a:pt x="9432" y="186"/>
                  </a:lnTo>
                  <a:lnTo>
                    <a:pt x="10827" y="186"/>
                  </a:lnTo>
                  <a:lnTo>
                    <a:pt x="11819" y="169"/>
                  </a:lnTo>
                  <a:lnTo>
                    <a:pt x="10827" y="118"/>
                  </a:lnTo>
                  <a:lnTo>
                    <a:pt x="9432" y="85"/>
                  </a:lnTo>
                  <a:lnTo>
                    <a:pt x="5935" y="18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9" name="Google Shape;5889;p63"/>
            <p:cNvSpPr/>
            <p:nvPr/>
          </p:nvSpPr>
          <p:spPr>
            <a:xfrm>
              <a:off x="3987350" y="2053300"/>
              <a:ext cx="55500" cy="23975"/>
            </a:xfrm>
            <a:custGeom>
              <a:avLst/>
              <a:gdLst/>
              <a:ahLst/>
              <a:cxnLst/>
              <a:rect l="l" t="t" r="r" b="b"/>
              <a:pathLst>
                <a:path w="2220" h="959" extrusionOk="0">
                  <a:moveTo>
                    <a:pt x="17" y="0"/>
                  </a:moveTo>
                  <a:lnTo>
                    <a:pt x="0" y="34"/>
                  </a:lnTo>
                  <a:lnTo>
                    <a:pt x="0" y="67"/>
                  </a:lnTo>
                  <a:lnTo>
                    <a:pt x="34" y="84"/>
                  </a:lnTo>
                  <a:lnTo>
                    <a:pt x="589" y="269"/>
                  </a:lnTo>
                  <a:lnTo>
                    <a:pt x="1127" y="471"/>
                  </a:lnTo>
                  <a:lnTo>
                    <a:pt x="1648" y="706"/>
                  </a:lnTo>
                  <a:lnTo>
                    <a:pt x="2169" y="958"/>
                  </a:lnTo>
                  <a:lnTo>
                    <a:pt x="2202" y="958"/>
                  </a:lnTo>
                  <a:lnTo>
                    <a:pt x="2219" y="941"/>
                  </a:lnTo>
                  <a:lnTo>
                    <a:pt x="2202" y="925"/>
                  </a:lnTo>
                  <a:lnTo>
                    <a:pt x="2118" y="807"/>
                  </a:lnTo>
                  <a:lnTo>
                    <a:pt x="2018" y="706"/>
                  </a:lnTo>
                  <a:lnTo>
                    <a:pt x="1900" y="605"/>
                  </a:lnTo>
                  <a:lnTo>
                    <a:pt x="1782" y="504"/>
                  </a:lnTo>
                  <a:lnTo>
                    <a:pt x="1513" y="353"/>
                  </a:lnTo>
                  <a:lnTo>
                    <a:pt x="1244" y="219"/>
                  </a:lnTo>
                  <a:lnTo>
                    <a:pt x="942" y="118"/>
                  </a:lnTo>
                  <a:lnTo>
                    <a:pt x="639" y="50"/>
                  </a:lnTo>
                  <a:lnTo>
                    <a:pt x="336" y="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0" name="Google Shape;5890;p63"/>
            <p:cNvSpPr/>
            <p:nvPr/>
          </p:nvSpPr>
          <p:spPr>
            <a:xfrm>
              <a:off x="3972225" y="2058750"/>
              <a:ext cx="55500" cy="23975"/>
            </a:xfrm>
            <a:custGeom>
              <a:avLst/>
              <a:gdLst/>
              <a:ahLst/>
              <a:cxnLst/>
              <a:rect l="l" t="t" r="r" b="b"/>
              <a:pathLst>
                <a:path w="2220" h="959" extrusionOk="0">
                  <a:moveTo>
                    <a:pt x="17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72" y="270"/>
                  </a:lnTo>
                  <a:lnTo>
                    <a:pt x="1126" y="471"/>
                  </a:lnTo>
                  <a:lnTo>
                    <a:pt x="1648" y="707"/>
                  </a:lnTo>
                  <a:lnTo>
                    <a:pt x="2169" y="959"/>
                  </a:lnTo>
                  <a:lnTo>
                    <a:pt x="2202" y="959"/>
                  </a:lnTo>
                  <a:lnTo>
                    <a:pt x="2219" y="942"/>
                  </a:lnTo>
                  <a:lnTo>
                    <a:pt x="2202" y="925"/>
                  </a:lnTo>
                  <a:lnTo>
                    <a:pt x="2118" y="807"/>
                  </a:lnTo>
                  <a:lnTo>
                    <a:pt x="2017" y="707"/>
                  </a:lnTo>
                  <a:lnTo>
                    <a:pt x="1900" y="606"/>
                  </a:lnTo>
                  <a:lnTo>
                    <a:pt x="1782" y="505"/>
                  </a:lnTo>
                  <a:lnTo>
                    <a:pt x="1513" y="354"/>
                  </a:lnTo>
                  <a:lnTo>
                    <a:pt x="1244" y="219"/>
                  </a:lnTo>
                  <a:lnTo>
                    <a:pt x="941" y="118"/>
                  </a:lnTo>
                  <a:lnTo>
                    <a:pt x="639" y="51"/>
                  </a:lnTo>
                  <a:lnTo>
                    <a:pt x="336" y="1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1" name="Google Shape;5891;p63"/>
            <p:cNvSpPr/>
            <p:nvPr/>
          </p:nvSpPr>
          <p:spPr>
            <a:xfrm>
              <a:off x="3957075" y="2064225"/>
              <a:ext cx="55500" cy="24400"/>
            </a:xfrm>
            <a:custGeom>
              <a:avLst/>
              <a:gdLst/>
              <a:ahLst/>
              <a:cxnLst/>
              <a:rect l="l" t="t" r="r" b="b"/>
              <a:pathLst>
                <a:path w="2220" h="976" extrusionOk="0">
                  <a:moveTo>
                    <a:pt x="34" y="0"/>
                  </a:moveTo>
                  <a:lnTo>
                    <a:pt x="18" y="17"/>
                  </a:lnTo>
                  <a:lnTo>
                    <a:pt x="1" y="34"/>
                  </a:lnTo>
                  <a:lnTo>
                    <a:pt x="1" y="84"/>
                  </a:lnTo>
                  <a:lnTo>
                    <a:pt x="18" y="101"/>
                  </a:lnTo>
                  <a:lnTo>
                    <a:pt x="572" y="286"/>
                  </a:lnTo>
                  <a:lnTo>
                    <a:pt x="1127" y="488"/>
                  </a:lnTo>
                  <a:lnTo>
                    <a:pt x="1648" y="706"/>
                  </a:lnTo>
                  <a:lnTo>
                    <a:pt x="2169" y="975"/>
                  </a:lnTo>
                  <a:lnTo>
                    <a:pt x="2203" y="975"/>
                  </a:lnTo>
                  <a:lnTo>
                    <a:pt x="2220" y="958"/>
                  </a:lnTo>
                  <a:lnTo>
                    <a:pt x="2203" y="942"/>
                  </a:lnTo>
                  <a:lnTo>
                    <a:pt x="2119" y="824"/>
                  </a:lnTo>
                  <a:lnTo>
                    <a:pt x="2001" y="706"/>
                  </a:lnTo>
                  <a:lnTo>
                    <a:pt x="1900" y="605"/>
                  </a:lnTo>
                  <a:lnTo>
                    <a:pt x="1783" y="521"/>
                  </a:lnTo>
                  <a:lnTo>
                    <a:pt x="1514" y="353"/>
                  </a:lnTo>
                  <a:lnTo>
                    <a:pt x="1245" y="235"/>
                  </a:lnTo>
                  <a:lnTo>
                    <a:pt x="942" y="135"/>
                  </a:lnTo>
                  <a:lnTo>
                    <a:pt x="640" y="67"/>
                  </a:lnTo>
                  <a:lnTo>
                    <a:pt x="337" y="1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2" name="Google Shape;5892;p63"/>
            <p:cNvSpPr/>
            <p:nvPr/>
          </p:nvSpPr>
          <p:spPr>
            <a:xfrm>
              <a:off x="3941950" y="2070100"/>
              <a:ext cx="55075" cy="24400"/>
            </a:xfrm>
            <a:custGeom>
              <a:avLst/>
              <a:gdLst/>
              <a:ahLst/>
              <a:cxnLst/>
              <a:rect l="l" t="t" r="r" b="b"/>
              <a:pathLst>
                <a:path w="2203" h="976" extrusionOk="0">
                  <a:moveTo>
                    <a:pt x="34" y="0"/>
                  </a:moveTo>
                  <a:lnTo>
                    <a:pt x="17" y="17"/>
                  </a:lnTo>
                  <a:lnTo>
                    <a:pt x="1" y="34"/>
                  </a:lnTo>
                  <a:lnTo>
                    <a:pt x="1" y="68"/>
                  </a:lnTo>
                  <a:lnTo>
                    <a:pt x="17" y="101"/>
                  </a:lnTo>
                  <a:lnTo>
                    <a:pt x="572" y="269"/>
                  </a:lnTo>
                  <a:lnTo>
                    <a:pt x="1110" y="471"/>
                  </a:lnTo>
                  <a:lnTo>
                    <a:pt x="1648" y="707"/>
                  </a:lnTo>
                  <a:lnTo>
                    <a:pt x="2169" y="976"/>
                  </a:lnTo>
                  <a:lnTo>
                    <a:pt x="2186" y="976"/>
                  </a:lnTo>
                  <a:lnTo>
                    <a:pt x="2203" y="959"/>
                  </a:lnTo>
                  <a:lnTo>
                    <a:pt x="2203" y="942"/>
                  </a:lnTo>
                  <a:lnTo>
                    <a:pt x="2203" y="925"/>
                  </a:lnTo>
                  <a:lnTo>
                    <a:pt x="2119" y="807"/>
                  </a:lnTo>
                  <a:lnTo>
                    <a:pt x="2001" y="707"/>
                  </a:lnTo>
                  <a:lnTo>
                    <a:pt x="1900" y="606"/>
                  </a:lnTo>
                  <a:lnTo>
                    <a:pt x="1783" y="522"/>
                  </a:lnTo>
                  <a:lnTo>
                    <a:pt x="1514" y="353"/>
                  </a:lnTo>
                  <a:lnTo>
                    <a:pt x="1228" y="219"/>
                  </a:lnTo>
                  <a:lnTo>
                    <a:pt x="942" y="118"/>
                  </a:lnTo>
                  <a:lnTo>
                    <a:pt x="639" y="51"/>
                  </a:lnTo>
                  <a:lnTo>
                    <a:pt x="337" y="1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3" name="Google Shape;5893;p63"/>
            <p:cNvSpPr/>
            <p:nvPr/>
          </p:nvSpPr>
          <p:spPr>
            <a:xfrm>
              <a:off x="3990700" y="1305625"/>
              <a:ext cx="565725" cy="740550"/>
            </a:xfrm>
            <a:custGeom>
              <a:avLst/>
              <a:gdLst/>
              <a:ahLst/>
              <a:cxnLst/>
              <a:rect l="l" t="t" r="r" b="b"/>
              <a:pathLst>
                <a:path w="22629" h="29622" extrusionOk="0">
                  <a:moveTo>
                    <a:pt x="14156" y="0"/>
                  </a:moveTo>
                  <a:lnTo>
                    <a:pt x="13987" y="387"/>
                  </a:lnTo>
                  <a:lnTo>
                    <a:pt x="13601" y="1261"/>
                  </a:lnTo>
                  <a:lnTo>
                    <a:pt x="13181" y="2286"/>
                  </a:lnTo>
                  <a:lnTo>
                    <a:pt x="13012" y="2724"/>
                  </a:lnTo>
                  <a:lnTo>
                    <a:pt x="12912" y="3060"/>
                  </a:lnTo>
                  <a:lnTo>
                    <a:pt x="12559" y="3161"/>
                  </a:lnTo>
                  <a:lnTo>
                    <a:pt x="11583" y="3430"/>
                  </a:lnTo>
                  <a:lnTo>
                    <a:pt x="10928" y="3631"/>
                  </a:lnTo>
                  <a:lnTo>
                    <a:pt x="10171" y="3867"/>
                  </a:lnTo>
                  <a:lnTo>
                    <a:pt x="9364" y="4136"/>
                  </a:lnTo>
                  <a:lnTo>
                    <a:pt x="8490" y="4455"/>
                  </a:lnTo>
                  <a:lnTo>
                    <a:pt x="7599" y="4808"/>
                  </a:lnTo>
                  <a:lnTo>
                    <a:pt x="6708" y="5178"/>
                  </a:lnTo>
                  <a:lnTo>
                    <a:pt x="5817" y="5581"/>
                  </a:lnTo>
                  <a:lnTo>
                    <a:pt x="5397" y="5800"/>
                  </a:lnTo>
                  <a:lnTo>
                    <a:pt x="4977" y="6018"/>
                  </a:lnTo>
                  <a:lnTo>
                    <a:pt x="4573" y="6237"/>
                  </a:lnTo>
                  <a:lnTo>
                    <a:pt x="4170" y="6472"/>
                  </a:lnTo>
                  <a:lnTo>
                    <a:pt x="3800" y="6708"/>
                  </a:lnTo>
                  <a:lnTo>
                    <a:pt x="3464" y="6960"/>
                  </a:lnTo>
                  <a:lnTo>
                    <a:pt x="3128" y="7212"/>
                  </a:lnTo>
                  <a:lnTo>
                    <a:pt x="2842" y="7464"/>
                  </a:lnTo>
                  <a:lnTo>
                    <a:pt x="2573" y="7733"/>
                  </a:lnTo>
                  <a:lnTo>
                    <a:pt x="2337" y="7985"/>
                  </a:lnTo>
                  <a:lnTo>
                    <a:pt x="2203" y="8153"/>
                  </a:lnTo>
                  <a:lnTo>
                    <a:pt x="2102" y="8338"/>
                  </a:lnTo>
                  <a:lnTo>
                    <a:pt x="1984" y="8540"/>
                  </a:lnTo>
                  <a:lnTo>
                    <a:pt x="1867" y="8759"/>
                  </a:lnTo>
                  <a:lnTo>
                    <a:pt x="1766" y="8994"/>
                  </a:lnTo>
                  <a:lnTo>
                    <a:pt x="1665" y="9263"/>
                  </a:lnTo>
                  <a:lnTo>
                    <a:pt x="1480" y="9835"/>
                  </a:lnTo>
                  <a:lnTo>
                    <a:pt x="1312" y="10473"/>
                  </a:lnTo>
                  <a:lnTo>
                    <a:pt x="1144" y="11163"/>
                  </a:lnTo>
                  <a:lnTo>
                    <a:pt x="993" y="11902"/>
                  </a:lnTo>
                  <a:lnTo>
                    <a:pt x="858" y="12692"/>
                  </a:lnTo>
                  <a:lnTo>
                    <a:pt x="740" y="13533"/>
                  </a:lnTo>
                  <a:lnTo>
                    <a:pt x="640" y="14390"/>
                  </a:lnTo>
                  <a:lnTo>
                    <a:pt x="539" y="15281"/>
                  </a:lnTo>
                  <a:lnTo>
                    <a:pt x="438" y="16189"/>
                  </a:lnTo>
                  <a:lnTo>
                    <a:pt x="371" y="17131"/>
                  </a:lnTo>
                  <a:lnTo>
                    <a:pt x="303" y="18055"/>
                  </a:lnTo>
                  <a:lnTo>
                    <a:pt x="186" y="19938"/>
                  </a:lnTo>
                  <a:lnTo>
                    <a:pt x="102" y="21770"/>
                  </a:lnTo>
                  <a:lnTo>
                    <a:pt x="51" y="23536"/>
                  </a:lnTo>
                  <a:lnTo>
                    <a:pt x="18" y="25149"/>
                  </a:lnTo>
                  <a:lnTo>
                    <a:pt x="1" y="26578"/>
                  </a:lnTo>
                  <a:lnTo>
                    <a:pt x="1" y="28697"/>
                  </a:lnTo>
                  <a:lnTo>
                    <a:pt x="1" y="29487"/>
                  </a:lnTo>
                  <a:lnTo>
                    <a:pt x="8423" y="29621"/>
                  </a:lnTo>
                  <a:lnTo>
                    <a:pt x="8389" y="28915"/>
                  </a:lnTo>
                  <a:lnTo>
                    <a:pt x="8339" y="27016"/>
                  </a:lnTo>
                  <a:lnTo>
                    <a:pt x="8305" y="24326"/>
                  </a:lnTo>
                  <a:lnTo>
                    <a:pt x="8289" y="22813"/>
                  </a:lnTo>
                  <a:lnTo>
                    <a:pt x="8289" y="21216"/>
                  </a:lnTo>
                  <a:lnTo>
                    <a:pt x="8322" y="19619"/>
                  </a:lnTo>
                  <a:lnTo>
                    <a:pt x="8373" y="18055"/>
                  </a:lnTo>
                  <a:lnTo>
                    <a:pt x="8440" y="16559"/>
                  </a:lnTo>
                  <a:lnTo>
                    <a:pt x="8490" y="15870"/>
                  </a:lnTo>
                  <a:lnTo>
                    <a:pt x="8541" y="15197"/>
                  </a:lnTo>
                  <a:lnTo>
                    <a:pt x="8608" y="14592"/>
                  </a:lnTo>
                  <a:lnTo>
                    <a:pt x="8692" y="14021"/>
                  </a:lnTo>
                  <a:lnTo>
                    <a:pt x="8776" y="13499"/>
                  </a:lnTo>
                  <a:lnTo>
                    <a:pt x="8860" y="13046"/>
                  </a:lnTo>
                  <a:lnTo>
                    <a:pt x="8978" y="12659"/>
                  </a:lnTo>
                  <a:lnTo>
                    <a:pt x="9095" y="12356"/>
                  </a:lnTo>
                  <a:lnTo>
                    <a:pt x="9163" y="12222"/>
                  </a:lnTo>
                  <a:lnTo>
                    <a:pt x="9230" y="12121"/>
                  </a:lnTo>
                  <a:lnTo>
                    <a:pt x="9297" y="12037"/>
                  </a:lnTo>
                  <a:lnTo>
                    <a:pt x="9364" y="11970"/>
                  </a:lnTo>
                  <a:lnTo>
                    <a:pt x="9516" y="11886"/>
                  </a:lnTo>
                  <a:lnTo>
                    <a:pt x="9684" y="11801"/>
                  </a:lnTo>
                  <a:lnTo>
                    <a:pt x="9902" y="11717"/>
                  </a:lnTo>
                  <a:lnTo>
                    <a:pt x="10138" y="11633"/>
                  </a:lnTo>
                  <a:lnTo>
                    <a:pt x="10676" y="11499"/>
                  </a:lnTo>
                  <a:lnTo>
                    <a:pt x="11315" y="11348"/>
                  </a:lnTo>
                  <a:lnTo>
                    <a:pt x="12021" y="11213"/>
                  </a:lnTo>
                  <a:lnTo>
                    <a:pt x="12811" y="11079"/>
                  </a:lnTo>
                  <a:lnTo>
                    <a:pt x="14509" y="10759"/>
                  </a:lnTo>
                  <a:lnTo>
                    <a:pt x="15400" y="10574"/>
                  </a:lnTo>
                  <a:lnTo>
                    <a:pt x="16307" y="10373"/>
                  </a:lnTo>
                  <a:lnTo>
                    <a:pt x="17198" y="10154"/>
                  </a:lnTo>
                  <a:lnTo>
                    <a:pt x="18089" y="9885"/>
                  </a:lnTo>
                  <a:lnTo>
                    <a:pt x="18526" y="9751"/>
                  </a:lnTo>
                  <a:lnTo>
                    <a:pt x="18947" y="9599"/>
                  </a:lnTo>
                  <a:lnTo>
                    <a:pt x="19367" y="9431"/>
                  </a:lnTo>
                  <a:lnTo>
                    <a:pt x="19770" y="9263"/>
                  </a:lnTo>
                  <a:lnTo>
                    <a:pt x="20157" y="9078"/>
                  </a:lnTo>
                  <a:lnTo>
                    <a:pt x="20527" y="8876"/>
                  </a:lnTo>
                  <a:lnTo>
                    <a:pt x="20897" y="8675"/>
                  </a:lnTo>
                  <a:lnTo>
                    <a:pt x="21233" y="8456"/>
                  </a:lnTo>
                  <a:lnTo>
                    <a:pt x="21485" y="8254"/>
                  </a:lnTo>
                  <a:lnTo>
                    <a:pt x="21704" y="8036"/>
                  </a:lnTo>
                  <a:lnTo>
                    <a:pt x="21905" y="7784"/>
                  </a:lnTo>
                  <a:lnTo>
                    <a:pt x="22074" y="7515"/>
                  </a:lnTo>
                  <a:lnTo>
                    <a:pt x="22208" y="7246"/>
                  </a:lnTo>
                  <a:lnTo>
                    <a:pt x="22326" y="6943"/>
                  </a:lnTo>
                  <a:lnTo>
                    <a:pt x="22427" y="6624"/>
                  </a:lnTo>
                  <a:lnTo>
                    <a:pt x="22511" y="6304"/>
                  </a:lnTo>
                  <a:lnTo>
                    <a:pt x="22561" y="5968"/>
                  </a:lnTo>
                  <a:lnTo>
                    <a:pt x="22611" y="5615"/>
                  </a:lnTo>
                  <a:lnTo>
                    <a:pt x="22628" y="5262"/>
                  </a:lnTo>
                  <a:lnTo>
                    <a:pt x="22628" y="4909"/>
                  </a:lnTo>
                  <a:lnTo>
                    <a:pt x="22628" y="4556"/>
                  </a:lnTo>
                  <a:lnTo>
                    <a:pt x="22611" y="4203"/>
                  </a:lnTo>
                  <a:lnTo>
                    <a:pt x="22578" y="3833"/>
                  </a:lnTo>
                  <a:lnTo>
                    <a:pt x="22544" y="3497"/>
                  </a:lnTo>
                  <a:lnTo>
                    <a:pt x="22443" y="2808"/>
                  </a:lnTo>
                  <a:lnTo>
                    <a:pt x="22309" y="2152"/>
                  </a:lnTo>
                  <a:lnTo>
                    <a:pt x="22174" y="1564"/>
                  </a:lnTo>
                  <a:lnTo>
                    <a:pt x="22040" y="1042"/>
                  </a:lnTo>
                  <a:lnTo>
                    <a:pt x="21905" y="622"/>
                  </a:lnTo>
                  <a:lnTo>
                    <a:pt x="21805" y="286"/>
                  </a:lnTo>
                  <a:lnTo>
                    <a:pt x="2172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4" name="Google Shape;5894;p63"/>
            <p:cNvSpPr/>
            <p:nvPr/>
          </p:nvSpPr>
          <p:spPr>
            <a:xfrm>
              <a:off x="4273975" y="1350575"/>
              <a:ext cx="76500" cy="10550"/>
            </a:xfrm>
            <a:custGeom>
              <a:avLst/>
              <a:gdLst/>
              <a:ahLst/>
              <a:cxnLst/>
              <a:rect l="l" t="t" r="r" b="b"/>
              <a:pathLst>
                <a:path w="3060" h="422" extrusionOk="0">
                  <a:moveTo>
                    <a:pt x="0" y="1"/>
                  </a:moveTo>
                  <a:lnTo>
                    <a:pt x="0" y="18"/>
                  </a:lnTo>
                  <a:lnTo>
                    <a:pt x="387" y="51"/>
                  </a:lnTo>
                  <a:lnTo>
                    <a:pt x="774" y="102"/>
                  </a:lnTo>
                  <a:lnTo>
                    <a:pt x="1530" y="219"/>
                  </a:lnTo>
                  <a:lnTo>
                    <a:pt x="2270" y="337"/>
                  </a:lnTo>
                  <a:lnTo>
                    <a:pt x="2656" y="388"/>
                  </a:lnTo>
                  <a:lnTo>
                    <a:pt x="2841" y="404"/>
                  </a:lnTo>
                  <a:lnTo>
                    <a:pt x="3009" y="421"/>
                  </a:lnTo>
                  <a:lnTo>
                    <a:pt x="3043" y="404"/>
                  </a:lnTo>
                  <a:lnTo>
                    <a:pt x="3060" y="371"/>
                  </a:lnTo>
                  <a:lnTo>
                    <a:pt x="3043" y="354"/>
                  </a:lnTo>
                  <a:lnTo>
                    <a:pt x="3026" y="320"/>
                  </a:lnTo>
                  <a:lnTo>
                    <a:pt x="2841" y="270"/>
                  </a:lnTo>
                  <a:lnTo>
                    <a:pt x="2656" y="219"/>
                  </a:lnTo>
                  <a:lnTo>
                    <a:pt x="2270" y="169"/>
                  </a:lnTo>
                  <a:lnTo>
                    <a:pt x="1530" y="85"/>
                  </a:lnTo>
                  <a:lnTo>
                    <a:pt x="1143" y="51"/>
                  </a:lnTo>
                  <a:lnTo>
                    <a:pt x="774" y="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5" name="Google Shape;5895;p63"/>
            <p:cNvSpPr/>
            <p:nvPr/>
          </p:nvSpPr>
          <p:spPr>
            <a:xfrm>
              <a:off x="4325250" y="1306025"/>
              <a:ext cx="42875" cy="47100"/>
            </a:xfrm>
            <a:custGeom>
              <a:avLst/>
              <a:gdLst/>
              <a:ahLst/>
              <a:cxnLst/>
              <a:rect l="l" t="t" r="r" b="b"/>
              <a:pathLst>
                <a:path w="1715" h="1884" extrusionOk="0">
                  <a:moveTo>
                    <a:pt x="841" y="1"/>
                  </a:moveTo>
                  <a:lnTo>
                    <a:pt x="673" y="169"/>
                  </a:lnTo>
                  <a:lnTo>
                    <a:pt x="538" y="371"/>
                  </a:lnTo>
                  <a:lnTo>
                    <a:pt x="404" y="556"/>
                  </a:lnTo>
                  <a:lnTo>
                    <a:pt x="286" y="757"/>
                  </a:lnTo>
                  <a:lnTo>
                    <a:pt x="168" y="942"/>
                  </a:lnTo>
                  <a:lnTo>
                    <a:pt x="67" y="1144"/>
                  </a:lnTo>
                  <a:lnTo>
                    <a:pt x="34" y="1245"/>
                  </a:lnTo>
                  <a:lnTo>
                    <a:pt x="0" y="1363"/>
                  </a:lnTo>
                  <a:lnTo>
                    <a:pt x="0" y="1463"/>
                  </a:lnTo>
                  <a:lnTo>
                    <a:pt x="17" y="1581"/>
                  </a:lnTo>
                  <a:lnTo>
                    <a:pt x="34" y="1648"/>
                  </a:lnTo>
                  <a:lnTo>
                    <a:pt x="84" y="1716"/>
                  </a:lnTo>
                  <a:lnTo>
                    <a:pt x="135" y="1783"/>
                  </a:lnTo>
                  <a:lnTo>
                    <a:pt x="185" y="1833"/>
                  </a:lnTo>
                  <a:lnTo>
                    <a:pt x="269" y="1867"/>
                  </a:lnTo>
                  <a:lnTo>
                    <a:pt x="336" y="1884"/>
                  </a:lnTo>
                  <a:lnTo>
                    <a:pt x="421" y="1884"/>
                  </a:lnTo>
                  <a:lnTo>
                    <a:pt x="488" y="1867"/>
                  </a:lnTo>
                  <a:lnTo>
                    <a:pt x="589" y="1833"/>
                  </a:lnTo>
                  <a:lnTo>
                    <a:pt x="673" y="1783"/>
                  </a:lnTo>
                  <a:lnTo>
                    <a:pt x="757" y="1716"/>
                  </a:lnTo>
                  <a:lnTo>
                    <a:pt x="824" y="1632"/>
                  </a:lnTo>
                  <a:lnTo>
                    <a:pt x="891" y="1548"/>
                  </a:lnTo>
                  <a:lnTo>
                    <a:pt x="1009" y="1363"/>
                  </a:lnTo>
                  <a:lnTo>
                    <a:pt x="1110" y="1161"/>
                  </a:lnTo>
                  <a:lnTo>
                    <a:pt x="1715" y="135"/>
                  </a:lnTo>
                  <a:lnTo>
                    <a:pt x="1715" y="119"/>
                  </a:lnTo>
                  <a:lnTo>
                    <a:pt x="1681" y="119"/>
                  </a:lnTo>
                  <a:lnTo>
                    <a:pt x="1446" y="488"/>
                  </a:lnTo>
                  <a:lnTo>
                    <a:pt x="1194" y="875"/>
                  </a:lnTo>
                  <a:lnTo>
                    <a:pt x="958" y="1228"/>
                  </a:lnTo>
                  <a:lnTo>
                    <a:pt x="841" y="1396"/>
                  </a:lnTo>
                  <a:lnTo>
                    <a:pt x="723" y="1548"/>
                  </a:lnTo>
                  <a:lnTo>
                    <a:pt x="656" y="1615"/>
                  </a:lnTo>
                  <a:lnTo>
                    <a:pt x="589" y="1665"/>
                  </a:lnTo>
                  <a:lnTo>
                    <a:pt x="505" y="1699"/>
                  </a:lnTo>
                  <a:lnTo>
                    <a:pt x="421" y="1716"/>
                  </a:lnTo>
                  <a:lnTo>
                    <a:pt x="336" y="1716"/>
                  </a:lnTo>
                  <a:lnTo>
                    <a:pt x="269" y="1682"/>
                  </a:lnTo>
                  <a:lnTo>
                    <a:pt x="202" y="1632"/>
                  </a:lnTo>
                  <a:lnTo>
                    <a:pt x="168" y="1531"/>
                  </a:lnTo>
                  <a:lnTo>
                    <a:pt x="152" y="1447"/>
                  </a:lnTo>
                  <a:lnTo>
                    <a:pt x="168" y="1346"/>
                  </a:lnTo>
                  <a:lnTo>
                    <a:pt x="185" y="1262"/>
                  </a:lnTo>
                  <a:lnTo>
                    <a:pt x="219" y="1178"/>
                  </a:lnTo>
                  <a:lnTo>
                    <a:pt x="303" y="993"/>
                  </a:lnTo>
                  <a:lnTo>
                    <a:pt x="387" y="808"/>
                  </a:lnTo>
                  <a:lnTo>
                    <a:pt x="622" y="404"/>
                  </a:lnTo>
                  <a:lnTo>
                    <a:pt x="858" y="18"/>
                  </a:lnTo>
                  <a:lnTo>
                    <a:pt x="8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6" name="Google Shape;5896;p63"/>
            <p:cNvSpPr/>
            <p:nvPr/>
          </p:nvSpPr>
          <p:spPr>
            <a:xfrm>
              <a:off x="3997850" y="2006625"/>
              <a:ext cx="199650" cy="5925"/>
            </a:xfrm>
            <a:custGeom>
              <a:avLst/>
              <a:gdLst/>
              <a:ahLst/>
              <a:cxnLst/>
              <a:rect l="l" t="t" r="r" b="b"/>
              <a:pathLst>
                <a:path w="7986" h="237" extrusionOk="0">
                  <a:moveTo>
                    <a:pt x="438" y="1"/>
                  </a:moveTo>
                  <a:lnTo>
                    <a:pt x="219" y="18"/>
                  </a:lnTo>
                  <a:lnTo>
                    <a:pt x="1" y="35"/>
                  </a:lnTo>
                  <a:lnTo>
                    <a:pt x="1" y="51"/>
                  </a:lnTo>
                  <a:lnTo>
                    <a:pt x="1" y="68"/>
                  </a:lnTo>
                  <a:lnTo>
                    <a:pt x="387" y="102"/>
                  </a:lnTo>
                  <a:lnTo>
                    <a:pt x="774" y="135"/>
                  </a:lnTo>
                  <a:lnTo>
                    <a:pt x="1144" y="152"/>
                  </a:lnTo>
                  <a:lnTo>
                    <a:pt x="1530" y="152"/>
                  </a:lnTo>
                  <a:lnTo>
                    <a:pt x="3094" y="186"/>
                  </a:lnTo>
                  <a:lnTo>
                    <a:pt x="6204" y="236"/>
                  </a:lnTo>
                  <a:lnTo>
                    <a:pt x="7078" y="236"/>
                  </a:lnTo>
                  <a:lnTo>
                    <a:pt x="7532" y="220"/>
                  </a:lnTo>
                  <a:lnTo>
                    <a:pt x="7969" y="203"/>
                  </a:lnTo>
                  <a:lnTo>
                    <a:pt x="7986" y="186"/>
                  </a:lnTo>
                  <a:lnTo>
                    <a:pt x="7986" y="169"/>
                  </a:lnTo>
                  <a:lnTo>
                    <a:pt x="7986" y="152"/>
                  </a:lnTo>
                  <a:lnTo>
                    <a:pt x="7969" y="135"/>
                  </a:lnTo>
                  <a:lnTo>
                    <a:pt x="7582" y="102"/>
                  </a:lnTo>
                  <a:lnTo>
                    <a:pt x="7196" y="85"/>
                  </a:lnTo>
                  <a:lnTo>
                    <a:pt x="6439" y="51"/>
                  </a:lnTo>
                  <a:lnTo>
                    <a:pt x="5649" y="35"/>
                  </a:lnTo>
                  <a:lnTo>
                    <a:pt x="4876" y="18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7" name="Google Shape;5897;p63"/>
            <p:cNvSpPr/>
            <p:nvPr/>
          </p:nvSpPr>
          <p:spPr>
            <a:xfrm>
              <a:off x="3989875" y="1378325"/>
              <a:ext cx="327000" cy="652725"/>
            </a:xfrm>
            <a:custGeom>
              <a:avLst/>
              <a:gdLst/>
              <a:ahLst/>
              <a:cxnLst/>
              <a:rect l="l" t="t" r="r" b="b"/>
              <a:pathLst>
                <a:path w="13080" h="26109" extrusionOk="0">
                  <a:moveTo>
                    <a:pt x="12978" y="0"/>
                  </a:moveTo>
                  <a:lnTo>
                    <a:pt x="12928" y="17"/>
                  </a:lnTo>
                  <a:lnTo>
                    <a:pt x="12121" y="269"/>
                  </a:lnTo>
                  <a:lnTo>
                    <a:pt x="11314" y="522"/>
                  </a:lnTo>
                  <a:lnTo>
                    <a:pt x="10524" y="807"/>
                  </a:lnTo>
                  <a:lnTo>
                    <a:pt x="9734" y="1093"/>
                  </a:lnTo>
                  <a:lnTo>
                    <a:pt x="8944" y="1396"/>
                  </a:lnTo>
                  <a:lnTo>
                    <a:pt x="8153" y="1698"/>
                  </a:lnTo>
                  <a:lnTo>
                    <a:pt x="7380" y="2018"/>
                  </a:lnTo>
                  <a:lnTo>
                    <a:pt x="6607" y="2354"/>
                  </a:lnTo>
                  <a:lnTo>
                    <a:pt x="5901" y="2640"/>
                  </a:lnTo>
                  <a:lnTo>
                    <a:pt x="5212" y="2959"/>
                  </a:lnTo>
                  <a:lnTo>
                    <a:pt x="4522" y="3312"/>
                  </a:lnTo>
                  <a:lnTo>
                    <a:pt x="3867" y="3682"/>
                  </a:lnTo>
                  <a:lnTo>
                    <a:pt x="3581" y="3884"/>
                  </a:lnTo>
                  <a:lnTo>
                    <a:pt x="3295" y="4086"/>
                  </a:lnTo>
                  <a:lnTo>
                    <a:pt x="3026" y="4321"/>
                  </a:lnTo>
                  <a:lnTo>
                    <a:pt x="2791" y="4556"/>
                  </a:lnTo>
                  <a:lnTo>
                    <a:pt x="2555" y="4825"/>
                  </a:lnTo>
                  <a:lnTo>
                    <a:pt x="2337" y="5094"/>
                  </a:lnTo>
                  <a:lnTo>
                    <a:pt x="2135" y="5380"/>
                  </a:lnTo>
                  <a:lnTo>
                    <a:pt x="1950" y="5683"/>
                  </a:lnTo>
                  <a:lnTo>
                    <a:pt x="1782" y="6002"/>
                  </a:lnTo>
                  <a:lnTo>
                    <a:pt x="1648" y="6321"/>
                  </a:lnTo>
                  <a:lnTo>
                    <a:pt x="1513" y="6641"/>
                  </a:lnTo>
                  <a:lnTo>
                    <a:pt x="1395" y="6960"/>
                  </a:lnTo>
                  <a:lnTo>
                    <a:pt x="1295" y="7296"/>
                  </a:lnTo>
                  <a:lnTo>
                    <a:pt x="1194" y="7633"/>
                  </a:lnTo>
                  <a:lnTo>
                    <a:pt x="1110" y="7986"/>
                  </a:lnTo>
                  <a:lnTo>
                    <a:pt x="1059" y="8322"/>
                  </a:lnTo>
                  <a:lnTo>
                    <a:pt x="925" y="9078"/>
                  </a:lnTo>
                  <a:lnTo>
                    <a:pt x="807" y="9852"/>
                  </a:lnTo>
                  <a:lnTo>
                    <a:pt x="639" y="11382"/>
                  </a:lnTo>
                  <a:lnTo>
                    <a:pt x="454" y="13096"/>
                  </a:lnTo>
                  <a:lnTo>
                    <a:pt x="303" y="14828"/>
                  </a:lnTo>
                  <a:lnTo>
                    <a:pt x="168" y="16543"/>
                  </a:lnTo>
                  <a:lnTo>
                    <a:pt x="84" y="18274"/>
                  </a:lnTo>
                  <a:lnTo>
                    <a:pt x="34" y="20006"/>
                  </a:lnTo>
                  <a:lnTo>
                    <a:pt x="0" y="21737"/>
                  </a:lnTo>
                  <a:lnTo>
                    <a:pt x="17" y="23486"/>
                  </a:lnTo>
                  <a:lnTo>
                    <a:pt x="51" y="25217"/>
                  </a:lnTo>
                  <a:lnTo>
                    <a:pt x="67" y="25654"/>
                  </a:lnTo>
                  <a:lnTo>
                    <a:pt x="84" y="26091"/>
                  </a:lnTo>
                  <a:lnTo>
                    <a:pt x="84" y="26108"/>
                  </a:lnTo>
                  <a:lnTo>
                    <a:pt x="101" y="26108"/>
                  </a:lnTo>
                  <a:lnTo>
                    <a:pt x="118" y="26091"/>
                  </a:lnTo>
                  <a:lnTo>
                    <a:pt x="101" y="24376"/>
                  </a:lnTo>
                  <a:lnTo>
                    <a:pt x="118" y="22662"/>
                  </a:lnTo>
                  <a:lnTo>
                    <a:pt x="168" y="20964"/>
                  </a:lnTo>
                  <a:lnTo>
                    <a:pt x="235" y="19249"/>
                  </a:lnTo>
                  <a:lnTo>
                    <a:pt x="320" y="17534"/>
                  </a:lnTo>
                  <a:lnTo>
                    <a:pt x="437" y="15836"/>
                  </a:lnTo>
                  <a:lnTo>
                    <a:pt x="572" y="14122"/>
                  </a:lnTo>
                  <a:lnTo>
                    <a:pt x="723" y="12424"/>
                  </a:lnTo>
                  <a:lnTo>
                    <a:pt x="908" y="10793"/>
                  </a:lnTo>
                  <a:lnTo>
                    <a:pt x="1009" y="9986"/>
                  </a:lnTo>
                  <a:lnTo>
                    <a:pt x="1126" y="9162"/>
                  </a:lnTo>
                  <a:lnTo>
                    <a:pt x="1177" y="8826"/>
                  </a:lnTo>
                  <a:lnTo>
                    <a:pt x="1244" y="8473"/>
                  </a:lnTo>
                  <a:lnTo>
                    <a:pt x="1311" y="8137"/>
                  </a:lnTo>
                  <a:lnTo>
                    <a:pt x="1395" y="7801"/>
                  </a:lnTo>
                  <a:lnTo>
                    <a:pt x="1479" y="7465"/>
                  </a:lnTo>
                  <a:lnTo>
                    <a:pt x="1580" y="7128"/>
                  </a:lnTo>
                  <a:lnTo>
                    <a:pt x="1698" y="6792"/>
                  </a:lnTo>
                  <a:lnTo>
                    <a:pt x="1816" y="6473"/>
                  </a:lnTo>
                  <a:lnTo>
                    <a:pt x="1950" y="6153"/>
                  </a:lnTo>
                  <a:lnTo>
                    <a:pt x="2118" y="5834"/>
                  </a:lnTo>
                  <a:lnTo>
                    <a:pt x="2303" y="5531"/>
                  </a:lnTo>
                  <a:lnTo>
                    <a:pt x="2488" y="5245"/>
                  </a:lnTo>
                  <a:lnTo>
                    <a:pt x="2707" y="4977"/>
                  </a:lnTo>
                  <a:lnTo>
                    <a:pt x="2942" y="4724"/>
                  </a:lnTo>
                  <a:lnTo>
                    <a:pt x="3194" y="4472"/>
                  </a:lnTo>
                  <a:lnTo>
                    <a:pt x="3463" y="4254"/>
                  </a:lnTo>
                  <a:lnTo>
                    <a:pt x="3766" y="4035"/>
                  </a:lnTo>
                  <a:lnTo>
                    <a:pt x="4068" y="3833"/>
                  </a:lnTo>
                  <a:lnTo>
                    <a:pt x="4371" y="3648"/>
                  </a:lnTo>
                  <a:lnTo>
                    <a:pt x="4690" y="3464"/>
                  </a:lnTo>
                  <a:lnTo>
                    <a:pt x="5010" y="3295"/>
                  </a:lnTo>
                  <a:lnTo>
                    <a:pt x="5346" y="3144"/>
                  </a:lnTo>
                  <a:lnTo>
                    <a:pt x="5665" y="2993"/>
                  </a:lnTo>
                  <a:lnTo>
                    <a:pt x="6002" y="2858"/>
                  </a:lnTo>
                  <a:lnTo>
                    <a:pt x="7548" y="2203"/>
                  </a:lnTo>
                  <a:lnTo>
                    <a:pt x="9095" y="1597"/>
                  </a:lnTo>
                  <a:lnTo>
                    <a:pt x="10641" y="1026"/>
                  </a:lnTo>
                  <a:lnTo>
                    <a:pt x="12222" y="488"/>
                  </a:lnTo>
                  <a:lnTo>
                    <a:pt x="12995" y="219"/>
                  </a:lnTo>
                  <a:lnTo>
                    <a:pt x="13045" y="202"/>
                  </a:lnTo>
                  <a:lnTo>
                    <a:pt x="13062" y="169"/>
                  </a:lnTo>
                  <a:lnTo>
                    <a:pt x="13079" y="118"/>
                  </a:lnTo>
                  <a:lnTo>
                    <a:pt x="13079" y="84"/>
                  </a:lnTo>
                  <a:lnTo>
                    <a:pt x="13045" y="51"/>
                  </a:lnTo>
                  <a:lnTo>
                    <a:pt x="13012" y="17"/>
                  </a:lnTo>
                  <a:lnTo>
                    <a:pt x="129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8" name="Google Shape;5898;p63"/>
            <p:cNvSpPr/>
            <p:nvPr/>
          </p:nvSpPr>
          <p:spPr>
            <a:xfrm>
              <a:off x="4175625" y="1317375"/>
              <a:ext cx="356850" cy="683825"/>
            </a:xfrm>
            <a:custGeom>
              <a:avLst/>
              <a:gdLst/>
              <a:ahLst/>
              <a:cxnLst/>
              <a:rect l="l" t="t" r="r" b="b"/>
              <a:pathLst>
                <a:path w="14274" h="27353" extrusionOk="0">
                  <a:moveTo>
                    <a:pt x="13584" y="1"/>
                  </a:moveTo>
                  <a:lnTo>
                    <a:pt x="13567" y="18"/>
                  </a:lnTo>
                  <a:lnTo>
                    <a:pt x="13685" y="472"/>
                  </a:lnTo>
                  <a:lnTo>
                    <a:pt x="13786" y="925"/>
                  </a:lnTo>
                  <a:lnTo>
                    <a:pt x="13870" y="1379"/>
                  </a:lnTo>
                  <a:lnTo>
                    <a:pt x="13954" y="1833"/>
                  </a:lnTo>
                  <a:lnTo>
                    <a:pt x="14021" y="2287"/>
                  </a:lnTo>
                  <a:lnTo>
                    <a:pt x="14071" y="2741"/>
                  </a:lnTo>
                  <a:lnTo>
                    <a:pt x="14105" y="3212"/>
                  </a:lnTo>
                  <a:lnTo>
                    <a:pt x="14122" y="3666"/>
                  </a:lnTo>
                  <a:lnTo>
                    <a:pt x="14139" y="4120"/>
                  </a:lnTo>
                  <a:lnTo>
                    <a:pt x="14139" y="4557"/>
                  </a:lnTo>
                  <a:lnTo>
                    <a:pt x="14088" y="4994"/>
                  </a:lnTo>
                  <a:lnTo>
                    <a:pt x="14038" y="5448"/>
                  </a:lnTo>
                  <a:lnTo>
                    <a:pt x="13987" y="5649"/>
                  </a:lnTo>
                  <a:lnTo>
                    <a:pt x="13920" y="5851"/>
                  </a:lnTo>
                  <a:lnTo>
                    <a:pt x="13836" y="6053"/>
                  </a:lnTo>
                  <a:lnTo>
                    <a:pt x="13735" y="6238"/>
                  </a:lnTo>
                  <a:lnTo>
                    <a:pt x="13634" y="6423"/>
                  </a:lnTo>
                  <a:lnTo>
                    <a:pt x="13517" y="6608"/>
                  </a:lnTo>
                  <a:lnTo>
                    <a:pt x="13399" y="6776"/>
                  </a:lnTo>
                  <a:lnTo>
                    <a:pt x="13248" y="6944"/>
                  </a:lnTo>
                  <a:lnTo>
                    <a:pt x="12962" y="7213"/>
                  </a:lnTo>
                  <a:lnTo>
                    <a:pt x="12642" y="7465"/>
                  </a:lnTo>
                  <a:lnTo>
                    <a:pt x="12289" y="7683"/>
                  </a:lnTo>
                  <a:lnTo>
                    <a:pt x="11936" y="7885"/>
                  </a:lnTo>
                  <a:lnTo>
                    <a:pt x="11566" y="8070"/>
                  </a:lnTo>
                  <a:lnTo>
                    <a:pt x="11197" y="8221"/>
                  </a:lnTo>
                  <a:lnTo>
                    <a:pt x="10827" y="8356"/>
                  </a:lnTo>
                  <a:lnTo>
                    <a:pt x="10440" y="8490"/>
                  </a:lnTo>
                  <a:lnTo>
                    <a:pt x="10003" y="8608"/>
                  </a:lnTo>
                  <a:lnTo>
                    <a:pt x="9566" y="8726"/>
                  </a:lnTo>
                  <a:lnTo>
                    <a:pt x="8692" y="8911"/>
                  </a:lnTo>
                  <a:lnTo>
                    <a:pt x="6927" y="9281"/>
                  </a:lnTo>
                  <a:lnTo>
                    <a:pt x="5599" y="9583"/>
                  </a:lnTo>
                  <a:lnTo>
                    <a:pt x="3867" y="10003"/>
                  </a:lnTo>
                  <a:lnTo>
                    <a:pt x="2320" y="10390"/>
                  </a:lnTo>
                  <a:lnTo>
                    <a:pt x="1799" y="10525"/>
                  </a:lnTo>
                  <a:lnTo>
                    <a:pt x="1547" y="10592"/>
                  </a:lnTo>
                  <a:lnTo>
                    <a:pt x="1396" y="10659"/>
                  </a:lnTo>
                  <a:lnTo>
                    <a:pt x="1261" y="10760"/>
                  </a:lnTo>
                  <a:lnTo>
                    <a:pt x="1144" y="10878"/>
                  </a:lnTo>
                  <a:lnTo>
                    <a:pt x="1060" y="11012"/>
                  </a:lnTo>
                  <a:lnTo>
                    <a:pt x="976" y="11214"/>
                  </a:lnTo>
                  <a:lnTo>
                    <a:pt x="908" y="11399"/>
                  </a:lnTo>
                  <a:lnTo>
                    <a:pt x="858" y="11584"/>
                  </a:lnTo>
                  <a:lnTo>
                    <a:pt x="807" y="11785"/>
                  </a:lnTo>
                  <a:lnTo>
                    <a:pt x="707" y="12222"/>
                  </a:lnTo>
                  <a:lnTo>
                    <a:pt x="606" y="12660"/>
                  </a:lnTo>
                  <a:lnTo>
                    <a:pt x="438" y="13517"/>
                  </a:lnTo>
                  <a:lnTo>
                    <a:pt x="320" y="14391"/>
                  </a:lnTo>
                  <a:lnTo>
                    <a:pt x="219" y="15248"/>
                  </a:lnTo>
                  <a:lnTo>
                    <a:pt x="152" y="16123"/>
                  </a:lnTo>
                  <a:lnTo>
                    <a:pt x="101" y="16997"/>
                  </a:lnTo>
                  <a:lnTo>
                    <a:pt x="68" y="17871"/>
                  </a:lnTo>
                  <a:lnTo>
                    <a:pt x="51" y="18779"/>
                  </a:lnTo>
                  <a:lnTo>
                    <a:pt x="1" y="20678"/>
                  </a:lnTo>
                  <a:lnTo>
                    <a:pt x="1" y="22595"/>
                  </a:lnTo>
                  <a:lnTo>
                    <a:pt x="1" y="24495"/>
                  </a:lnTo>
                  <a:lnTo>
                    <a:pt x="51" y="26411"/>
                  </a:lnTo>
                  <a:lnTo>
                    <a:pt x="68" y="27336"/>
                  </a:lnTo>
                  <a:lnTo>
                    <a:pt x="85" y="27352"/>
                  </a:lnTo>
                  <a:lnTo>
                    <a:pt x="101" y="27336"/>
                  </a:lnTo>
                  <a:lnTo>
                    <a:pt x="85" y="26377"/>
                  </a:lnTo>
                  <a:lnTo>
                    <a:pt x="101" y="25419"/>
                  </a:lnTo>
                  <a:lnTo>
                    <a:pt x="135" y="23503"/>
                  </a:lnTo>
                  <a:lnTo>
                    <a:pt x="185" y="19670"/>
                  </a:lnTo>
                  <a:lnTo>
                    <a:pt x="236" y="17854"/>
                  </a:lnTo>
                  <a:lnTo>
                    <a:pt x="270" y="16980"/>
                  </a:lnTo>
                  <a:lnTo>
                    <a:pt x="320" y="16089"/>
                  </a:lnTo>
                  <a:lnTo>
                    <a:pt x="387" y="15215"/>
                  </a:lnTo>
                  <a:lnTo>
                    <a:pt x="488" y="14324"/>
                  </a:lnTo>
                  <a:lnTo>
                    <a:pt x="623" y="13450"/>
                  </a:lnTo>
                  <a:lnTo>
                    <a:pt x="707" y="12996"/>
                  </a:lnTo>
                  <a:lnTo>
                    <a:pt x="791" y="12559"/>
                  </a:lnTo>
                  <a:lnTo>
                    <a:pt x="875" y="12189"/>
                  </a:lnTo>
                  <a:lnTo>
                    <a:pt x="1009" y="11685"/>
                  </a:lnTo>
                  <a:lnTo>
                    <a:pt x="1093" y="11432"/>
                  </a:lnTo>
                  <a:lnTo>
                    <a:pt x="1161" y="11197"/>
                  </a:lnTo>
                  <a:lnTo>
                    <a:pt x="1245" y="11012"/>
                  </a:lnTo>
                  <a:lnTo>
                    <a:pt x="1329" y="10894"/>
                  </a:lnTo>
                  <a:lnTo>
                    <a:pt x="1396" y="10861"/>
                  </a:lnTo>
                  <a:lnTo>
                    <a:pt x="1547" y="10794"/>
                  </a:lnTo>
                  <a:lnTo>
                    <a:pt x="2068" y="10642"/>
                  </a:lnTo>
                  <a:lnTo>
                    <a:pt x="2774" y="10441"/>
                  </a:lnTo>
                  <a:lnTo>
                    <a:pt x="3615" y="10239"/>
                  </a:lnTo>
                  <a:lnTo>
                    <a:pt x="5363" y="9818"/>
                  </a:lnTo>
                  <a:lnTo>
                    <a:pt x="6691" y="9516"/>
                  </a:lnTo>
                  <a:lnTo>
                    <a:pt x="8456" y="9163"/>
                  </a:lnTo>
                  <a:lnTo>
                    <a:pt x="9331" y="8961"/>
                  </a:lnTo>
                  <a:lnTo>
                    <a:pt x="10205" y="8743"/>
                  </a:lnTo>
                  <a:lnTo>
                    <a:pt x="10608" y="8642"/>
                  </a:lnTo>
                  <a:lnTo>
                    <a:pt x="10995" y="8507"/>
                  </a:lnTo>
                  <a:lnTo>
                    <a:pt x="11382" y="8356"/>
                  </a:lnTo>
                  <a:lnTo>
                    <a:pt x="11768" y="8188"/>
                  </a:lnTo>
                  <a:lnTo>
                    <a:pt x="12121" y="8003"/>
                  </a:lnTo>
                  <a:lnTo>
                    <a:pt x="12491" y="7801"/>
                  </a:lnTo>
                  <a:lnTo>
                    <a:pt x="12827" y="7566"/>
                  </a:lnTo>
                  <a:lnTo>
                    <a:pt x="13164" y="7330"/>
                  </a:lnTo>
                  <a:lnTo>
                    <a:pt x="13298" y="7196"/>
                  </a:lnTo>
                  <a:lnTo>
                    <a:pt x="13433" y="7061"/>
                  </a:lnTo>
                  <a:lnTo>
                    <a:pt x="13550" y="6910"/>
                  </a:lnTo>
                  <a:lnTo>
                    <a:pt x="13651" y="6759"/>
                  </a:lnTo>
                  <a:lnTo>
                    <a:pt x="13752" y="6608"/>
                  </a:lnTo>
                  <a:lnTo>
                    <a:pt x="13853" y="6456"/>
                  </a:lnTo>
                  <a:lnTo>
                    <a:pt x="13937" y="6288"/>
                  </a:lnTo>
                  <a:lnTo>
                    <a:pt x="14004" y="6103"/>
                  </a:lnTo>
                  <a:lnTo>
                    <a:pt x="14071" y="5918"/>
                  </a:lnTo>
                  <a:lnTo>
                    <a:pt x="14139" y="5717"/>
                  </a:lnTo>
                  <a:lnTo>
                    <a:pt x="14189" y="5515"/>
                  </a:lnTo>
                  <a:lnTo>
                    <a:pt x="14223" y="5313"/>
                  </a:lnTo>
                  <a:lnTo>
                    <a:pt x="14256" y="5095"/>
                  </a:lnTo>
                  <a:lnTo>
                    <a:pt x="14273" y="4893"/>
                  </a:lnTo>
                  <a:lnTo>
                    <a:pt x="14273" y="4691"/>
                  </a:lnTo>
                  <a:lnTo>
                    <a:pt x="14273" y="4473"/>
                  </a:lnTo>
                  <a:lnTo>
                    <a:pt x="14273" y="4019"/>
                  </a:lnTo>
                  <a:lnTo>
                    <a:pt x="14256" y="3565"/>
                  </a:lnTo>
                  <a:lnTo>
                    <a:pt x="14223" y="3128"/>
                  </a:lnTo>
                  <a:lnTo>
                    <a:pt x="14172" y="2674"/>
                  </a:lnTo>
                  <a:lnTo>
                    <a:pt x="14105" y="2220"/>
                  </a:lnTo>
                  <a:lnTo>
                    <a:pt x="14038" y="1783"/>
                  </a:lnTo>
                  <a:lnTo>
                    <a:pt x="13954" y="1329"/>
                  </a:lnTo>
                  <a:lnTo>
                    <a:pt x="13853" y="892"/>
                  </a:lnTo>
                  <a:lnTo>
                    <a:pt x="13752" y="455"/>
                  </a:lnTo>
                  <a:lnTo>
                    <a:pt x="13617" y="18"/>
                  </a:lnTo>
                  <a:lnTo>
                    <a:pt x="136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9" name="Google Shape;5899;p63"/>
            <p:cNvSpPr/>
            <p:nvPr/>
          </p:nvSpPr>
          <p:spPr>
            <a:xfrm>
              <a:off x="4450900" y="1318225"/>
              <a:ext cx="58025" cy="63475"/>
            </a:xfrm>
            <a:custGeom>
              <a:avLst/>
              <a:gdLst/>
              <a:ahLst/>
              <a:cxnLst/>
              <a:rect l="l" t="t" r="r" b="b"/>
              <a:pathLst>
                <a:path w="2321" h="2539" extrusionOk="0">
                  <a:moveTo>
                    <a:pt x="68" y="0"/>
                  </a:moveTo>
                  <a:lnTo>
                    <a:pt x="51" y="17"/>
                  </a:lnTo>
                  <a:lnTo>
                    <a:pt x="34" y="169"/>
                  </a:lnTo>
                  <a:lnTo>
                    <a:pt x="18" y="303"/>
                  </a:lnTo>
                  <a:lnTo>
                    <a:pt x="1" y="454"/>
                  </a:lnTo>
                  <a:lnTo>
                    <a:pt x="1" y="589"/>
                  </a:lnTo>
                  <a:lnTo>
                    <a:pt x="18" y="858"/>
                  </a:lnTo>
                  <a:lnTo>
                    <a:pt x="51" y="1110"/>
                  </a:lnTo>
                  <a:lnTo>
                    <a:pt x="102" y="1329"/>
                  </a:lnTo>
                  <a:lnTo>
                    <a:pt x="186" y="1547"/>
                  </a:lnTo>
                  <a:lnTo>
                    <a:pt x="303" y="1749"/>
                  </a:lnTo>
                  <a:lnTo>
                    <a:pt x="455" y="1917"/>
                  </a:lnTo>
                  <a:lnTo>
                    <a:pt x="623" y="2068"/>
                  </a:lnTo>
                  <a:lnTo>
                    <a:pt x="824" y="2186"/>
                  </a:lnTo>
                  <a:lnTo>
                    <a:pt x="1026" y="2287"/>
                  </a:lnTo>
                  <a:lnTo>
                    <a:pt x="1245" y="2337"/>
                  </a:lnTo>
                  <a:lnTo>
                    <a:pt x="1514" y="2421"/>
                  </a:lnTo>
                  <a:lnTo>
                    <a:pt x="1766" y="2472"/>
                  </a:lnTo>
                  <a:lnTo>
                    <a:pt x="2018" y="2522"/>
                  </a:lnTo>
                  <a:lnTo>
                    <a:pt x="2287" y="2539"/>
                  </a:lnTo>
                  <a:lnTo>
                    <a:pt x="2304" y="2539"/>
                  </a:lnTo>
                  <a:lnTo>
                    <a:pt x="2321" y="2522"/>
                  </a:lnTo>
                  <a:lnTo>
                    <a:pt x="2321" y="2505"/>
                  </a:lnTo>
                  <a:lnTo>
                    <a:pt x="2304" y="2488"/>
                  </a:lnTo>
                  <a:lnTo>
                    <a:pt x="1867" y="2354"/>
                  </a:lnTo>
                  <a:lnTo>
                    <a:pt x="1413" y="2220"/>
                  </a:lnTo>
                  <a:lnTo>
                    <a:pt x="1194" y="2135"/>
                  </a:lnTo>
                  <a:lnTo>
                    <a:pt x="993" y="2035"/>
                  </a:lnTo>
                  <a:lnTo>
                    <a:pt x="791" y="1917"/>
                  </a:lnTo>
                  <a:lnTo>
                    <a:pt x="623" y="1766"/>
                  </a:lnTo>
                  <a:lnTo>
                    <a:pt x="471" y="1614"/>
                  </a:lnTo>
                  <a:lnTo>
                    <a:pt x="371" y="1429"/>
                  </a:lnTo>
                  <a:lnTo>
                    <a:pt x="270" y="1244"/>
                  </a:lnTo>
                  <a:lnTo>
                    <a:pt x="219" y="1043"/>
                  </a:lnTo>
                  <a:lnTo>
                    <a:pt x="169" y="791"/>
                  </a:lnTo>
                  <a:lnTo>
                    <a:pt x="135" y="555"/>
                  </a:lnTo>
                  <a:lnTo>
                    <a:pt x="102" y="286"/>
                  </a:lnTo>
                  <a:lnTo>
                    <a:pt x="85" y="17"/>
                  </a:lnTo>
                  <a:lnTo>
                    <a:pt x="68" y="1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0" name="Google Shape;5900;p63"/>
            <p:cNvSpPr/>
            <p:nvPr/>
          </p:nvSpPr>
          <p:spPr>
            <a:xfrm>
              <a:off x="4049125" y="1053450"/>
              <a:ext cx="274875" cy="308075"/>
            </a:xfrm>
            <a:custGeom>
              <a:avLst/>
              <a:gdLst/>
              <a:ahLst/>
              <a:cxnLst/>
              <a:rect l="l" t="t" r="r" b="b"/>
              <a:pathLst>
                <a:path w="10995" h="12323" extrusionOk="0">
                  <a:moveTo>
                    <a:pt x="10289" y="0"/>
                  </a:moveTo>
                  <a:lnTo>
                    <a:pt x="10188" y="34"/>
                  </a:lnTo>
                  <a:lnTo>
                    <a:pt x="10087" y="101"/>
                  </a:lnTo>
                  <a:lnTo>
                    <a:pt x="9986" y="169"/>
                  </a:lnTo>
                  <a:lnTo>
                    <a:pt x="9885" y="269"/>
                  </a:lnTo>
                  <a:lnTo>
                    <a:pt x="9768" y="404"/>
                  </a:lnTo>
                  <a:lnTo>
                    <a:pt x="9650" y="538"/>
                  </a:lnTo>
                  <a:lnTo>
                    <a:pt x="9398" y="908"/>
                  </a:lnTo>
                  <a:lnTo>
                    <a:pt x="9129" y="1362"/>
                  </a:lnTo>
                  <a:lnTo>
                    <a:pt x="8843" y="1900"/>
                  </a:lnTo>
                  <a:lnTo>
                    <a:pt x="7380" y="4825"/>
                  </a:lnTo>
                  <a:lnTo>
                    <a:pt x="6927" y="5750"/>
                  </a:lnTo>
                  <a:lnTo>
                    <a:pt x="6775" y="6036"/>
                  </a:lnTo>
                  <a:lnTo>
                    <a:pt x="6674" y="6204"/>
                  </a:lnTo>
                  <a:lnTo>
                    <a:pt x="6607" y="6254"/>
                  </a:lnTo>
                  <a:lnTo>
                    <a:pt x="6456" y="6321"/>
                  </a:lnTo>
                  <a:lnTo>
                    <a:pt x="5968" y="6473"/>
                  </a:lnTo>
                  <a:lnTo>
                    <a:pt x="5262" y="6674"/>
                  </a:lnTo>
                  <a:lnTo>
                    <a:pt x="4422" y="6893"/>
                  </a:lnTo>
                  <a:lnTo>
                    <a:pt x="2606" y="7364"/>
                  </a:lnTo>
                  <a:lnTo>
                    <a:pt x="1732" y="7599"/>
                  </a:lnTo>
                  <a:lnTo>
                    <a:pt x="992" y="7834"/>
                  </a:lnTo>
                  <a:lnTo>
                    <a:pt x="639" y="7969"/>
                  </a:lnTo>
                  <a:lnTo>
                    <a:pt x="353" y="8087"/>
                  </a:lnTo>
                  <a:lnTo>
                    <a:pt x="152" y="8187"/>
                  </a:lnTo>
                  <a:lnTo>
                    <a:pt x="85" y="8255"/>
                  </a:lnTo>
                  <a:lnTo>
                    <a:pt x="34" y="8288"/>
                  </a:lnTo>
                  <a:lnTo>
                    <a:pt x="17" y="8356"/>
                  </a:lnTo>
                  <a:lnTo>
                    <a:pt x="0" y="8440"/>
                  </a:lnTo>
                  <a:lnTo>
                    <a:pt x="0" y="8625"/>
                  </a:lnTo>
                  <a:lnTo>
                    <a:pt x="51" y="8877"/>
                  </a:lnTo>
                  <a:lnTo>
                    <a:pt x="135" y="9179"/>
                  </a:lnTo>
                  <a:lnTo>
                    <a:pt x="236" y="9499"/>
                  </a:lnTo>
                  <a:lnTo>
                    <a:pt x="370" y="9852"/>
                  </a:lnTo>
                  <a:lnTo>
                    <a:pt x="522" y="10205"/>
                  </a:lnTo>
                  <a:lnTo>
                    <a:pt x="690" y="10575"/>
                  </a:lnTo>
                  <a:lnTo>
                    <a:pt x="875" y="10928"/>
                  </a:lnTo>
                  <a:lnTo>
                    <a:pt x="1043" y="11264"/>
                  </a:lnTo>
                  <a:lnTo>
                    <a:pt x="1228" y="11566"/>
                  </a:lnTo>
                  <a:lnTo>
                    <a:pt x="1413" y="11835"/>
                  </a:lnTo>
                  <a:lnTo>
                    <a:pt x="1581" y="12054"/>
                  </a:lnTo>
                  <a:lnTo>
                    <a:pt x="1749" y="12222"/>
                  </a:lnTo>
                  <a:lnTo>
                    <a:pt x="1816" y="12273"/>
                  </a:lnTo>
                  <a:lnTo>
                    <a:pt x="1883" y="12306"/>
                  </a:lnTo>
                  <a:lnTo>
                    <a:pt x="1951" y="12323"/>
                  </a:lnTo>
                  <a:lnTo>
                    <a:pt x="2018" y="12323"/>
                  </a:lnTo>
                  <a:lnTo>
                    <a:pt x="2959" y="12054"/>
                  </a:lnTo>
                  <a:lnTo>
                    <a:pt x="3178" y="11987"/>
                  </a:lnTo>
                  <a:lnTo>
                    <a:pt x="3497" y="11869"/>
                  </a:lnTo>
                  <a:lnTo>
                    <a:pt x="4304" y="11550"/>
                  </a:lnTo>
                  <a:lnTo>
                    <a:pt x="5296" y="11129"/>
                  </a:lnTo>
                  <a:lnTo>
                    <a:pt x="6372" y="10659"/>
                  </a:lnTo>
                  <a:lnTo>
                    <a:pt x="7431" y="10154"/>
                  </a:lnTo>
                  <a:lnTo>
                    <a:pt x="8389" y="9684"/>
                  </a:lnTo>
                  <a:lnTo>
                    <a:pt x="8793" y="9465"/>
                  </a:lnTo>
                  <a:lnTo>
                    <a:pt x="9129" y="9263"/>
                  </a:lnTo>
                  <a:lnTo>
                    <a:pt x="9398" y="9078"/>
                  </a:lnTo>
                  <a:lnTo>
                    <a:pt x="9583" y="8927"/>
                  </a:lnTo>
                  <a:lnTo>
                    <a:pt x="9667" y="8843"/>
                  </a:lnTo>
                  <a:lnTo>
                    <a:pt x="9734" y="8742"/>
                  </a:lnTo>
                  <a:lnTo>
                    <a:pt x="9885" y="8507"/>
                  </a:lnTo>
                  <a:lnTo>
                    <a:pt x="10020" y="8238"/>
                  </a:lnTo>
                  <a:lnTo>
                    <a:pt x="10137" y="7918"/>
                  </a:lnTo>
                  <a:lnTo>
                    <a:pt x="10238" y="7565"/>
                  </a:lnTo>
                  <a:lnTo>
                    <a:pt x="10339" y="7162"/>
                  </a:lnTo>
                  <a:lnTo>
                    <a:pt x="10440" y="6725"/>
                  </a:lnTo>
                  <a:lnTo>
                    <a:pt x="10524" y="6254"/>
                  </a:lnTo>
                  <a:lnTo>
                    <a:pt x="10591" y="5750"/>
                  </a:lnTo>
                  <a:lnTo>
                    <a:pt x="10659" y="5212"/>
                  </a:lnTo>
                  <a:lnTo>
                    <a:pt x="10776" y="4052"/>
                  </a:lnTo>
                  <a:lnTo>
                    <a:pt x="10894" y="2791"/>
                  </a:lnTo>
                  <a:lnTo>
                    <a:pt x="10978" y="1429"/>
                  </a:lnTo>
                  <a:lnTo>
                    <a:pt x="10995" y="1177"/>
                  </a:lnTo>
                  <a:lnTo>
                    <a:pt x="10995" y="942"/>
                  </a:lnTo>
                  <a:lnTo>
                    <a:pt x="10961" y="723"/>
                  </a:lnTo>
                  <a:lnTo>
                    <a:pt x="10928" y="555"/>
                  </a:lnTo>
                  <a:lnTo>
                    <a:pt x="10877" y="387"/>
                  </a:lnTo>
                  <a:lnTo>
                    <a:pt x="10810" y="253"/>
                  </a:lnTo>
                  <a:lnTo>
                    <a:pt x="10743" y="152"/>
                  </a:lnTo>
                  <a:lnTo>
                    <a:pt x="10642" y="68"/>
                  </a:lnTo>
                  <a:lnTo>
                    <a:pt x="10558" y="34"/>
                  </a:lnTo>
                  <a:lnTo>
                    <a:pt x="10474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1" name="Google Shape;5901;p63"/>
            <p:cNvSpPr/>
            <p:nvPr/>
          </p:nvSpPr>
          <p:spPr>
            <a:xfrm>
              <a:off x="3905800" y="1248875"/>
              <a:ext cx="217325" cy="149650"/>
            </a:xfrm>
            <a:custGeom>
              <a:avLst/>
              <a:gdLst/>
              <a:ahLst/>
              <a:cxnLst/>
              <a:rect l="l" t="t" r="r" b="b"/>
              <a:pathLst>
                <a:path w="8693" h="5986" extrusionOk="0">
                  <a:moveTo>
                    <a:pt x="6759" y="1"/>
                  </a:moveTo>
                  <a:lnTo>
                    <a:pt x="6171" y="68"/>
                  </a:lnTo>
                  <a:lnTo>
                    <a:pt x="5582" y="169"/>
                  </a:lnTo>
                  <a:lnTo>
                    <a:pt x="5011" y="270"/>
                  </a:lnTo>
                  <a:lnTo>
                    <a:pt x="4422" y="404"/>
                  </a:lnTo>
                  <a:lnTo>
                    <a:pt x="3851" y="539"/>
                  </a:lnTo>
                  <a:lnTo>
                    <a:pt x="3296" y="707"/>
                  </a:lnTo>
                  <a:lnTo>
                    <a:pt x="2724" y="892"/>
                  </a:lnTo>
                  <a:lnTo>
                    <a:pt x="2170" y="1110"/>
                  </a:lnTo>
                  <a:lnTo>
                    <a:pt x="2018" y="1177"/>
                  </a:lnTo>
                  <a:lnTo>
                    <a:pt x="1850" y="1312"/>
                  </a:lnTo>
                  <a:lnTo>
                    <a:pt x="1665" y="1463"/>
                  </a:lnTo>
                  <a:lnTo>
                    <a:pt x="1463" y="1648"/>
                  </a:lnTo>
                  <a:lnTo>
                    <a:pt x="1262" y="1867"/>
                  </a:lnTo>
                  <a:lnTo>
                    <a:pt x="1043" y="2085"/>
                  </a:lnTo>
                  <a:lnTo>
                    <a:pt x="841" y="2337"/>
                  </a:lnTo>
                  <a:lnTo>
                    <a:pt x="657" y="2590"/>
                  </a:lnTo>
                  <a:lnTo>
                    <a:pt x="472" y="2842"/>
                  </a:lnTo>
                  <a:lnTo>
                    <a:pt x="320" y="3111"/>
                  </a:lnTo>
                  <a:lnTo>
                    <a:pt x="186" y="3363"/>
                  </a:lnTo>
                  <a:lnTo>
                    <a:pt x="85" y="3598"/>
                  </a:lnTo>
                  <a:lnTo>
                    <a:pt x="18" y="3817"/>
                  </a:lnTo>
                  <a:lnTo>
                    <a:pt x="1" y="3918"/>
                  </a:lnTo>
                  <a:lnTo>
                    <a:pt x="1" y="4002"/>
                  </a:lnTo>
                  <a:lnTo>
                    <a:pt x="1" y="4086"/>
                  </a:lnTo>
                  <a:lnTo>
                    <a:pt x="18" y="4170"/>
                  </a:lnTo>
                  <a:lnTo>
                    <a:pt x="51" y="4237"/>
                  </a:lnTo>
                  <a:lnTo>
                    <a:pt x="102" y="4304"/>
                  </a:lnTo>
                  <a:lnTo>
                    <a:pt x="135" y="4338"/>
                  </a:lnTo>
                  <a:lnTo>
                    <a:pt x="186" y="4372"/>
                  </a:lnTo>
                  <a:lnTo>
                    <a:pt x="236" y="4388"/>
                  </a:lnTo>
                  <a:lnTo>
                    <a:pt x="304" y="4388"/>
                  </a:lnTo>
                  <a:lnTo>
                    <a:pt x="236" y="4540"/>
                  </a:lnTo>
                  <a:lnTo>
                    <a:pt x="186" y="4657"/>
                  </a:lnTo>
                  <a:lnTo>
                    <a:pt x="169" y="4792"/>
                  </a:lnTo>
                  <a:lnTo>
                    <a:pt x="152" y="4909"/>
                  </a:lnTo>
                  <a:lnTo>
                    <a:pt x="152" y="5027"/>
                  </a:lnTo>
                  <a:lnTo>
                    <a:pt x="186" y="5128"/>
                  </a:lnTo>
                  <a:lnTo>
                    <a:pt x="236" y="5212"/>
                  </a:lnTo>
                  <a:lnTo>
                    <a:pt x="320" y="5279"/>
                  </a:lnTo>
                  <a:lnTo>
                    <a:pt x="371" y="5313"/>
                  </a:lnTo>
                  <a:lnTo>
                    <a:pt x="438" y="5347"/>
                  </a:lnTo>
                  <a:lnTo>
                    <a:pt x="572" y="5363"/>
                  </a:lnTo>
                  <a:lnTo>
                    <a:pt x="707" y="5347"/>
                  </a:lnTo>
                  <a:lnTo>
                    <a:pt x="774" y="5313"/>
                  </a:lnTo>
                  <a:lnTo>
                    <a:pt x="825" y="5279"/>
                  </a:lnTo>
                  <a:lnTo>
                    <a:pt x="808" y="5347"/>
                  </a:lnTo>
                  <a:lnTo>
                    <a:pt x="791" y="5414"/>
                  </a:lnTo>
                  <a:lnTo>
                    <a:pt x="791" y="5481"/>
                  </a:lnTo>
                  <a:lnTo>
                    <a:pt x="808" y="5531"/>
                  </a:lnTo>
                  <a:lnTo>
                    <a:pt x="841" y="5599"/>
                  </a:lnTo>
                  <a:lnTo>
                    <a:pt x="875" y="5649"/>
                  </a:lnTo>
                  <a:lnTo>
                    <a:pt x="926" y="5700"/>
                  </a:lnTo>
                  <a:lnTo>
                    <a:pt x="976" y="5733"/>
                  </a:lnTo>
                  <a:lnTo>
                    <a:pt x="1043" y="5750"/>
                  </a:lnTo>
                  <a:lnTo>
                    <a:pt x="1110" y="5767"/>
                  </a:lnTo>
                  <a:lnTo>
                    <a:pt x="1178" y="5767"/>
                  </a:lnTo>
                  <a:lnTo>
                    <a:pt x="1262" y="5750"/>
                  </a:lnTo>
                  <a:lnTo>
                    <a:pt x="1430" y="5683"/>
                  </a:lnTo>
                  <a:lnTo>
                    <a:pt x="1632" y="5582"/>
                  </a:lnTo>
                  <a:lnTo>
                    <a:pt x="1833" y="5464"/>
                  </a:lnTo>
                  <a:lnTo>
                    <a:pt x="2052" y="5313"/>
                  </a:lnTo>
                  <a:lnTo>
                    <a:pt x="2270" y="5128"/>
                  </a:lnTo>
                  <a:lnTo>
                    <a:pt x="2489" y="4943"/>
                  </a:lnTo>
                  <a:lnTo>
                    <a:pt x="2354" y="5094"/>
                  </a:lnTo>
                  <a:lnTo>
                    <a:pt x="2254" y="5246"/>
                  </a:lnTo>
                  <a:lnTo>
                    <a:pt x="2170" y="5397"/>
                  </a:lnTo>
                  <a:lnTo>
                    <a:pt x="2119" y="5515"/>
                  </a:lnTo>
                  <a:lnTo>
                    <a:pt x="2085" y="5649"/>
                  </a:lnTo>
                  <a:lnTo>
                    <a:pt x="2085" y="5750"/>
                  </a:lnTo>
                  <a:lnTo>
                    <a:pt x="2085" y="5800"/>
                  </a:lnTo>
                  <a:lnTo>
                    <a:pt x="2119" y="5834"/>
                  </a:lnTo>
                  <a:lnTo>
                    <a:pt x="2153" y="5868"/>
                  </a:lnTo>
                  <a:lnTo>
                    <a:pt x="2186" y="5901"/>
                  </a:lnTo>
                  <a:lnTo>
                    <a:pt x="2338" y="5969"/>
                  </a:lnTo>
                  <a:lnTo>
                    <a:pt x="2472" y="5985"/>
                  </a:lnTo>
                  <a:lnTo>
                    <a:pt x="2640" y="5985"/>
                  </a:lnTo>
                  <a:lnTo>
                    <a:pt x="2792" y="5935"/>
                  </a:lnTo>
                  <a:lnTo>
                    <a:pt x="2960" y="5868"/>
                  </a:lnTo>
                  <a:lnTo>
                    <a:pt x="3145" y="5784"/>
                  </a:lnTo>
                  <a:lnTo>
                    <a:pt x="3329" y="5666"/>
                  </a:lnTo>
                  <a:lnTo>
                    <a:pt x="3498" y="5548"/>
                  </a:lnTo>
                  <a:lnTo>
                    <a:pt x="3884" y="5246"/>
                  </a:lnTo>
                  <a:lnTo>
                    <a:pt x="4254" y="4926"/>
                  </a:lnTo>
                  <a:lnTo>
                    <a:pt x="4624" y="4607"/>
                  </a:lnTo>
                  <a:lnTo>
                    <a:pt x="4977" y="4304"/>
                  </a:lnTo>
                  <a:lnTo>
                    <a:pt x="5162" y="4153"/>
                  </a:lnTo>
                  <a:lnTo>
                    <a:pt x="5364" y="4002"/>
                  </a:lnTo>
                  <a:lnTo>
                    <a:pt x="5582" y="3867"/>
                  </a:lnTo>
                  <a:lnTo>
                    <a:pt x="5784" y="3766"/>
                  </a:lnTo>
                  <a:lnTo>
                    <a:pt x="5986" y="3682"/>
                  </a:lnTo>
                  <a:lnTo>
                    <a:pt x="6070" y="3665"/>
                  </a:lnTo>
                  <a:lnTo>
                    <a:pt x="6154" y="3649"/>
                  </a:lnTo>
                  <a:lnTo>
                    <a:pt x="6221" y="3649"/>
                  </a:lnTo>
                  <a:lnTo>
                    <a:pt x="6288" y="3665"/>
                  </a:lnTo>
                  <a:lnTo>
                    <a:pt x="6355" y="3699"/>
                  </a:lnTo>
                  <a:lnTo>
                    <a:pt x="6406" y="3749"/>
                  </a:lnTo>
                  <a:lnTo>
                    <a:pt x="6423" y="3800"/>
                  </a:lnTo>
                  <a:lnTo>
                    <a:pt x="6423" y="3834"/>
                  </a:lnTo>
                  <a:lnTo>
                    <a:pt x="6406" y="3918"/>
                  </a:lnTo>
                  <a:lnTo>
                    <a:pt x="6372" y="4018"/>
                  </a:lnTo>
                  <a:lnTo>
                    <a:pt x="6305" y="4136"/>
                  </a:lnTo>
                  <a:lnTo>
                    <a:pt x="6221" y="4237"/>
                  </a:lnTo>
                  <a:lnTo>
                    <a:pt x="6120" y="4338"/>
                  </a:lnTo>
                  <a:lnTo>
                    <a:pt x="6019" y="4422"/>
                  </a:lnTo>
                  <a:lnTo>
                    <a:pt x="5902" y="4506"/>
                  </a:lnTo>
                  <a:lnTo>
                    <a:pt x="5481" y="4775"/>
                  </a:lnTo>
                  <a:lnTo>
                    <a:pt x="5263" y="4926"/>
                  </a:lnTo>
                  <a:lnTo>
                    <a:pt x="5061" y="5078"/>
                  </a:lnTo>
                  <a:lnTo>
                    <a:pt x="4910" y="5229"/>
                  </a:lnTo>
                  <a:lnTo>
                    <a:pt x="4842" y="5296"/>
                  </a:lnTo>
                  <a:lnTo>
                    <a:pt x="4809" y="5363"/>
                  </a:lnTo>
                  <a:lnTo>
                    <a:pt x="4775" y="5447"/>
                  </a:lnTo>
                  <a:lnTo>
                    <a:pt x="4758" y="5515"/>
                  </a:lnTo>
                  <a:lnTo>
                    <a:pt x="4758" y="5582"/>
                  </a:lnTo>
                  <a:lnTo>
                    <a:pt x="4792" y="5649"/>
                  </a:lnTo>
                  <a:lnTo>
                    <a:pt x="4859" y="5733"/>
                  </a:lnTo>
                  <a:lnTo>
                    <a:pt x="4943" y="5784"/>
                  </a:lnTo>
                  <a:lnTo>
                    <a:pt x="5061" y="5817"/>
                  </a:lnTo>
                  <a:lnTo>
                    <a:pt x="5195" y="5834"/>
                  </a:lnTo>
                  <a:lnTo>
                    <a:pt x="5330" y="5834"/>
                  </a:lnTo>
                  <a:lnTo>
                    <a:pt x="5481" y="5817"/>
                  </a:lnTo>
                  <a:lnTo>
                    <a:pt x="5818" y="5750"/>
                  </a:lnTo>
                  <a:lnTo>
                    <a:pt x="6154" y="5649"/>
                  </a:lnTo>
                  <a:lnTo>
                    <a:pt x="6473" y="5515"/>
                  </a:lnTo>
                  <a:lnTo>
                    <a:pt x="6977" y="5296"/>
                  </a:lnTo>
                  <a:lnTo>
                    <a:pt x="7415" y="5061"/>
                  </a:lnTo>
                  <a:lnTo>
                    <a:pt x="7852" y="4809"/>
                  </a:lnTo>
                  <a:lnTo>
                    <a:pt x="8272" y="4523"/>
                  </a:lnTo>
                  <a:lnTo>
                    <a:pt x="8692" y="4237"/>
                  </a:lnTo>
                  <a:lnTo>
                    <a:pt x="8541" y="3665"/>
                  </a:lnTo>
                  <a:lnTo>
                    <a:pt x="8339" y="3060"/>
                  </a:lnTo>
                  <a:lnTo>
                    <a:pt x="8104" y="2337"/>
                  </a:lnTo>
                  <a:lnTo>
                    <a:pt x="7952" y="1968"/>
                  </a:lnTo>
                  <a:lnTo>
                    <a:pt x="7801" y="1598"/>
                  </a:lnTo>
                  <a:lnTo>
                    <a:pt x="7650" y="1245"/>
                  </a:lnTo>
                  <a:lnTo>
                    <a:pt x="7482" y="908"/>
                  </a:lnTo>
                  <a:lnTo>
                    <a:pt x="7314" y="606"/>
                  </a:lnTo>
                  <a:lnTo>
                    <a:pt x="7129" y="354"/>
                  </a:lnTo>
                  <a:lnTo>
                    <a:pt x="7028" y="236"/>
                  </a:lnTo>
                  <a:lnTo>
                    <a:pt x="6944" y="152"/>
                  </a:lnTo>
                  <a:lnTo>
                    <a:pt x="6860" y="68"/>
                  </a:lnTo>
                  <a:lnTo>
                    <a:pt x="6759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2" name="Google Shape;5902;p63"/>
            <p:cNvSpPr/>
            <p:nvPr/>
          </p:nvSpPr>
          <p:spPr>
            <a:xfrm>
              <a:off x="3966325" y="1316125"/>
              <a:ext cx="65600" cy="58025"/>
            </a:xfrm>
            <a:custGeom>
              <a:avLst/>
              <a:gdLst/>
              <a:ahLst/>
              <a:cxnLst/>
              <a:rect l="l" t="t" r="r" b="b"/>
              <a:pathLst>
                <a:path w="2624" h="2321" extrusionOk="0">
                  <a:moveTo>
                    <a:pt x="2623" y="0"/>
                  </a:moveTo>
                  <a:lnTo>
                    <a:pt x="2438" y="68"/>
                  </a:lnTo>
                  <a:lnTo>
                    <a:pt x="2253" y="135"/>
                  </a:lnTo>
                  <a:lnTo>
                    <a:pt x="2068" y="236"/>
                  </a:lnTo>
                  <a:lnTo>
                    <a:pt x="1884" y="337"/>
                  </a:lnTo>
                  <a:lnTo>
                    <a:pt x="1715" y="437"/>
                  </a:lnTo>
                  <a:lnTo>
                    <a:pt x="1547" y="555"/>
                  </a:lnTo>
                  <a:lnTo>
                    <a:pt x="1379" y="690"/>
                  </a:lnTo>
                  <a:lnTo>
                    <a:pt x="1228" y="824"/>
                  </a:lnTo>
                  <a:lnTo>
                    <a:pt x="1060" y="992"/>
                  </a:lnTo>
                  <a:lnTo>
                    <a:pt x="892" y="1177"/>
                  </a:lnTo>
                  <a:lnTo>
                    <a:pt x="589" y="1547"/>
                  </a:lnTo>
                  <a:lnTo>
                    <a:pt x="303" y="1934"/>
                  </a:lnTo>
                  <a:lnTo>
                    <a:pt x="1" y="2304"/>
                  </a:lnTo>
                  <a:lnTo>
                    <a:pt x="17" y="2320"/>
                  </a:lnTo>
                  <a:lnTo>
                    <a:pt x="337" y="1967"/>
                  </a:lnTo>
                  <a:lnTo>
                    <a:pt x="640" y="1614"/>
                  </a:lnTo>
                  <a:lnTo>
                    <a:pt x="942" y="1261"/>
                  </a:lnTo>
                  <a:lnTo>
                    <a:pt x="1245" y="908"/>
                  </a:lnTo>
                  <a:lnTo>
                    <a:pt x="1396" y="757"/>
                  </a:lnTo>
                  <a:lnTo>
                    <a:pt x="1547" y="622"/>
                  </a:lnTo>
                  <a:lnTo>
                    <a:pt x="1715" y="505"/>
                  </a:lnTo>
                  <a:lnTo>
                    <a:pt x="1884" y="387"/>
                  </a:lnTo>
                  <a:lnTo>
                    <a:pt x="2068" y="269"/>
                  </a:lnTo>
                  <a:lnTo>
                    <a:pt x="2237" y="169"/>
                  </a:lnTo>
                  <a:lnTo>
                    <a:pt x="2438" y="84"/>
                  </a:lnTo>
                  <a:lnTo>
                    <a:pt x="26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3" name="Google Shape;5903;p63"/>
            <p:cNvSpPr/>
            <p:nvPr/>
          </p:nvSpPr>
          <p:spPr>
            <a:xfrm>
              <a:off x="3926825" y="1293850"/>
              <a:ext cx="90800" cy="86600"/>
            </a:xfrm>
            <a:custGeom>
              <a:avLst/>
              <a:gdLst/>
              <a:ahLst/>
              <a:cxnLst/>
              <a:rect l="l" t="t" r="r" b="b"/>
              <a:pathLst>
                <a:path w="3632" h="3464" extrusionOk="0">
                  <a:moveTo>
                    <a:pt x="3632" y="0"/>
                  </a:moveTo>
                  <a:lnTo>
                    <a:pt x="3211" y="185"/>
                  </a:lnTo>
                  <a:lnTo>
                    <a:pt x="2791" y="404"/>
                  </a:lnTo>
                  <a:lnTo>
                    <a:pt x="2388" y="639"/>
                  </a:lnTo>
                  <a:lnTo>
                    <a:pt x="1984" y="891"/>
                  </a:lnTo>
                  <a:lnTo>
                    <a:pt x="1782" y="1043"/>
                  </a:lnTo>
                  <a:lnTo>
                    <a:pt x="1597" y="1228"/>
                  </a:lnTo>
                  <a:lnTo>
                    <a:pt x="1429" y="1413"/>
                  </a:lnTo>
                  <a:lnTo>
                    <a:pt x="1261" y="1597"/>
                  </a:lnTo>
                  <a:lnTo>
                    <a:pt x="959" y="2001"/>
                  </a:lnTo>
                  <a:lnTo>
                    <a:pt x="673" y="2421"/>
                  </a:lnTo>
                  <a:lnTo>
                    <a:pt x="320" y="2926"/>
                  </a:lnTo>
                  <a:lnTo>
                    <a:pt x="0" y="3447"/>
                  </a:lnTo>
                  <a:lnTo>
                    <a:pt x="0" y="3463"/>
                  </a:lnTo>
                  <a:lnTo>
                    <a:pt x="17" y="3463"/>
                  </a:lnTo>
                  <a:lnTo>
                    <a:pt x="606" y="2606"/>
                  </a:lnTo>
                  <a:lnTo>
                    <a:pt x="1228" y="1782"/>
                  </a:lnTo>
                  <a:lnTo>
                    <a:pt x="1379" y="1581"/>
                  </a:lnTo>
                  <a:lnTo>
                    <a:pt x="1547" y="1413"/>
                  </a:lnTo>
                  <a:lnTo>
                    <a:pt x="1715" y="1244"/>
                  </a:lnTo>
                  <a:lnTo>
                    <a:pt x="1883" y="1076"/>
                  </a:lnTo>
                  <a:lnTo>
                    <a:pt x="2068" y="925"/>
                  </a:lnTo>
                  <a:lnTo>
                    <a:pt x="2253" y="774"/>
                  </a:lnTo>
                  <a:lnTo>
                    <a:pt x="2455" y="639"/>
                  </a:lnTo>
                  <a:lnTo>
                    <a:pt x="2657" y="522"/>
                  </a:lnTo>
                  <a:lnTo>
                    <a:pt x="3144" y="253"/>
                  </a:lnTo>
                  <a:lnTo>
                    <a:pt x="3632" y="17"/>
                  </a:lnTo>
                  <a:lnTo>
                    <a:pt x="36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4" name="Google Shape;5904;p63"/>
            <p:cNvSpPr/>
            <p:nvPr/>
          </p:nvSpPr>
          <p:spPr>
            <a:xfrm>
              <a:off x="3912525" y="1275350"/>
              <a:ext cx="85775" cy="83250"/>
            </a:xfrm>
            <a:custGeom>
              <a:avLst/>
              <a:gdLst/>
              <a:ahLst/>
              <a:cxnLst/>
              <a:rect l="l" t="t" r="r" b="b"/>
              <a:pathLst>
                <a:path w="3431" h="3330" extrusionOk="0">
                  <a:moveTo>
                    <a:pt x="3430" y="1"/>
                  </a:moveTo>
                  <a:lnTo>
                    <a:pt x="3044" y="152"/>
                  </a:lnTo>
                  <a:lnTo>
                    <a:pt x="2657" y="320"/>
                  </a:lnTo>
                  <a:lnTo>
                    <a:pt x="2287" y="539"/>
                  </a:lnTo>
                  <a:lnTo>
                    <a:pt x="1934" y="791"/>
                  </a:lnTo>
                  <a:lnTo>
                    <a:pt x="1564" y="1144"/>
                  </a:lnTo>
                  <a:lnTo>
                    <a:pt x="1228" y="1547"/>
                  </a:lnTo>
                  <a:lnTo>
                    <a:pt x="909" y="1951"/>
                  </a:lnTo>
                  <a:lnTo>
                    <a:pt x="606" y="2371"/>
                  </a:lnTo>
                  <a:lnTo>
                    <a:pt x="1" y="3329"/>
                  </a:lnTo>
                  <a:lnTo>
                    <a:pt x="35" y="3329"/>
                  </a:lnTo>
                  <a:lnTo>
                    <a:pt x="371" y="2808"/>
                  </a:lnTo>
                  <a:lnTo>
                    <a:pt x="724" y="2304"/>
                  </a:lnTo>
                  <a:lnTo>
                    <a:pt x="1110" y="1800"/>
                  </a:lnTo>
                  <a:lnTo>
                    <a:pt x="1497" y="1312"/>
                  </a:lnTo>
                  <a:lnTo>
                    <a:pt x="1682" y="1093"/>
                  </a:lnTo>
                  <a:lnTo>
                    <a:pt x="1901" y="875"/>
                  </a:lnTo>
                  <a:lnTo>
                    <a:pt x="2136" y="690"/>
                  </a:lnTo>
                  <a:lnTo>
                    <a:pt x="2371" y="522"/>
                  </a:lnTo>
                  <a:lnTo>
                    <a:pt x="2623" y="371"/>
                  </a:lnTo>
                  <a:lnTo>
                    <a:pt x="2892" y="236"/>
                  </a:lnTo>
                  <a:lnTo>
                    <a:pt x="3161" y="118"/>
                  </a:lnTo>
                  <a:lnTo>
                    <a:pt x="34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5" name="Google Shape;5905;p63"/>
            <p:cNvSpPr/>
            <p:nvPr/>
          </p:nvSpPr>
          <p:spPr>
            <a:xfrm>
              <a:off x="4100400" y="1047975"/>
              <a:ext cx="226975" cy="305575"/>
            </a:xfrm>
            <a:custGeom>
              <a:avLst/>
              <a:gdLst/>
              <a:ahLst/>
              <a:cxnLst/>
              <a:rect l="l" t="t" r="r" b="b"/>
              <a:pathLst>
                <a:path w="9079" h="12223" extrusionOk="0">
                  <a:moveTo>
                    <a:pt x="8423" y="1"/>
                  </a:moveTo>
                  <a:lnTo>
                    <a:pt x="8339" y="18"/>
                  </a:lnTo>
                  <a:lnTo>
                    <a:pt x="8187" y="85"/>
                  </a:lnTo>
                  <a:lnTo>
                    <a:pt x="8019" y="186"/>
                  </a:lnTo>
                  <a:lnTo>
                    <a:pt x="7834" y="337"/>
                  </a:lnTo>
                  <a:lnTo>
                    <a:pt x="7649" y="522"/>
                  </a:lnTo>
                  <a:lnTo>
                    <a:pt x="7448" y="757"/>
                  </a:lnTo>
                  <a:lnTo>
                    <a:pt x="7263" y="1043"/>
                  </a:lnTo>
                  <a:lnTo>
                    <a:pt x="7061" y="1363"/>
                  </a:lnTo>
                  <a:lnTo>
                    <a:pt x="6641" y="2102"/>
                  </a:lnTo>
                  <a:lnTo>
                    <a:pt x="6220" y="2909"/>
                  </a:lnTo>
                  <a:lnTo>
                    <a:pt x="5800" y="3733"/>
                  </a:lnTo>
                  <a:lnTo>
                    <a:pt x="5414" y="4523"/>
                  </a:lnTo>
                  <a:lnTo>
                    <a:pt x="4808" y="5801"/>
                  </a:lnTo>
                  <a:lnTo>
                    <a:pt x="4607" y="6204"/>
                  </a:lnTo>
                  <a:lnTo>
                    <a:pt x="4506" y="6389"/>
                  </a:lnTo>
                  <a:lnTo>
                    <a:pt x="4438" y="6423"/>
                  </a:lnTo>
                  <a:lnTo>
                    <a:pt x="4287" y="6473"/>
                  </a:lnTo>
                  <a:lnTo>
                    <a:pt x="3749" y="6641"/>
                  </a:lnTo>
                  <a:lnTo>
                    <a:pt x="2203" y="7095"/>
                  </a:lnTo>
                  <a:lnTo>
                    <a:pt x="0" y="7717"/>
                  </a:lnTo>
                  <a:lnTo>
                    <a:pt x="1581" y="12223"/>
                  </a:lnTo>
                  <a:lnTo>
                    <a:pt x="2404" y="11937"/>
                  </a:lnTo>
                  <a:lnTo>
                    <a:pt x="3279" y="11617"/>
                  </a:lnTo>
                  <a:lnTo>
                    <a:pt x="4321" y="11197"/>
                  </a:lnTo>
                  <a:lnTo>
                    <a:pt x="4859" y="10962"/>
                  </a:lnTo>
                  <a:lnTo>
                    <a:pt x="5414" y="10726"/>
                  </a:lnTo>
                  <a:lnTo>
                    <a:pt x="5935" y="10457"/>
                  </a:lnTo>
                  <a:lnTo>
                    <a:pt x="6439" y="10205"/>
                  </a:lnTo>
                  <a:lnTo>
                    <a:pt x="6893" y="9936"/>
                  </a:lnTo>
                  <a:lnTo>
                    <a:pt x="7296" y="9667"/>
                  </a:lnTo>
                  <a:lnTo>
                    <a:pt x="7464" y="9550"/>
                  </a:lnTo>
                  <a:lnTo>
                    <a:pt x="7616" y="9415"/>
                  </a:lnTo>
                  <a:lnTo>
                    <a:pt x="7750" y="9281"/>
                  </a:lnTo>
                  <a:lnTo>
                    <a:pt x="7868" y="9163"/>
                  </a:lnTo>
                  <a:lnTo>
                    <a:pt x="7969" y="9028"/>
                  </a:lnTo>
                  <a:lnTo>
                    <a:pt x="8053" y="8860"/>
                  </a:lnTo>
                  <a:lnTo>
                    <a:pt x="8137" y="8692"/>
                  </a:lnTo>
                  <a:lnTo>
                    <a:pt x="8221" y="8507"/>
                  </a:lnTo>
                  <a:lnTo>
                    <a:pt x="8372" y="8087"/>
                  </a:lnTo>
                  <a:lnTo>
                    <a:pt x="8507" y="7616"/>
                  </a:lnTo>
                  <a:lnTo>
                    <a:pt x="8608" y="7112"/>
                  </a:lnTo>
                  <a:lnTo>
                    <a:pt x="8708" y="6574"/>
                  </a:lnTo>
                  <a:lnTo>
                    <a:pt x="8793" y="6002"/>
                  </a:lnTo>
                  <a:lnTo>
                    <a:pt x="8860" y="5414"/>
                  </a:lnTo>
                  <a:lnTo>
                    <a:pt x="8910" y="4843"/>
                  </a:lnTo>
                  <a:lnTo>
                    <a:pt x="8961" y="4254"/>
                  </a:lnTo>
                  <a:lnTo>
                    <a:pt x="9028" y="3145"/>
                  </a:lnTo>
                  <a:lnTo>
                    <a:pt x="9061" y="2153"/>
                  </a:lnTo>
                  <a:lnTo>
                    <a:pt x="9078" y="1363"/>
                  </a:lnTo>
                  <a:lnTo>
                    <a:pt x="9078" y="1060"/>
                  </a:lnTo>
                  <a:lnTo>
                    <a:pt x="9061" y="774"/>
                  </a:lnTo>
                  <a:lnTo>
                    <a:pt x="9011" y="556"/>
                  </a:lnTo>
                  <a:lnTo>
                    <a:pt x="8944" y="354"/>
                  </a:lnTo>
                  <a:lnTo>
                    <a:pt x="8860" y="203"/>
                  </a:lnTo>
                  <a:lnTo>
                    <a:pt x="8809" y="152"/>
                  </a:lnTo>
                  <a:lnTo>
                    <a:pt x="8742" y="102"/>
                  </a:lnTo>
                  <a:lnTo>
                    <a:pt x="8692" y="51"/>
                  </a:lnTo>
                  <a:lnTo>
                    <a:pt x="8624" y="35"/>
                  </a:lnTo>
                  <a:lnTo>
                    <a:pt x="8557" y="18"/>
                  </a:lnTo>
                  <a:lnTo>
                    <a:pt x="84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6" name="Google Shape;5906;p63"/>
            <p:cNvSpPr/>
            <p:nvPr/>
          </p:nvSpPr>
          <p:spPr>
            <a:xfrm>
              <a:off x="4122675" y="1081600"/>
              <a:ext cx="202600" cy="246325"/>
            </a:xfrm>
            <a:custGeom>
              <a:avLst/>
              <a:gdLst/>
              <a:ahLst/>
              <a:cxnLst/>
              <a:rect l="l" t="t" r="r" b="b"/>
              <a:pathLst>
                <a:path w="8104" h="9853" extrusionOk="0">
                  <a:moveTo>
                    <a:pt x="7027" y="1"/>
                  </a:moveTo>
                  <a:lnTo>
                    <a:pt x="6977" y="18"/>
                  </a:lnTo>
                  <a:lnTo>
                    <a:pt x="6926" y="51"/>
                  </a:lnTo>
                  <a:lnTo>
                    <a:pt x="6893" y="85"/>
                  </a:lnTo>
                  <a:lnTo>
                    <a:pt x="6842" y="152"/>
                  </a:lnTo>
                  <a:lnTo>
                    <a:pt x="6926" y="102"/>
                  </a:lnTo>
                  <a:lnTo>
                    <a:pt x="6994" y="68"/>
                  </a:lnTo>
                  <a:lnTo>
                    <a:pt x="7061" y="85"/>
                  </a:lnTo>
                  <a:lnTo>
                    <a:pt x="7128" y="118"/>
                  </a:lnTo>
                  <a:lnTo>
                    <a:pt x="7162" y="152"/>
                  </a:lnTo>
                  <a:lnTo>
                    <a:pt x="7212" y="169"/>
                  </a:lnTo>
                  <a:lnTo>
                    <a:pt x="7263" y="169"/>
                  </a:lnTo>
                  <a:lnTo>
                    <a:pt x="7330" y="152"/>
                  </a:lnTo>
                  <a:lnTo>
                    <a:pt x="7364" y="118"/>
                  </a:lnTo>
                  <a:lnTo>
                    <a:pt x="7397" y="85"/>
                  </a:lnTo>
                  <a:lnTo>
                    <a:pt x="7448" y="1"/>
                  </a:lnTo>
                  <a:lnTo>
                    <a:pt x="7380" y="51"/>
                  </a:lnTo>
                  <a:lnTo>
                    <a:pt x="7313" y="102"/>
                  </a:lnTo>
                  <a:lnTo>
                    <a:pt x="7229" y="102"/>
                  </a:lnTo>
                  <a:lnTo>
                    <a:pt x="7179" y="68"/>
                  </a:lnTo>
                  <a:lnTo>
                    <a:pt x="7128" y="34"/>
                  </a:lnTo>
                  <a:lnTo>
                    <a:pt x="7078" y="1"/>
                  </a:lnTo>
                  <a:close/>
                  <a:moveTo>
                    <a:pt x="5817" y="942"/>
                  </a:moveTo>
                  <a:lnTo>
                    <a:pt x="5767" y="959"/>
                  </a:lnTo>
                  <a:lnTo>
                    <a:pt x="5666" y="976"/>
                  </a:lnTo>
                  <a:lnTo>
                    <a:pt x="5767" y="993"/>
                  </a:lnTo>
                  <a:lnTo>
                    <a:pt x="5834" y="1009"/>
                  </a:lnTo>
                  <a:lnTo>
                    <a:pt x="5884" y="1060"/>
                  </a:lnTo>
                  <a:lnTo>
                    <a:pt x="5901" y="1127"/>
                  </a:lnTo>
                  <a:lnTo>
                    <a:pt x="5918" y="1178"/>
                  </a:lnTo>
                  <a:lnTo>
                    <a:pt x="5935" y="1228"/>
                  </a:lnTo>
                  <a:lnTo>
                    <a:pt x="5968" y="1262"/>
                  </a:lnTo>
                  <a:lnTo>
                    <a:pt x="6019" y="1295"/>
                  </a:lnTo>
                  <a:lnTo>
                    <a:pt x="6069" y="1312"/>
                  </a:lnTo>
                  <a:lnTo>
                    <a:pt x="6120" y="1312"/>
                  </a:lnTo>
                  <a:lnTo>
                    <a:pt x="6220" y="1295"/>
                  </a:lnTo>
                  <a:lnTo>
                    <a:pt x="6120" y="1278"/>
                  </a:lnTo>
                  <a:lnTo>
                    <a:pt x="6052" y="1245"/>
                  </a:lnTo>
                  <a:lnTo>
                    <a:pt x="6002" y="1194"/>
                  </a:lnTo>
                  <a:lnTo>
                    <a:pt x="5985" y="1127"/>
                  </a:lnTo>
                  <a:lnTo>
                    <a:pt x="5968" y="1077"/>
                  </a:lnTo>
                  <a:lnTo>
                    <a:pt x="5951" y="1026"/>
                  </a:lnTo>
                  <a:lnTo>
                    <a:pt x="5918" y="976"/>
                  </a:lnTo>
                  <a:lnTo>
                    <a:pt x="5867" y="959"/>
                  </a:lnTo>
                  <a:lnTo>
                    <a:pt x="5817" y="942"/>
                  </a:lnTo>
                  <a:close/>
                  <a:moveTo>
                    <a:pt x="6792" y="1934"/>
                  </a:moveTo>
                  <a:lnTo>
                    <a:pt x="6775" y="2035"/>
                  </a:lnTo>
                  <a:lnTo>
                    <a:pt x="6792" y="2035"/>
                  </a:lnTo>
                  <a:lnTo>
                    <a:pt x="6758" y="2119"/>
                  </a:lnTo>
                  <a:lnTo>
                    <a:pt x="6708" y="2169"/>
                  </a:lnTo>
                  <a:lnTo>
                    <a:pt x="6641" y="2186"/>
                  </a:lnTo>
                  <a:lnTo>
                    <a:pt x="6590" y="2186"/>
                  </a:lnTo>
                  <a:lnTo>
                    <a:pt x="6540" y="2220"/>
                  </a:lnTo>
                  <a:lnTo>
                    <a:pt x="6506" y="2254"/>
                  </a:lnTo>
                  <a:lnTo>
                    <a:pt x="6473" y="2304"/>
                  </a:lnTo>
                  <a:lnTo>
                    <a:pt x="6456" y="2354"/>
                  </a:lnTo>
                  <a:lnTo>
                    <a:pt x="6456" y="2405"/>
                  </a:lnTo>
                  <a:lnTo>
                    <a:pt x="6473" y="2489"/>
                  </a:lnTo>
                  <a:lnTo>
                    <a:pt x="6506" y="2405"/>
                  </a:lnTo>
                  <a:lnTo>
                    <a:pt x="6523" y="2321"/>
                  </a:lnTo>
                  <a:lnTo>
                    <a:pt x="6573" y="2270"/>
                  </a:lnTo>
                  <a:lnTo>
                    <a:pt x="6641" y="2254"/>
                  </a:lnTo>
                  <a:lnTo>
                    <a:pt x="6708" y="2254"/>
                  </a:lnTo>
                  <a:lnTo>
                    <a:pt x="6742" y="2220"/>
                  </a:lnTo>
                  <a:lnTo>
                    <a:pt x="6792" y="2186"/>
                  </a:lnTo>
                  <a:lnTo>
                    <a:pt x="6809" y="2136"/>
                  </a:lnTo>
                  <a:lnTo>
                    <a:pt x="6826" y="2085"/>
                  </a:lnTo>
                  <a:lnTo>
                    <a:pt x="6809" y="2035"/>
                  </a:lnTo>
                  <a:lnTo>
                    <a:pt x="6792" y="1934"/>
                  </a:lnTo>
                  <a:close/>
                  <a:moveTo>
                    <a:pt x="8103" y="2354"/>
                  </a:moveTo>
                  <a:lnTo>
                    <a:pt x="8053" y="2388"/>
                  </a:lnTo>
                  <a:lnTo>
                    <a:pt x="8019" y="2422"/>
                  </a:lnTo>
                  <a:lnTo>
                    <a:pt x="7969" y="2489"/>
                  </a:lnTo>
                  <a:lnTo>
                    <a:pt x="7969" y="2489"/>
                  </a:lnTo>
                  <a:lnTo>
                    <a:pt x="8036" y="2438"/>
                  </a:lnTo>
                  <a:lnTo>
                    <a:pt x="8103" y="2422"/>
                  </a:lnTo>
                  <a:lnTo>
                    <a:pt x="8103" y="2354"/>
                  </a:lnTo>
                  <a:close/>
                  <a:moveTo>
                    <a:pt x="6473" y="2489"/>
                  </a:moveTo>
                  <a:lnTo>
                    <a:pt x="6473" y="2489"/>
                  </a:lnTo>
                  <a:lnTo>
                    <a:pt x="6473" y="2489"/>
                  </a:lnTo>
                  <a:close/>
                  <a:moveTo>
                    <a:pt x="5346" y="3464"/>
                  </a:moveTo>
                  <a:lnTo>
                    <a:pt x="5245" y="3498"/>
                  </a:lnTo>
                  <a:lnTo>
                    <a:pt x="5346" y="3498"/>
                  </a:lnTo>
                  <a:lnTo>
                    <a:pt x="5414" y="3531"/>
                  </a:lnTo>
                  <a:lnTo>
                    <a:pt x="5464" y="3582"/>
                  </a:lnTo>
                  <a:lnTo>
                    <a:pt x="5481" y="3649"/>
                  </a:lnTo>
                  <a:lnTo>
                    <a:pt x="5498" y="3699"/>
                  </a:lnTo>
                  <a:lnTo>
                    <a:pt x="5514" y="3750"/>
                  </a:lnTo>
                  <a:lnTo>
                    <a:pt x="5548" y="3783"/>
                  </a:lnTo>
                  <a:lnTo>
                    <a:pt x="5598" y="3817"/>
                  </a:lnTo>
                  <a:lnTo>
                    <a:pt x="5649" y="3834"/>
                  </a:lnTo>
                  <a:lnTo>
                    <a:pt x="5699" y="3834"/>
                  </a:lnTo>
                  <a:lnTo>
                    <a:pt x="5800" y="3800"/>
                  </a:lnTo>
                  <a:lnTo>
                    <a:pt x="5699" y="3783"/>
                  </a:lnTo>
                  <a:lnTo>
                    <a:pt x="5632" y="3767"/>
                  </a:lnTo>
                  <a:lnTo>
                    <a:pt x="5582" y="3716"/>
                  </a:lnTo>
                  <a:lnTo>
                    <a:pt x="5565" y="3649"/>
                  </a:lnTo>
                  <a:lnTo>
                    <a:pt x="5548" y="3582"/>
                  </a:lnTo>
                  <a:lnTo>
                    <a:pt x="5531" y="3531"/>
                  </a:lnTo>
                  <a:lnTo>
                    <a:pt x="5498" y="3498"/>
                  </a:lnTo>
                  <a:lnTo>
                    <a:pt x="5447" y="3464"/>
                  </a:lnTo>
                  <a:close/>
                  <a:moveTo>
                    <a:pt x="8002" y="3867"/>
                  </a:moveTo>
                  <a:lnTo>
                    <a:pt x="7969" y="3884"/>
                  </a:lnTo>
                  <a:lnTo>
                    <a:pt x="7868" y="3884"/>
                  </a:lnTo>
                  <a:lnTo>
                    <a:pt x="7817" y="3918"/>
                  </a:lnTo>
                  <a:lnTo>
                    <a:pt x="7784" y="3951"/>
                  </a:lnTo>
                  <a:lnTo>
                    <a:pt x="7750" y="4002"/>
                  </a:lnTo>
                  <a:lnTo>
                    <a:pt x="7733" y="4052"/>
                  </a:lnTo>
                  <a:lnTo>
                    <a:pt x="7750" y="4103"/>
                  </a:lnTo>
                  <a:lnTo>
                    <a:pt x="7750" y="4136"/>
                  </a:lnTo>
                  <a:lnTo>
                    <a:pt x="7767" y="4187"/>
                  </a:lnTo>
                  <a:lnTo>
                    <a:pt x="7784" y="4103"/>
                  </a:lnTo>
                  <a:lnTo>
                    <a:pt x="7817" y="4019"/>
                  </a:lnTo>
                  <a:lnTo>
                    <a:pt x="7868" y="3968"/>
                  </a:lnTo>
                  <a:lnTo>
                    <a:pt x="7935" y="3951"/>
                  </a:lnTo>
                  <a:lnTo>
                    <a:pt x="7986" y="3951"/>
                  </a:lnTo>
                  <a:lnTo>
                    <a:pt x="8002" y="3867"/>
                  </a:lnTo>
                  <a:close/>
                  <a:moveTo>
                    <a:pt x="4069" y="4691"/>
                  </a:moveTo>
                  <a:lnTo>
                    <a:pt x="4018" y="4708"/>
                  </a:lnTo>
                  <a:lnTo>
                    <a:pt x="3968" y="4725"/>
                  </a:lnTo>
                  <a:lnTo>
                    <a:pt x="3934" y="4775"/>
                  </a:lnTo>
                  <a:lnTo>
                    <a:pt x="3884" y="4842"/>
                  </a:lnTo>
                  <a:lnTo>
                    <a:pt x="3884" y="4842"/>
                  </a:lnTo>
                  <a:lnTo>
                    <a:pt x="3968" y="4792"/>
                  </a:lnTo>
                  <a:lnTo>
                    <a:pt x="4001" y="4775"/>
                  </a:lnTo>
                  <a:lnTo>
                    <a:pt x="4035" y="4758"/>
                  </a:lnTo>
                  <a:lnTo>
                    <a:pt x="4102" y="4758"/>
                  </a:lnTo>
                  <a:lnTo>
                    <a:pt x="4169" y="4792"/>
                  </a:lnTo>
                  <a:lnTo>
                    <a:pt x="4203" y="4826"/>
                  </a:lnTo>
                  <a:lnTo>
                    <a:pt x="4254" y="4842"/>
                  </a:lnTo>
                  <a:lnTo>
                    <a:pt x="4371" y="4842"/>
                  </a:lnTo>
                  <a:lnTo>
                    <a:pt x="4405" y="4809"/>
                  </a:lnTo>
                  <a:lnTo>
                    <a:pt x="4438" y="4775"/>
                  </a:lnTo>
                  <a:lnTo>
                    <a:pt x="4489" y="4691"/>
                  </a:lnTo>
                  <a:lnTo>
                    <a:pt x="4422" y="4742"/>
                  </a:lnTo>
                  <a:lnTo>
                    <a:pt x="4354" y="4775"/>
                  </a:lnTo>
                  <a:lnTo>
                    <a:pt x="4270" y="4775"/>
                  </a:lnTo>
                  <a:lnTo>
                    <a:pt x="4220" y="4742"/>
                  </a:lnTo>
                  <a:lnTo>
                    <a:pt x="4169" y="4708"/>
                  </a:lnTo>
                  <a:lnTo>
                    <a:pt x="4119" y="4691"/>
                  </a:lnTo>
                  <a:close/>
                  <a:moveTo>
                    <a:pt x="6355" y="4910"/>
                  </a:moveTo>
                  <a:lnTo>
                    <a:pt x="6304" y="4926"/>
                  </a:lnTo>
                  <a:lnTo>
                    <a:pt x="6254" y="4943"/>
                  </a:lnTo>
                  <a:lnTo>
                    <a:pt x="6220" y="4994"/>
                  </a:lnTo>
                  <a:lnTo>
                    <a:pt x="6170" y="5061"/>
                  </a:lnTo>
                  <a:lnTo>
                    <a:pt x="6254" y="5011"/>
                  </a:lnTo>
                  <a:lnTo>
                    <a:pt x="6321" y="4977"/>
                  </a:lnTo>
                  <a:lnTo>
                    <a:pt x="6389" y="4977"/>
                  </a:lnTo>
                  <a:lnTo>
                    <a:pt x="6456" y="5011"/>
                  </a:lnTo>
                  <a:lnTo>
                    <a:pt x="6489" y="5044"/>
                  </a:lnTo>
                  <a:lnTo>
                    <a:pt x="6540" y="5061"/>
                  </a:lnTo>
                  <a:lnTo>
                    <a:pt x="6607" y="5061"/>
                  </a:lnTo>
                  <a:lnTo>
                    <a:pt x="6658" y="5044"/>
                  </a:lnTo>
                  <a:lnTo>
                    <a:pt x="6691" y="5027"/>
                  </a:lnTo>
                  <a:lnTo>
                    <a:pt x="6725" y="4994"/>
                  </a:lnTo>
                  <a:lnTo>
                    <a:pt x="6775" y="4910"/>
                  </a:lnTo>
                  <a:lnTo>
                    <a:pt x="6708" y="4960"/>
                  </a:lnTo>
                  <a:lnTo>
                    <a:pt x="6641" y="4994"/>
                  </a:lnTo>
                  <a:lnTo>
                    <a:pt x="6557" y="4994"/>
                  </a:lnTo>
                  <a:lnTo>
                    <a:pt x="6506" y="4960"/>
                  </a:lnTo>
                  <a:lnTo>
                    <a:pt x="6456" y="4926"/>
                  </a:lnTo>
                  <a:lnTo>
                    <a:pt x="6405" y="4910"/>
                  </a:lnTo>
                  <a:close/>
                  <a:moveTo>
                    <a:pt x="7633" y="5851"/>
                  </a:moveTo>
                  <a:lnTo>
                    <a:pt x="7582" y="5868"/>
                  </a:lnTo>
                  <a:lnTo>
                    <a:pt x="7498" y="5885"/>
                  </a:lnTo>
                  <a:lnTo>
                    <a:pt x="7582" y="5902"/>
                  </a:lnTo>
                  <a:lnTo>
                    <a:pt x="7649" y="5918"/>
                  </a:lnTo>
                  <a:lnTo>
                    <a:pt x="7683" y="5952"/>
                  </a:lnTo>
                  <a:lnTo>
                    <a:pt x="7700" y="5885"/>
                  </a:lnTo>
                  <a:lnTo>
                    <a:pt x="7683" y="5868"/>
                  </a:lnTo>
                  <a:lnTo>
                    <a:pt x="7633" y="5851"/>
                  </a:lnTo>
                  <a:close/>
                  <a:moveTo>
                    <a:pt x="5195" y="5649"/>
                  </a:moveTo>
                  <a:lnTo>
                    <a:pt x="5178" y="5750"/>
                  </a:lnTo>
                  <a:lnTo>
                    <a:pt x="5161" y="5817"/>
                  </a:lnTo>
                  <a:lnTo>
                    <a:pt x="5111" y="5868"/>
                  </a:lnTo>
                  <a:lnTo>
                    <a:pt x="5027" y="5885"/>
                  </a:lnTo>
                  <a:lnTo>
                    <a:pt x="4976" y="5902"/>
                  </a:lnTo>
                  <a:lnTo>
                    <a:pt x="4926" y="5918"/>
                  </a:lnTo>
                  <a:lnTo>
                    <a:pt x="4892" y="5952"/>
                  </a:lnTo>
                  <a:lnTo>
                    <a:pt x="4859" y="6002"/>
                  </a:lnTo>
                  <a:lnTo>
                    <a:pt x="4859" y="6053"/>
                  </a:lnTo>
                  <a:lnTo>
                    <a:pt x="4859" y="6103"/>
                  </a:lnTo>
                  <a:lnTo>
                    <a:pt x="4859" y="6154"/>
                  </a:lnTo>
                  <a:lnTo>
                    <a:pt x="4876" y="6204"/>
                  </a:lnTo>
                  <a:lnTo>
                    <a:pt x="4892" y="6103"/>
                  </a:lnTo>
                  <a:lnTo>
                    <a:pt x="4909" y="6070"/>
                  </a:lnTo>
                  <a:lnTo>
                    <a:pt x="4926" y="6036"/>
                  </a:lnTo>
                  <a:lnTo>
                    <a:pt x="4976" y="5986"/>
                  </a:lnTo>
                  <a:lnTo>
                    <a:pt x="5044" y="5969"/>
                  </a:lnTo>
                  <a:lnTo>
                    <a:pt x="5094" y="5952"/>
                  </a:lnTo>
                  <a:lnTo>
                    <a:pt x="5145" y="5935"/>
                  </a:lnTo>
                  <a:lnTo>
                    <a:pt x="5195" y="5902"/>
                  </a:lnTo>
                  <a:lnTo>
                    <a:pt x="5212" y="5851"/>
                  </a:lnTo>
                  <a:lnTo>
                    <a:pt x="5229" y="5801"/>
                  </a:lnTo>
                  <a:lnTo>
                    <a:pt x="5212" y="5750"/>
                  </a:lnTo>
                  <a:lnTo>
                    <a:pt x="5212" y="5700"/>
                  </a:lnTo>
                  <a:lnTo>
                    <a:pt x="5195" y="5649"/>
                  </a:lnTo>
                  <a:close/>
                  <a:moveTo>
                    <a:pt x="2388" y="5952"/>
                  </a:moveTo>
                  <a:lnTo>
                    <a:pt x="2337" y="5969"/>
                  </a:lnTo>
                  <a:lnTo>
                    <a:pt x="2287" y="5986"/>
                  </a:lnTo>
                  <a:lnTo>
                    <a:pt x="2388" y="5986"/>
                  </a:lnTo>
                  <a:lnTo>
                    <a:pt x="2455" y="6019"/>
                  </a:lnTo>
                  <a:lnTo>
                    <a:pt x="2505" y="6070"/>
                  </a:lnTo>
                  <a:lnTo>
                    <a:pt x="2522" y="6137"/>
                  </a:lnTo>
                  <a:lnTo>
                    <a:pt x="2539" y="6187"/>
                  </a:lnTo>
                  <a:lnTo>
                    <a:pt x="2556" y="6238"/>
                  </a:lnTo>
                  <a:lnTo>
                    <a:pt x="2589" y="6271"/>
                  </a:lnTo>
                  <a:lnTo>
                    <a:pt x="2640" y="6305"/>
                  </a:lnTo>
                  <a:lnTo>
                    <a:pt x="2690" y="6322"/>
                  </a:lnTo>
                  <a:lnTo>
                    <a:pt x="2741" y="6305"/>
                  </a:lnTo>
                  <a:lnTo>
                    <a:pt x="2825" y="6288"/>
                  </a:lnTo>
                  <a:lnTo>
                    <a:pt x="2741" y="6271"/>
                  </a:lnTo>
                  <a:lnTo>
                    <a:pt x="2657" y="6255"/>
                  </a:lnTo>
                  <a:lnTo>
                    <a:pt x="2623" y="6204"/>
                  </a:lnTo>
                  <a:lnTo>
                    <a:pt x="2606" y="6137"/>
                  </a:lnTo>
                  <a:lnTo>
                    <a:pt x="2589" y="6070"/>
                  </a:lnTo>
                  <a:lnTo>
                    <a:pt x="2572" y="6019"/>
                  </a:lnTo>
                  <a:lnTo>
                    <a:pt x="2522" y="5986"/>
                  </a:lnTo>
                  <a:lnTo>
                    <a:pt x="2472" y="5952"/>
                  </a:lnTo>
                  <a:close/>
                  <a:moveTo>
                    <a:pt x="185" y="6322"/>
                  </a:moveTo>
                  <a:lnTo>
                    <a:pt x="135" y="6339"/>
                  </a:lnTo>
                  <a:lnTo>
                    <a:pt x="84" y="6355"/>
                  </a:lnTo>
                  <a:lnTo>
                    <a:pt x="51" y="6406"/>
                  </a:lnTo>
                  <a:lnTo>
                    <a:pt x="0" y="6473"/>
                  </a:lnTo>
                  <a:lnTo>
                    <a:pt x="84" y="6423"/>
                  </a:lnTo>
                  <a:lnTo>
                    <a:pt x="152" y="6389"/>
                  </a:lnTo>
                  <a:lnTo>
                    <a:pt x="219" y="6389"/>
                  </a:lnTo>
                  <a:lnTo>
                    <a:pt x="286" y="6423"/>
                  </a:lnTo>
                  <a:lnTo>
                    <a:pt x="320" y="6456"/>
                  </a:lnTo>
                  <a:lnTo>
                    <a:pt x="370" y="6473"/>
                  </a:lnTo>
                  <a:lnTo>
                    <a:pt x="488" y="6473"/>
                  </a:lnTo>
                  <a:lnTo>
                    <a:pt x="522" y="6439"/>
                  </a:lnTo>
                  <a:lnTo>
                    <a:pt x="555" y="6406"/>
                  </a:lnTo>
                  <a:lnTo>
                    <a:pt x="606" y="6322"/>
                  </a:lnTo>
                  <a:lnTo>
                    <a:pt x="538" y="6372"/>
                  </a:lnTo>
                  <a:lnTo>
                    <a:pt x="471" y="6406"/>
                  </a:lnTo>
                  <a:lnTo>
                    <a:pt x="387" y="6406"/>
                  </a:lnTo>
                  <a:lnTo>
                    <a:pt x="337" y="6372"/>
                  </a:lnTo>
                  <a:lnTo>
                    <a:pt x="286" y="6339"/>
                  </a:lnTo>
                  <a:lnTo>
                    <a:pt x="236" y="6322"/>
                  </a:lnTo>
                  <a:close/>
                  <a:moveTo>
                    <a:pt x="6641" y="6725"/>
                  </a:moveTo>
                  <a:lnTo>
                    <a:pt x="6624" y="6826"/>
                  </a:lnTo>
                  <a:lnTo>
                    <a:pt x="6607" y="6893"/>
                  </a:lnTo>
                  <a:lnTo>
                    <a:pt x="6557" y="6944"/>
                  </a:lnTo>
                  <a:lnTo>
                    <a:pt x="6489" y="6961"/>
                  </a:lnTo>
                  <a:lnTo>
                    <a:pt x="6422" y="6977"/>
                  </a:lnTo>
                  <a:lnTo>
                    <a:pt x="6372" y="6994"/>
                  </a:lnTo>
                  <a:lnTo>
                    <a:pt x="6338" y="7028"/>
                  </a:lnTo>
                  <a:lnTo>
                    <a:pt x="6304" y="7078"/>
                  </a:lnTo>
                  <a:lnTo>
                    <a:pt x="6304" y="7129"/>
                  </a:lnTo>
                  <a:lnTo>
                    <a:pt x="6304" y="7179"/>
                  </a:lnTo>
                  <a:lnTo>
                    <a:pt x="6321" y="7280"/>
                  </a:lnTo>
                  <a:lnTo>
                    <a:pt x="6338" y="7179"/>
                  </a:lnTo>
                  <a:lnTo>
                    <a:pt x="6355" y="7112"/>
                  </a:lnTo>
                  <a:lnTo>
                    <a:pt x="6422" y="7061"/>
                  </a:lnTo>
                  <a:lnTo>
                    <a:pt x="6489" y="7045"/>
                  </a:lnTo>
                  <a:lnTo>
                    <a:pt x="6540" y="7028"/>
                  </a:lnTo>
                  <a:lnTo>
                    <a:pt x="6590" y="7011"/>
                  </a:lnTo>
                  <a:lnTo>
                    <a:pt x="6624" y="6977"/>
                  </a:lnTo>
                  <a:lnTo>
                    <a:pt x="6658" y="6927"/>
                  </a:lnTo>
                  <a:lnTo>
                    <a:pt x="6658" y="6877"/>
                  </a:lnTo>
                  <a:lnTo>
                    <a:pt x="6658" y="6826"/>
                  </a:lnTo>
                  <a:lnTo>
                    <a:pt x="6641" y="6725"/>
                  </a:lnTo>
                  <a:close/>
                  <a:moveTo>
                    <a:pt x="3329" y="7213"/>
                  </a:moveTo>
                  <a:lnTo>
                    <a:pt x="3295" y="7246"/>
                  </a:lnTo>
                  <a:lnTo>
                    <a:pt x="3262" y="7280"/>
                  </a:lnTo>
                  <a:lnTo>
                    <a:pt x="3194" y="7364"/>
                  </a:lnTo>
                  <a:lnTo>
                    <a:pt x="3279" y="7314"/>
                  </a:lnTo>
                  <a:lnTo>
                    <a:pt x="3346" y="7280"/>
                  </a:lnTo>
                  <a:lnTo>
                    <a:pt x="3413" y="7280"/>
                  </a:lnTo>
                  <a:lnTo>
                    <a:pt x="3480" y="7314"/>
                  </a:lnTo>
                  <a:lnTo>
                    <a:pt x="3531" y="7347"/>
                  </a:lnTo>
                  <a:lnTo>
                    <a:pt x="3581" y="7364"/>
                  </a:lnTo>
                  <a:lnTo>
                    <a:pt x="3632" y="7364"/>
                  </a:lnTo>
                  <a:lnTo>
                    <a:pt x="3682" y="7347"/>
                  </a:lnTo>
                  <a:lnTo>
                    <a:pt x="3732" y="7330"/>
                  </a:lnTo>
                  <a:lnTo>
                    <a:pt x="3766" y="7280"/>
                  </a:lnTo>
                  <a:lnTo>
                    <a:pt x="3816" y="7213"/>
                  </a:lnTo>
                  <a:lnTo>
                    <a:pt x="3732" y="7263"/>
                  </a:lnTo>
                  <a:lnTo>
                    <a:pt x="3665" y="7297"/>
                  </a:lnTo>
                  <a:lnTo>
                    <a:pt x="3598" y="7297"/>
                  </a:lnTo>
                  <a:lnTo>
                    <a:pt x="3531" y="7246"/>
                  </a:lnTo>
                  <a:lnTo>
                    <a:pt x="3480" y="7230"/>
                  </a:lnTo>
                  <a:lnTo>
                    <a:pt x="3430" y="7213"/>
                  </a:lnTo>
                  <a:close/>
                  <a:moveTo>
                    <a:pt x="1480" y="7213"/>
                  </a:moveTo>
                  <a:lnTo>
                    <a:pt x="1463" y="7297"/>
                  </a:lnTo>
                  <a:lnTo>
                    <a:pt x="1480" y="7297"/>
                  </a:lnTo>
                  <a:lnTo>
                    <a:pt x="1446" y="7381"/>
                  </a:lnTo>
                  <a:lnTo>
                    <a:pt x="1396" y="7431"/>
                  </a:lnTo>
                  <a:lnTo>
                    <a:pt x="1328" y="7448"/>
                  </a:lnTo>
                  <a:lnTo>
                    <a:pt x="1278" y="7448"/>
                  </a:lnTo>
                  <a:lnTo>
                    <a:pt x="1228" y="7482"/>
                  </a:lnTo>
                  <a:lnTo>
                    <a:pt x="1194" y="7515"/>
                  </a:lnTo>
                  <a:lnTo>
                    <a:pt x="1160" y="7549"/>
                  </a:lnTo>
                  <a:lnTo>
                    <a:pt x="1144" y="7599"/>
                  </a:lnTo>
                  <a:lnTo>
                    <a:pt x="1144" y="7667"/>
                  </a:lnTo>
                  <a:lnTo>
                    <a:pt x="1160" y="7751"/>
                  </a:lnTo>
                  <a:lnTo>
                    <a:pt x="1177" y="7667"/>
                  </a:lnTo>
                  <a:lnTo>
                    <a:pt x="1194" y="7616"/>
                  </a:lnTo>
                  <a:lnTo>
                    <a:pt x="1211" y="7583"/>
                  </a:lnTo>
                  <a:lnTo>
                    <a:pt x="1261" y="7532"/>
                  </a:lnTo>
                  <a:lnTo>
                    <a:pt x="1328" y="7515"/>
                  </a:lnTo>
                  <a:lnTo>
                    <a:pt x="1379" y="7515"/>
                  </a:lnTo>
                  <a:lnTo>
                    <a:pt x="1429" y="7482"/>
                  </a:lnTo>
                  <a:lnTo>
                    <a:pt x="1480" y="7448"/>
                  </a:lnTo>
                  <a:lnTo>
                    <a:pt x="1497" y="7398"/>
                  </a:lnTo>
                  <a:lnTo>
                    <a:pt x="1513" y="7347"/>
                  </a:lnTo>
                  <a:lnTo>
                    <a:pt x="1497" y="7297"/>
                  </a:lnTo>
                  <a:lnTo>
                    <a:pt x="1480" y="7213"/>
                  </a:lnTo>
                  <a:close/>
                  <a:moveTo>
                    <a:pt x="5027" y="7818"/>
                  </a:moveTo>
                  <a:lnTo>
                    <a:pt x="4976" y="7835"/>
                  </a:lnTo>
                  <a:lnTo>
                    <a:pt x="5077" y="7868"/>
                  </a:lnTo>
                  <a:lnTo>
                    <a:pt x="5145" y="7885"/>
                  </a:lnTo>
                  <a:lnTo>
                    <a:pt x="5195" y="7936"/>
                  </a:lnTo>
                  <a:lnTo>
                    <a:pt x="5212" y="8003"/>
                  </a:lnTo>
                  <a:lnTo>
                    <a:pt x="5229" y="8053"/>
                  </a:lnTo>
                  <a:lnTo>
                    <a:pt x="5245" y="8104"/>
                  </a:lnTo>
                  <a:lnTo>
                    <a:pt x="5279" y="8154"/>
                  </a:lnTo>
                  <a:lnTo>
                    <a:pt x="5329" y="8171"/>
                  </a:lnTo>
                  <a:lnTo>
                    <a:pt x="5380" y="8188"/>
                  </a:lnTo>
                  <a:lnTo>
                    <a:pt x="5430" y="8171"/>
                  </a:lnTo>
                  <a:lnTo>
                    <a:pt x="5481" y="8171"/>
                  </a:lnTo>
                  <a:lnTo>
                    <a:pt x="5531" y="8154"/>
                  </a:lnTo>
                  <a:lnTo>
                    <a:pt x="5430" y="8137"/>
                  </a:lnTo>
                  <a:lnTo>
                    <a:pt x="5363" y="8121"/>
                  </a:lnTo>
                  <a:lnTo>
                    <a:pt x="5313" y="8053"/>
                  </a:lnTo>
                  <a:lnTo>
                    <a:pt x="5296" y="7986"/>
                  </a:lnTo>
                  <a:lnTo>
                    <a:pt x="5279" y="7936"/>
                  </a:lnTo>
                  <a:lnTo>
                    <a:pt x="5262" y="7885"/>
                  </a:lnTo>
                  <a:lnTo>
                    <a:pt x="5212" y="7852"/>
                  </a:lnTo>
                  <a:lnTo>
                    <a:pt x="5178" y="7818"/>
                  </a:lnTo>
                  <a:close/>
                  <a:moveTo>
                    <a:pt x="2455" y="8490"/>
                  </a:moveTo>
                  <a:lnTo>
                    <a:pt x="2438" y="8591"/>
                  </a:lnTo>
                  <a:lnTo>
                    <a:pt x="2404" y="8659"/>
                  </a:lnTo>
                  <a:lnTo>
                    <a:pt x="2354" y="8709"/>
                  </a:lnTo>
                  <a:lnTo>
                    <a:pt x="2287" y="8726"/>
                  </a:lnTo>
                  <a:lnTo>
                    <a:pt x="2236" y="8743"/>
                  </a:lnTo>
                  <a:lnTo>
                    <a:pt x="2186" y="8759"/>
                  </a:lnTo>
                  <a:lnTo>
                    <a:pt x="2152" y="8793"/>
                  </a:lnTo>
                  <a:lnTo>
                    <a:pt x="2119" y="8843"/>
                  </a:lnTo>
                  <a:lnTo>
                    <a:pt x="2102" y="8894"/>
                  </a:lnTo>
                  <a:lnTo>
                    <a:pt x="2102" y="8944"/>
                  </a:lnTo>
                  <a:lnTo>
                    <a:pt x="2119" y="9028"/>
                  </a:lnTo>
                  <a:lnTo>
                    <a:pt x="2135" y="8944"/>
                  </a:lnTo>
                  <a:lnTo>
                    <a:pt x="2169" y="8877"/>
                  </a:lnTo>
                  <a:lnTo>
                    <a:pt x="2219" y="8827"/>
                  </a:lnTo>
                  <a:lnTo>
                    <a:pt x="2287" y="8810"/>
                  </a:lnTo>
                  <a:lnTo>
                    <a:pt x="2354" y="8793"/>
                  </a:lnTo>
                  <a:lnTo>
                    <a:pt x="2421" y="8759"/>
                  </a:lnTo>
                  <a:lnTo>
                    <a:pt x="2455" y="8692"/>
                  </a:lnTo>
                  <a:lnTo>
                    <a:pt x="2472" y="8625"/>
                  </a:lnTo>
                  <a:lnTo>
                    <a:pt x="2472" y="8591"/>
                  </a:lnTo>
                  <a:lnTo>
                    <a:pt x="2455" y="8490"/>
                  </a:lnTo>
                  <a:close/>
                  <a:moveTo>
                    <a:pt x="3816" y="9163"/>
                  </a:moveTo>
                  <a:lnTo>
                    <a:pt x="3783" y="9180"/>
                  </a:lnTo>
                  <a:lnTo>
                    <a:pt x="3867" y="9196"/>
                  </a:lnTo>
                  <a:lnTo>
                    <a:pt x="3951" y="9230"/>
                  </a:lnTo>
                  <a:lnTo>
                    <a:pt x="3985" y="9281"/>
                  </a:lnTo>
                  <a:lnTo>
                    <a:pt x="4018" y="9348"/>
                  </a:lnTo>
                  <a:lnTo>
                    <a:pt x="4018" y="9398"/>
                  </a:lnTo>
                  <a:lnTo>
                    <a:pt x="4052" y="9449"/>
                  </a:lnTo>
                  <a:lnTo>
                    <a:pt x="4085" y="9482"/>
                  </a:lnTo>
                  <a:lnTo>
                    <a:pt x="4119" y="9516"/>
                  </a:lnTo>
                  <a:lnTo>
                    <a:pt x="4220" y="9516"/>
                  </a:lnTo>
                  <a:lnTo>
                    <a:pt x="4321" y="9499"/>
                  </a:lnTo>
                  <a:lnTo>
                    <a:pt x="4220" y="9482"/>
                  </a:lnTo>
                  <a:lnTo>
                    <a:pt x="4153" y="9449"/>
                  </a:lnTo>
                  <a:lnTo>
                    <a:pt x="4102" y="9398"/>
                  </a:lnTo>
                  <a:lnTo>
                    <a:pt x="4085" y="9331"/>
                  </a:lnTo>
                  <a:lnTo>
                    <a:pt x="4085" y="9281"/>
                  </a:lnTo>
                  <a:lnTo>
                    <a:pt x="4052" y="9230"/>
                  </a:lnTo>
                  <a:lnTo>
                    <a:pt x="4018" y="9196"/>
                  </a:lnTo>
                  <a:lnTo>
                    <a:pt x="3968" y="9163"/>
                  </a:lnTo>
                  <a:close/>
                  <a:moveTo>
                    <a:pt x="1093" y="9701"/>
                  </a:moveTo>
                  <a:lnTo>
                    <a:pt x="1043" y="9718"/>
                  </a:lnTo>
                  <a:lnTo>
                    <a:pt x="1009" y="9734"/>
                  </a:lnTo>
                  <a:lnTo>
                    <a:pt x="975" y="9785"/>
                  </a:lnTo>
                  <a:lnTo>
                    <a:pt x="925" y="9852"/>
                  </a:lnTo>
                  <a:lnTo>
                    <a:pt x="992" y="9802"/>
                  </a:lnTo>
                  <a:lnTo>
                    <a:pt x="1059" y="9768"/>
                  </a:lnTo>
                  <a:lnTo>
                    <a:pt x="1127" y="9768"/>
                  </a:lnTo>
                  <a:lnTo>
                    <a:pt x="1194" y="9802"/>
                  </a:lnTo>
                  <a:lnTo>
                    <a:pt x="1261" y="9852"/>
                  </a:lnTo>
                  <a:lnTo>
                    <a:pt x="1396" y="9852"/>
                  </a:lnTo>
                  <a:lnTo>
                    <a:pt x="1446" y="9802"/>
                  </a:lnTo>
                  <a:lnTo>
                    <a:pt x="1480" y="9785"/>
                  </a:lnTo>
                  <a:lnTo>
                    <a:pt x="1530" y="9701"/>
                  </a:lnTo>
                  <a:lnTo>
                    <a:pt x="1446" y="9751"/>
                  </a:lnTo>
                  <a:lnTo>
                    <a:pt x="1379" y="9785"/>
                  </a:lnTo>
                  <a:lnTo>
                    <a:pt x="1312" y="9785"/>
                  </a:lnTo>
                  <a:lnTo>
                    <a:pt x="1244" y="9751"/>
                  </a:lnTo>
                  <a:lnTo>
                    <a:pt x="1211" y="9718"/>
                  </a:lnTo>
                  <a:lnTo>
                    <a:pt x="1160" y="97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7" name="Google Shape;5907;p63"/>
            <p:cNvSpPr/>
            <p:nvPr/>
          </p:nvSpPr>
          <p:spPr>
            <a:xfrm>
              <a:off x="4084000" y="1227025"/>
              <a:ext cx="77350" cy="140400"/>
            </a:xfrm>
            <a:custGeom>
              <a:avLst/>
              <a:gdLst/>
              <a:ahLst/>
              <a:cxnLst/>
              <a:rect l="l" t="t" r="r" b="b"/>
              <a:pathLst>
                <a:path w="3094" h="5616" extrusionOk="0">
                  <a:moveTo>
                    <a:pt x="1228" y="0"/>
                  </a:moveTo>
                  <a:lnTo>
                    <a:pt x="1" y="370"/>
                  </a:lnTo>
                  <a:lnTo>
                    <a:pt x="1833" y="5615"/>
                  </a:lnTo>
                  <a:lnTo>
                    <a:pt x="3094" y="5145"/>
                  </a:lnTo>
                  <a:lnTo>
                    <a:pt x="12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8" name="Google Shape;5908;p63"/>
            <p:cNvSpPr/>
            <p:nvPr/>
          </p:nvSpPr>
          <p:spPr>
            <a:xfrm>
              <a:off x="4117625" y="1237950"/>
              <a:ext cx="40800" cy="107200"/>
            </a:xfrm>
            <a:custGeom>
              <a:avLst/>
              <a:gdLst/>
              <a:ahLst/>
              <a:cxnLst/>
              <a:rect l="l" t="t" r="r" b="b"/>
              <a:pathLst>
                <a:path w="1632" h="4288" extrusionOk="0">
                  <a:moveTo>
                    <a:pt x="1" y="1"/>
                  </a:moveTo>
                  <a:lnTo>
                    <a:pt x="1" y="17"/>
                  </a:lnTo>
                  <a:lnTo>
                    <a:pt x="68" y="286"/>
                  </a:lnTo>
                  <a:lnTo>
                    <a:pt x="169" y="538"/>
                  </a:lnTo>
                  <a:lnTo>
                    <a:pt x="354" y="1060"/>
                  </a:lnTo>
                  <a:lnTo>
                    <a:pt x="757" y="2152"/>
                  </a:lnTo>
                  <a:lnTo>
                    <a:pt x="959" y="2690"/>
                  </a:lnTo>
                  <a:lnTo>
                    <a:pt x="1161" y="3211"/>
                  </a:lnTo>
                  <a:lnTo>
                    <a:pt x="1614" y="4271"/>
                  </a:lnTo>
                  <a:lnTo>
                    <a:pt x="1614" y="4287"/>
                  </a:lnTo>
                  <a:lnTo>
                    <a:pt x="1631" y="4271"/>
                  </a:lnTo>
                  <a:lnTo>
                    <a:pt x="1631" y="4254"/>
                  </a:lnTo>
                  <a:lnTo>
                    <a:pt x="1261" y="3178"/>
                  </a:lnTo>
                  <a:lnTo>
                    <a:pt x="1077" y="2640"/>
                  </a:lnTo>
                  <a:lnTo>
                    <a:pt x="875" y="2119"/>
                  </a:lnTo>
                  <a:lnTo>
                    <a:pt x="455" y="1060"/>
                  </a:lnTo>
                  <a:lnTo>
                    <a:pt x="253" y="522"/>
                  </a:lnTo>
                  <a:lnTo>
                    <a:pt x="152" y="270"/>
                  </a:lnTo>
                  <a:lnTo>
                    <a:pt x="34" y="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9" name="Google Shape;5909;p63"/>
            <p:cNvSpPr/>
            <p:nvPr/>
          </p:nvSpPr>
          <p:spPr>
            <a:xfrm>
              <a:off x="4258850" y="1032425"/>
              <a:ext cx="302200" cy="351800"/>
            </a:xfrm>
            <a:custGeom>
              <a:avLst/>
              <a:gdLst/>
              <a:ahLst/>
              <a:cxnLst/>
              <a:rect l="l" t="t" r="r" b="b"/>
              <a:pathLst>
                <a:path w="12088" h="14072" extrusionOk="0">
                  <a:moveTo>
                    <a:pt x="3245" y="1"/>
                  </a:moveTo>
                  <a:lnTo>
                    <a:pt x="2824" y="35"/>
                  </a:lnTo>
                  <a:lnTo>
                    <a:pt x="2421" y="85"/>
                  </a:lnTo>
                  <a:lnTo>
                    <a:pt x="2085" y="152"/>
                  </a:lnTo>
                  <a:lnTo>
                    <a:pt x="1933" y="203"/>
                  </a:lnTo>
                  <a:lnTo>
                    <a:pt x="1816" y="236"/>
                  </a:lnTo>
                  <a:lnTo>
                    <a:pt x="1732" y="287"/>
                  </a:lnTo>
                  <a:lnTo>
                    <a:pt x="1681" y="337"/>
                  </a:lnTo>
                  <a:lnTo>
                    <a:pt x="1547" y="573"/>
                  </a:lnTo>
                  <a:lnTo>
                    <a:pt x="1412" y="841"/>
                  </a:lnTo>
                  <a:lnTo>
                    <a:pt x="1278" y="1178"/>
                  </a:lnTo>
                  <a:lnTo>
                    <a:pt x="1160" y="1531"/>
                  </a:lnTo>
                  <a:lnTo>
                    <a:pt x="1042" y="1951"/>
                  </a:lnTo>
                  <a:lnTo>
                    <a:pt x="942" y="2388"/>
                  </a:lnTo>
                  <a:lnTo>
                    <a:pt x="841" y="2859"/>
                  </a:lnTo>
                  <a:lnTo>
                    <a:pt x="757" y="3346"/>
                  </a:lnTo>
                  <a:lnTo>
                    <a:pt x="589" y="4422"/>
                  </a:lnTo>
                  <a:lnTo>
                    <a:pt x="437" y="5549"/>
                  </a:lnTo>
                  <a:lnTo>
                    <a:pt x="320" y="6709"/>
                  </a:lnTo>
                  <a:lnTo>
                    <a:pt x="219" y="7885"/>
                  </a:lnTo>
                  <a:lnTo>
                    <a:pt x="135" y="9045"/>
                  </a:lnTo>
                  <a:lnTo>
                    <a:pt x="67" y="10138"/>
                  </a:lnTo>
                  <a:lnTo>
                    <a:pt x="34" y="11147"/>
                  </a:lnTo>
                  <a:lnTo>
                    <a:pt x="0" y="12038"/>
                  </a:lnTo>
                  <a:lnTo>
                    <a:pt x="0" y="12794"/>
                  </a:lnTo>
                  <a:lnTo>
                    <a:pt x="0" y="13383"/>
                  </a:lnTo>
                  <a:lnTo>
                    <a:pt x="17" y="13769"/>
                  </a:lnTo>
                  <a:lnTo>
                    <a:pt x="34" y="13870"/>
                  </a:lnTo>
                  <a:lnTo>
                    <a:pt x="51" y="13920"/>
                  </a:lnTo>
                  <a:lnTo>
                    <a:pt x="101" y="13937"/>
                  </a:lnTo>
                  <a:lnTo>
                    <a:pt x="219" y="13954"/>
                  </a:lnTo>
                  <a:lnTo>
                    <a:pt x="639" y="13988"/>
                  </a:lnTo>
                  <a:lnTo>
                    <a:pt x="1261" y="14021"/>
                  </a:lnTo>
                  <a:lnTo>
                    <a:pt x="2034" y="14038"/>
                  </a:lnTo>
                  <a:lnTo>
                    <a:pt x="3968" y="14055"/>
                  </a:lnTo>
                  <a:lnTo>
                    <a:pt x="6153" y="14072"/>
                  </a:lnTo>
                  <a:lnTo>
                    <a:pt x="8338" y="14055"/>
                  </a:lnTo>
                  <a:lnTo>
                    <a:pt x="10221" y="14038"/>
                  </a:lnTo>
                  <a:lnTo>
                    <a:pt x="11566" y="14005"/>
                  </a:lnTo>
                  <a:lnTo>
                    <a:pt x="11953" y="13988"/>
                  </a:lnTo>
                  <a:lnTo>
                    <a:pt x="12087" y="13971"/>
                  </a:lnTo>
                  <a:lnTo>
                    <a:pt x="12054" y="13820"/>
                  </a:lnTo>
                  <a:lnTo>
                    <a:pt x="11936" y="13416"/>
                  </a:lnTo>
                  <a:lnTo>
                    <a:pt x="11751" y="12777"/>
                  </a:lnTo>
                  <a:lnTo>
                    <a:pt x="11499" y="11970"/>
                  </a:lnTo>
                  <a:lnTo>
                    <a:pt x="11179" y="11012"/>
                  </a:lnTo>
                  <a:lnTo>
                    <a:pt x="10793" y="9919"/>
                  </a:lnTo>
                  <a:lnTo>
                    <a:pt x="10339" y="8759"/>
                  </a:lnTo>
                  <a:lnTo>
                    <a:pt x="9835" y="7549"/>
                  </a:lnTo>
                  <a:lnTo>
                    <a:pt x="9566" y="6927"/>
                  </a:lnTo>
                  <a:lnTo>
                    <a:pt x="9280" y="6322"/>
                  </a:lnTo>
                  <a:lnTo>
                    <a:pt x="8994" y="5700"/>
                  </a:lnTo>
                  <a:lnTo>
                    <a:pt x="8691" y="5095"/>
                  </a:lnTo>
                  <a:lnTo>
                    <a:pt x="8372" y="4506"/>
                  </a:lnTo>
                  <a:lnTo>
                    <a:pt x="8036" y="3935"/>
                  </a:lnTo>
                  <a:lnTo>
                    <a:pt x="7700" y="3380"/>
                  </a:lnTo>
                  <a:lnTo>
                    <a:pt x="7363" y="2859"/>
                  </a:lnTo>
                  <a:lnTo>
                    <a:pt x="7010" y="2371"/>
                  </a:lnTo>
                  <a:lnTo>
                    <a:pt x="6640" y="1901"/>
                  </a:lnTo>
                  <a:lnTo>
                    <a:pt x="6271" y="1480"/>
                  </a:lnTo>
                  <a:lnTo>
                    <a:pt x="5901" y="1110"/>
                  </a:lnTo>
                  <a:lnTo>
                    <a:pt x="5699" y="926"/>
                  </a:lnTo>
                  <a:lnTo>
                    <a:pt x="5514" y="774"/>
                  </a:lnTo>
                  <a:lnTo>
                    <a:pt x="5312" y="623"/>
                  </a:lnTo>
                  <a:lnTo>
                    <a:pt x="5127" y="488"/>
                  </a:lnTo>
                  <a:lnTo>
                    <a:pt x="4926" y="371"/>
                  </a:lnTo>
                  <a:lnTo>
                    <a:pt x="4724" y="253"/>
                  </a:lnTo>
                  <a:lnTo>
                    <a:pt x="4522" y="169"/>
                  </a:lnTo>
                  <a:lnTo>
                    <a:pt x="4321" y="102"/>
                  </a:lnTo>
                  <a:lnTo>
                    <a:pt x="4186" y="51"/>
                  </a:lnTo>
                  <a:lnTo>
                    <a:pt x="4018" y="35"/>
                  </a:lnTo>
                  <a:lnTo>
                    <a:pt x="36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0" name="Google Shape;5910;p63"/>
            <p:cNvSpPr/>
            <p:nvPr/>
          </p:nvSpPr>
          <p:spPr>
            <a:xfrm>
              <a:off x="4258425" y="1126150"/>
              <a:ext cx="16825" cy="254725"/>
            </a:xfrm>
            <a:custGeom>
              <a:avLst/>
              <a:gdLst/>
              <a:ahLst/>
              <a:cxnLst/>
              <a:rect l="l" t="t" r="r" b="b"/>
              <a:pathLst>
                <a:path w="673" h="10189" extrusionOk="0">
                  <a:moveTo>
                    <a:pt x="656" y="1"/>
                  </a:moveTo>
                  <a:lnTo>
                    <a:pt x="555" y="774"/>
                  </a:lnTo>
                  <a:lnTo>
                    <a:pt x="454" y="1564"/>
                  </a:lnTo>
                  <a:lnTo>
                    <a:pt x="454" y="1211"/>
                  </a:lnTo>
                  <a:lnTo>
                    <a:pt x="437" y="858"/>
                  </a:lnTo>
                  <a:lnTo>
                    <a:pt x="421" y="841"/>
                  </a:lnTo>
                  <a:lnTo>
                    <a:pt x="404" y="858"/>
                  </a:lnTo>
                  <a:lnTo>
                    <a:pt x="404" y="1379"/>
                  </a:lnTo>
                  <a:lnTo>
                    <a:pt x="421" y="1884"/>
                  </a:lnTo>
                  <a:lnTo>
                    <a:pt x="421" y="1934"/>
                  </a:lnTo>
                  <a:lnTo>
                    <a:pt x="236" y="3935"/>
                  </a:lnTo>
                  <a:lnTo>
                    <a:pt x="152" y="4943"/>
                  </a:lnTo>
                  <a:lnTo>
                    <a:pt x="84" y="5935"/>
                  </a:lnTo>
                  <a:lnTo>
                    <a:pt x="34" y="6944"/>
                  </a:lnTo>
                  <a:lnTo>
                    <a:pt x="17" y="7936"/>
                  </a:lnTo>
                  <a:lnTo>
                    <a:pt x="0" y="9062"/>
                  </a:lnTo>
                  <a:lnTo>
                    <a:pt x="17" y="10171"/>
                  </a:lnTo>
                  <a:lnTo>
                    <a:pt x="17" y="10188"/>
                  </a:lnTo>
                  <a:lnTo>
                    <a:pt x="34" y="10188"/>
                  </a:lnTo>
                  <a:lnTo>
                    <a:pt x="51" y="10171"/>
                  </a:lnTo>
                  <a:lnTo>
                    <a:pt x="101" y="9180"/>
                  </a:lnTo>
                  <a:lnTo>
                    <a:pt x="168" y="8188"/>
                  </a:lnTo>
                  <a:lnTo>
                    <a:pt x="269" y="6204"/>
                  </a:lnTo>
                  <a:lnTo>
                    <a:pt x="387" y="4204"/>
                  </a:lnTo>
                  <a:lnTo>
                    <a:pt x="521" y="2220"/>
                  </a:lnTo>
                  <a:lnTo>
                    <a:pt x="606" y="1110"/>
                  </a:lnTo>
                  <a:lnTo>
                    <a:pt x="656" y="556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1" name="Google Shape;5911;p63"/>
            <p:cNvSpPr/>
            <p:nvPr/>
          </p:nvSpPr>
          <p:spPr>
            <a:xfrm>
              <a:off x="4258425" y="1052600"/>
              <a:ext cx="299250" cy="331625"/>
            </a:xfrm>
            <a:custGeom>
              <a:avLst/>
              <a:gdLst/>
              <a:ahLst/>
              <a:cxnLst/>
              <a:rect l="l" t="t" r="r" b="b"/>
              <a:pathLst>
                <a:path w="11970" h="13265" extrusionOk="0">
                  <a:moveTo>
                    <a:pt x="3110" y="1"/>
                  </a:moveTo>
                  <a:lnTo>
                    <a:pt x="3110" y="34"/>
                  </a:lnTo>
                  <a:lnTo>
                    <a:pt x="3094" y="85"/>
                  </a:lnTo>
                  <a:lnTo>
                    <a:pt x="3060" y="169"/>
                  </a:lnTo>
                  <a:lnTo>
                    <a:pt x="3009" y="219"/>
                  </a:lnTo>
                  <a:lnTo>
                    <a:pt x="2942" y="236"/>
                  </a:lnTo>
                  <a:lnTo>
                    <a:pt x="2892" y="236"/>
                  </a:lnTo>
                  <a:lnTo>
                    <a:pt x="2841" y="270"/>
                  </a:lnTo>
                  <a:lnTo>
                    <a:pt x="2808" y="303"/>
                  </a:lnTo>
                  <a:lnTo>
                    <a:pt x="2774" y="354"/>
                  </a:lnTo>
                  <a:lnTo>
                    <a:pt x="2757" y="404"/>
                  </a:lnTo>
                  <a:lnTo>
                    <a:pt x="2774" y="455"/>
                  </a:lnTo>
                  <a:lnTo>
                    <a:pt x="2791" y="539"/>
                  </a:lnTo>
                  <a:lnTo>
                    <a:pt x="2808" y="455"/>
                  </a:lnTo>
                  <a:lnTo>
                    <a:pt x="2825" y="371"/>
                  </a:lnTo>
                  <a:lnTo>
                    <a:pt x="2875" y="320"/>
                  </a:lnTo>
                  <a:lnTo>
                    <a:pt x="2959" y="303"/>
                  </a:lnTo>
                  <a:lnTo>
                    <a:pt x="3009" y="303"/>
                  </a:lnTo>
                  <a:lnTo>
                    <a:pt x="3060" y="270"/>
                  </a:lnTo>
                  <a:lnTo>
                    <a:pt x="3094" y="236"/>
                  </a:lnTo>
                  <a:lnTo>
                    <a:pt x="3127" y="186"/>
                  </a:lnTo>
                  <a:lnTo>
                    <a:pt x="3127" y="135"/>
                  </a:lnTo>
                  <a:lnTo>
                    <a:pt x="3127" y="85"/>
                  </a:lnTo>
                  <a:lnTo>
                    <a:pt x="3110" y="1"/>
                  </a:lnTo>
                  <a:close/>
                  <a:moveTo>
                    <a:pt x="4556" y="455"/>
                  </a:moveTo>
                  <a:lnTo>
                    <a:pt x="4506" y="472"/>
                  </a:lnTo>
                  <a:lnTo>
                    <a:pt x="4455" y="505"/>
                  </a:lnTo>
                  <a:lnTo>
                    <a:pt x="4422" y="539"/>
                  </a:lnTo>
                  <a:lnTo>
                    <a:pt x="4371" y="623"/>
                  </a:lnTo>
                  <a:lnTo>
                    <a:pt x="4455" y="572"/>
                  </a:lnTo>
                  <a:lnTo>
                    <a:pt x="4522" y="522"/>
                  </a:lnTo>
                  <a:lnTo>
                    <a:pt x="4590" y="539"/>
                  </a:lnTo>
                  <a:lnTo>
                    <a:pt x="4657" y="572"/>
                  </a:lnTo>
                  <a:lnTo>
                    <a:pt x="4691" y="606"/>
                  </a:lnTo>
                  <a:lnTo>
                    <a:pt x="4741" y="623"/>
                  </a:lnTo>
                  <a:lnTo>
                    <a:pt x="4808" y="623"/>
                  </a:lnTo>
                  <a:lnTo>
                    <a:pt x="4859" y="606"/>
                  </a:lnTo>
                  <a:lnTo>
                    <a:pt x="4892" y="572"/>
                  </a:lnTo>
                  <a:lnTo>
                    <a:pt x="4926" y="539"/>
                  </a:lnTo>
                  <a:lnTo>
                    <a:pt x="4976" y="472"/>
                  </a:lnTo>
                  <a:lnTo>
                    <a:pt x="4909" y="505"/>
                  </a:lnTo>
                  <a:lnTo>
                    <a:pt x="4842" y="556"/>
                  </a:lnTo>
                  <a:lnTo>
                    <a:pt x="4758" y="556"/>
                  </a:lnTo>
                  <a:lnTo>
                    <a:pt x="4707" y="522"/>
                  </a:lnTo>
                  <a:lnTo>
                    <a:pt x="4657" y="488"/>
                  </a:lnTo>
                  <a:lnTo>
                    <a:pt x="4607" y="472"/>
                  </a:lnTo>
                  <a:lnTo>
                    <a:pt x="4556" y="455"/>
                  </a:lnTo>
                  <a:close/>
                  <a:moveTo>
                    <a:pt x="1597" y="1161"/>
                  </a:moveTo>
                  <a:lnTo>
                    <a:pt x="1547" y="1178"/>
                  </a:lnTo>
                  <a:lnTo>
                    <a:pt x="1496" y="1211"/>
                  </a:lnTo>
                  <a:lnTo>
                    <a:pt x="1463" y="1245"/>
                  </a:lnTo>
                  <a:lnTo>
                    <a:pt x="1412" y="1312"/>
                  </a:lnTo>
                  <a:lnTo>
                    <a:pt x="1412" y="1312"/>
                  </a:lnTo>
                  <a:lnTo>
                    <a:pt x="1480" y="1262"/>
                  </a:lnTo>
                  <a:lnTo>
                    <a:pt x="1564" y="1228"/>
                  </a:lnTo>
                  <a:lnTo>
                    <a:pt x="1631" y="1245"/>
                  </a:lnTo>
                  <a:lnTo>
                    <a:pt x="1698" y="1278"/>
                  </a:lnTo>
                  <a:lnTo>
                    <a:pt x="1732" y="1312"/>
                  </a:lnTo>
                  <a:lnTo>
                    <a:pt x="1782" y="1329"/>
                  </a:lnTo>
                  <a:lnTo>
                    <a:pt x="1833" y="1329"/>
                  </a:lnTo>
                  <a:lnTo>
                    <a:pt x="1883" y="1312"/>
                  </a:lnTo>
                  <a:lnTo>
                    <a:pt x="1934" y="1278"/>
                  </a:lnTo>
                  <a:lnTo>
                    <a:pt x="1967" y="1245"/>
                  </a:lnTo>
                  <a:lnTo>
                    <a:pt x="2018" y="1161"/>
                  </a:lnTo>
                  <a:lnTo>
                    <a:pt x="1950" y="1211"/>
                  </a:lnTo>
                  <a:lnTo>
                    <a:pt x="1866" y="1262"/>
                  </a:lnTo>
                  <a:lnTo>
                    <a:pt x="1799" y="1262"/>
                  </a:lnTo>
                  <a:lnTo>
                    <a:pt x="1749" y="1228"/>
                  </a:lnTo>
                  <a:lnTo>
                    <a:pt x="1698" y="1194"/>
                  </a:lnTo>
                  <a:lnTo>
                    <a:pt x="1648" y="1161"/>
                  </a:lnTo>
                  <a:close/>
                  <a:moveTo>
                    <a:pt x="6237" y="1716"/>
                  </a:moveTo>
                  <a:lnTo>
                    <a:pt x="6153" y="1732"/>
                  </a:lnTo>
                  <a:lnTo>
                    <a:pt x="6237" y="1749"/>
                  </a:lnTo>
                  <a:lnTo>
                    <a:pt x="6321" y="1766"/>
                  </a:lnTo>
                  <a:lnTo>
                    <a:pt x="6372" y="1816"/>
                  </a:lnTo>
                  <a:lnTo>
                    <a:pt x="6388" y="1901"/>
                  </a:lnTo>
                  <a:lnTo>
                    <a:pt x="6388" y="1951"/>
                  </a:lnTo>
                  <a:lnTo>
                    <a:pt x="6422" y="2001"/>
                  </a:lnTo>
                  <a:lnTo>
                    <a:pt x="6456" y="2035"/>
                  </a:lnTo>
                  <a:lnTo>
                    <a:pt x="6506" y="2069"/>
                  </a:lnTo>
                  <a:lnTo>
                    <a:pt x="6557" y="2085"/>
                  </a:lnTo>
                  <a:lnTo>
                    <a:pt x="6607" y="2069"/>
                  </a:lnTo>
                  <a:lnTo>
                    <a:pt x="6691" y="2052"/>
                  </a:lnTo>
                  <a:lnTo>
                    <a:pt x="6607" y="2035"/>
                  </a:lnTo>
                  <a:lnTo>
                    <a:pt x="6523" y="2018"/>
                  </a:lnTo>
                  <a:lnTo>
                    <a:pt x="6473" y="1968"/>
                  </a:lnTo>
                  <a:lnTo>
                    <a:pt x="6456" y="1884"/>
                  </a:lnTo>
                  <a:lnTo>
                    <a:pt x="6456" y="1833"/>
                  </a:lnTo>
                  <a:lnTo>
                    <a:pt x="6422" y="1783"/>
                  </a:lnTo>
                  <a:lnTo>
                    <a:pt x="6388" y="1749"/>
                  </a:lnTo>
                  <a:lnTo>
                    <a:pt x="6338" y="1716"/>
                  </a:lnTo>
                  <a:close/>
                  <a:moveTo>
                    <a:pt x="2959" y="1783"/>
                  </a:moveTo>
                  <a:lnTo>
                    <a:pt x="2858" y="1816"/>
                  </a:lnTo>
                  <a:lnTo>
                    <a:pt x="2959" y="1816"/>
                  </a:lnTo>
                  <a:lnTo>
                    <a:pt x="3026" y="1850"/>
                  </a:lnTo>
                  <a:lnTo>
                    <a:pt x="3077" y="1901"/>
                  </a:lnTo>
                  <a:lnTo>
                    <a:pt x="3094" y="1968"/>
                  </a:lnTo>
                  <a:lnTo>
                    <a:pt x="3110" y="2018"/>
                  </a:lnTo>
                  <a:lnTo>
                    <a:pt x="3127" y="2069"/>
                  </a:lnTo>
                  <a:lnTo>
                    <a:pt x="3161" y="2102"/>
                  </a:lnTo>
                  <a:lnTo>
                    <a:pt x="3211" y="2136"/>
                  </a:lnTo>
                  <a:lnTo>
                    <a:pt x="3262" y="2153"/>
                  </a:lnTo>
                  <a:lnTo>
                    <a:pt x="3312" y="2136"/>
                  </a:lnTo>
                  <a:lnTo>
                    <a:pt x="3413" y="2119"/>
                  </a:lnTo>
                  <a:lnTo>
                    <a:pt x="3312" y="2102"/>
                  </a:lnTo>
                  <a:lnTo>
                    <a:pt x="3245" y="2085"/>
                  </a:lnTo>
                  <a:lnTo>
                    <a:pt x="3194" y="2035"/>
                  </a:lnTo>
                  <a:lnTo>
                    <a:pt x="3178" y="1968"/>
                  </a:lnTo>
                  <a:lnTo>
                    <a:pt x="3161" y="1901"/>
                  </a:lnTo>
                  <a:lnTo>
                    <a:pt x="3144" y="1850"/>
                  </a:lnTo>
                  <a:lnTo>
                    <a:pt x="3110" y="1816"/>
                  </a:lnTo>
                  <a:lnTo>
                    <a:pt x="3060" y="1783"/>
                  </a:lnTo>
                  <a:close/>
                  <a:moveTo>
                    <a:pt x="4859" y="2371"/>
                  </a:moveTo>
                  <a:lnTo>
                    <a:pt x="4859" y="2422"/>
                  </a:lnTo>
                  <a:lnTo>
                    <a:pt x="4859" y="2455"/>
                  </a:lnTo>
                  <a:lnTo>
                    <a:pt x="4842" y="2455"/>
                  </a:lnTo>
                  <a:lnTo>
                    <a:pt x="4825" y="2539"/>
                  </a:lnTo>
                  <a:lnTo>
                    <a:pt x="4775" y="2590"/>
                  </a:lnTo>
                  <a:lnTo>
                    <a:pt x="4707" y="2607"/>
                  </a:lnTo>
                  <a:lnTo>
                    <a:pt x="4657" y="2607"/>
                  </a:lnTo>
                  <a:lnTo>
                    <a:pt x="4607" y="2640"/>
                  </a:lnTo>
                  <a:lnTo>
                    <a:pt x="4556" y="2674"/>
                  </a:lnTo>
                  <a:lnTo>
                    <a:pt x="4522" y="2724"/>
                  </a:lnTo>
                  <a:lnTo>
                    <a:pt x="4522" y="2775"/>
                  </a:lnTo>
                  <a:lnTo>
                    <a:pt x="4522" y="2825"/>
                  </a:lnTo>
                  <a:lnTo>
                    <a:pt x="4539" y="2909"/>
                  </a:lnTo>
                  <a:lnTo>
                    <a:pt x="4556" y="2825"/>
                  </a:lnTo>
                  <a:lnTo>
                    <a:pt x="4590" y="2741"/>
                  </a:lnTo>
                  <a:lnTo>
                    <a:pt x="4640" y="2691"/>
                  </a:lnTo>
                  <a:lnTo>
                    <a:pt x="4707" y="2674"/>
                  </a:lnTo>
                  <a:lnTo>
                    <a:pt x="4758" y="2674"/>
                  </a:lnTo>
                  <a:lnTo>
                    <a:pt x="4808" y="2640"/>
                  </a:lnTo>
                  <a:lnTo>
                    <a:pt x="4842" y="2607"/>
                  </a:lnTo>
                  <a:lnTo>
                    <a:pt x="4875" y="2556"/>
                  </a:lnTo>
                  <a:lnTo>
                    <a:pt x="4875" y="2506"/>
                  </a:lnTo>
                  <a:lnTo>
                    <a:pt x="4875" y="2455"/>
                  </a:lnTo>
                  <a:lnTo>
                    <a:pt x="4859" y="2371"/>
                  </a:lnTo>
                  <a:close/>
                  <a:moveTo>
                    <a:pt x="1362" y="3094"/>
                  </a:moveTo>
                  <a:lnTo>
                    <a:pt x="1345" y="3195"/>
                  </a:lnTo>
                  <a:lnTo>
                    <a:pt x="1328" y="3279"/>
                  </a:lnTo>
                  <a:lnTo>
                    <a:pt x="1278" y="3329"/>
                  </a:lnTo>
                  <a:lnTo>
                    <a:pt x="1211" y="3346"/>
                  </a:lnTo>
                  <a:lnTo>
                    <a:pt x="1143" y="3346"/>
                  </a:lnTo>
                  <a:lnTo>
                    <a:pt x="1093" y="3380"/>
                  </a:lnTo>
                  <a:lnTo>
                    <a:pt x="1059" y="3414"/>
                  </a:lnTo>
                  <a:lnTo>
                    <a:pt x="1026" y="3464"/>
                  </a:lnTo>
                  <a:lnTo>
                    <a:pt x="1026" y="3514"/>
                  </a:lnTo>
                  <a:lnTo>
                    <a:pt x="1026" y="3565"/>
                  </a:lnTo>
                  <a:lnTo>
                    <a:pt x="1043" y="3649"/>
                  </a:lnTo>
                  <a:lnTo>
                    <a:pt x="1059" y="3565"/>
                  </a:lnTo>
                  <a:lnTo>
                    <a:pt x="1076" y="3481"/>
                  </a:lnTo>
                  <a:lnTo>
                    <a:pt x="1143" y="3430"/>
                  </a:lnTo>
                  <a:lnTo>
                    <a:pt x="1211" y="3414"/>
                  </a:lnTo>
                  <a:lnTo>
                    <a:pt x="1261" y="3414"/>
                  </a:lnTo>
                  <a:lnTo>
                    <a:pt x="1312" y="3380"/>
                  </a:lnTo>
                  <a:lnTo>
                    <a:pt x="1362" y="3346"/>
                  </a:lnTo>
                  <a:lnTo>
                    <a:pt x="1379" y="3296"/>
                  </a:lnTo>
                  <a:lnTo>
                    <a:pt x="1396" y="3245"/>
                  </a:lnTo>
                  <a:lnTo>
                    <a:pt x="1379" y="3195"/>
                  </a:lnTo>
                  <a:lnTo>
                    <a:pt x="1362" y="3094"/>
                  </a:lnTo>
                  <a:close/>
                  <a:moveTo>
                    <a:pt x="7901" y="3111"/>
                  </a:moveTo>
                  <a:lnTo>
                    <a:pt x="7885" y="3195"/>
                  </a:lnTo>
                  <a:lnTo>
                    <a:pt x="7851" y="3279"/>
                  </a:lnTo>
                  <a:lnTo>
                    <a:pt x="7801" y="3329"/>
                  </a:lnTo>
                  <a:lnTo>
                    <a:pt x="7733" y="3346"/>
                  </a:lnTo>
                  <a:lnTo>
                    <a:pt x="7683" y="3346"/>
                  </a:lnTo>
                  <a:lnTo>
                    <a:pt x="7632" y="3380"/>
                  </a:lnTo>
                  <a:lnTo>
                    <a:pt x="7599" y="3414"/>
                  </a:lnTo>
                  <a:lnTo>
                    <a:pt x="7565" y="3464"/>
                  </a:lnTo>
                  <a:lnTo>
                    <a:pt x="7565" y="3514"/>
                  </a:lnTo>
                  <a:lnTo>
                    <a:pt x="7565" y="3565"/>
                  </a:lnTo>
                  <a:lnTo>
                    <a:pt x="7565" y="3598"/>
                  </a:lnTo>
                  <a:lnTo>
                    <a:pt x="7582" y="3649"/>
                  </a:lnTo>
                  <a:lnTo>
                    <a:pt x="7599" y="3565"/>
                  </a:lnTo>
                  <a:lnTo>
                    <a:pt x="7616" y="3514"/>
                  </a:lnTo>
                  <a:lnTo>
                    <a:pt x="7632" y="3481"/>
                  </a:lnTo>
                  <a:lnTo>
                    <a:pt x="7683" y="3430"/>
                  </a:lnTo>
                  <a:lnTo>
                    <a:pt x="7750" y="3414"/>
                  </a:lnTo>
                  <a:lnTo>
                    <a:pt x="7801" y="3414"/>
                  </a:lnTo>
                  <a:lnTo>
                    <a:pt x="7851" y="3380"/>
                  </a:lnTo>
                  <a:lnTo>
                    <a:pt x="7901" y="3346"/>
                  </a:lnTo>
                  <a:lnTo>
                    <a:pt x="7918" y="3296"/>
                  </a:lnTo>
                  <a:lnTo>
                    <a:pt x="7935" y="3245"/>
                  </a:lnTo>
                  <a:lnTo>
                    <a:pt x="7918" y="3195"/>
                  </a:lnTo>
                  <a:lnTo>
                    <a:pt x="7918" y="3145"/>
                  </a:lnTo>
                  <a:lnTo>
                    <a:pt x="7901" y="3111"/>
                  </a:lnTo>
                  <a:close/>
                  <a:moveTo>
                    <a:pt x="1043" y="3649"/>
                  </a:moveTo>
                  <a:lnTo>
                    <a:pt x="1043" y="3649"/>
                  </a:lnTo>
                  <a:lnTo>
                    <a:pt x="1043" y="3649"/>
                  </a:lnTo>
                  <a:close/>
                  <a:moveTo>
                    <a:pt x="7582" y="3649"/>
                  </a:moveTo>
                  <a:lnTo>
                    <a:pt x="7582" y="3649"/>
                  </a:lnTo>
                  <a:lnTo>
                    <a:pt x="7582" y="3649"/>
                  </a:lnTo>
                  <a:close/>
                  <a:moveTo>
                    <a:pt x="2724" y="3498"/>
                  </a:moveTo>
                  <a:lnTo>
                    <a:pt x="2673" y="3514"/>
                  </a:lnTo>
                  <a:lnTo>
                    <a:pt x="2623" y="3548"/>
                  </a:lnTo>
                  <a:lnTo>
                    <a:pt x="2589" y="3582"/>
                  </a:lnTo>
                  <a:lnTo>
                    <a:pt x="2539" y="3649"/>
                  </a:lnTo>
                  <a:lnTo>
                    <a:pt x="2539" y="3649"/>
                  </a:lnTo>
                  <a:lnTo>
                    <a:pt x="2606" y="3598"/>
                  </a:lnTo>
                  <a:lnTo>
                    <a:pt x="2690" y="3565"/>
                  </a:lnTo>
                  <a:lnTo>
                    <a:pt x="2757" y="3582"/>
                  </a:lnTo>
                  <a:lnTo>
                    <a:pt x="2825" y="3615"/>
                  </a:lnTo>
                  <a:lnTo>
                    <a:pt x="2858" y="3649"/>
                  </a:lnTo>
                  <a:lnTo>
                    <a:pt x="2909" y="3666"/>
                  </a:lnTo>
                  <a:lnTo>
                    <a:pt x="2959" y="3666"/>
                  </a:lnTo>
                  <a:lnTo>
                    <a:pt x="3009" y="3649"/>
                  </a:lnTo>
                  <a:lnTo>
                    <a:pt x="3060" y="3615"/>
                  </a:lnTo>
                  <a:lnTo>
                    <a:pt x="3094" y="3582"/>
                  </a:lnTo>
                  <a:lnTo>
                    <a:pt x="3144" y="3498"/>
                  </a:lnTo>
                  <a:lnTo>
                    <a:pt x="3077" y="3548"/>
                  </a:lnTo>
                  <a:lnTo>
                    <a:pt x="2993" y="3598"/>
                  </a:lnTo>
                  <a:lnTo>
                    <a:pt x="2925" y="3598"/>
                  </a:lnTo>
                  <a:lnTo>
                    <a:pt x="2875" y="3565"/>
                  </a:lnTo>
                  <a:lnTo>
                    <a:pt x="2825" y="3531"/>
                  </a:lnTo>
                  <a:lnTo>
                    <a:pt x="2774" y="3514"/>
                  </a:lnTo>
                  <a:lnTo>
                    <a:pt x="2724" y="3498"/>
                  </a:lnTo>
                  <a:close/>
                  <a:moveTo>
                    <a:pt x="6271" y="3783"/>
                  </a:moveTo>
                  <a:lnTo>
                    <a:pt x="6220" y="3817"/>
                  </a:lnTo>
                  <a:lnTo>
                    <a:pt x="6187" y="3851"/>
                  </a:lnTo>
                  <a:lnTo>
                    <a:pt x="6136" y="3935"/>
                  </a:lnTo>
                  <a:lnTo>
                    <a:pt x="6220" y="3867"/>
                  </a:lnTo>
                  <a:lnTo>
                    <a:pt x="6220" y="3884"/>
                  </a:lnTo>
                  <a:lnTo>
                    <a:pt x="6288" y="3851"/>
                  </a:lnTo>
                  <a:lnTo>
                    <a:pt x="6355" y="3851"/>
                  </a:lnTo>
                  <a:lnTo>
                    <a:pt x="6422" y="3884"/>
                  </a:lnTo>
                  <a:lnTo>
                    <a:pt x="6456" y="3918"/>
                  </a:lnTo>
                  <a:lnTo>
                    <a:pt x="6506" y="3935"/>
                  </a:lnTo>
                  <a:lnTo>
                    <a:pt x="6557" y="3935"/>
                  </a:lnTo>
                  <a:lnTo>
                    <a:pt x="6624" y="3918"/>
                  </a:lnTo>
                  <a:lnTo>
                    <a:pt x="6657" y="3901"/>
                  </a:lnTo>
                  <a:lnTo>
                    <a:pt x="6691" y="3851"/>
                  </a:lnTo>
                  <a:lnTo>
                    <a:pt x="6742" y="3783"/>
                  </a:lnTo>
                  <a:lnTo>
                    <a:pt x="6674" y="3834"/>
                  </a:lnTo>
                  <a:lnTo>
                    <a:pt x="6590" y="3867"/>
                  </a:lnTo>
                  <a:lnTo>
                    <a:pt x="6523" y="3867"/>
                  </a:lnTo>
                  <a:lnTo>
                    <a:pt x="6473" y="3834"/>
                  </a:lnTo>
                  <a:lnTo>
                    <a:pt x="6422" y="3800"/>
                  </a:lnTo>
                  <a:lnTo>
                    <a:pt x="6372" y="3783"/>
                  </a:lnTo>
                  <a:close/>
                  <a:moveTo>
                    <a:pt x="4522" y="4506"/>
                  </a:moveTo>
                  <a:lnTo>
                    <a:pt x="4438" y="4523"/>
                  </a:lnTo>
                  <a:lnTo>
                    <a:pt x="4522" y="4540"/>
                  </a:lnTo>
                  <a:lnTo>
                    <a:pt x="4607" y="4557"/>
                  </a:lnTo>
                  <a:lnTo>
                    <a:pt x="4657" y="4607"/>
                  </a:lnTo>
                  <a:lnTo>
                    <a:pt x="4674" y="4674"/>
                  </a:lnTo>
                  <a:lnTo>
                    <a:pt x="4691" y="4725"/>
                  </a:lnTo>
                  <a:lnTo>
                    <a:pt x="4707" y="4775"/>
                  </a:lnTo>
                  <a:lnTo>
                    <a:pt x="4741" y="4826"/>
                  </a:lnTo>
                  <a:lnTo>
                    <a:pt x="4791" y="4859"/>
                  </a:lnTo>
                  <a:lnTo>
                    <a:pt x="4892" y="4859"/>
                  </a:lnTo>
                  <a:lnTo>
                    <a:pt x="4976" y="4842"/>
                  </a:lnTo>
                  <a:lnTo>
                    <a:pt x="4943" y="4826"/>
                  </a:lnTo>
                  <a:lnTo>
                    <a:pt x="4892" y="4826"/>
                  </a:lnTo>
                  <a:lnTo>
                    <a:pt x="4808" y="4792"/>
                  </a:lnTo>
                  <a:lnTo>
                    <a:pt x="4775" y="4742"/>
                  </a:lnTo>
                  <a:lnTo>
                    <a:pt x="4758" y="4674"/>
                  </a:lnTo>
                  <a:lnTo>
                    <a:pt x="4741" y="4624"/>
                  </a:lnTo>
                  <a:lnTo>
                    <a:pt x="4724" y="4573"/>
                  </a:lnTo>
                  <a:lnTo>
                    <a:pt x="4674" y="4540"/>
                  </a:lnTo>
                  <a:lnTo>
                    <a:pt x="4623" y="4506"/>
                  </a:lnTo>
                  <a:close/>
                  <a:moveTo>
                    <a:pt x="8254" y="4826"/>
                  </a:moveTo>
                  <a:lnTo>
                    <a:pt x="8204" y="4842"/>
                  </a:lnTo>
                  <a:lnTo>
                    <a:pt x="8288" y="4876"/>
                  </a:lnTo>
                  <a:lnTo>
                    <a:pt x="8372" y="4893"/>
                  </a:lnTo>
                  <a:lnTo>
                    <a:pt x="8423" y="4943"/>
                  </a:lnTo>
                  <a:lnTo>
                    <a:pt x="8439" y="5011"/>
                  </a:lnTo>
                  <a:lnTo>
                    <a:pt x="8439" y="5061"/>
                  </a:lnTo>
                  <a:lnTo>
                    <a:pt x="8473" y="5111"/>
                  </a:lnTo>
                  <a:lnTo>
                    <a:pt x="8507" y="5162"/>
                  </a:lnTo>
                  <a:lnTo>
                    <a:pt x="8557" y="5179"/>
                  </a:lnTo>
                  <a:lnTo>
                    <a:pt x="8608" y="5195"/>
                  </a:lnTo>
                  <a:lnTo>
                    <a:pt x="8658" y="5179"/>
                  </a:lnTo>
                  <a:lnTo>
                    <a:pt x="8708" y="5179"/>
                  </a:lnTo>
                  <a:lnTo>
                    <a:pt x="8742" y="5162"/>
                  </a:lnTo>
                  <a:lnTo>
                    <a:pt x="8658" y="5145"/>
                  </a:lnTo>
                  <a:lnTo>
                    <a:pt x="8574" y="5128"/>
                  </a:lnTo>
                  <a:lnTo>
                    <a:pt x="8523" y="5078"/>
                  </a:lnTo>
                  <a:lnTo>
                    <a:pt x="8523" y="4994"/>
                  </a:lnTo>
                  <a:lnTo>
                    <a:pt x="8507" y="4943"/>
                  </a:lnTo>
                  <a:lnTo>
                    <a:pt x="8473" y="4893"/>
                  </a:lnTo>
                  <a:lnTo>
                    <a:pt x="8439" y="4859"/>
                  </a:lnTo>
                  <a:lnTo>
                    <a:pt x="8389" y="4826"/>
                  </a:lnTo>
                  <a:close/>
                  <a:moveTo>
                    <a:pt x="2640" y="4809"/>
                  </a:moveTo>
                  <a:lnTo>
                    <a:pt x="2623" y="4893"/>
                  </a:lnTo>
                  <a:lnTo>
                    <a:pt x="2623" y="4910"/>
                  </a:lnTo>
                  <a:lnTo>
                    <a:pt x="2606" y="4977"/>
                  </a:lnTo>
                  <a:lnTo>
                    <a:pt x="2556" y="5027"/>
                  </a:lnTo>
                  <a:lnTo>
                    <a:pt x="2488" y="5044"/>
                  </a:lnTo>
                  <a:lnTo>
                    <a:pt x="2421" y="5061"/>
                  </a:lnTo>
                  <a:lnTo>
                    <a:pt x="2371" y="5078"/>
                  </a:lnTo>
                  <a:lnTo>
                    <a:pt x="2337" y="5111"/>
                  </a:lnTo>
                  <a:lnTo>
                    <a:pt x="2303" y="5162"/>
                  </a:lnTo>
                  <a:lnTo>
                    <a:pt x="2303" y="5212"/>
                  </a:lnTo>
                  <a:lnTo>
                    <a:pt x="2303" y="5263"/>
                  </a:lnTo>
                  <a:lnTo>
                    <a:pt x="2303" y="5313"/>
                  </a:lnTo>
                  <a:lnTo>
                    <a:pt x="2320" y="5364"/>
                  </a:lnTo>
                  <a:lnTo>
                    <a:pt x="2337" y="5263"/>
                  </a:lnTo>
                  <a:lnTo>
                    <a:pt x="2371" y="5195"/>
                  </a:lnTo>
                  <a:lnTo>
                    <a:pt x="2421" y="5145"/>
                  </a:lnTo>
                  <a:lnTo>
                    <a:pt x="2488" y="5128"/>
                  </a:lnTo>
                  <a:lnTo>
                    <a:pt x="2539" y="5111"/>
                  </a:lnTo>
                  <a:lnTo>
                    <a:pt x="2589" y="5095"/>
                  </a:lnTo>
                  <a:lnTo>
                    <a:pt x="2640" y="5061"/>
                  </a:lnTo>
                  <a:lnTo>
                    <a:pt x="2656" y="5011"/>
                  </a:lnTo>
                  <a:lnTo>
                    <a:pt x="2673" y="4960"/>
                  </a:lnTo>
                  <a:lnTo>
                    <a:pt x="2656" y="4910"/>
                  </a:lnTo>
                  <a:lnTo>
                    <a:pt x="2656" y="4859"/>
                  </a:lnTo>
                  <a:lnTo>
                    <a:pt x="2640" y="4809"/>
                  </a:lnTo>
                  <a:close/>
                  <a:moveTo>
                    <a:pt x="6859" y="5464"/>
                  </a:moveTo>
                  <a:lnTo>
                    <a:pt x="6842" y="5549"/>
                  </a:lnTo>
                  <a:lnTo>
                    <a:pt x="6809" y="5633"/>
                  </a:lnTo>
                  <a:lnTo>
                    <a:pt x="6758" y="5683"/>
                  </a:lnTo>
                  <a:lnTo>
                    <a:pt x="6691" y="5700"/>
                  </a:lnTo>
                  <a:lnTo>
                    <a:pt x="6641" y="5700"/>
                  </a:lnTo>
                  <a:lnTo>
                    <a:pt x="6590" y="5733"/>
                  </a:lnTo>
                  <a:lnTo>
                    <a:pt x="6557" y="5767"/>
                  </a:lnTo>
                  <a:lnTo>
                    <a:pt x="6523" y="5817"/>
                  </a:lnTo>
                  <a:lnTo>
                    <a:pt x="6523" y="5868"/>
                  </a:lnTo>
                  <a:lnTo>
                    <a:pt x="6523" y="5918"/>
                  </a:lnTo>
                  <a:lnTo>
                    <a:pt x="6540" y="6002"/>
                  </a:lnTo>
                  <a:lnTo>
                    <a:pt x="6557" y="5918"/>
                  </a:lnTo>
                  <a:lnTo>
                    <a:pt x="6590" y="5834"/>
                  </a:lnTo>
                  <a:lnTo>
                    <a:pt x="6641" y="5784"/>
                  </a:lnTo>
                  <a:lnTo>
                    <a:pt x="6708" y="5767"/>
                  </a:lnTo>
                  <a:lnTo>
                    <a:pt x="6758" y="5767"/>
                  </a:lnTo>
                  <a:lnTo>
                    <a:pt x="6809" y="5733"/>
                  </a:lnTo>
                  <a:lnTo>
                    <a:pt x="6842" y="5700"/>
                  </a:lnTo>
                  <a:lnTo>
                    <a:pt x="6876" y="5649"/>
                  </a:lnTo>
                  <a:lnTo>
                    <a:pt x="6876" y="5599"/>
                  </a:lnTo>
                  <a:lnTo>
                    <a:pt x="6876" y="5549"/>
                  </a:lnTo>
                  <a:lnTo>
                    <a:pt x="6859" y="5464"/>
                  </a:lnTo>
                  <a:close/>
                  <a:moveTo>
                    <a:pt x="3816" y="6002"/>
                  </a:moveTo>
                  <a:lnTo>
                    <a:pt x="3766" y="6036"/>
                  </a:lnTo>
                  <a:lnTo>
                    <a:pt x="3732" y="6070"/>
                  </a:lnTo>
                  <a:lnTo>
                    <a:pt x="3682" y="6154"/>
                  </a:lnTo>
                  <a:lnTo>
                    <a:pt x="3766" y="6103"/>
                  </a:lnTo>
                  <a:lnTo>
                    <a:pt x="3833" y="6070"/>
                  </a:lnTo>
                  <a:lnTo>
                    <a:pt x="3900" y="6070"/>
                  </a:lnTo>
                  <a:lnTo>
                    <a:pt x="3968" y="6103"/>
                  </a:lnTo>
                  <a:lnTo>
                    <a:pt x="4001" y="6137"/>
                  </a:lnTo>
                  <a:lnTo>
                    <a:pt x="4052" y="6154"/>
                  </a:lnTo>
                  <a:lnTo>
                    <a:pt x="4102" y="6154"/>
                  </a:lnTo>
                  <a:lnTo>
                    <a:pt x="4169" y="6137"/>
                  </a:lnTo>
                  <a:lnTo>
                    <a:pt x="4203" y="6120"/>
                  </a:lnTo>
                  <a:lnTo>
                    <a:pt x="4237" y="6070"/>
                  </a:lnTo>
                  <a:lnTo>
                    <a:pt x="4287" y="6002"/>
                  </a:lnTo>
                  <a:lnTo>
                    <a:pt x="4220" y="6053"/>
                  </a:lnTo>
                  <a:lnTo>
                    <a:pt x="4186" y="6070"/>
                  </a:lnTo>
                  <a:lnTo>
                    <a:pt x="4136" y="6086"/>
                  </a:lnTo>
                  <a:lnTo>
                    <a:pt x="4069" y="6086"/>
                  </a:lnTo>
                  <a:lnTo>
                    <a:pt x="4018" y="6036"/>
                  </a:lnTo>
                  <a:lnTo>
                    <a:pt x="3968" y="6019"/>
                  </a:lnTo>
                  <a:lnTo>
                    <a:pt x="3917" y="6002"/>
                  </a:lnTo>
                  <a:close/>
                  <a:moveTo>
                    <a:pt x="807" y="6187"/>
                  </a:moveTo>
                  <a:lnTo>
                    <a:pt x="807" y="6187"/>
                  </a:lnTo>
                  <a:lnTo>
                    <a:pt x="807" y="6187"/>
                  </a:lnTo>
                  <a:lnTo>
                    <a:pt x="807" y="6187"/>
                  </a:lnTo>
                  <a:close/>
                  <a:moveTo>
                    <a:pt x="908" y="6086"/>
                  </a:moveTo>
                  <a:lnTo>
                    <a:pt x="858" y="6103"/>
                  </a:lnTo>
                  <a:lnTo>
                    <a:pt x="824" y="6120"/>
                  </a:lnTo>
                  <a:lnTo>
                    <a:pt x="790" y="6154"/>
                  </a:lnTo>
                  <a:lnTo>
                    <a:pt x="723" y="6238"/>
                  </a:lnTo>
                  <a:lnTo>
                    <a:pt x="824" y="6171"/>
                  </a:lnTo>
                  <a:lnTo>
                    <a:pt x="807" y="6187"/>
                  </a:lnTo>
                  <a:lnTo>
                    <a:pt x="874" y="6154"/>
                  </a:lnTo>
                  <a:lnTo>
                    <a:pt x="942" y="6154"/>
                  </a:lnTo>
                  <a:lnTo>
                    <a:pt x="1009" y="6187"/>
                  </a:lnTo>
                  <a:lnTo>
                    <a:pt x="1059" y="6221"/>
                  </a:lnTo>
                  <a:lnTo>
                    <a:pt x="1110" y="6238"/>
                  </a:lnTo>
                  <a:lnTo>
                    <a:pt x="1160" y="6238"/>
                  </a:lnTo>
                  <a:lnTo>
                    <a:pt x="1211" y="6221"/>
                  </a:lnTo>
                  <a:lnTo>
                    <a:pt x="1261" y="6204"/>
                  </a:lnTo>
                  <a:lnTo>
                    <a:pt x="1295" y="6154"/>
                  </a:lnTo>
                  <a:lnTo>
                    <a:pt x="1345" y="6086"/>
                  </a:lnTo>
                  <a:lnTo>
                    <a:pt x="1261" y="6137"/>
                  </a:lnTo>
                  <a:lnTo>
                    <a:pt x="1194" y="6171"/>
                  </a:lnTo>
                  <a:lnTo>
                    <a:pt x="1127" y="6171"/>
                  </a:lnTo>
                  <a:lnTo>
                    <a:pt x="1059" y="6137"/>
                  </a:lnTo>
                  <a:lnTo>
                    <a:pt x="1009" y="6103"/>
                  </a:lnTo>
                  <a:lnTo>
                    <a:pt x="959" y="6086"/>
                  </a:lnTo>
                  <a:close/>
                  <a:moveTo>
                    <a:pt x="9532" y="6759"/>
                  </a:moveTo>
                  <a:lnTo>
                    <a:pt x="9543" y="6826"/>
                  </a:lnTo>
                  <a:lnTo>
                    <a:pt x="9549" y="6809"/>
                  </a:lnTo>
                  <a:lnTo>
                    <a:pt x="9532" y="6759"/>
                  </a:lnTo>
                  <a:close/>
                  <a:moveTo>
                    <a:pt x="7616" y="7028"/>
                  </a:moveTo>
                  <a:lnTo>
                    <a:pt x="7565" y="7045"/>
                  </a:lnTo>
                  <a:lnTo>
                    <a:pt x="7515" y="7078"/>
                  </a:lnTo>
                  <a:lnTo>
                    <a:pt x="7481" y="7112"/>
                  </a:lnTo>
                  <a:lnTo>
                    <a:pt x="7431" y="7179"/>
                  </a:lnTo>
                  <a:lnTo>
                    <a:pt x="7515" y="7129"/>
                  </a:lnTo>
                  <a:lnTo>
                    <a:pt x="7582" y="7095"/>
                  </a:lnTo>
                  <a:lnTo>
                    <a:pt x="7649" y="7095"/>
                  </a:lnTo>
                  <a:lnTo>
                    <a:pt x="7717" y="7146"/>
                  </a:lnTo>
                  <a:lnTo>
                    <a:pt x="7750" y="7179"/>
                  </a:lnTo>
                  <a:lnTo>
                    <a:pt x="7801" y="7196"/>
                  </a:lnTo>
                  <a:lnTo>
                    <a:pt x="7868" y="7196"/>
                  </a:lnTo>
                  <a:lnTo>
                    <a:pt x="7918" y="7179"/>
                  </a:lnTo>
                  <a:lnTo>
                    <a:pt x="7969" y="7146"/>
                  </a:lnTo>
                  <a:lnTo>
                    <a:pt x="8002" y="7112"/>
                  </a:lnTo>
                  <a:lnTo>
                    <a:pt x="8053" y="7028"/>
                  </a:lnTo>
                  <a:lnTo>
                    <a:pt x="7969" y="7078"/>
                  </a:lnTo>
                  <a:lnTo>
                    <a:pt x="7901" y="7129"/>
                  </a:lnTo>
                  <a:lnTo>
                    <a:pt x="7817" y="7129"/>
                  </a:lnTo>
                  <a:lnTo>
                    <a:pt x="7767" y="7095"/>
                  </a:lnTo>
                  <a:lnTo>
                    <a:pt x="7717" y="7062"/>
                  </a:lnTo>
                  <a:lnTo>
                    <a:pt x="7666" y="7028"/>
                  </a:lnTo>
                  <a:close/>
                  <a:moveTo>
                    <a:pt x="9543" y="6826"/>
                  </a:moveTo>
                  <a:lnTo>
                    <a:pt x="9532" y="6860"/>
                  </a:lnTo>
                  <a:lnTo>
                    <a:pt x="9499" y="6927"/>
                  </a:lnTo>
                  <a:lnTo>
                    <a:pt x="9448" y="6977"/>
                  </a:lnTo>
                  <a:lnTo>
                    <a:pt x="9381" y="7011"/>
                  </a:lnTo>
                  <a:lnTo>
                    <a:pt x="9330" y="7011"/>
                  </a:lnTo>
                  <a:lnTo>
                    <a:pt x="9280" y="7028"/>
                  </a:lnTo>
                  <a:lnTo>
                    <a:pt x="9246" y="7062"/>
                  </a:lnTo>
                  <a:lnTo>
                    <a:pt x="9213" y="7112"/>
                  </a:lnTo>
                  <a:lnTo>
                    <a:pt x="9196" y="7162"/>
                  </a:lnTo>
                  <a:lnTo>
                    <a:pt x="9196" y="7213"/>
                  </a:lnTo>
                  <a:lnTo>
                    <a:pt x="9230" y="7314"/>
                  </a:lnTo>
                  <a:lnTo>
                    <a:pt x="9246" y="7213"/>
                  </a:lnTo>
                  <a:lnTo>
                    <a:pt x="9263" y="7146"/>
                  </a:lnTo>
                  <a:lnTo>
                    <a:pt x="9314" y="7095"/>
                  </a:lnTo>
                  <a:lnTo>
                    <a:pt x="9381" y="7078"/>
                  </a:lnTo>
                  <a:lnTo>
                    <a:pt x="9448" y="7062"/>
                  </a:lnTo>
                  <a:lnTo>
                    <a:pt x="9499" y="7045"/>
                  </a:lnTo>
                  <a:lnTo>
                    <a:pt x="9532" y="7011"/>
                  </a:lnTo>
                  <a:lnTo>
                    <a:pt x="9549" y="6961"/>
                  </a:lnTo>
                  <a:lnTo>
                    <a:pt x="9566" y="6910"/>
                  </a:lnTo>
                  <a:lnTo>
                    <a:pt x="9549" y="6860"/>
                  </a:lnTo>
                  <a:lnTo>
                    <a:pt x="9543" y="6826"/>
                  </a:lnTo>
                  <a:close/>
                  <a:moveTo>
                    <a:pt x="2203" y="7011"/>
                  </a:moveTo>
                  <a:lnTo>
                    <a:pt x="2152" y="7028"/>
                  </a:lnTo>
                  <a:lnTo>
                    <a:pt x="2068" y="7045"/>
                  </a:lnTo>
                  <a:lnTo>
                    <a:pt x="2152" y="7062"/>
                  </a:lnTo>
                  <a:lnTo>
                    <a:pt x="2219" y="7078"/>
                  </a:lnTo>
                  <a:lnTo>
                    <a:pt x="2270" y="7129"/>
                  </a:lnTo>
                  <a:lnTo>
                    <a:pt x="2303" y="7196"/>
                  </a:lnTo>
                  <a:lnTo>
                    <a:pt x="2303" y="7246"/>
                  </a:lnTo>
                  <a:lnTo>
                    <a:pt x="2320" y="7297"/>
                  </a:lnTo>
                  <a:lnTo>
                    <a:pt x="2371" y="7347"/>
                  </a:lnTo>
                  <a:lnTo>
                    <a:pt x="2404" y="7364"/>
                  </a:lnTo>
                  <a:lnTo>
                    <a:pt x="2455" y="7381"/>
                  </a:lnTo>
                  <a:lnTo>
                    <a:pt x="2505" y="7381"/>
                  </a:lnTo>
                  <a:lnTo>
                    <a:pt x="2606" y="7364"/>
                  </a:lnTo>
                  <a:lnTo>
                    <a:pt x="2505" y="7347"/>
                  </a:lnTo>
                  <a:lnTo>
                    <a:pt x="2472" y="7330"/>
                  </a:lnTo>
                  <a:lnTo>
                    <a:pt x="2438" y="7314"/>
                  </a:lnTo>
                  <a:lnTo>
                    <a:pt x="2387" y="7263"/>
                  </a:lnTo>
                  <a:lnTo>
                    <a:pt x="2371" y="7196"/>
                  </a:lnTo>
                  <a:lnTo>
                    <a:pt x="2354" y="7146"/>
                  </a:lnTo>
                  <a:lnTo>
                    <a:pt x="2337" y="7095"/>
                  </a:lnTo>
                  <a:lnTo>
                    <a:pt x="2303" y="7062"/>
                  </a:lnTo>
                  <a:lnTo>
                    <a:pt x="2253" y="7028"/>
                  </a:lnTo>
                  <a:lnTo>
                    <a:pt x="2203" y="7011"/>
                  </a:lnTo>
                  <a:close/>
                  <a:moveTo>
                    <a:pt x="5514" y="7078"/>
                  </a:moveTo>
                  <a:lnTo>
                    <a:pt x="5464" y="7095"/>
                  </a:lnTo>
                  <a:lnTo>
                    <a:pt x="5430" y="7095"/>
                  </a:lnTo>
                  <a:lnTo>
                    <a:pt x="5380" y="7112"/>
                  </a:lnTo>
                  <a:lnTo>
                    <a:pt x="5464" y="7129"/>
                  </a:lnTo>
                  <a:lnTo>
                    <a:pt x="5548" y="7162"/>
                  </a:lnTo>
                  <a:lnTo>
                    <a:pt x="5598" y="7213"/>
                  </a:lnTo>
                  <a:lnTo>
                    <a:pt x="5615" y="7280"/>
                  </a:lnTo>
                  <a:lnTo>
                    <a:pt x="5632" y="7330"/>
                  </a:lnTo>
                  <a:lnTo>
                    <a:pt x="5649" y="7381"/>
                  </a:lnTo>
                  <a:lnTo>
                    <a:pt x="5682" y="7415"/>
                  </a:lnTo>
                  <a:lnTo>
                    <a:pt x="5733" y="7448"/>
                  </a:lnTo>
                  <a:lnTo>
                    <a:pt x="5884" y="7448"/>
                  </a:lnTo>
                  <a:lnTo>
                    <a:pt x="5918" y="7431"/>
                  </a:lnTo>
                  <a:lnTo>
                    <a:pt x="5834" y="7415"/>
                  </a:lnTo>
                  <a:lnTo>
                    <a:pt x="5800" y="7398"/>
                  </a:lnTo>
                  <a:lnTo>
                    <a:pt x="5750" y="7381"/>
                  </a:lnTo>
                  <a:lnTo>
                    <a:pt x="5716" y="7330"/>
                  </a:lnTo>
                  <a:lnTo>
                    <a:pt x="5699" y="7263"/>
                  </a:lnTo>
                  <a:lnTo>
                    <a:pt x="5682" y="7213"/>
                  </a:lnTo>
                  <a:lnTo>
                    <a:pt x="5666" y="7162"/>
                  </a:lnTo>
                  <a:lnTo>
                    <a:pt x="5615" y="7112"/>
                  </a:lnTo>
                  <a:lnTo>
                    <a:pt x="5565" y="7095"/>
                  </a:lnTo>
                  <a:lnTo>
                    <a:pt x="5514" y="7078"/>
                  </a:lnTo>
                  <a:close/>
                  <a:moveTo>
                    <a:pt x="4136" y="7700"/>
                  </a:moveTo>
                  <a:lnTo>
                    <a:pt x="4136" y="7784"/>
                  </a:lnTo>
                  <a:lnTo>
                    <a:pt x="4119" y="7784"/>
                  </a:lnTo>
                  <a:lnTo>
                    <a:pt x="4102" y="7868"/>
                  </a:lnTo>
                  <a:lnTo>
                    <a:pt x="4052" y="7919"/>
                  </a:lnTo>
                  <a:lnTo>
                    <a:pt x="3985" y="7936"/>
                  </a:lnTo>
                  <a:lnTo>
                    <a:pt x="3934" y="7952"/>
                  </a:lnTo>
                  <a:lnTo>
                    <a:pt x="3884" y="7969"/>
                  </a:lnTo>
                  <a:lnTo>
                    <a:pt x="3833" y="8003"/>
                  </a:lnTo>
                  <a:lnTo>
                    <a:pt x="3816" y="8053"/>
                  </a:lnTo>
                  <a:lnTo>
                    <a:pt x="3800" y="8104"/>
                  </a:lnTo>
                  <a:lnTo>
                    <a:pt x="3800" y="8154"/>
                  </a:lnTo>
                  <a:lnTo>
                    <a:pt x="3816" y="8238"/>
                  </a:lnTo>
                  <a:lnTo>
                    <a:pt x="3833" y="8154"/>
                  </a:lnTo>
                  <a:lnTo>
                    <a:pt x="3850" y="8104"/>
                  </a:lnTo>
                  <a:lnTo>
                    <a:pt x="3867" y="8070"/>
                  </a:lnTo>
                  <a:lnTo>
                    <a:pt x="3917" y="8020"/>
                  </a:lnTo>
                  <a:lnTo>
                    <a:pt x="3985" y="8020"/>
                  </a:lnTo>
                  <a:lnTo>
                    <a:pt x="4052" y="8003"/>
                  </a:lnTo>
                  <a:lnTo>
                    <a:pt x="4119" y="7952"/>
                  </a:lnTo>
                  <a:lnTo>
                    <a:pt x="4153" y="7902"/>
                  </a:lnTo>
                  <a:lnTo>
                    <a:pt x="4169" y="7835"/>
                  </a:lnTo>
                  <a:lnTo>
                    <a:pt x="4153" y="7784"/>
                  </a:lnTo>
                  <a:lnTo>
                    <a:pt x="4136" y="7700"/>
                  </a:lnTo>
                  <a:close/>
                  <a:moveTo>
                    <a:pt x="1194" y="7885"/>
                  </a:moveTo>
                  <a:lnTo>
                    <a:pt x="1194" y="7986"/>
                  </a:lnTo>
                  <a:lnTo>
                    <a:pt x="1177" y="7986"/>
                  </a:lnTo>
                  <a:lnTo>
                    <a:pt x="1160" y="8053"/>
                  </a:lnTo>
                  <a:lnTo>
                    <a:pt x="1110" y="8104"/>
                  </a:lnTo>
                  <a:lnTo>
                    <a:pt x="1043" y="8121"/>
                  </a:lnTo>
                  <a:lnTo>
                    <a:pt x="992" y="8137"/>
                  </a:lnTo>
                  <a:lnTo>
                    <a:pt x="942" y="8154"/>
                  </a:lnTo>
                  <a:lnTo>
                    <a:pt x="891" y="8188"/>
                  </a:lnTo>
                  <a:lnTo>
                    <a:pt x="874" y="8238"/>
                  </a:lnTo>
                  <a:lnTo>
                    <a:pt x="858" y="8289"/>
                  </a:lnTo>
                  <a:lnTo>
                    <a:pt x="858" y="8339"/>
                  </a:lnTo>
                  <a:lnTo>
                    <a:pt x="874" y="8440"/>
                  </a:lnTo>
                  <a:lnTo>
                    <a:pt x="891" y="8339"/>
                  </a:lnTo>
                  <a:lnTo>
                    <a:pt x="925" y="8272"/>
                  </a:lnTo>
                  <a:lnTo>
                    <a:pt x="975" y="8221"/>
                  </a:lnTo>
                  <a:lnTo>
                    <a:pt x="1043" y="8205"/>
                  </a:lnTo>
                  <a:lnTo>
                    <a:pt x="1093" y="8188"/>
                  </a:lnTo>
                  <a:lnTo>
                    <a:pt x="1143" y="8171"/>
                  </a:lnTo>
                  <a:lnTo>
                    <a:pt x="1194" y="8137"/>
                  </a:lnTo>
                  <a:lnTo>
                    <a:pt x="1211" y="8087"/>
                  </a:lnTo>
                  <a:lnTo>
                    <a:pt x="1228" y="8037"/>
                  </a:lnTo>
                  <a:lnTo>
                    <a:pt x="1211" y="7986"/>
                  </a:lnTo>
                  <a:lnTo>
                    <a:pt x="1194" y="7885"/>
                  </a:lnTo>
                  <a:close/>
                  <a:moveTo>
                    <a:pt x="7986" y="8675"/>
                  </a:moveTo>
                  <a:lnTo>
                    <a:pt x="7901" y="8692"/>
                  </a:lnTo>
                  <a:lnTo>
                    <a:pt x="7986" y="8709"/>
                  </a:lnTo>
                  <a:lnTo>
                    <a:pt x="8070" y="8743"/>
                  </a:lnTo>
                  <a:lnTo>
                    <a:pt x="8120" y="8793"/>
                  </a:lnTo>
                  <a:lnTo>
                    <a:pt x="8137" y="8860"/>
                  </a:lnTo>
                  <a:lnTo>
                    <a:pt x="8137" y="8911"/>
                  </a:lnTo>
                  <a:lnTo>
                    <a:pt x="8170" y="8961"/>
                  </a:lnTo>
                  <a:lnTo>
                    <a:pt x="8204" y="8995"/>
                  </a:lnTo>
                  <a:lnTo>
                    <a:pt x="8254" y="9028"/>
                  </a:lnTo>
                  <a:lnTo>
                    <a:pt x="8305" y="9045"/>
                  </a:lnTo>
                  <a:lnTo>
                    <a:pt x="8355" y="9028"/>
                  </a:lnTo>
                  <a:lnTo>
                    <a:pt x="8439" y="9012"/>
                  </a:lnTo>
                  <a:lnTo>
                    <a:pt x="8355" y="8995"/>
                  </a:lnTo>
                  <a:lnTo>
                    <a:pt x="8305" y="8995"/>
                  </a:lnTo>
                  <a:lnTo>
                    <a:pt x="8271" y="8978"/>
                  </a:lnTo>
                  <a:lnTo>
                    <a:pt x="8221" y="8928"/>
                  </a:lnTo>
                  <a:lnTo>
                    <a:pt x="8204" y="8843"/>
                  </a:lnTo>
                  <a:lnTo>
                    <a:pt x="8204" y="8793"/>
                  </a:lnTo>
                  <a:lnTo>
                    <a:pt x="8170" y="8743"/>
                  </a:lnTo>
                  <a:lnTo>
                    <a:pt x="8137" y="8709"/>
                  </a:lnTo>
                  <a:lnTo>
                    <a:pt x="8086" y="8675"/>
                  </a:lnTo>
                  <a:close/>
                  <a:moveTo>
                    <a:pt x="6136" y="8944"/>
                  </a:moveTo>
                  <a:lnTo>
                    <a:pt x="6086" y="8961"/>
                  </a:lnTo>
                  <a:lnTo>
                    <a:pt x="6035" y="8978"/>
                  </a:lnTo>
                  <a:lnTo>
                    <a:pt x="6002" y="9028"/>
                  </a:lnTo>
                  <a:lnTo>
                    <a:pt x="5951" y="9096"/>
                  </a:lnTo>
                  <a:lnTo>
                    <a:pt x="6035" y="9028"/>
                  </a:lnTo>
                  <a:lnTo>
                    <a:pt x="6019" y="9045"/>
                  </a:lnTo>
                  <a:lnTo>
                    <a:pt x="6019" y="9045"/>
                  </a:lnTo>
                  <a:lnTo>
                    <a:pt x="6103" y="9012"/>
                  </a:lnTo>
                  <a:lnTo>
                    <a:pt x="6170" y="9012"/>
                  </a:lnTo>
                  <a:lnTo>
                    <a:pt x="6237" y="9045"/>
                  </a:lnTo>
                  <a:lnTo>
                    <a:pt x="6271" y="9079"/>
                  </a:lnTo>
                  <a:lnTo>
                    <a:pt x="6321" y="9096"/>
                  </a:lnTo>
                  <a:lnTo>
                    <a:pt x="6439" y="9096"/>
                  </a:lnTo>
                  <a:lnTo>
                    <a:pt x="6473" y="9062"/>
                  </a:lnTo>
                  <a:lnTo>
                    <a:pt x="6506" y="9028"/>
                  </a:lnTo>
                  <a:lnTo>
                    <a:pt x="6557" y="8944"/>
                  </a:lnTo>
                  <a:lnTo>
                    <a:pt x="6489" y="8995"/>
                  </a:lnTo>
                  <a:lnTo>
                    <a:pt x="6405" y="9028"/>
                  </a:lnTo>
                  <a:lnTo>
                    <a:pt x="6338" y="9028"/>
                  </a:lnTo>
                  <a:lnTo>
                    <a:pt x="6288" y="8995"/>
                  </a:lnTo>
                  <a:lnTo>
                    <a:pt x="6237" y="8961"/>
                  </a:lnTo>
                  <a:lnTo>
                    <a:pt x="6187" y="8944"/>
                  </a:lnTo>
                  <a:close/>
                  <a:moveTo>
                    <a:pt x="9952" y="9012"/>
                  </a:moveTo>
                  <a:lnTo>
                    <a:pt x="9902" y="9028"/>
                  </a:lnTo>
                  <a:lnTo>
                    <a:pt x="9868" y="9062"/>
                  </a:lnTo>
                  <a:lnTo>
                    <a:pt x="9835" y="9096"/>
                  </a:lnTo>
                  <a:lnTo>
                    <a:pt x="9784" y="9180"/>
                  </a:lnTo>
                  <a:lnTo>
                    <a:pt x="9868" y="9112"/>
                  </a:lnTo>
                  <a:lnTo>
                    <a:pt x="9852" y="9129"/>
                  </a:lnTo>
                  <a:lnTo>
                    <a:pt x="9852" y="9129"/>
                  </a:lnTo>
                  <a:lnTo>
                    <a:pt x="9919" y="9096"/>
                  </a:lnTo>
                  <a:lnTo>
                    <a:pt x="10003" y="9096"/>
                  </a:lnTo>
                  <a:lnTo>
                    <a:pt x="10053" y="9129"/>
                  </a:lnTo>
                  <a:lnTo>
                    <a:pt x="10104" y="9163"/>
                  </a:lnTo>
                  <a:lnTo>
                    <a:pt x="10154" y="9180"/>
                  </a:lnTo>
                  <a:lnTo>
                    <a:pt x="10205" y="9180"/>
                  </a:lnTo>
                  <a:lnTo>
                    <a:pt x="10255" y="9163"/>
                  </a:lnTo>
                  <a:lnTo>
                    <a:pt x="10305" y="9129"/>
                  </a:lnTo>
                  <a:lnTo>
                    <a:pt x="10339" y="9096"/>
                  </a:lnTo>
                  <a:lnTo>
                    <a:pt x="10389" y="9028"/>
                  </a:lnTo>
                  <a:lnTo>
                    <a:pt x="10305" y="9079"/>
                  </a:lnTo>
                  <a:lnTo>
                    <a:pt x="10238" y="9112"/>
                  </a:lnTo>
                  <a:lnTo>
                    <a:pt x="10171" y="9112"/>
                  </a:lnTo>
                  <a:lnTo>
                    <a:pt x="10104" y="9062"/>
                  </a:lnTo>
                  <a:lnTo>
                    <a:pt x="10070" y="9045"/>
                  </a:lnTo>
                  <a:lnTo>
                    <a:pt x="10020" y="9028"/>
                  </a:lnTo>
                  <a:lnTo>
                    <a:pt x="9952" y="9012"/>
                  </a:lnTo>
                  <a:close/>
                  <a:moveTo>
                    <a:pt x="2203" y="9264"/>
                  </a:moveTo>
                  <a:lnTo>
                    <a:pt x="2152" y="9281"/>
                  </a:lnTo>
                  <a:lnTo>
                    <a:pt x="2102" y="9314"/>
                  </a:lnTo>
                  <a:lnTo>
                    <a:pt x="2068" y="9348"/>
                  </a:lnTo>
                  <a:lnTo>
                    <a:pt x="2018" y="9432"/>
                  </a:lnTo>
                  <a:lnTo>
                    <a:pt x="2102" y="9365"/>
                  </a:lnTo>
                  <a:lnTo>
                    <a:pt x="2102" y="9381"/>
                  </a:lnTo>
                  <a:lnTo>
                    <a:pt x="2169" y="9331"/>
                  </a:lnTo>
                  <a:lnTo>
                    <a:pt x="2236" y="9331"/>
                  </a:lnTo>
                  <a:lnTo>
                    <a:pt x="2303" y="9381"/>
                  </a:lnTo>
                  <a:lnTo>
                    <a:pt x="2337" y="9398"/>
                  </a:lnTo>
                  <a:lnTo>
                    <a:pt x="2387" y="9415"/>
                  </a:lnTo>
                  <a:lnTo>
                    <a:pt x="2455" y="9432"/>
                  </a:lnTo>
                  <a:lnTo>
                    <a:pt x="2505" y="9415"/>
                  </a:lnTo>
                  <a:lnTo>
                    <a:pt x="2539" y="9381"/>
                  </a:lnTo>
                  <a:lnTo>
                    <a:pt x="2572" y="9348"/>
                  </a:lnTo>
                  <a:lnTo>
                    <a:pt x="2623" y="9281"/>
                  </a:lnTo>
                  <a:lnTo>
                    <a:pt x="2556" y="9331"/>
                  </a:lnTo>
                  <a:lnTo>
                    <a:pt x="2488" y="9365"/>
                  </a:lnTo>
                  <a:lnTo>
                    <a:pt x="2404" y="9365"/>
                  </a:lnTo>
                  <a:lnTo>
                    <a:pt x="2354" y="9314"/>
                  </a:lnTo>
                  <a:lnTo>
                    <a:pt x="2303" y="9281"/>
                  </a:lnTo>
                  <a:lnTo>
                    <a:pt x="2253" y="9264"/>
                  </a:lnTo>
                  <a:close/>
                  <a:moveTo>
                    <a:pt x="3917" y="9566"/>
                  </a:moveTo>
                  <a:lnTo>
                    <a:pt x="3884" y="9583"/>
                  </a:lnTo>
                  <a:lnTo>
                    <a:pt x="3968" y="9600"/>
                  </a:lnTo>
                  <a:lnTo>
                    <a:pt x="4052" y="9634"/>
                  </a:lnTo>
                  <a:lnTo>
                    <a:pt x="4102" y="9684"/>
                  </a:lnTo>
                  <a:lnTo>
                    <a:pt x="4119" y="9751"/>
                  </a:lnTo>
                  <a:lnTo>
                    <a:pt x="4119" y="9802"/>
                  </a:lnTo>
                  <a:lnTo>
                    <a:pt x="4153" y="9852"/>
                  </a:lnTo>
                  <a:lnTo>
                    <a:pt x="4186" y="9886"/>
                  </a:lnTo>
                  <a:lnTo>
                    <a:pt x="4220" y="9919"/>
                  </a:lnTo>
                  <a:lnTo>
                    <a:pt x="4270" y="9936"/>
                  </a:lnTo>
                  <a:lnTo>
                    <a:pt x="4338" y="9919"/>
                  </a:lnTo>
                  <a:lnTo>
                    <a:pt x="4422" y="9903"/>
                  </a:lnTo>
                  <a:lnTo>
                    <a:pt x="4338" y="9886"/>
                  </a:lnTo>
                  <a:lnTo>
                    <a:pt x="4253" y="9869"/>
                  </a:lnTo>
                  <a:lnTo>
                    <a:pt x="4203" y="9819"/>
                  </a:lnTo>
                  <a:lnTo>
                    <a:pt x="4186" y="9734"/>
                  </a:lnTo>
                  <a:lnTo>
                    <a:pt x="4186" y="9684"/>
                  </a:lnTo>
                  <a:lnTo>
                    <a:pt x="4153" y="9634"/>
                  </a:lnTo>
                  <a:lnTo>
                    <a:pt x="4119" y="9600"/>
                  </a:lnTo>
                  <a:lnTo>
                    <a:pt x="4069" y="9566"/>
                  </a:lnTo>
                  <a:close/>
                  <a:moveTo>
                    <a:pt x="8339" y="10289"/>
                  </a:moveTo>
                  <a:lnTo>
                    <a:pt x="8288" y="10306"/>
                  </a:lnTo>
                  <a:lnTo>
                    <a:pt x="8238" y="10340"/>
                  </a:lnTo>
                  <a:lnTo>
                    <a:pt x="8204" y="10373"/>
                  </a:lnTo>
                  <a:lnTo>
                    <a:pt x="8154" y="10457"/>
                  </a:lnTo>
                  <a:lnTo>
                    <a:pt x="8238" y="10407"/>
                  </a:lnTo>
                  <a:lnTo>
                    <a:pt x="8271" y="10373"/>
                  </a:lnTo>
                  <a:lnTo>
                    <a:pt x="8372" y="10373"/>
                  </a:lnTo>
                  <a:lnTo>
                    <a:pt x="8439" y="10407"/>
                  </a:lnTo>
                  <a:lnTo>
                    <a:pt x="8473" y="10441"/>
                  </a:lnTo>
                  <a:lnTo>
                    <a:pt x="8523" y="10457"/>
                  </a:lnTo>
                  <a:lnTo>
                    <a:pt x="8591" y="10457"/>
                  </a:lnTo>
                  <a:lnTo>
                    <a:pt x="8641" y="10441"/>
                  </a:lnTo>
                  <a:lnTo>
                    <a:pt x="8675" y="10424"/>
                  </a:lnTo>
                  <a:lnTo>
                    <a:pt x="8708" y="10373"/>
                  </a:lnTo>
                  <a:lnTo>
                    <a:pt x="8759" y="10306"/>
                  </a:lnTo>
                  <a:lnTo>
                    <a:pt x="8692" y="10356"/>
                  </a:lnTo>
                  <a:lnTo>
                    <a:pt x="8624" y="10390"/>
                  </a:lnTo>
                  <a:lnTo>
                    <a:pt x="8540" y="10390"/>
                  </a:lnTo>
                  <a:lnTo>
                    <a:pt x="8490" y="10340"/>
                  </a:lnTo>
                  <a:lnTo>
                    <a:pt x="8439" y="10323"/>
                  </a:lnTo>
                  <a:lnTo>
                    <a:pt x="8389" y="10306"/>
                  </a:lnTo>
                  <a:lnTo>
                    <a:pt x="8339" y="10289"/>
                  </a:lnTo>
                  <a:close/>
                  <a:moveTo>
                    <a:pt x="908" y="10441"/>
                  </a:moveTo>
                  <a:lnTo>
                    <a:pt x="858" y="10457"/>
                  </a:lnTo>
                  <a:lnTo>
                    <a:pt x="824" y="10474"/>
                  </a:lnTo>
                  <a:lnTo>
                    <a:pt x="790" y="10525"/>
                  </a:lnTo>
                  <a:lnTo>
                    <a:pt x="723" y="10592"/>
                  </a:lnTo>
                  <a:lnTo>
                    <a:pt x="723" y="10592"/>
                  </a:lnTo>
                  <a:lnTo>
                    <a:pt x="824" y="10525"/>
                  </a:lnTo>
                  <a:lnTo>
                    <a:pt x="807" y="10541"/>
                  </a:lnTo>
                  <a:lnTo>
                    <a:pt x="807" y="10541"/>
                  </a:lnTo>
                  <a:lnTo>
                    <a:pt x="874" y="10508"/>
                  </a:lnTo>
                  <a:lnTo>
                    <a:pt x="942" y="10508"/>
                  </a:lnTo>
                  <a:lnTo>
                    <a:pt x="1009" y="10541"/>
                  </a:lnTo>
                  <a:lnTo>
                    <a:pt x="1059" y="10575"/>
                  </a:lnTo>
                  <a:lnTo>
                    <a:pt x="1110" y="10592"/>
                  </a:lnTo>
                  <a:lnTo>
                    <a:pt x="1211" y="10592"/>
                  </a:lnTo>
                  <a:lnTo>
                    <a:pt x="1261" y="10558"/>
                  </a:lnTo>
                  <a:lnTo>
                    <a:pt x="1295" y="10525"/>
                  </a:lnTo>
                  <a:lnTo>
                    <a:pt x="1345" y="10441"/>
                  </a:lnTo>
                  <a:lnTo>
                    <a:pt x="1261" y="10491"/>
                  </a:lnTo>
                  <a:lnTo>
                    <a:pt x="1228" y="10508"/>
                  </a:lnTo>
                  <a:lnTo>
                    <a:pt x="1194" y="10525"/>
                  </a:lnTo>
                  <a:lnTo>
                    <a:pt x="1127" y="10525"/>
                  </a:lnTo>
                  <a:lnTo>
                    <a:pt x="1059" y="10491"/>
                  </a:lnTo>
                  <a:lnTo>
                    <a:pt x="1009" y="10457"/>
                  </a:lnTo>
                  <a:lnTo>
                    <a:pt x="959" y="10441"/>
                  </a:lnTo>
                  <a:close/>
                  <a:moveTo>
                    <a:pt x="11129" y="10172"/>
                  </a:moveTo>
                  <a:lnTo>
                    <a:pt x="11146" y="10222"/>
                  </a:lnTo>
                  <a:lnTo>
                    <a:pt x="11129" y="10256"/>
                  </a:lnTo>
                  <a:lnTo>
                    <a:pt x="11096" y="10340"/>
                  </a:lnTo>
                  <a:lnTo>
                    <a:pt x="11045" y="10390"/>
                  </a:lnTo>
                  <a:lnTo>
                    <a:pt x="10978" y="10407"/>
                  </a:lnTo>
                  <a:lnTo>
                    <a:pt x="10927" y="10407"/>
                  </a:lnTo>
                  <a:lnTo>
                    <a:pt x="10877" y="10441"/>
                  </a:lnTo>
                  <a:lnTo>
                    <a:pt x="10843" y="10474"/>
                  </a:lnTo>
                  <a:lnTo>
                    <a:pt x="10810" y="10525"/>
                  </a:lnTo>
                  <a:lnTo>
                    <a:pt x="10793" y="10575"/>
                  </a:lnTo>
                  <a:lnTo>
                    <a:pt x="10810" y="10625"/>
                  </a:lnTo>
                  <a:lnTo>
                    <a:pt x="10827" y="10710"/>
                  </a:lnTo>
                  <a:lnTo>
                    <a:pt x="10843" y="10625"/>
                  </a:lnTo>
                  <a:lnTo>
                    <a:pt x="10860" y="10541"/>
                  </a:lnTo>
                  <a:lnTo>
                    <a:pt x="10911" y="10491"/>
                  </a:lnTo>
                  <a:lnTo>
                    <a:pt x="10978" y="10474"/>
                  </a:lnTo>
                  <a:lnTo>
                    <a:pt x="11045" y="10474"/>
                  </a:lnTo>
                  <a:lnTo>
                    <a:pt x="11096" y="10441"/>
                  </a:lnTo>
                  <a:lnTo>
                    <a:pt x="11129" y="10407"/>
                  </a:lnTo>
                  <a:lnTo>
                    <a:pt x="11163" y="10356"/>
                  </a:lnTo>
                  <a:lnTo>
                    <a:pt x="11163" y="10306"/>
                  </a:lnTo>
                  <a:lnTo>
                    <a:pt x="11163" y="10256"/>
                  </a:lnTo>
                  <a:lnTo>
                    <a:pt x="11129" y="10172"/>
                  </a:lnTo>
                  <a:close/>
                  <a:moveTo>
                    <a:pt x="6254" y="10508"/>
                  </a:moveTo>
                  <a:lnTo>
                    <a:pt x="6204" y="10525"/>
                  </a:lnTo>
                  <a:lnTo>
                    <a:pt x="6120" y="10541"/>
                  </a:lnTo>
                  <a:lnTo>
                    <a:pt x="6204" y="10541"/>
                  </a:lnTo>
                  <a:lnTo>
                    <a:pt x="6254" y="10558"/>
                  </a:lnTo>
                  <a:lnTo>
                    <a:pt x="6288" y="10575"/>
                  </a:lnTo>
                  <a:lnTo>
                    <a:pt x="6338" y="10625"/>
                  </a:lnTo>
                  <a:lnTo>
                    <a:pt x="6355" y="10693"/>
                  </a:lnTo>
                  <a:lnTo>
                    <a:pt x="6355" y="10743"/>
                  </a:lnTo>
                  <a:lnTo>
                    <a:pt x="6388" y="10794"/>
                  </a:lnTo>
                  <a:lnTo>
                    <a:pt x="6422" y="10827"/>
                  </a:lnTo>
                  <a:lnTo>
                    <a:pt x="6473" y="10861"/>
                  </a:lnTo>
                  <a:lnTo>
                    <a:pt x="6523" y="10878"/>
                  </a:lnTo>
                  <a:lnTo>
                    <a:pt x="6573" y="10878"/>
                  </a:lnTo>
                  <a:lnTo>
                    <a:pt x="6657" y="10861"/>
                  </a:lnTo>
                  <a:lnTo>
                    <a:pt x="6573" y="10827"/>
                  </a:lnTo>
                  <a:lnTo>
                    <a:pt x="6489" y="10810"/>
                  </a:lnTo>
                  <a:lnTo>
                    <a:pt x="6439" y="10760"/>
                  </a:lnTo>
                  <a:lnTo>
                    <a:pt x="6422" y="10693"/>
                  </a:lnTo>
                  <a:lnTo>
                    <a:pt x="6422" y="10625"/>
                  </a:lnTo>
                  <a:lnTo>
                    <a:pt x="6388" y="10592"/>
                  </a:lnTo>
                  <a:lnTo>
                    <a:pt x="6355" y="10541"/>
                  </a:lnTo>
                  <a:lnTo>
                    <a:pt x="6304" y="10525"/>
                  </a:lnTo>
                  <a:lnTo>
                    <a:pt x="6254" y="10508"/>
                  </a:lnTo>
                  <a:close/>
                  <a:moveTo>
                    <a:pt x="2976" y="10861"/>
                  </a:moveTo>
                  <a:lnTo>
                    <a:pt x="2942" y="10945"/>
                  </a:lnTo>
                  <a:lnTo>
                    <a:pt x="2925" y="11029"/>
                  </a:lnTo>
                  <a:lnTo>
                    <a:pt x="2875" y="11079"/>
                  </a:lnTo>
                  <a:lnTo>
                    <a:pt x="2808" y="11096"/>
                  </a:lnTo>
                  <a:lnTo>
                    <a:pt x="2757" y="11113"/>
                  </a:lnTo>
                  <a:lnTo>
                    <a:pt x="2707" y="11130"/>
                  </a:lnTo>
                  <a:lnTo>
                    <a:pt x="2656" y="11163"/>
                  </a:lnTo>
                  <a:lnTo>
                    <a:pt x="2640" y="11214"/>
                  </a:lnTo>
                  <a:lnTo>
                    <a:pt x="2623" y="11264"/>
                  </a:lnTo>
                  <a:lnTo>
                    <a:pt x="2640" y="11315"/>
                  </a:lnTo>
                  <a:lnTo>
                    <a:pt x="2656" y="11399"/>
                  </a:lnTo>
                  <a:lnTo>
                    <a:pt x="2673" y="11315"/>
                  </a:lnTo>
                  <a:lnTo>
                    <a:pt x="2690" y="11231"/>
                  </a:lnTo>
                  <a:lnTo>
                    <a:pt x="2740" y="11197"/>
                  </a:lnTo>
                  <a:lnTo>
                    <a:pt x="2825" y="11163"/>
                  </a:lnTo>
                  <a:lnTo>
                    <a:pt x="2875" y="11163"/>
                  </a:lnTo>
                  <a:lnTo>
                    <a:pt x="2925" y="11147"/>
                  </a:lnTo>
                  <a:lnTo>
                    <a:pt x="2959" y="11096"/>
                  </a:lnTo>
                  <a:lnTo>
                    <a:pt x="2993" y="11046"/>
                  </a:lnTo>
                  <a:lnTo>
                    <a:pt x="2993" y="10995"/>
                  </a:lnTo>
                  <a:lnTo>
                    <a:pt x="2993" y="10945"/>
                  </a:lnTo>
                  <a:lnTo>
                    <a:pt x="2976" y="10861"/>
                  </a:lnTo>
                  <a:close/>
                  <a:moveTo>
                    <a:pt x="4607" y="11332"/>
                  </a:moveTo>
                  <a:lnTo>
                    <a:pt x="4556" y="11348"/>
                  </a:lnTo>
                  <a:lnTo>
                    <a:pt x="4522" y="11365"/>
                  </a:lnTo>
                  <a:lnTo>
                    <a:pt x="4489" y="11399"/>
                  </a:lnTo>
                  <a:lnTo>
                    <a:pt x="4438" y="11483"/>
                  </a:lnTo>
                  <a:lnTo>
                    <a:pt x="4506" y="11432"/>
                  </a:lnTo>
                  <a:lnTo>
                    <a:pt x="4573" y="11399"/>
                  </a:lnTo>
                  <a:lnTo>
                    <a:pt x="4657" y="11399"/>
                  </a:lnTo>
                  <a:lnTo>
                    <a:pt x="4707" y="11432"/>
                  </a:lnTo>
                  <a:lnTo>
                    <a:pt x="4758" y="11466"/>
                  </a:lnTo>
                  <a:lnTo>
                    <a:pt x="4808" y="11483"/>
                  </a:lnTo>
                  <a:lnTo>
                    <a:pt x="4859" y="11483"/>
                  </a:lnTo>
                  <a:lnTo>
                    <a:pt x="4909" y="11466"/>
                  </a:lnTo>
                  <a:lnTo>
                    <a:pt x="4960" y="11449"/>
                  </a:lnTo>
                  <a:lnTo>
                    <a:pt x="4993" y="11399"/>
                  </a:lnTo>
                  <a:lnTo>
                    <a:pt x="5044" y="11332"/>
                  </a:lnTo>
                  <a:lnTo>
                    <a:pt x="4960" y="11382"/>
                  </a:lnTo>
                  <a:lnTo>
                    <a:pt x="4926" y="11399"/>
                  </a:lnTo>
                  <a:lnTo>
                    <a:pt x="4892" y="11416"/>
                  </a:lnTo>
                  <a:lnTo>
                    <a:pt x="4825" y="11416"/>
                  </a:lnTo>
                  <a:lnTo>
                    <a:pt x="4758" y="11382"/>
                  </a:lnTo>
                  <a:lnTo>
                    <a:pt x="4724" y="11348"/>
                  </a:lnTo>
                  <a:lnTo>
                    <a:pt x="4674" y="11332"/>
                  </a:lnTo>
                  <a:close/>
                  <a:moveTo>
                    <a:pt x="9683" y="11130"/>
                  </a:moveTo>
                  <a:lnTo>
                    <a:pt x="9650" y="11147"/>
                  </a:lnTo>
                  <a:lnTo>
                    <a:pt x="9549" y="11163"/>
                  </a:lnTo>
                  <a:lnTo>
                    <a:pt x="9650" y="11180"/>
                  </a:lnTo>
                  <a:lnTo>
                    <a:pt x="9717" y="11197"/>
                  </a:lnTo>
                  <a:lnTo>
                    <a:pt x="9767" y="11247"/>
                  </a:lnTo>
                  <a:lnTo>
                    <a:pt x="9784" y="11315"/>
                  </a:lnTo>
                  <a:lnTo>
                    <a:pt x="9801" y="11365"/>
                  </a:lnTo>
                  <a:lnTo>
                    <a:pt x="9818" y="11416"/>
                  </a:lnTo>
                  <a:lnTo>
                    <a:pt x="9852" y="11466"/>
                  </a:lnTo>
                  <a:lnTo>
                    <a:pt x="9902" y="11483"/>
                  </a:lnTo>
                  <a:lnTo>
                    <a:pt x="9952" y="11500"/>
                  </a:lnTo>
                  <a:lnTo>
                    <a:pt x="10003" y="11500"/>
                  </a:lnTo>
                  <a:lnTo>
                    <a:pt x="10104" y="11483"/>
                  </a:lnTo>
                  <a:lnTo>
                    <a:pt x="10003" y="11466"/>
                  </a:lnTo>
                  <a:lnTo>
                    <a:pt x="9969" y="11449"/>
                  </a:lnTo>
                  <a:lnTo>
                    <a:pt x="9936" y="11432"/>
                  </a:lnTo>
                  <a:lnTo>
                    <a:pt x="9885" y="11382"/>
                  </a:lnTo>
                  <a:lnTo>
                    <a:pt x="9868" y="11315"/>
                  </a:lnTo>
                  <a:lnTo>
                    <a:pt x="9852" y="11247"/>
                  </a:lnTo>
                  <a:lnTo>
                    <a:pt x="9818" y="11180"/>
                  </a:lnTo>
                  <a:lnTo>
                    <a:pt x="9751" y="11147"/>
                  </a:lnTo>
                  <a:lnTo>
                    <a:pt x="9683" y="11130"/>
                  </a:lnTo>
                  <a:close/>
                  <a:moveTo>
                    <a:pt x="118" y="11802"/>
                  </a:moveTo>
                  <a:lnTo>
                    <a:pt x="34" y="11853"/>
                  </a:lnTo>
                  <a:lnTo>
                    <a:pt x="0" y="11869"/>
                  </a:lnTo>
                  <a:lnTo>
                    <a:pt x="0" y="11937"/>
                  </a:lnTo>
                  <a:lnTo>
                    <a:pt x="68" y="11869"/>
                  </a:lnTo>
                  <a:lnTo>
                    <a:pt x="118" y="11802"/>
                  </a:lnTo>
                  <a:close/>
                  <a:moveTo>
                    <a:pt x="7901" y="11668"/>
                  </a:moveTo>
                  <a:lnTo>
                    <a:pt x="7885" y="11752"/>
                  </a:lnTo>
                  <a:lnTo>
                    <a:pt x="7851" y="11836"/>
                  </a:lnTo>
                  <a:lnTo>
                    <a:pt x="7801" y="11886"/>
                  </a:lnTo>
                  <a:lnTo>
                    <a:pt x="7733" y="11903"/>
                  </a:lnTo>
                  <a:lnTo>
                    <a:pt x="7683" y="11920"/>
                  </a:lnTo>
                  <a:lnTo>
                    <a:pt x="7632" y="11937"/>
                  </a:lnTo>
                  <a:lnTo>
                    <a:pt x="7599" y="11970"/>
                  </a:lnTo>
                  <a:lnTo>
                    <a:pt x="7565" y="12021"/>
                  </a:lnTo>
                  <a:lnTo>
                    <a:pt x="7565" y="12071"/>
                  </a:lnTo>
                  <a:lnTo>
                    <a:pt x="7565" y="12122"/>
                  </a:lnTo>
                  <a:lnTo>
                    <a:pt x="7565" y="12172"/>
                  </a:lnTo>
                  <a:lnTo>
                    <a:pt x="7582" y="12206"/>
                  </a:lnTo>
                  <a:lnTo>
                    <a:pt x="7599" y="12122"/>
                  </a:lnTo>
                  <a:lnTo>
                    <a:pt x="7616" y="12088"/>
                  </a:lnTo>
                  <a:lnTo>
                    <a:pt x="7632" y="12038"/>
                  </a:lnTo>
                  <a:lnTo>
                    <a:pt x="7683" y="12004"/>
                  </a:lnTo>
                  <a:lnTo>
                    <a:pt x="7750" y="11970"/>
                  </a:lnTo>
                  <a:lnTo>
                    <a:pt x="7801" y="11970"/>
                  </a:lnTo>
                  <a:lnTo>
                    <a:pt x="7851" y="11954"/>
                  </a:lnTo>
                  <a:lnTo>
                    <a:pt x="7901" y="11903"/>
                  </a:lnTo>
                  <a:lnTo>
                    <a:pt x="7918" y="11853"/>
                  </a:lnTo>
                  <a:lnTo>
                    <a:pt x="7935" y="11802"/>
                  </a:lnTo>
                  <a:lnTo>
                    <a:pt x="7918" y="11752"/>
                  </a:lnTo>
                  <a:lnTo>
                    <a:pt x="7918" y="11718"/>
                  </a:lnTo>
                  <a:lnTo>
                    <a:pt x="7901" y="11668"/>
                  </a:lnTo>
                  <a:close/>
                  <a:moveTo>
                    <a:pt x="1177" y="11869"/>
                  </a:moveTo>
                  <a:lnTo>
                    <a:pt x="1076" y="11886"/>
                  </a:lnTo>
                  <a:lnTo>
                    <a:pt x="1177" y="11903"/>
                  </a:lnTo>
                  <a:lnTo>
                    <a:pt x="1244" y="11920"/>
                  </a:lnTo>
                  <a:lnTo>
                    <a:pt x="1295" y="11970"/>
                  </a:lnTo>
                  <a:lnTo>
                    <a:pt x="1312" y="12038"/>
                  </a:lnTo>
                  <a:lnTo>
                    <a:pt x="1328" y="12105"/>
                  </a:lnTo>
                  <a:lnTo>
                    <a:pt x="1345" y="12138"/>
                  </a:lnTo>
                  <a:lnTo>
                    <a:pt x="1379" y="12189"/>
                  </a:lnTo>
                  <a:lnTo>
                    <a:pt x="1429" y="12223"/>
                  </a:lnTo>
                  <a:lnTo>
                    <a:pt x="1530" y="12223"/>
                  </a:lnTo>
                  <a:lnTo>
                    <a:pt x="1614" y="12206"/>
                  </a:lnTo>
                  <a:lnTo>
                    <a:pt x="1530" y="12189"/>
                  </a:lnTo>
                  <a:lnTo>
                    <a:pt x="1446" y="12155"/>
                  </a:lnTo>
                  <a:lnTo>
                    <a:pt x="1412" y="12105"/>
                  </a:lnTo>
                  <a:lnTo>
                    <a:pt x="1396" y="12038"/>
                  </a:lnTo>
                  <a:lnTo>
                    <a:pt x="1379" y="11987"/>
                  </a:lnTo>
                  <a:lnTo>
                    <a:pt x="1362" y="11937"/>
                  </a:lnTo>
                  <a:lnTo>
                    <a:pt x="1312" y="11903"/>
                  </a:lnTo>
                  <a:lnTo>
                    <a:pt x="1261" y="11869"/>
                  </a:lnTo>
                  <a:close/>
                  <a:moveTo>
                    <a:pt x="11516" y="12273"/>
                  </a:moveTo>
                  <a:lnTo>
                    <a:pt x="11415" y="12290"/>
                  </a:lnTo>
                  <a:lnTo>
                    <a:pt x="11516" y="12307"/>
                  </a:lnTo>
                  <a:lnTo>
                    <a:pt x="11583" y="12340"/>
                  </a:lnTo>
                  <a:lnTo>
                    <a:pt x="11634" y="12374"/>
                  </a:lnTo>
                  <a:lnTo>
                    <a:pt x="11650" y="12458"/>
                  </a:lnTo>
                  <a:lnTo>
                    <a:pt x="11667" y="12508"/>
                  </a:lnTo>
                  <a:lnTo>
                    <a:pt x="11684" y="12559"/>
                  </a:lnTo>
                  <a:lnTo>
                    <a:pt x="11718" y="12592"/>
                  </a:lnTo>
                  <a:lnTo>
                    <a:pt x="11768" y="12626"/>
                  </a:lnTo>
                  <a:lnTo>
                    <a:pt x="11818" y="12643"/>
                  </a:lnTo>
                  <a:lnTo>
                    <a:pt x="11869" y="12626"/>
                  </a:lnTo>
                  <a:lnTo>
                    <a:pt x="11970" y="12609"/>
                  </a:lnTo>
                  <a:lnTo>
                    <a:pt x="11869" y="12592"/>
                  </a:lnTo>
                  <a:lnTo>
                    <a:pt x="11802" y="12576"/>
                  </a:lnTo>
                  <a:lnTo>
                    <a:pt x="11751" y="12525"/>
                  </a:lnTo>
                  <a:lnTo>
                    <a:pt x="11734" y="12458"/>
                  </a:lnTo>
                  <a:lnTo>
                    <a:pt x="11718" y="12391"/>
                  </a:lnTo>
                  <a:lnTo>
                    <a:pt x="11701" y="12340"/>
                  </a:lnTo>
                  <a:lnTo>
                    <a:pt x="11650" y="12307"/>
                  </a:lnTo>
                  <a:lnTo>
                    <a:pt x="11617" y="12273"/>
                  </a:lnTo>
                  <a:close/>
                  <a:moveTo>
                    <a:pt x="9852" y="12693"/>
                  </a:moveTo>
                  <a:lnTo>
                    <a:pt x="9852" y="12693"/>
                  </a:lnTo>
                  <a:lnTo>
                    <a:pt x="9852" y="12693"/>
                  </a:lnTo>
                  <a:close/>
                  <a:moveTo>
                    <a:pt x="2925" y="12676"/>
                  </a:moveTo>
                  <a:lnTo>
                    <a:pt x="2875" y="12693"/>
                  </a:lnTo>
                  <a:lnTo>
                    <a:pt x="2825" y="12727"/>
                  </a:lnTo>
                  <a:lnTo>
                    <a:pt x="2791" y="12760"/>
                  </a:lnTo>
                  <a:lnTo>
                    <a:pt x="2740" y="12845"/>
                  </a:lnTo>
                  <a:lnTo>
                    <a:pt x="2808" y="12777"/>
                  </a:lnTo>
                  <a:lnTo>
                    <a:pt x="2808" y="12794"/>
                  </a:lnTo>
                  <a:lnTo>
                    <a:pt x="2892" y="12744"/>
                  </a:lnTo>
                  <a:lnTo>
                    <a:pt x="2959" y="12744"/>
                  </a:lnTo>
                  <a:lnTo>
                    <a:pt x="3009" y="12777"/>
                  </a:lnTo>
                  <a:lnTo>
                    <a:pt x="3060" y="12811"/>
                  </a:lnTo>
                  <a:lnTo>
                    <a:pt x="3110" y="12845"/>
                  </a:lnTo>
                  <a:lnTo>
                    <a:pt x="3161" y="12845"/>
                  </a:lnTo>
                  <a:lnTo>
                    <a:pt x="3211" y="12828"/>
                  </a:lnTo>
                  <a:lnTo>
                    <a:pt x="3262" y="12794"/>
                  </a:lnTo>
                  <a:lnTo>
                    <a:pt x="3295" y="12760"/>
                  </a:lnTo>
                  <a:lnTo>
                    <a:pt x="3346" y="12693"/>
                  </a:lnTo>
                  <a:lnTo>
                    <a:pt x="3278" y="12744"/>
                  </a:lnTo>
                  <a:lnTo>
                    <a:pt x="3194" y="12777"/>
                  </a:lnTo>
                  <a:lnTo>
                    <a:pt x="3127" y="12777"/>
                  </a:lnTo>
                  <a:lnTo>
                    <a:pt x="3060" y="12727"/>
                  </a:lnTo>
                  <a:lnTo>
                    <a:pt x="3026" y="12693"/>
                  </a:lnTo>
                  <a:lnTo>
                    <a:pt x="2976" y="12676"/>
                  </a:lnTo>
                  <a:close/>
                  <a:moveTo>
                    <a:pt x="5884" y="12491"/>
                  </a:moveTo>
                  <a:lnTo>
                    <a:pt x="5783" y="12508"/>
                  </a:lnTo>
                  <a:lnTo>
                    <a:pt x="5884" y="12525"/>
                  </a:lnTo>
                  <a:lnTo>
                    <a:pt x="5951" y="12542"/>
                  </a:lnTo>
                  <a:lnTo>
                    <a:pt x="6002" y="12592"/>
                  </a:lnTo>
                  <a:lnTo>
                    <a:pt x="6019" y="12660"/>
                  </a:lnTo>
                  <a:lnTo>
                    <a:pt x="6035" y="12727"/>
                  </a:lnTo>
                  <a:lnTo>
                    <a:pt x="6052" y="12777"/>
                  </a:lnTo>
                  <a:lnTo>
                    <a:pt x="6086" y="12811"/>
                  </a:lnTo>
                  <a:lnTo>
                    <a:pt x="6136" y="12845"/>
                  </a:lnTo>
                  <a:lnTo>
                    <a:pt x="6237" y="12845"/>
                  </a:lnTo>
                  <a:lnTo>
                    <a:pt x="6338" y="12828"/>
                  </a:lnTo>
                  <a:lnTo>
                    <a:pt x="6237" y="12811"/>
                  </a:lnTo>
                  <a:lnTo>
                    <a:pt x="6170" y="12794"/>
                  </a:lnTo>
                  <a:lnTo>
                    <a:pt x="6120" y="12727"/>
                  </a:lnTo>
                  <a:lnTo>
                    <a:pt x="6103" y="12660"/>
                  </a:lnTo>
                  <a:lnTo>
                    <a:pt x="6086" y="12609"/>
                  </a:lnTo>
                  <a:lnTo>
                    <a:pt x="6069" y="12559"/>
                  </a:lnTo>
                  <a:lnTo>
                    <a:pt x="6035" y="12525"/>
                  </a:lnTo>
                  <a:lnTo>
                    <a:pt x="5985" y="12491"/>
                  </a:lnTo>
                  <a:close/>
                  <a:moveTo>
                    <a:pt x="9414" y="12676"/>
                  </a:moveTo>
                  <a:lnTo>
                    <a:pt x="9364" y="12693"/>
                  </a:lnTo>
                  <a:lnTo>
                    <a:pt x="9314" y="12727"/>
                  </a:lnTo>
                  <a:lnTo>
                    <a:pt x="9280" y="12760"/>
                  </a:lnTo>
                  <a:lnTo>
                    <a:pt x="9230" y="12845"/>
                  </a:lnTo>
                  <a:lnTo>
                    <a:pt x="9314" y="12794"/>
                  </a:lnTo>
                  <a:lnTo>
                    <a:pt x="9381" y="12744"/>
                  </a:lnTo>
                  <a:lnTo>
                    <a:pt x="9448" y="12744"/>
                  </a:lnTo>
                  <a:lnTo>
                    <a:pt x="9515" y="12777"/>
                  </a:lnTo>
                  <a:lnTo>
                    <a:pt x="9566" y="12811"/>
                  </a:lnTo>
                  <a:lnTo>
                    <a:pt x="9616" y="12845"/>
                  </a:lnTo>
                  <a:lnTo>
                    <a:pt x="9667" y="12845"/>
                  </a:lnTo>
                  <a:lnTo>
                    <a:pt x="9717" y="12828"/>
                  </a:lnTo>
                  <a:lnTo>
                    <a:pt x="9767" y="12794"/>
                  </a:lnTo>
                  <a:lnTo>
                    <a:pt x="9801" y="12760"/>
                  </a:lnTo>
                  <a:lnTo>
                    <a:pt x="9852" y="12693"/>
                  </a:lnTo>
                  <a:lnTo>
                    <a:pt x="9767" y="12744"/>
                  </a:lnTo>
                  <a:lnTo>
                    <a:pt x="9700" y="12777"/>
                  </a:lnTo>
                  <a:lnTo>
                    <a:pt x="9633" y="12777"/>
                  </a:lnTo>
                  <a:lnTo>
                    <a:pt x="9566" y="12727"/>
                  </a:lnTo>
                  <a:lnTo>
                    <a:pt x="9515" y="12693"/>
                  </a:lnTo>
                  <a:lnTo>
                    <a:pt x="9465" y="12676"/>
                  </a:lnTo>
                  <a:close/>
                  <a:moveTo>
                    <a:pt x="1883" y="13181"/>
                  </a:moveTo>
                  <a:lnTo>
                    <a:pt x="1866" y="13231"/>
                  </a:lnTo>
                  <a:lnTo>
                    <a:pt x="1883" y="13231"/>
                  </a:lnTo>
                  <a:lnTo>
                    <a:pt x="1883" y="13181"/>
                  </a:lnTo>
                  <a:close/>
                  <a:moveTo>
                    <a:pt x="4691" y="13063"/>
                  </a:moveTo>
                  <a:lnTo>
                    <a:pt x="4674" y="13147"/>
                  </a:lnTo>
                  <a:lnTo>
                    <a:pt x="4640" y="13231"/>
                  </a:lnTo>
                  <a:lnTo>
                    <a:pt x="4623" y="13265"/>
                  </a:lnTo>
                  <a:lnTo>
                    <a:pt x="4691" y="13265"/>
                  </a:lnTo>
                  <a:lnTo>
                    <a:pt x="4707" y="13214"/>
                  </a:lnTo>
                  <a:lnTo>
                    <a:pt x="4707" y="13147"/>
                  </a:lnTo>
                  <a:lnTo>
                    <a:pt x="4691" y="130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2" name="Google Shape;5912;p63"/>
            <p:cNvSpPr/>
            <p:nvPr/>
          </p:nvSpPr>
          <p:spPr>
            <a:xfrm>
              <a:off x="4298775" y="1087900"/>
              <a:ext cx="29850" cy="37450"/>
            </a:xfrm>
            <a:custGeom>
              <a:avLst/>
              <a:gdLst/>
              <a:ahLst/>
              <a:cxnLst/>
              <a:rect l="l" t="t" r="r" b="b"/>
              <a:pathLst>
                <a:path w="1194" h="1498" extrusionOk="0">
                  <a:moveTo>
                    <a:pt x="723" y="1"/>
                  </a:moveTo>
                  <a:lnTo>
                    <a:pt x="0" y="791"/>
                  </a:lnTo>
                  <a:lnTo>
                    <a:pt x="202" y="1447"/>
                  </a:lnTo>
                  <a:lnTo>
                    <a:pt x="891" y="1497"/>
                  </a:lnTo>
                  <a:lnTo>
                    <a:pt x="1194" y="858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3" name="Google Shape;5913;p63"/>
            <p:cNvSpPr/>
            <p:nvPr/>
          </p:nvSpPr>
          <p:spPr>
            <a:xfrm>
              <a:off x="4291200" y="1124050"/>
              <a:ext cx="47950" cy="255975"/>
            </a:xfrm>
            <a:custGeom>
              <a:avLst/>
              <a:gdLst/>
              <a:ahLst/>
              <a:cxnLst/>
              <a:rect l="l" t="t" r="r" b="b"/>
              <a:pathLst>
                <a:path w="1918" h="10239" extrusionOk="0">
                  <a:moveTo>
                    <a:pt x="505" y="1"/>
                  </a:moveTo>
                  <a:lnTo>
                    <a:pt x="1" y="7717"/>
                  </a:lnTo>
                  <a:lnTo>
                    <a:pt x="1110" y="10239"/>
                  </a:lnTo>
                  <a:lnTo>
                    <a:pt x="1917" y="7767"/>
                  </a:lnTo>
                  <a:lnTo>
                    <a:pt x="1194" y="51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4" name="Google Shape;5914;p63"/>
            <p:cNvSpPr/>
            <p:nvPr/>
          </p:nvSpPr>
          <p:spPr>
            <a:xfrm>
              <a:off x="4290350" y="971500"/>
              <a:ext cx="77775" cy="112225"/>
            </a:xfrm>
            <a:custGeom>
              <a:avLst/>
              <a:gdLst/>
              <a:ahLst/>
              <a:cxnLst/>
              <a:rect l="l" t="t" r="r" b="b"/>
              <a:pathLst>
                <a:path w="3111" h="4489" extrusionOk="0">
                  <a:moveTo>
                    <a:pt x="2590" y="0"/>
                  </a:moveTo>
                  <a:lnTo>
                    <a:pt x="2489" y="34"/>
                  </a:lnTo>
                  <a:lnTo>
                    <a:pt x="2354" y="118"/>
                  </a:lnTo>
                  <a:lnTo>
                    <a:pt x="1800" y="320"/>
                  </a:lnTo>
                  <a:lnTo>
                    <a:pt x="1" y="959"/>
                  </a:lnTo>
                  <a:lnTo>
                    <a:pt x="152" y="1362"/>
                  </a:lnTo>
                  <a:lnTo>
                    <a:pt x="270" y="1765"/>
                  </a:lnTo>
                  <a:lnTo>
                    <a:pt x="354" y="2186"/>
                  </a:lnTo>
                  <a:lnTo>
                    <a:pt x="438" y="2606"/>
                  </a:lnTo>
                  <a:lnTo>
                    <a:pt x="438" y="2774"/>
                  </a:lnTo>
                  <a:lnTo>
                    <a:pt x="438" y="2808"/>
                  </a:lnTo>
                  <a:lnTo>
                    <a:pt x="421" y="2976"/>
                  </a:lnTo>
                  <a:lnTo>
                    <a:pt x="438" y="3211"/>
                  </a:lnTo>
                  <a:lnTo>
                    <a:pt x="472" y="3463"/>
                  </a:lnTo>
                  <a:lnTo>
                    <a:pt x="522" y="3749"/>
                  </a:lnTo>
                  <a:lnTo>
                    <a:pt x="573" y="3884"/>
                  </a:lnTo>
                  <a:lnTo>
                    <a:pt x="606" y="4001"/>
                  </a:lnTo>
                  <a:lnTo>
                    <a:pt x="673" y="4136"/>
                  </a:lnTo>
                  <a:lnTo>
                    <a:pt x="741" y="4237"/>
                  </a:lnTo>
                  <a:lnTo>
                    <a:pt x="808" y="4321"/>
                  </a:lnTo>
                  <a:lnTo>
                    <a:pt x="892" y="4405"/>
                  </a:lnTo>
                  <a:lnTo>
                    <a:pt x="993" y="4455"/>
                  </a:lnTo>
                  <a:lnTo>
                    <a:pt x="1110" y="4489"/>
                  </a:lnTo>
                  <a:lnTo>
                    <a:pt x="1228" y="4489"/>
                  </a:lnTo>
                  <a:lnTo>
                    <a:pt x="1363" y="4472"/>
                  </a:lnTo>
                  <a:lnTo>
                    <a:pt x="1514" y="4422"/>
                  </a:lnTo>
                  <a:lnTo>
                    <a:pt x="1648" y="4354"/>
                  </a:lnTo>
                  <a:lnTo>
                    <a:pt x="1800" y="4270"/>
                  </a:lnTo>
                  <a:lnTo>
                    <a:pt x="1934" y="4153"/>
                  </a:lnTo>
                  <a:lnTo>
                    <a:pt x="2086" y="4035"/>
                  </a:lnTo>
                  <a:lnTo>
                    <a:pt x="2220" y="3917"/>
                  </a:lnTo>
                  <a:lnTo>
                    <a:pt x="2489" y="3615"/>
                  </a:lnTo>
                  <a:lnTo>
                    <a:pt x="2741" y="3295"/>
                  </a:lnTo>
                  <a:lnTo>
                    <a:pt x="2960" y="2976"/>
                  </a:lnTo>
                  <a:lnTo>
                    <a:pt x="3044" y="2808"/>
                  </a:lnTo>
                  <a:lnTo>
                    <a:pt x="3111" y="2640"/>
                  </a:lnTo>
                  <a:lnTo>
                    <a:pt x="3010" y="1984"/>
                  </a:lnTo>
                  <a:lnTo>
                    <a:pt x="2859" y="1328"/>
                  </a:lnTo>
                  <a:lnTo>
                    <a:pt x="2741" y="673"/>
                  </a:lnTo>
                  <a:lnTo>
                    <a:pt x="2691" y="337"/>
                  </a:lnTo>
                  <a:lnTo>
                    <a:pt x="2640" y="17"/>
                  </a:lnTo>
                  <a:lnTo>
                    <a:pt x="2640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5" name="Google Shape;5915;p63"/>
            <p:cNvSpPr/>
            <p:nvPr/>
          </p:nvSpPr>
          <p:spPr>
            <a:xfrm>
              <a:off x="4290350" y="971500"/>
              <a:ext cx="77775" cy="112225"/>
            </a:xfrm>
            <a:custGeom>
              <a:avLst/>
              <a:gdLst/>
              <a:ahLst/>
              <a:cxnLst/>
              <a:rect l="l" t="t" r="r" b="b"/>
              <a:pathLst>
                <a:path w="3111" h="4489" fill="none" extrusionOk="0">
                  <a:moveTo>
                    <a:pt x="1110" y="4489"/>
                  </a:moveTo>
                  <a:lnTo>
                    <a:pt x="1110" y="4489"/>
                  </a:lnTo>
                  <a:lnTo>
                    <a:pt x="1228" y="4489"/>
                  </a:lnTo>
                  <a:lnTo>
                    <a:pt x="1363" y="4472"/>
                  </a:lnTo>
                  <a:lnTo>
                    <a:pt x="1514" y="4422"/>
                  </a:lnTo>
                  <a:lnTo>
                    <a:pt x="1648" y="4354"/>
                  </a:lnTo>
                  <a:lnTo>
                    <a:pt x="1800" y="4270"/>
                  </a:lnTo>
                  <a:lnTo>
                    <a:pt x="1934" y="4153"/>
                  </a:lnTo>
                  <a:lnTo>
                    <a:pt x="2086" y="4035"/>
                  </a:lnTo>
                  <a:lnTo>
                    <a:pt x="2220" y="3917"/>
                  </a:lnTo>
                  <a:lnTo>
                    <a:pt x="2489" y="3615"/>
                  </a:lnTo>
                  <a:lnTo>
                    <a:pt x="2741" y="3295"/>
                  </a:lnTo>
                  <a:lnTo>
                    <a:pt x="2960" y="2976"/>
                  </a:lnTo>
                  <a:lnTo>
                    <a:pt x="3044" y="2808"/>
                  </a:lnTo>
                  <a:lnTo>
                    <a:pt x="3111" y="2640"/>
                  </a:lnTo>
                  <a:lnTo>
                    <a:pt x="3111" y="2640"/>
                  </a:lnTo>
                  <a:lnTo>
                    <a:pt x="3010" y="1984"/>
                  </a:lnTo>
                  <a:lnTo>
                    <a:pt x="2859" y="1328"/>
                  </a:lnTo>
                  <a:lnTo>
                    <a:pt x="2859" y="1328"/>
                  </a:lnTo>
                  <a:lnTo>
                    <a:pt x="2741" y="673"/>
                  </a:lnTo>
                  <a:lnTo>
                    <a:pt x="2691" y="337"/>
                  </a:lnTo>
                  <a:lnTo>
                    <a:pt x="2640" y="17"/>
                  </a:lnTo>
                  <a:lnTo>
                    <a:pt x="2640" y="17"/>
                  </a:lnTo>
                  <a:lnTo>
                    <a:pt x="2640" y="0"/>
                  </a:lnTo>
                  <a:lnTo>
                    <a:pt x="2590" y="0"/>
                  </a:lnTo>
                  <a:lnTo>
                    <a:pt x="2489" y="34"/>
                  </a:lnTo>
                  <a:lnTo>
                    <a:pt x="2354" y="118"/>
                  </a:lnTo>
                  <a:lnTo>
                    <a:pt x="1800" y="320"/>
                  </a:lnTo>
                  <a:lnTo>
                    <a:pt x="1" y="959"/>
                  </a:lnTo>
                  <a:lnTo>
                    <a:pt x="1" y="959"/>
                  </a:lnTo>
                  <a:lnTo>
                    <a:pt x="152" y="1362"/>
                  </a:lnTo>
                  <a:lnTo>
                    <a:pt x="270" y="1765"/>
                  </a:lnTo>
                  <a:lnTo>
                    <a:pt x="354" y="2186"/>
                  </a:lnTo>
                  <a:lnTo>
                    <a:pt x="438" y="2606"/>
                  </a:lnTo>
                  <a:lnTo>
                    <a:pt x="438" y="2606"/>
                  </a:lnTo>
                  <a:lnTo>
                    <a:pt x="438" y="2774"/>
                  </a:lnTo>
                  <a:lnTo>
                    <a:pt x="438" y="2774"/>
                  </a:lnTo>
                  <a:lnTo>
                    <a:pt x="438" y="2808"/>
                  </a:lnTo>
                  <a:lnTo>
                    <a:pt x="438" y="2808"/>
                  </a:lnTo>
                  <a:lnTo>
                    <a:pt x="421" y="2976"/>
                  </a:lnTo>
                  <a:lnTo>
                    <a:pt x="438" y="3211"/>
                  </a:lnTo>
                  <a:lnTo>
                    <a:pt x="472" y="3463"/>
                  </a:lnTo>
                  <a:lnTo>
                    <a:pt x="522" y="3749"/>
                  </a:lnTo>
                  <a:lnTo>
                    <a:pt x="573" y="3884"/>
                  </a:lnTo>
                  <a:lnTo>
                    <a:pt x="606" y="4001"/>
                  </a:lnTo>
                  <a:lnTo>
                    <a:pt x="673" y="4136"/>
                  </a:lnTo>
                  <a:lnTo>
                    <a:pt x="741" y="4237"/>
                  </a:lnTo>
                  <a:lnTo>
                    <a:pt x="808" y="4321"/>
                  </a:lnTo>
                  <a:lnTo>
                    <a:pt x="892" y="4405"/>
                  </a:lnTo>
                  <a:lnTo>
                    <a:pt x="993" y="4455"/>
                  </a:lnTo>
                  <a:lnTo>
                    <a:pt x="1110" y="448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6" name="Google Shape;5916;p63"/>
            <p:cNvSpPr/>
            <p:nvPr/>
          </p:nvSpPr>
          <p:spPr>
            <a:xfrm>
              <a:off x="4289950" y="976550"/>
              <a:ext cx="63050" cy="65150"/>
            </a:xfrm>
            <a:custGeom>
              <a:avLst/>
              <a:gdLst/>
              <a:ahLst/>
              <a:cxnLst/>
              <a:rect l="l" t="t" r="r" b="b"/>
              <a:pathLst>
                <a:path w="2522" h="2606" extrusionOk="0">
                  <a:moveTo>
                    <a:pt x="2522" y="0"/>
                  </a:moveTo>
                  <a:lnTo>
                    <a:pt x="1816" y="118"/>
                  </a:lnTo>
                  <a:lnTo>
                    <a:pt x="0" y="757"/>
                  </a:lnTo>
                  <a:lnTo>
                    <a:pt x="151" y="1160"/>
                  </a:lnTo>
                  <a:lnTo>
                    <a:pt x="269" y="1563"/>
                  </a:lnTo>
                  <a:lnTo>
                    <a:pt x="370" y="1967"/>
                  </a:lnTo>
                  <a:lnTo>
                    <a:pt x="437" y="2387"/>
                  </a:lnTo>
                  <a:lnTo>
                    <a:pt x="437" y="2572"/>
                  </a:lnTo>
                  <a:lnTo>
                    <a:pt x="437" y="2606"/>
                  </a:lnTo>
                  <a:lnTo>
                    <a:pt x="589" y="2606"/>
                  </a:lnTo>
                  <a:lnTo>
                    <a:pt x="723" y="2589"/>
                  </a:lnTo>
                  <a:lnTo>
                    <a:pt x="891" y="2555"/>
                  </a:lnTo>
                  <a:lnTo>
                    <a:pt x="1042" y="2522"/>
                  </a:lnTo>
                  <a:lnTo>
                    <a:pt x="1194" y="2471"/>
                  </a:lnTo>
                  <a:lnTo>
                    <a:pt x="1328" y="2404"/>
                  </a:lnTo>
                  <a:lnTo>
                    <a:pt x="1446" y="2337"/>
                  </a:lnTo>
                  <a:lnTo>
                    <a:pt x="1564" y="2270"/>
                  </a:lnTo>
                  <a:lnTo>
                    <a:pt x="1681" y="2185"/>
                  </a:lnTo>
                  <a:lnTo>
                    <a:pt x="1782" y="2085"/>
                  </a:lnTo>
                  <a:lnTo>
                    <a:pt x="1950" y="1883"/>
                  </a:lnTo>
                  <a:lnTo>
                    <a:pt x="2102" y="1664"/>
                  </a:lnTo>
                  <a:lnTo>
                    <a:pt x="2219" y="1446"/>
                  </a:lnTo>
                  <a:lnTo>
                    <a:pt x="2303" y="1210"/>
                  </a:lnTo>
                  <a:lnTo>
                    <a:pt x="2387" y="975"/>
                  </a:lnTo>
                  <a:lnTo>
                    <a:pt x="2438" y="757"/>
                  </a:lnTo>
                  <a:lnTo>
                    <a:pt x="2471" y="555"/>
                  </a:lnTo>
                  <a:lnTo>
                    <a:pt x="2505" y="370"/>
                  </a:lnTo>
                  <a:lnTo>
                    <a:pt x="2522" y="101"/>
                  </a:lnTo>
                  <a:lnTo>
                    <a:pt x="25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7" name="Google Shape;5917;p63"/>
            <p:cNvSpPr/>
            <p:nvPr/>
          </p:nvSpPr>
          <p:spPr>
            <a:xfrm>
              <a:off x="4289950" y="976550"/>
              <a:ext cx="63050" cy="65150"/>
            </a:xfrm>
            <a:custGeom>
              <a:avLst/>
              <a:gdLst/>
              <a:ahLst/>
              <a:cxnLst/>
              <a:rect l="l" t="t" r="r" b="b"/>
              <a:pathLst>
                <a:path w="2522" h="2606" fill="none" extrusionOk="0">
                  <a:moveTo>
                    <a:pt x="437" y="2572"/>
                  </a:moveTo>
                  <a:lnTo>
                    <a:pt x="437" y="2572"/>
                  </a:lnTo>
                  <a:lnTo>
                    <a:pt x="437" y="2606"/>
                  </a:lnTo>
                  <a:lnTo>
                    <a:pt x="437" y="2606"/>
                  </a:lnTo>
                  <a:lnTo>
                    <a:pt x="589" y="2606"/>
                  </a:lnTo>
                  <a:lnTo>
                    <a:pt x="723" y="2589"/>
                  </a:lnTo>
                  <a:lnTo>
                    <a:pt x="723" y="2589"/>
                  </a:lnTo>
                  <a:lnTo>
                    <a:pt x="891" y="2555"/>
                  </a:lnTo>
                  <a:lnTo>
                    <a:pt x="1042" y="2522"/>
                  </a:lnTo>
                  <a:lnTo>
                    <a:pt x="1194" y="2471"/>
                  </a:lnTo>
                  <a:lnTo>
                    <a:pt x="1328" y="2404"/>
                  </a:lnTo>
                  <a:lnTo>
                    <a:pt x="1446" y="2337"/>
                  </a:lnTo>
                  <a:lnTo>
                    <a:pt x="1564" y="2270"/>
                  </a:lnTo>
                  <a:lnTo>
                    <a:pt x="1681" y="2185"/>
                  </a:lnTo>
                  <a:lnTo>
                    <a:pt x="1782" y="2085"/>
                  </a:lnTo>
                  <a:lnTo>
                    <a:pt x="1950" y="1883"/>
                  </a:lnTo>
                  <a:lnTo>
                    <a:pt x="2102" y="1664"/>
                  </a:lnTo>
                  <a:lnTo>
                    <a:pt x="2219" y="1446"/>
                  </a:lnTo>
                  <a:lnTo>
                    <a:pt x="2303" y="1210"/>
                  </a:lnTo>
                  <a:lnTo>
                    <a:pt x="2387" y="975"/>
                  </a:lnTo>
                  <a:lnTo>
                    <a:pt x="2438" y="757"/>
                  </a:lnTo>
                  <a:lnTo>
                    <a:pt x="2471" y="555"/>
                  </a:lnTo>
                  <a:lnTo>
                    <a:pt x="2505" y="370"/>
                  </a:lnTo>
                  <a:lnTo>
                    <a:pt x="2522" y="101"/>
                  </a:lnTo>
                  <a:lnTo>
                    <a:pt x="2522" y="0"/>
                  </a:lnTo>
                  <a:lnTo>
                    <a:pt x="1816" y="118"/>
                  </a:lnTo>
                  <a:lnTo>
                    <a:pt x="0" y="757"/>
                  </a:lnTo>
                  <a:lnTo>
                    <a:pt x="0" y="757"/>
                  </a:lnTo>
                  <a:lnTo>
                    <a:pt x="151" y="1160"/>
                  </a:lnTo>
                  <a:lnTo>
                    <a:pt x="269" y="1563"/>
                  </a:lnTo>
                  <a:lnTo>
                    <a:pt x="370" y="1967"/>
                  </a:lnTo>
                  <a:lnTo>
                    <a:pt x="437" y="2387"/>
                  </a:lnTo>
                  <a:lnTo>
                    <a:pt x="437" y="2387"/>
                  </a:lnTo>
                  <a:lnTo>
                    <a:pt x="437" y="257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8" name="Google Shape;5918;p63"/>
            <p:cNvSpPr/>
            <p:nvPr/>
          </p:nvSpPr>
          <p:spPr>
            <a:xfrm>
              <a:off x="4251275" y="859275"/>
              <a:ext cx="118975" cy="166050"/>
            </a:xfrm>
            <a:custGeom>
              <a:avLst/>
              <a:gdLst/>
              <a:ahLst/>
              <a:cxnLst/>
              <a:rect l="l" t="t" r="r" b="b"/>
              <a:pathLst>
                <a:path w="4759" h="6642" extrusionOk="0">
                  <a:moveTo>
                    <a:pt x="2421" y="1"/>
                  </a:moveTo>
                  <a:lnTo>
                    <a:pt x="2152" y="18"/>
                  </a:lnTo>
                  <a:lnTo>
                    <a:pt x="1883" y="51"/>
                  </a:lnTo>
                  <a:lnTo>
                    <a:pt x="1631" y="118"/>
                  </a:lnTo>
                  <a:lnTo>
                    <a:pt x="1396" y="219"/>
                  </a:lnTo>
                  <a:lnTo>
                    <a:pt x="1177" y="354"/>
                  </a:lnTo>
                  <a:lnTo>
                    <a:pt x="1093" y="421"/>
                  </a:lnTo>
                  <a:lnTo>
                    <a:pt x="1026" y="488"/>
                  </a:lnTo>
                  <a:lnTo>
                    <a:pt x="875" y="690"/>
                  </a:lnTo>
                  <a:lnTo>
                    <a:pt x="740" y="959"/>
                  </a:lnTo>
                  <a:lnTo>
                    <a:pt x="606" y="1262"/>
                  </a:lnTo>
                  <a:lnTo>
                    <a:pt x="471" y="1598"/>
                  </a:lnTo>
                  <a:lnTo>
                    <a:pt x="354" y="1984"/>
                  </a:lnTo>
                  <a:lnTo>
                    <a:pt x="253" y="2371"/>
                  </a:lnTo>
                  <a:lnTo>
                    <a:pt x="169" y="2791"/>
                  </a:lnTo>
                  <a:lnTo>
                    <a:pt x="85" y="3212"/>
                  </a:lnTo>
                  <a:lnTo>
                    <a:pt x="34" y="3632"/>
                  </a:lnTo>
                  <a:lnTo>
                    <a:pt x="17" y="4052"/>
                  </a:lnTo>
                  <a:lnTo>
                    <a:pt x="1" y="4456"/>
                  </a:lnTo>
                  <a:lnTo>
                    <a:pt x="34" y="4826"/>
                  </a:lnTo>
                  <a:lnTo>
                    <a:pt x="85" y="5162"/>
                  </a:lnTo>
                  <a:lnTo>
                    <a:pt x="118" y="5313"/>
                  </a:lnTo>
                  <a:lnTo>
                    <a:pt x="169" y="5464"/>
                  </a:lnTo>
                  <a:lnTo>
                    <a:pt x="219" y="5599"/>
                  </a:lnTo>
                  <a:lnTo>
                    <a:pt x="286" y="5717"/>
                  </a:lnTo>
                  <a:lnTo>
                    <a:pt x="438" y="5918"/>
                  </a:lnTo>
                  <a:lnTo>
                    <a:pt x="606" y="6103"/>
                  </a:lnTo>
                  <a:lnTo>
                    <a:pt x="791" y="6271"/>
                  </a:lnTo>
                  <a:lnTo>
                    <a:pt x="976" y="6389"/>
                  </a:lnTo>
                  <a:lnTo>
                    <a:pt x="1194" y="6490"/>
                  </a:lnTo>
                  <a:lnTo>
                    <a:pt x="1413" y="6574"/>
                  </a:lnTo>
                  <a:lnTo>
                    <a:pt x="1648" y="6624"/>
                  </a:lnTo>
                  <a:lnTo>
                    <a:pt x="1883" y="6641"/>
                  </a:lnTo>
                  <a:lnTo>
                    <a:pt x="2119" y="6641"/>
                  </a:lnTo>
                  <a:lnTo>
                    <a:pt x="2354" y="6624"/>
                  </a:lnTo>
                  <a:lnTo>
                    <a:pt x="2589" y="6574"/>
                  </a:lnTo>
                  <a:lnTo>
                    <a:pt x="2825" y="6507"/>
                  </a:lnTo>
                  <a:lnTo>
                    <a:pt x="3060" y="6406"/>
                  </a:lnTo>
                  <a:lnTo>
                    <a:pt x="3279" y="6288"/>
                  </a:lnTo>
                  <a:lnTo>
                    <a:pt x="3480" y="6154"/>
                  </a:lnTo>
                  <a:lnTo>
                    <a:pt x="3682" y="6002"/>
                  </a:lnTo>
                  <a:lnTo>
                    <a:pt x="3817" y="5868"/>
                  </a:lnTo>
                  <a:lnTo>
                    <a:pt x="3934" y="5683"/>
                  </a:lnTo>
                  <a:lnTo>
                    <a:pt x="4069" y="5464"/>
                  </a:lnTo>
                  <a:lnTo>
                    <a:pt x="4170" y="5195"/>
                  </a:lnTo>
                  <a:lnTo>
                    <a:pt x="4287" y="4910"/>
                  </a:lnTo>
                  <a:lnTo>
                    <a:pt x="4388" y="4607"/>
                  </a:lnTo>
                  <a:lnTo>
                    <a:pt x="4472" y="4288"/>
                  </a:lnTo>
                  <a:lnTo>
                    <a:pt x="4556" y="3951"/>
                  </a:lnTo>
                  <a:lnTo>
                    <a:pt x="4624" y="3615"/>
                  </a:lnTo>
                  <a:lnTo>
                    <a:pt x="4674" y="3279"/>
                  </a:lnTo>
                  <a:lnTo>
                    <a:pt x="4724" y="2960"/>
                  </a:lnTo>
                  <a:lnTo>
                    <a:pt x="4758" y="2640"/>
                  </a:lnTo>
                  <a:lnTo>
                    <a:pt x="4758" y="2338"/>
                  </a:lnTo>
                  <a:lnTo>
                    <a:pt x="4758" y="2069"/>
                  </a:lnTo>
                  <a:lnTo>
                    <a:pt x="4741" y="1833"/>
                  </a:lnTo>
                  <a:lnTo>
                    <a:pt x="4691" y="1631"/>
                  </a:lnTo>
                  <a:lnTo>
                    <a:pt x="4607" y="1362"/>
                  </a:lnTo>
                  <a:lnTo>
                    <a:pt x="4472" y="1127"/>
                  </a:lnTo>
                  <a:lnTo>
                    <a:pt x="4321" y="909"/>
                  </a:lnTo>
                  <a:lnTo>
                    <a:pt x="4136" y="707"/>
                  </a:lnTo>
                  <a:lnTo>
                    <a:pt x="3934" y="539"/>
                  </a:lnTo>
                  <a:lnTo>
                    <a:pt x="3716" y="371"/>
                  </a:lnTo>
                  <a:lnTo>
                    <a:pt x="3464" y="253"/>
                  </a:lnTo>
                  <a:lnTo>
                    <a:pt x="3211" y="152"/>
                  </a:lnTo>
                  <a:lnTo>
                    <a:pt x="2959" y="68"/>
                  </a:lnTo>
                  <a:lnTo>
                    <a:pt x="2690" y="18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9" name="Google Shape;5919;p63"/>
            <p:cNvSpPr/>
            <p:nvPr/>
          </p:nvSpPr>
          <p:spPr>
            <a:xfrm>
              <a:off x="4251275" y="859275"/>
              <a:ext cx="118975" cy="166050"/>
            </a:xfrm>
            <a:custGeom>
              <a:avLst/>
              <a:gdLst/>
              <a:ahLst/>
              <a:cxnLst/>
              <a:rect l="l" t="t" r="r" b="b"/>
              <a:pathLst>
                <a:path w="4759" h="6642" fill="none" extrusionOk="0">
                  <a:moveTo>
                    <a:pt x="4691" y="1631"/>
                  </a:moveTo>
                  <a:lnTo>
                    <a:pt x="4691" y="1631"/>
                  </a:lnTo>
                  <a:lnTo>
                    <a:pt x="4741" y="1833"/>
                  </a:lnTo>
                  <a:lnTo>
                    <a:pt x="4758" y="2069"/>
                  </a:lnTo>
                  <a:lnTo>
                    <a:pt x="4758" y="2338"/>
                  </a:lnTo>
                  <a:lnTo>
                    <a:pt x="4758" y="2640"/>
                  </a:lnTo>
                  <a:lnTo>
                    <a:pt x="4724" y="2960"/>
                  </a:lnTo>
                  <a:lnTo>
                    <a:pt x="4674" y="3279"/>
                  </a:lnTo>
                  <a:lnTo>
                    <a:pt x="4624" y="3615"/>
                  </a:lnTo>
                  <a:lnTo>
                    <a:pt x="4556" y="3951"/>
                  </a:lnTo>
                  <a:lnTo>
                    <a:pt x="4472" y="4288"/>
                  </a:lnTo>
                  <a:lnTo>
                    <a:pt x="4388" y="4607"/>
                  </a:lnTo>
                  <a:lnTo>
                    <a:pt x="4287" y="4910"/>
                  </a:lnTo>
                  <a:lnTo>
                    <a:pt x="4170" y="5195"/>
                  </a:lnTo>
                  <a:lnTo>
                    <a:pt x="4069" y="5464"/>
                  </a:lnTo>
                  <a:lnTo>
                    <a:pt x="3934" y="5683"/>
                  </a:lnTo>
                  <a:lnTo>
                    <a:pt x="3817" y="5868"/>
                  </a:lnTo>
                  <a:lnTo>
                    <a:pt x="3682" y="6002"/>
                  </a:lnTo>
                  <a:lnTo>
                    <a:pt x="3682" y="6002"/>
                  </a:lnTo>
                  <a:lnTo>
                    <a:pt x="3480" y="6154"/>
                  </a:lnTo>
                  <a:lnTo>
                    <a:pt x="3279" y="6288"/>
                  </a:lnTo>
                  <a:lnTo>
                    <a:pt x="3060" y="6406"/>
                  </a:lnTo>
                  <a:lnTo>
                    <a:pt x="2825" y="6507"/>
                  </a:lnTo>
                  <a:lnTo>
                    <a:pt x="2589" y="6574"/>
                  </a:lnTo>
                  <a:lnTo>
                    <a:pt x="2354" y="6624"/>
                  </a:lnTo>
                  <a:lnTo>
                    <a:pt x="2119" y="6641"/>
                  </a:lnTo>
                  <a:lnTo>
                    <a:pt x="1883" y="6641"/>
                  </a:lnTo>
                  <a:lnTo>
                    <a:pt x="1648" y="6624"/>
                  </a:lnTo>
                  <a:lnTo>
                    <a:pt x="1413" y="6574"/>
                  </a:lnTo>
                  <a:lnTo>
                    <a:pt x="1194" y="6490"/>
                  </a:lnTo>
                  <a:lnTo>
                    <a:pt x="976" y="6389"/>
                  </a:lnTo>
                  <a:lnTo>
                    <a:pt x="791" y="6271"/>
                  </a:lnTo>
                  <a:lnTo>
                    <a:pt x="606" y="6103"/>
                  </a:lnTo>
                  <a:lnTo>
                    <a:pt x="438" y="5918"/>
                  </a:lnTo>
                  <a:lnTo>
                    <a:pt x="286" y="5717"/>
                  </a:lnTo>
                  <a:lnTo>
                    <a:pt x="286" y="5717"/>
                  </a:lnTo>
                  <a:lnTo>
                    <a:pt x="219" y="5599"/>
                  </a:lnTo>
                  <a:lnTo>
                    <a:pt x="169" y="5464"/>
                  </a:lnTo>
                  <a:lnTo>
                    <a:pt x="118" y="5313"/>
                  </a:lnTo>
                  <a:lnTo>
                    <a:pt x="85" y="5162"/>
                  </a:lnTo>
                  <a:lnTo>
                    <a:pt x="34" y="4826"/>
                  </a:lnTo>
                  <a:lnTo>
                    <a:pt x="1" y="4456"/>
                  </a:lnTo>
                  <a:lnTo>
                    <a:pt x="17" y="4052"/>
                  </a:lnTo>
                  <a:lnTo>
                    <a:pt x="34" y="3632"/>
                  </a:lnTo>
                  <a:lnTo>
                    <a:pt x="85" y="3212"/>
                  </a:lnTo>
                  <a:lnTo>
                    <a:pt x="169" y="2791"/>
                  </a:lnTo>
                  <a:lnTo>
                    <a:pt x="253" y="2371"/>
                  </a:lnTo>
                  <a:lnTo>
                    <a:pt x="354" y="1984"/>
                  </a:lnTo>
                  <a:lnTo>
                    <a:pt x="471" y="1598"/>
                  </a:lnTo>
                  <a:lnTo>
                    <a:pt x="606" y="1262"/>
                  </a:lnTo>
                  <a:lnTo>
                    <a:pt x="740" y="959"/>
                  </a:lnTo>
                  <a:lnTo>
                    <a:pt x="875" y="690"/>
                  </a:lnTo>
                  <a:lnTo>
                    <a:pt x="1026" y="488"/>
                  </a:lnTo>
                  <a:lnTo>
                    <a:pt x="1093" y="421"/>
                  </a:lnTo>
                  <a:lnTo>
                    <a:pt x="1177" y="354"/>
                  </a:lnTo>
                  <a:lnTo>
                    <a:pt x="1177" y="354"/>
                  </a:lnTo>
                  <a:lnTo>
                    <a:pt x="1396" y="219"/>
                  </a:lnTo>
                  <a:lnTo>
                    <a:pt x="1631" y="118"/>
                  </a:lnTo>
                  <a:lnTo>
                    <a:pt x="1883" y="51"/>
                  </a:lnTo>
                  <a:lnTo>
                    <a:pt x="2152" y="18"/>
                  </a:lnTo>
                  <a:lnTo>
                    <a:pt x="2421" y="1"/>
                  </a:lnTo>
                  <a:lnTo>
                    <a:pt x="2690" y="18"/>
                  </a:lnTo>
                  <a:lnTo>
                    <a:pt x="2959" y="68"/>
                  </a:lnTo>
                  <a:lnTo>
                    <a:pt x="3211" y="152"/>
                  </a:lnTo>
                  <a:lnTo>
                    <a:pt x="3464" y="253"/>
                  </a:lnTo>
                  <a:lnTo>
                    <a:pt x="3716" y="371"/>
                  </a:lnTo>
                  <a:lnTo>
                    <a:pt x="3934" y="539"/>
                  </a:lnTo>
                  <a:lnTo>
                    <a:pt x="4136" y="707"/>
                  </a:lnTo>
                  <a:lnTo>
                    <a:pt x="4321" y="909"/>
                  </a:lnTo>
                  <a:lnTo>
                    <a:pt x="4472" y="1127"/>
                  </a:lnTo>
                  <a:lnTo>
                    <a:pt x="4607" y="1362"/>
                  </a:lnTo>
                  <a:lnTo>
                    <a:pt x="4691" y="163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0" name="Google Shape;5920;p63"/>
            <p:cNvSpPr/>
            <p:nvPr/>
          </p:nvSpPr>
          <p:spPr>
            <a:xfrm>
              <a:off x="4290350" y="981150"/>
              <a:ext cx="68550" cy="44175"/>
            </a:xfrm>
            <a:custGeom>
              <a:avLst/>
              <a:gdLst/>
              <a:ahLst/>
              <a:cxnLst/>
              <a:rect l="l" t="t" r="r" b="b"/>
              <a:pathLst>
                <a:path w="2742" h="1767" extrusionOk="0">
                  <a:moveTo>
                    <a:pt x="2741" y="1"/>
                  </a:moveTo>
                  <a:lnTo>
                    <a:pt x="2708" y="85"/>
                  </a:lnTo>
                  <a:lnTo>
                    <a:pt x="2708" y="119"/>
                  </a:lnTo>
                  <a:lnTo>
                    <a:pt x="2741" y="1"/>
                  </a:lnTo>
                  <a:close/>
                  <a:moveTo>
                    <a:pt x="1" y="1733"/>
                  </a:moveTo>
                  <a:lnTo>
                    <a:pt x="169" y="1766"/>
                  </a:lnTo>
                  <a:lnTo>
                    <a:pt x="354" y="1766"/>
                  </a:lnTo>
                  <a:lnTo>
                    <a:pt x="169" y="1749"/>
                  </a:lnTo>
                  <a:lnTo>
                    <a:pt x="1" y="1733"/>
                  </a:lnTo>
                  <a:close/>
                </a:path>
              </a:pathLst>
            </a:custGeom>
            <a:solidFill>
              <a:srgbClr val="B0B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1" name="Google Shape;5921;p63"/>
            <p:cNvSpPr/>
            <p:nvPr/>
          </p:nvSpPr>
          <p:spPr>
            <a:xfrm>
              <a:off x="4282375" y="1021925"/>
              <a:ext cx="16825" cy="3400"/>
            </a:xfrm>
            <a:custGeom>
              <a:avLst/>
              <a:gdLst/>
              <a:ahLst/>
              <a:cxnLst/>
              <a:rect l="l" t="t" r="r" b="b"/>
              <a:pathLst>
                <a:path w="673" h="136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52" y="68"/>
                  </a:lnTo>
                  <a:lnTo>
                    <a:pt x="320" y="102"/>
                  </a:lnTo>
                  <a:lnTo>
                    <a:pt x="488" y="135"/>
                  </a:lnTo>
                  <a:lnTo>
                    <a:pt x="673" y="135"/>
                  </a:lnTo>
                  <a:lnTo>
                    <a:pt x="673" y="135"/>
                  </a:lnTo>
                  <a:lnTo>
                    <a:pt x="673" y="135"/>
                  </a:lnTo>
                  <a:lnTo>
                    <a:pt x="673" y="135"/>
                  </a:lnTo>
                  <a:lnTo>
                    <a:pt x="488" y="118"/>
                  </a:lnTo>
                  <a:lnTo>
                    <a:pt x="320" y="102"/>
                  </a:lnTo>
                  <a:lnTo>
                    <a:pt x="152" y="6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2" name="Google Shape;5922;p63"/>
            <p:cNvSpPr/>
            <p:nvPr/>
          </p:nvSpPr>
          <p:spPr>
            <a:xfrm>
              <a:off x="4358025" y="981150"/>
              <a:ext cx="875" cy="2975"/>
            </a:xfrm>
            <a:custGeom>
              <a:avLst/>
              <a:gdLst/>
              <a:ahLst/>
              <a:cxnLst/>
              <a:rect l="l" t="t" r="r" b="b"/>
              <a:pathLst>
                <a:path w="35" h="119" fill="none" extrusionOk="0">
                  <a:moveTo>
                    <a:pt x="34" y="1"/>
                  </a:moveTo>
                  <a:lnTo>
                    <a:pt x="34" y="1"/>
                  </a:lnTo>
                  <a:lnTo>
                    <a:pt x="1" y="85"/>
                  </a:lnTo>
                  <a:lnTo>
                    <a:pt x="1" y="85"/>
                  </a:lnTo>
                  <a:lnTo>
                    <a:pt x="1" y="119"/>
                  </a:lnTo>
                  <a:lnTo>
                    <a:pt x="1" y="119"/>
                  </a:lnTo>
                  <a:lnTo>
                    <a:pt x="1" y="119"/>
                  </a:lnTo>
                  <a:lnTo>
                    <a:pt x="1" y="119"/>
                  </a:lnTo>
                  <a:lnTo>
                    <a:pt x="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3" name="Google Shape;5923;p63"/>
            <p:cNvSpPr/>
            <p:nvPr/>
          </p:nvSpPr>
          <p:spPr>
            <a:xfrm>
              <a:off x="4348775" y="983275"/>
              <a:ext cx="9275" cy="19775"/>
            </a:xfrm>
            <a:custGeom>
              <a:avLst/>
              <a:gdLst/>
              <a:ahLst/>
              <a:cxnLst/>
              <a:rect l="l" t="t" r="r" b="b"/>
              <a:pathLst>
                <a:path w="371" h="791" extrusionOk="0">
                  <a:moveTo>
                    <a:pt x="371" y="0"/>
                  </a:moveTo>
                  <a:lnTo>
                    <a:pt x="202" y="420"/>
                  </a:lnTo>
                  <a:lnTo>
                    <a:pt x="118" y="588"/>
                  </a:lnTo>
                  <a:lnTo>
                    <a:pt x="17" y="757"/>
                  </a:lnTo>
                  <a:lnTo>
                    <a:pt x="1" y="790"/>
                  </a:lnTo>
                  <a:lnTo>
                    <a:pt x="118" y="622"/>
                  </a:lnTo>
                  <a:lnTo>
                    <a:pt x="219" y="437"/>
                  </a:lnTo>
                  <a:lnTo>
                    <a:pt x="303" y="235"/>
                  </a:lnTo>
                  <a:lnTo>
                    <a:pt x="371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885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4" name="Google Shape;5924;p63"/>
            <p:cNvSpPr/>
            <p:nvPr/>
          </p:nvSpPr>
          <p:spPr>
            <a:xfrm>
              <a:off x="4348775" y="983275"/>
              <a:ext cx="9275" cy="19775"/>
            </a:xfrm>
            <a:custGeom>
              <a:avLst/>
              <a:gdLst/>
              <a:ahLst/>
              <a:cxnLst/>
              <a:rect l="l" t="t" r="r" b="b"/>
              <a:pathLst>
                <a:path w="371" h="791" fill="none" extrusionOk="0">
                  <a:moveTo>
                    <a:pt x="371" y="0"/>
                  </a:moveTo>
                  <a:lnTo>
                    <a:pt x="371" y="0"/>
                  </a:lnTo>
                  <a:lnTo>
                    <a:pt x="202" y="420"/>
                  </a:lnTo>
                  <a:lnTo>
                    <a:pt x="118" y="588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" y="790"/>
                  </a:lnTo>
                  <a:lnTo>
                    <a:pt x="1" y="790"/>
                  </a:lnTo>
                  <a:lnTo>
                    <a:pt x="118" y="622"/>
                  </a:lnTo>
                  <a:lnTo>
                    <a:pt x="219" y="437"/>
                  </a:lnTo>
                  <a:lnTo>
                    <a:pt x="303" y="235"/>
                  </a:lnTo>
                  <a:lnTo>
                    <a:pt x="371" y="34"/>
                  </a:lnTo>
                  <a:lnTo>
                    <a:pt x="371" y="34"/>
                  </a:lnTo>
                  <a:lnTo>
                    <a:pt x="3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5" name="Google Shape;5925;p63"/>
            <p:cNvSpPr/>
            <p:nvPr/>
          </p:nvSpPr>
          <p:spPr>
            <a:xfrm>
              <a:off x="4299175" y="1002175"/>
              <a:ext cx="50050" cy="23550"/>
            </a:xfrm>
            <a:custGeom>
              <a:avLst/>
              <a:gdLst/>
              <a:ahLst/>
              <a:cxnLst/>
              <a:rect l="l" t="t" r="r" b="b"/>
              <a:pathLst>
                <a:path w="2002" h="942" extrusionOk="0">
                  <a:moveTo>
                    <a:pt x="2001" y="1"/>
                  </a:moveTo>
                  <a:lnTo>
                    <a:pt x="1884" y="169"/>
                  </a:lnTo>
                  <a:lnTo>
                    <a:pt x="1766" y="286"/>
                  </a:lnTo>
                  <a:lnTo>
                    <a:pt x="1618" y="407"/>
                  </a:lnTo>
                  <a:lnTo>
                    <a:pt x="1618" y="407"/>
                  </a:lnTo>
                  <a:lnTo>
                    <a:pt x="1800" y="286"/>
                  </a:lnTo>
                  <a:lnTo>
                    <a:pt x="1985" y="34"/>
                  </a:lnTo>
                  <a:lnTo>
                    <a:pt x="2001" y="1"/>
                  </a:lnTo>
                  <a:close/>
                  <a:moveTo>
                    <a:pt x="1618" y="407"/>
                  </a:moveTo>
                  <a:lnTo>
                    <a:pt x="1598" y="421"/>
                  </a:lnTo>
                  <a:lnTo>
                    <a:pt x="1549" y="456"/>
                  </a:lnTo>
                  <a:lnTo>
                    <a:pt x="1581" y="438"/>
                  </a:lnTo>
                  <a:lnTo>
                    <a:pt x="1618" y="407"/>
                  </a:lnTo>
                  <a:close/>
                  <a:moveTo>
                    <a:pt x="1549" y="456"/>
                  </a:moveTo>
                  <a:lnTo>
                    <a:pt x="1379" y="555"/>
                  </a:lnTo>
                  <a:lnTo>
                    <a:pt x="1178" y="673"/>
                  </a:lnTo>
                  <a:lnTo>
                    <a:pt x="959" y="757"/>
                  </a:lnTo>
                  <a:lnTo>
                    <a:pt x="741" y="841"/>
                  </a:lnTo>
                  <a:lnTo>
                    <a:pt x="522" y="892"/>
                  </a:lnTo>
                  <a:lnTo>
                    <a:pt x="304" y="925"/>
                  </a:lnTo>
                  <a:lnTo>
                    <a:pt x="539" y="892"/>
                  </a:lnTo>
                  <a:lnTo>
                    <a:pt x="757" y="841"/>
                  </a:lnTo>
                  <a:lnTo>
                    <a:pt x="976" y="757"/>
                  </a:lnTo>
                  <a:lnTo>
                    <a:pt x="1195" y="673"/>
                  </a:lnTo>
                  <a:lnTo>
                    <a:pt x="1413" y="555"/>
                  </a:lnTo>
                  <a:lnTo>
                    <a:pt x="1549" y="456"/>
                  </a:lnTo>
                  <a:close/>
                  <a:moveTo>
                    <a:pt x="1" y="925"/>
                  </a:moveTo>
                  <a:lnTo>
                    <a:pt x="85" y="942"/>
                  </a:lnTo>
                  <a:lnTo>
                    <a:pt x="304" y="9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6" name="Google Shape;5926;p63"/>
            <p:cNvSpPr/>
            <p:nvPr/>
          </p:nvSpPr>
          <p:spPr>
            <a:xfrm>
              <a:off x="4299175" y="1002175"/>
              <a:ext cx="50050" cy="23550"/>
            </a:xfrm>
            <a:custGeom>
              <a:avLst/>
              <a:gdLst/>
              <a:ahLst/>
              <a:cxnLst/>
              <a:rect l="l" t="t" r="r" b="b"/>
              <a:pathLst>
                <a:path w="2002" h="942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1884" y="169"/>
                  </a:lnTo>
                  <a:lnTo>
                    <a:pt x="1766" y="286"/>
                  </a:lnTo>
                  <a:lnTo>
                    <a:pt x="1766" y="286"/>
                  </a:lnTo>
                  <a:lnTo>
                    <a:pt x="1581" y="438"/>
                  </a:lnTo>
                  <a:lnTo>
                    <a:pt x="1379" y="555"/>
                  </a:lnTo>
                  <a:lnTo>
                    <a:pt x="1178" y="673"/>
                  </a:lnTo>
                  <a:lnTo>
                    <a:pt x="959" y="757"/>
                  </a:lnTo>
                  <a:lnTo>
                    <a:pt x="741" y="841"/>
                  </a:lnTo>
                  <a:lnTo>
                    <a:pt x="522" y="892"/>
                  </a:lnTo>
                  <a:lnTo>
                    <a:pt x="304" y="925"/>
                  </a:lnTo>
                  <a:lnTo>
                    <a:pt x="68" y="925"/>
                  </a:lnTo>
                  <a:lnTo>
                    <a:pt x="68" y="925"/>
                  </a:lnTo>
                  <a:lnTo>
                    <a:pt x="1" y="925"/>
                  </a:lnTo>
                  <a:lnTo>
                    <a:pt x="1" y="925"/>
                  </a:lnTo>
                  <a:lnTo>
                    <a:pt x="1" y="925"/>
                  </a:lnTo>
                  <a:lnTo>
                    <a:pt x="1" y="925"/>
                  </a:lnTo>
                  <a:lnTo>
                    <a:pt x="85" y="942"/>
                  </a:lnTo>
                  <a:lnTo>
                    <a:pt x="85" y="942"/>
                  </a:lnTo>
                  <a:lnTo>
                    <a:pt x="304" y="925"/>
                  </a:lnTo>
                  <a:lnTo>
                    <a:pt x="539" y="892"/>
                  </a:lnTo>
                  <a:lnTo>
                    <a:pt x="757" y="841"/>
                  </a:lnTo>
                  <a:lnTo>
                    <a:pt x="976" y="757"/>
                  </a:lnTo>
                  <a:lnTo>
                    <a:pt x="1195" y="673"/>
                  </a:lnTo>
                  <a:lnTo>
                    <a:pt x="1413" y="555"/>
                  </a:lnTo>
                  <a:lnTo>
                    <a:pt x="1598" y="421"/>
                  </a:lnTo>
                  <a:lnTo>
                    <a:pt x="1800" y="286"/>
                  </a:lnTo>
                  <a:lnTo>
                    <a:pt x="1800" y="286"/>
                  </a:lnTo>
                  <a:lnTo>
                    <a:pt x="1985" y="34"/>
                  </a:lnTo>
                  <a:lnTo>
                    <a:pt x="1985" y="34"/>
                  </a:lnTo>
                  <a:lnTo>
                    <a:pt x="200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7" name="Google Shape;5927;p63"/>
            <p:cNvSpPr/>
            <p:nvPr/>
          </p:nvSpPr>
          <p:spPr>
            <a:xfrm>
              <a:off x="4251700" y="942925"/>
              <a:ext cx="110975" cy="82400"/>
            </a:xfrm>
            <a:custGeom>
              <a:avLst/>
              <a:gdLst/>
              <a:ahLst/>
              <a:cxnLst/>
              <a:rect l="l" t="t" r="r" b="b"/>
              <a:pathLst>
                <a:path w="4439" h="3296" extrusionOk="0">
                  <a:moveTo>
                    <a:pt x="3917" y="0"/>
                  </a:moveTo>
                  <a:lnTo>
                    <a:pt x="3900" y="151"/>
                  </a:lnTo>
                  <a:lnTo>
                    <a:pt x="3867" y="286"/>
                  </a:lnTo>
                  <a:lnTo>
                    <a:pt x="3816" y="437"/>
                  </a:lnTo>
                  <a:lnTo>
                    <a:pt x="3766" y="572"/>
                  </a:lnTo>
                  <a:lnTo>
                    <a:pt x="3699" y="706"/>
                  </a:lnTo>
                  <a:lnTo>
                    <a:pt x="3632" y="841"/>
                  </a:lnTo>
                  <a:lnTo>
                    <a:pt x="3547" y="958"/>
                  </a:lnTo>
                  <a:lnTo>
                    <a:pt x="3447" y="1093"/>
                  </a:lnTo>
                  <a:lnTo>
                    <a:pt x="3379" y="1143"/>
                  </a:lnTo>
                  <a:lnTo>
                    <a:pt x="3295" y="1194"/>
                  </a:lnTo>
                  <a:lnTo>
                    <a:pt x="3127" y="1261"/>
                  </a:lnTo>
                  <a:lnTo>
                    <a:pt x="2942" y="1295"/>
                  </a:lnTo>
                  <a:lnTo>
                    <a:pt x="2757" y="1311"/>
                  </a:lnTo>
                  <a:lnTo>
                    <a:pt x="2556" y="1295"/>
                  </a:lnTo>
                  <a:lnTo>
                    <a:pt x="2387" y="1278"/>
                  </a:lnTo>
                  <a:lnTo>
                    <a:pt x="2236" y="1244"/>
                  </a:lnTo>
                  <a:lnTo>
                    <a:pt x="2119" y="1211"/>
                  </a:lnTo>
                  <a:lnTo>
                    <a:pt x="1917" y="1127"/>
                  </a:lnTo>
                  <a:lnTo>
                    <a:pt x="1665" y="1009"/>
                  </a:lnTo>
                  <a:lnTo>
                    <a:pt x="1530" y="958"/>
                  </a:lnTo>
                  <a:lnTo>
                    <a:pt x="1379" y="925"/>
                  </a:lnTo>
                  <a:lnTo>
                    <a:pt x="1211" y="891"/>
                  </a:lnTo>
                  <a:lnTo>
                    <a:pt x="1043" y="874"/>
                  </a:lnTo>
                  <a:lnTo>
                    <a:pt x="891" y="891"/>
                  </a:lnTo>
                  <a:lnTo>
                    <a:pt x="774" y="908"/>
                  </a:lnTo>
                  <a:lnTo>
                    <a:pt x="656" y="942"/>
                  </a:lnTo>
                  <a:lnTo>
                    <a:pt x="538" y="958"/>
                  </a:lnTo>
                  <a:lnTo>
                    <a:pt x="437" y="975"/>
                  </a:lnTo>
                  <a:lnTo>
                    <a:pt x="337" y="958"/>
                  </a:lnTo>
                  <a:lnTo>
                    <a:pt x="236" y="925"/>
                  </a:lnTo>
                  <a:lnTo>
                    <a:pt x="202" y="891"/>
                  </a:lnTo>
                  <a:lnTo>
                    <a:pt x="168" y="841"/>
                  </a:lnTo>
                  <a:lnTo>
                    <a:pt x="118" y="740"/>
                  </a:lnTo>
                  <a:lnTo>
                    <a:pt x="84" y="622"/>
                  </a:lnTo>
                  <a:lnTo>
                    <a:pt x="68" y="488"/>
                  </a:lnTo>
                  <a:lnTo>
                    <a:pt x="51" y="236"/>
                  </a:lnTo>
                  <a:lnTo>
                    <a:pt x="51" y="118"/>
                  </a:lnTo>
                  <a:lnTo>
                    <a:pt x="17" y="454"/>
                  </a:lnTo>
                  <a:lnTo>
                    <a:pt x="0" y="790"/>
                  </a:lnTo>
                  <a:lnTo>
                    <a:pt x="0" y="1110"/>
                  </a:lnTo>
                  <a:lnTo>
                    <a:pt x="17" y="1412"/>
                  </a:lnTo>
                  <a:lnTo>
                    <a:pt x="51" y="1698"/>
                  </a:lnTo>
                  <a:lnTo>
                    <a:pt x="101" y="1950"/>
                  </a:lnTo>
                  <a:lnTo>
                    <a:pt x="185" y="2186"/>
                  </a:lnTo>
                  <a:lnTo>
                    <a:pt x="286" y="2371"/>
                  </a:lnTo>
                  <a:lnTo>
                    <a:pt x="370" y="2522"/>
                  </a:lnTo>
                  <a:lnTo>
                    <a:pt x="471" y="2640"/>
                  </a:lnTo>
                  <a:lnTo>
                    <a:pt x="589" y="2757"/>
                  </a:lnTo>
                  <a:lnTo>
                    <a:pt x="706" y="2858"/>
                  </a:lnTo>
                  <a:lnTo>
                    <a:pt x="824" y="2959"/>
                  </a:lnTo>
                  <a:lnTo>
                    <a:pt x="959" y="3043"/>
                  </a:lnTo>
                  <a:lnTo>
                    <a:pt x="1093" y="3110"/>
                  </a:lnTo>
                  <a:lnTo>
                    <a:pt x="1228" y="3161"/>
                  </a:lnTo>
                  <a:lnTo>
                    <a:pt x="1379" y="3228"/>
                  </a:lnTo>
                  <a:lnTo>
                    <a:pt x="1547" y="3262"/>
                  </a:lnTo>
                  <a:lnTo>
                    <a:pt x="1715" y="3278"/>
                  </a:lnTo>
                  <a:lnTo>
                    <a:pt x="1900" y="3295"/>
                  </a:lnTo>
                  <a:lnTo>
                    <a:pt x="2203" y="3295"/>
                  </a:lnTo>
                  <a:lnTo>
                    <a:pt x="2421" y="3262"/>
                  </a:lnTo>
                  <a:lnTo>
                    <a:pt x="2640" y="3211"/>
                  </a:lnTo>
                  <a:lnTo>
                    <a:pt x="2858" y="3127"/>
                  </a:lnTo>
                  <a:lnTo>
                    <a:pt x="3077" y="3043"/>
                  </a:lnTo>
                  <a:lnTo>
                    <a:pt x="3278" y="2925"/>
                  </a:lnTo>
                  <a:lnTo>
                    <a:pt x="3480" y="2808"/>
                  </a:lnTo>
                  <a:lnTo>
                    <a:pt x="3665" y="2656"/>
                  </a:lnTo>
                  <a:lnTo>
                    <a:pt x="3783" y="2539"/>
                  </a:lnTo>
                  <a:lnTo>
                    <a:pt x="3900" y="2371"/>
                  </a:lnTo>
                  <a:lnTo>
                    <a:pt x="4001" y="2202"/>
                  </a:lnTo>
                  <a:lnTo>
                    <a:pt x="4085" y="2034"/>
                  </a:lnTo>
                  <a:lnTo>
                    <a:pt x="4254" y="1614"/>
                  </a:lnTo>
                  <a:lnTo>
                    <a:pt x="4287" y="1530"/>
                  </a:lnTo>
                  <a:lnTo>
                    <a:pt x="4338" y="1211"/>
                  </a:lnTo>
                  <a:lnTo>
                    <a:pt x="4371" y="874"/>
                  </a:lnTo>
                  <a:lnTo>
                    <a:pt x="4405" y="538"/>
                  </a:lnTo>
                  <a:lnTo>
                    <a:pt x="4438" y="219"/>
                  </a:lnTo>
                  <a:lnTo>
                    <a:pt x="4422" y="151"/>
                  </a:lnTo>
                  <a:lnTo>
                    <a:pt x="4388" y="101"/>
                  </a:lnTo>
                  <a:lnTo>
                    <a:pt x="4338" y="67"/>
                  </a:lnTo>
                  <a:lnTo>
                    <a:pt x="4287" y="34"/>
                  </a:lnTo>
                  <a:lnTo>
                    <a:pt x="4153" y="0"/>
                  </a:lnTo>
                  <a:close/>
                </a:path>
              </a:pathLst>
            </a:custGeom>
            <a:solidFill>
              <a:srgbClr val="B885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8" name="Google Shape;5928;p63"/>
            <p:cNvSpPr/>
            <p:nvPr/>
          </p:nvSpPr>
          <p:spPr>
            <a:xfrm>
              <a:off x="4251700" y="942925"/>
              <a:ext cx="110975" cy="82400"/>
            </a:xfrm>
            <a:custGeom>
              <a:avLst/>
              <a:gdLst/>
              <a:ahLst/>
              <a:cxnLst/>
              <a:rect l="l" t="t" r="r" b="b"/>
              <a:pathLst>
                <a:path w="4439" h="3296" fill="none" extrusionOk="0">
                  <a:moveTo>
                    <a:pt x="4018" y="0"/>
                  </a:moveTo>
                  <a:lnTo>
                    <a:pt x="4018" y="0"/>
                  </a:lnTo>
                  <a:lnTo>
                    <a:pt x="3917" y="0"/>
                  </a:lnTo>
                  <a:lnTo>
                    <a:pt x="3917" y="0"/>
                  </a:lnTo>
                  <a:lnTo>
                    <a:pt x="3900" y="151"/>
                  </a:lnTo>
                  <a:lnTo>
                    <a:pt x="3867" y="286"/>
                  </a:lnTo>
                  <a:lnTo>
                    <a:pt x="3816" y="437"/>
                  </a:lnTo>
                  <a:lnTo>
                    <a:pt x="3766" y="572"/>
                  </a:lnTo>
                  <a:lnTo>
                    <a:pt x="3699" y="706"/>
                  </a:lnTo>
                  <a:lnTo>
                    <a:pt x="3632" y="841"/>
                  </a:lnTo>
                  <a:lnTo>
                    <a:pt x="3547" y="958"/>
                  </a:lnTo>
                  <a:lnTo>
                    <a:pt x="3447" y="1093"/>
                  </a:lnTo>
                  <a:lnTo>
                    <a:pt x="3447" y="1093"/>
                  </a:lnTo>
                  <a:lnTo>
                    <a:pt x="3379" y="1143"/>
                  </a:lnTo>
                  <a:lnTo>
                    <a:pt x="3295" y="1194"/>
                  </a:lnTo>
                  <a:lnTo>
                    <a:pt x="3127" y="1261"/>
                  </a:lnTo>
                  <a:lnTo>
                    <a:pt x="2942" y="1295"/>
                  </a:lnTo>
                  <a:lnTo>
                    <a:pt x="2757" y="1311"/>
                  </a:lnTo>
                  <a:lnTo>
                    <a:pt x="2757" y="1311"/>
                  </a:lnTo>
                  <a:lnTo>
                    <a:pt x="2556" y="1295"/>
                  </a:lnTo>
                  <a:lnTo>
                    <a:pt x="2387" y="1278"/>
                  </a:lnTo>
                  <a:lnTo>
                    <a:pt x="2236" y="1244"/>
                  </a:lnTo>
                  <a:lnTo>
                    <a:pt x="2119" y="1211"/>
                  </a:lnTo>
                  <a:lnTo>
                    <a:pt x="2119" y="1211"/>
                  </a:lnTo>
                  <a:lnTo>
                    <a:pt x="1917" y="1127"/>
                  </a:lnTo>
                  <a:lnTo>
                    <a:pt x="1665" y="1009"/>
                  </a:lnTo>
                  <a:lnTo>
                    <a:pt x="1530" y="958"/>
                  </a:lnTo>
                  <a:lnTo>
                    <a:pt x="1379" y="925"/>
                  </a:lnTo>
                  <a:lnTo>
                    <a:pt x="1211" y="891"/>
                  </a:lnTo>
                  <a:lnTo>
                    <a:pt x="1043" y="874"/>
                  </a:lnTo>
                  <a:lnTo>
                    <a:pt x="1043" y="874"/>
                  </a:lnTo>
                  <a:lnTo>
                    <a:pt x="891" y="891"/>
                  </a:lnTo>
                  <a:lnTo>
                    <a:pt x="891" y="891"/>
                  </a:lnTo>
                  <a:lnTo>
                    <a:pt x="774" y="908"/>
                  </a:lnTo>
                  <a:lnTo>
                    <a:pt x="656" y="942"/>
                  </a:lnTo>
                  <a:lnTo>
                    <a:pt x="538" y="958"/>
                  </a:lnTo>
                  <a:lnTo>
                    <a:pt x="437" y="975"/>
                  </a:lnTo>
                  <a:lnTo>
                    <a:pt x="437" y="975"/>
                  </a:lnTo>
                  <a:lnTo>
                    <a:pt x="337" y="958"/>
                  </a:lnTo>
                  <a:lnTo>
                    <a:pt x="236" y="925"/>
                  </a:lnTo>
                  <a:lnTo>
                    <a:pt x="236" y="925"/>
                  </a:lnTo>
                  <a:lnTo>
                    <a:pt x="202" y="891"/>
                  </a:lnTo>
                  <a:lnTo>
                    <a:pt x="168" y="841"/>
                  </a:lnTo>
                  <a:lnTo>
                    <a:pt x="118" y="740"/>
                  </a:lnTo>
                  <a:lnTo>
                    <a:pt x="84" y="622"/>
                  </a:lnTo>
                  <a:lnTo>
                    <a:pt x="68" y="488"/>
                  </a:lnTo>
                  <a:lnTo>
                    <a:pt x="51" y="236"/>
                  </a:lnTo>
                  <a:lnTo>
                    <a:pt x="51" y="118"/>
                  </a:lnTo>
                  <a:lnTo>
                    <a:pt x="51" y="118"/>
                  </a:lnTo>
                  <a:lnTo>
                    <a:pt x="17" y="454"/>
                  </a:lnTo>
                  <a:lnTo>
                    <a:pt x="0" y="790"/>
                  </a:lnTo>
                  <a:lnTo>
                    <a:pt x="0" y="1110"/>
                  </a:lnTo>
                  <a:lnTo>
                    <a:pt x="17" y="1412"/>
                  </a:lnTo>
                  <a:lnTo>
                    <a:pt x="51" y="1698"/>
                  </a:lnTo>
                  <a:lnTo>
                    <a:pt x="101" y="1950"/>
                  </a:lnTo>
                  <a:lnTo>
                    <a:pt x="185" y="2186"/>
                  </a:lnTo>
                  <a:lnTo>
                    <a:pt x="286" y="2371"/>
                  </a:lnTo>
                  <a:lnTo>
                    <a:pt x="286" y="2371"/>
                  </a:lnTo>
                  <a:lnTo>
                    <a:pt x="370" y="2522"/>
                  </a:lnTo>
                  <a:lnTo>
                    <a:pt x="471" y="2640"/>
                  </a:lnTo>
                  <a:lnTo>
                    <a:pt x="589" y="2757"/>
                  </a:lnTo>
                  <a:lnTo>
                    <a:pt x="706" y="2858"/>
                  </a:lnTo>
                  <a:lnTo>
                    <a:pt x="824" y="2959"/>
                  </a:lnTo>
                  <a:lnTo>
                    <a:pt x="959" y="3043"/>
                  </a:lnTo>
                  <a:lnTo>
                    <a:pt x="1093" y="3110"/>
                  </a:lnTo>
                  <a:lnTo>
                    <a:pt x="1228" y="3161"/>
                  </a:lnTo>
                  <a:lnTo>
                    <a:pt x="1228" y="3161"/>
                  </a:lnTo>
                  <a:lnTo>
                    <a:pt x="1379" y="3228"/>
                  </a:lnTo>
                  <a:lnTo>
                    <a:pt x="1547" y="3262"/>
                  </a:lnTo>
                  <a:lnTo>
                    <a:pt x="1715" y="3278"/>
                  </a:lnTo>
                  <a:lnTo>
                    <a:pt x="1900" y="3295"/>
                  </a:lnTo>
                  <a:lnTo>
                    <a:pt x="1900" y="3295"/>
                  </a:lnTo>
                  <a:lnTo>
                    <a:pt x="1967" y="3295"/>
                  </a:lnTo>
                  <a:lnTo>
                    <a:pt x="1967" y="3295"/>
                  </a:lnTo>
                  <a:lnTo>
                    <a:pt x="2203" y="3295"/>
                  </a:lnTo>
                  <a:lnTo>
                    <a:pt x="2421" y="3262"/>
                  </a:lnTo>
                  <a:lnTo>
                    <a:pt x="2640" y="3211"/>
                  </a:lnTo>
                  <a:lnTo>
                    <a:pt x="2858" y="3127"/>
                  </a:lnTo>
                  <a:lnTo>
                    <a:pt x="3077" y="3043"/>
                  </a:lnTo>
                  <a:lnTo>
                    <a:pt x="3278" y="2925"/>
                  </a:lnTo>
                  <a:lnTo>
                    <a:pt x="3480" y="2808"/>
                  </a:lnTo>
                  <a:lnTo>
                    <a:pt x="3665" y="2656"/>
                  </a:lnTo>
                  <a:lnTo>
                    <a:pt x="3665" y="2656"/>
                  </a:lnTo>
                  <a:lnTo>
                    <a:pt x="3783" y="2539"/>
                  </a:lnTo>
                  <a:lnTo>
                    <a:pt x="3900" y="2371"/>
                  </a:lnTo>
                  <a:lnTo>
                    <a:pt x="3900" y="2371"/>
                  </a:lnTo>
                  <a:lnTo>
                    <a:pt x="4001" y="2202"/>
                  </a:lnTo>
                  <a:lnTo>
                    <a:pt x="4085" y="2034"/>
                  </a:lnTo>
                  <a:lnTo>
                    <a:pt x="4254" y="1614"/>
                  </a:lnTo>
                  <a:lnTo>
                    <a:pt x="4254" y="1614"/>
                  </a:lnTo>
                  <a:lnTo>
                    <a:pt x="4287" y="1530"/>
                  </a:lnTo>
                  <a:lnTo>
                    <a:pt x="4287" y="1530"/>
                  </a:lnTo>
                  <a:lnTo>
                    <a:pt x="4338" y="1211"/>
                  </a:lnTo>
                  <a:lnTo>
                    <a:pt x="4371" y="874"/>
                  </a:lnTo>
                  <a:lnTo>
                    <a:pt x="4405" y="538"/>
                  </a:lnTo>
                  <a:lnTo>
                    <a:pt x="4438" y="219"/>
                  </a:lnTo>
                  <a:lnTo>
                    <a:pt x="4438" y="219"/>
                  </a:lnTo>
                  <a:lnTo>
                    <a:pt x="4422" y="151"/>
                  </a:lnTo>
                  <a:lnTo>
                    <a:pt x="4388" y="101"/>
                  </a:lnTo>
                  <a:lnTo>
                    <a:pt x="4338" y="67"/>
                  </a:lnTo>
                  <a:lnTo>
                    <a:pt x="4287" y="34"/>
                  </a:lnTo>
                  <a:lnTo>
                    <a:pt x="4153" y="0"/>
                  </a:lnTo>
                  <a:lnTo>
                    <a:pt x="401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9" name="Google Shape;5929;p63"/>
            <p:cNvSpPr/>
            <p:nvPr/>
          </p:nvSpPr>
          <p:spPr>
            <a:xfrm>
              <a:off x="4293300" y="939975"/>
              <a:ext cx="3800" cy="13475"/>
            </a:xfrm>
            <a:custGeom>
              <a:avLst/>
              <a:gdLst/>
              <a:ahLst/>
              <a:cxnLst/>
              <a:rect l="l" t="t" r="r" b="b"/>
              <a:pathLst>
                <a:path w="152" h="539" extrusionOk="0">
                  <a:moveTo>
                    <a:pt x="51" y="0"/>
                  </a:moveTo>
                  <a:lnTo>
                    <a:pt x="17" y="15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17" y="387"/>
                  </a:lnTo>
                  <a:lnTo>
                    <a:pt x="34" y="454"/>
                  </a:lnTo>
                  <a:lnTo>
                    <a:pt x="85" y="505"/>
                  </a:lnTo>
                  <a:lnTo>
                    <a:pt x="152" y="538"/>
                  </a:lnTo>
                  <a:lnTo>
                    <a:pt x="101" y="488"/>
                  </a:lnTo>
                  <a:lnTo>
                    <a:pt x="68" y="438"/>
                  </a:lnTo>
                  <a:lnTo>
                    <a:pt x="51" y="370"/>
                  </a:lnTo>
                  <a:lnTo>
                    <a:pt x="34" y="303"/>
                  </a:lnTo>
                  <a:lnTo>
                    <a:pt x="34" y="169"/>
                  </a:lnTo>
                  <a:lnTo>
                    <a:pt x="68" y="34"/>
                  </a:lnTo>
                  <a:lnTo>
                    <a:pt x="51" y="0"/>
                  </a:lnTo>
                  <a:close/>
                  <a:moveTo>
                    <a:pt x="152" y="538"/>
                  </a:moveTo>
                  <a:lnTo>
                    <a:pt x="152" y="538"/>
                  </a:lnTo>
                  <a:lnTo>
                    <a:pt x="152" y="5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0" name="Google Shape;5930;p63"/>
            <p:cNvSpPr/>
            <p:nvPr/>
          </p:nvSpPr>
          <p:spPr>
            <a:xfrm>
              <a:off x="4293725" y="936200"/>
              <a:ext cx="10950" cy="15150"/>
            </a:xfrm>
            <a:custGeom>
              <a:avLst/>
              <a:gdLst/>
              <a:ahLst/>
              <a:cxnLst/>
              <a:rect l="l" t="t" r="r" b="b"/>
              <a:pathLst>
                <a:path w="438" h="606" extrusionOk="0">
                  <a:moveTo>
                    <a:pt x="202" y="0"/>
                  </a:moveTo>
                  <a:lnTo>
                    <a:pt x="169" y="17"/>
                  </a:lnTo>
                  <a:lnTo>
                    <a:pt x="118" y="34"/>
                  </a:lnTo>
                  <a:lnTo>
                    <a:pt x="84" y="67"/>
                  </a:lnTo>
                  <a:lnTo>
                    <a:pt x="34" y="168"/>
                  </a:lnTo>
                  <a:lnTo>
                    <a:pt x="0" y="269"/>
                  </a:lnTo>
                  <a:lnTo>
                    <a:pt x="0" y="387"/>
                  </a:lnTo>
                  <a:lnTo>
                    <a:pt x="17" y="488"/>
                  </a:lnTo>
                  <a:lnTo>
                    <a:pt x="34" y="521"/>
                  </a:lnTo>
                  <a:lnTo>
                    <a:pt x="68" y="572"/>
                  </a:lnTo>
                  <a:lnTo>
                    <a:pt x="118" y="589"/>
                  </a:lnTo>
                  <a:lnTo>
                    <a:pt x="169" y="605"/>
                  </a:lnTo>
                  <a:lnTo>
                    <a:pt x="219" y="605"/>
                  </a:lnTo>
                  <a:lnTo>
                    <a:pt x="253" y="589"/>
                  </a:lnTo>
                  <a:lnTo>
                    <a:pt x="303" y="572"/>
                  </a:lnTo>
                  <a:lnTo>
                    <a:pt x="337" y="538"/>
                  </a:lnTo>
                  <a:lnTo>
                    <a:pt x="404" y="454"/>
                  </a:lnTo>
                  <a:lnTo>
                    <a:pt x="438" y="336"/>
                  </a:lnTo>
                  <a:lnTo>
                    <a:pt x="438" y="219"/>
                  </a:lnTo>
                  <a:lnTo>
                    <a:pt x="404" y="118"/>
                  </a:lnTo>
                  <a:lnTo>
                    <a:pt x="387" y="84"/>
                  </a:lnTo>
                  <a:lnTo>
                    <a:pt x="353" y="51"/>
                  </a:lnTo>
                  <a:lnTo>
                    <a:pt x="303" y="17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1" name="Google Shape;5931;p63"/>
            <p:cNvSpPr/>
            <p:nvPr/>
          </p:nvSpPr>
          <p:spPr>
            <a:xfrm>
              <a:off x="4260950" y="936200"/>
              <a:ext cx="7150" cy="10950"/>
            </a:xfrm>
            <a:custGeom>
              <a:avLst/>
              <a:gdLst/>
              <a:ahLst/>
              <a:cxnLst/>
              <a:rect l="l" t="t" r="r" b="b"/>
              <a:pathLst>
                <a:path w="286" h="438" extrusionOk="0">
                  <a:moveTo>
                    <a:pt x="269" y="0"/>
                  </a:moveTo>
                  <a:lnTo>
                    <a:pt x="236" y="151"/>
                  </a:lnTo>
                  <a:lnTo>
                    <a:pt x="185" y="286"/>
                  </a:lnTo>
                  <a:lnTo>
                    <a:pt x="151" y="336"/>
                  </a:lnTo>
                  <a:lnTo>
                    <a:pt x="118" y="387"/>
                  </a:lnTo>
                  <a:lnTo>
                    <a:pt x="67" y="420"/>
                  </a:lnTo>
                  <a:lnTo>
                    <a:pt x="0" y="437"/>
                  </a:lnTo>
                  <a:lnTo>
                    <a:pt x="67" y="437"/>
                  </a:lnTo>
                  <a:lnTo>
                    <a:pt x="135" y="404"/>
                  </a:lnTo>
                  <a:lnTo>
                    <a:pt x="185" y="353"/>
                  </a:lnTo>
                  <a:lnTo>
                    <a:pt x="219" y="286"/>
                  </a:lnTo>
                  <a:lnTo>
                    <a:pt x="252" y="219"/>
                  </a:lnTo>
                  <a:lnTo>
                    <a:pt x="269" y="135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2" name="Google Shape;5932;p63"/>
            <p:cNvSpPr/>
            <p:nvPr/>
          </p:nvSpPr>
          <p:spPr>
            <a:xfrm>
              <a:off x="4257150" y="930300"/>
              <a:ext cx="10950" cy="15175"/>
            </a:xfrm>
            <a:custGeom>
              <a:avLst/>
              <a:gdLst/>
              <a:ahLst/>
              <a:cxnLst/>
              <a:rect l="l" t="t" r="r" b="b"/>
              <a:pathLst>
                <a:path w="438" h="607" extrusionOk="0">
                  <a:moveTo>
                    <a:pt x="203" y="1"/>
                  </a:moveTo>
                  <a:lnTo>
                    <a:pt x="169" y="18"/>
                  </a:lnTo>
                  <a:lnTo>
                    <a:pt x="119" y="51"/>
                  </a:lnTo>
                  <a:lnTo>
                    <a:pt x="51" y="135"/>
                  </a:lnTo>
                  <a:lnTo>
                    <a:pt x="18" y="236"/>
                  </a:lnTo>
                  <a:lnTo>
                    <a:pt x="1" y="354"/>
                  </a:lnTo>
                  <a:lnTo>
                    <a:pt x="18" y="472"/>
                  </a:lnTo>
                  <a:lnTo>
                    <a:pt x="35" y="505"/>
                  </a:lnTo>
                  <a:lnTo>
                    <a:pt x="68" y="556"/>
                  </a:lnTo>
                  <a:lnTo>
                    <a:pt x="102" y="589"/>
                  </a:lnTo>
                  <a:lnTo>
                    <a:pt x="152" y="606"/>
                  </a:lnTo>
                  <a:lnTo>
                    <a:pt x="253" y="606"/>
                  </a:lnTo>
                  <a:lnTo>
                    <a:pt x="287" y="589"/>
                  </a:lnTo>
                  <a:lnTo>
                    <a:pt x="337" y="556"/>
                  </a:lnTo>
                  <a:lnTo>
                    <a:pt x="388" y="472"/>
                  </a:lnTo>
                  <a:lnTo>
                    <a:pt x="438" y="354"/>
                  </a:lnTo>
                  <a:lnTo>
                    <a:pt x="438" y="236"/>
                  </a:lnTo>
                  <a:lnTo>
                    <a:pt x="438" y="135"/>
                  </a:lnTo>
                  <a:lnTo>
                    <a:pt x="421" y="85"/>
                  </a:lnTo>
                  <a:lnTo>
                    <a:pt x="388" y="51"/>
                  </a:lnTo>
                  <a:lnTo>
                    <a:pt x="354" y="18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3" name="Google Shape;5933;p63"/>
            <p:cNvSpPr/>
            <p:nvPr/>
          </p:nvSpPr>
          <p:spPr>
            <a:xfrm>
              <a:off x="4296675" y="918550"/>
              <a:ext cx="15575" cy="12200"/>
            </a:xfrm>
            <a:custGeom>
              <a:avLst/>
              <a:gdLst/>
              <a:ahLst/>
              <a:cxnLst/>
              <a:rect l="l" t="t" r="r" b="b"/>
              <a:pathLst>
                <a:path w="623" h="488" extrusionOk="0">
                  <a:moveTo>
                    <a:pt x="135" y="0"/>
                  </a:moveTo>
                  <a:lnTo>
                    <a:pt x="51" y="17"/>
                  </a:lnTo>
                  <a:lnTo>
                    <a:pt x="17" y="51"/>
                  </a:lnTo>
                  <a:lnTo>
                    <a:pt x="0" y="84"/>
                  </a:lnTo>
                  <a:lnTo>
                    <a:pt x="0" y="135"/>
                  </a:lnTo>
                  <a:lnTo>
                    <a:pt x="0" y="185"/>
                  </a:lnTo>
                  <a:lnTo>
                    <a:pt x="51" y="235"/>
                  </a:lnTo>
                  <a:lnTo>
                    <a:pt x="101" y="286"/>
                  </a:lnTo>
                  <a:lnTo>
                    <a:pt x="202" y="353"/>
                  </a:lnTo>
                  <a:lnTo>
                    <a:pt x="420" y="471"/>
                  </a:lnTo>
                  <a:lnTo>
                    <a:pt x="471" y="488"/>
                  </a:lnTo>
                  <a:lnTo>
                    <a:pt x="521" y="488"/>
                  </a:lnTo>
                  <a:lnTo>
                    <a:pt x="572" y="454"/>
                  </a:lnTo>
                  <a:lnTo>
                    <a:pt x="605" y="404"/>
                  </a:lnTo>
                  <a:lnTo>
                    <a:pt x="622" y="353"/>
                  </a:lnTo>
                  <a:lnTo>
                    <a:pt x="605" y="303"/>
                  </a:lnTo>
                  <a:lnTo>
                    <a:pt x="572" y="219"/>
                  </a:lnTo>
                  <a:lnTo>
                    <a:pt x="521" y="151"/>
                  </a:lnTo>
                  <a:lnTo>
                    <a:pt x="454" y="101"/>
                  </a:lnTo>
                  <a:lnTo>
                    <a:pt x="387" y="51"/>
                  </a:lnTo>
                  <a:lnTo>
                    <a:pt x="303" y="17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4" name="Google Shape;5934;p63"/>
            <p:cNvSpPr/>
            <p:nvPr/>
          </p:nvSpPr>
          <p:spPr>
            <a:xfrm>
              <a:off x="4257150" y="912650"/>
              <a:ext cx="16850" cy="8850"/>
            </a:xfrm>
            <a:custGeom>
              <a:avLst/>
              <a:gdLst/>
              <a:ahLst/>
              <a:cxnLst/>
              <a:rect l="l" t="t" r="r" b="b"/>
              <a:pathLst>
                <a:path w="674" h="354" extrusionOk="0">
                  <a:moveTo>
                    <a:pt x="270" y="1"/>
                  </a:moveTo>
                  <a:lnTo>
                    <a:pt x="186" y="34"/>
                  </a:lnTo>
                  <a:lnTo>
                    <a:pt x="119" y="68"/>
                  </a:lnTo>
                  <a:lnTo>
                    <a:pt x="35" y="118"/>
                  </a:lnTo>
                  <a:lnTo>
                    <a:pt x="18" y="169"/>
                  </a:lnTo>
                  <a:lnTo>
                    <a:pt x="1" y="219"/>
                  </a:lnTo>
                  <a:lnTo>
                    <a:pt x="18" y="270"/>
                  </a:lnTo>
                  <a:lnTo>
                    <a:pt x="51" y="320"/>
                  </a:lnTo>
                  <a:lnTo>
                    <a:pt x="85" y="354"/>
                  </a:lnTo>
                  <a:lnTo>
                    <a:pt x="135" y="354"/>
                  </a:lnTo>
                  <a:lnTo>
                    <a:pt x="388" y="337"/>
                  </a:lnTo>
                  <a:lnTo>
                    <a:pt x="522" y="337"/>
                  </a:lnTo>
                  <a:lnTo>
                    <a:pt x="589" y="303"/>
                  </a:lnTo>
                  <a:lnTo>
                    <a:pt x="640" y="270"/>
                  </a:lnTo>
                  <a:lnTo>
                    <a:pt x="673" y="236"/>
                  </a:lnTo>
                  <a:lnTo>
                    <a:pt x="673" y="203"/>
                  </a:lnTo>
                  <a:lnTo>
                    <a:pt x="673" y="152"/>
                  </a:lnTo>
                  <a:lnTo>
                    <a:pt x="657" y="118"/>
                  </a:lnTo>
                  <a:lnTo>
                    <a:pt x="606" y="51"/>
                  </a:lnTo>
                  <a:lnTo>
                    <a:pt x="522" y="1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5" name="Google Shape;5935;p63"/>
            <p:cNvSpPr/>
            <p:nvPr/>
          </p:nvSpPr>
          <p:spPr>
            <a:xfrm>
              <a:off x="4284050" y="983275"/>
              <a:ext cx="9700" cy="4625"/>
            </a:xfrm>
            <a:custGeom>
              <a:avLst/>
              <a:gdLst/>
              <a:ahLst/>
              <a:cxnLst/>
              <a:rect l="l" t="t" r="r" b="b"/>
              <a:pathLst>
                <a:path w="388" h="185" extrusionOk="0">
                  <a:moveTo>
                    <a:pt x="371" y="0"/>
                  </a:moveTo>
                  <a:lnTo>
                    <a:pt x="354" y="17"/>
                  </a:lnTo>
                  <a:lnTo>
                    <a:pt x="287" y="84"/>
                  </a:lnTo>
                  <a:lnTo>
                    <a:pt x="253" y="118"/>
                  </a:lnTo>
                  <a:lnTo>
                    <a:pt x="102" y="118"/>
                  </a:lnTo>
                  <a:lnTo>
                    <a:pt x="1" y="84"/>
                  </a:lnTo>
                  <a:lnTo>
                    <a:pt x="51" y="135"/>
                  </a:lnTo>
                  <a:lnTo>
                    <a:pt x="102" y="168"/>
                  </a:lnTo>
                  <a:lnTo>
                    <a:pt x="169" y="185"/>
                  </a:lnTo>
                  <a:lnTo>
                    <a:pt x="236" y="185"/>
                  </a:lnTo>
                  <a:lnTo>
                    <a:pt x="303" y="151"/>
                  </a:lnTo>
                  <a:lnTo>
                    <a:pt x="337" y="118"/>
                  </a:lnTo>
                  <a:lnTo>
                    <a:pt x="371" y="67"/>
                  </a:lnTo>
                  <a:lnTo>
                    <a:pt x="387" y="1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6" name="Google Shape;5936;p63"/>
            <p:cNvSpPr/>
            <p:nvPr/>
          </p:nvSpPr>
          <p:spPr>
            <a:xfrm>
              <a:off x="4263050" y="914350"/>
              <a:ext cx="26500" cy="59700"/>
            </a:xfrm>
            <a:custGeom>
              <a:avLst/>
              <a:gdLst/>
              <a:ahLst/>
              <a:cxnLst/>
              <a:rect l="l" t="t" r="r" b="b"/>
              <a:pathLst>
                <a:path w="1060" h="2388" extrusionOk="0">
                  <a:moveTo>
                    <a:pt x="605" y="0"/>
                  </a:moveTo>
                  <a:lnTo>
                    <a:pt x="589" y="17"/>
                  </a:lnTo>
                  <a:lnTo>
                    <a:pt x="404" y="471"/>
                  </a:lnTo>
                  <a:lnTo>
                    <a:pt x="252" y="941"/>
                  </a:lnTo>
                  <a:lnTo>
                    <a:pt x="101" y="1412"/>
                  </a:lnTo>
                  <a:lnTo>
                    <a:pt x="0" y="1883"/>
                  </a:lnTo>
                  <a:lnTo>
                    <a:pt x="0" y="1916"/>
                  </a:lnTo>
                  <a:lnTo>
                    <a:pt x="135" y="1916"/>
                  </a:lnTo>
                  <a:lnTo>
                    <a:pt x="320" y="1883"/>
                  </a:lnTo>
                  <a:lnTo>
                    <a:pt x="236" y="2270"/>
                  </a:lnTo>
                  <a:lnTo>
                    <a:pt x="236" y="2303"/>
                  </a:lnTo>
                  <a:lnTo>
                    <a:pt x="269" y="2320"/>
                  </a:lnTo>
                  <a:lnTo>
                    <a:pt x="353" y="2354"/>
                  </a:lnTo>
                  <a:lnTo>
                    <a:pt x="454" y="2387"/>
                  </a:lnTo>
                  <a:lnTo>
                    <a:pt x="572" y="2387"/>
                  </a:lnTo>
                  <a:lnTo>
                    <a:pt x="706" y="2370"/>
                  </a:lnTo>
                  <a:lnTo>
                    <a:pt x="841" y="2337"/>
                  </a:lnTo>
                  <a:lnTo>
                    <a:pt x="958" y="2270"/>
                  </a:lnTo>
                  <a:lnTo>
                    <a:pt x="1059" y="2185"/>
                  </a:lnTo>
                  <a:lnTo>
                    <a:pt x="1059" y="2169"/>
                  </a:lnTo>
                  <a:lnTo>
                    <a:pt x="1026" y="2169"/>
                  </a:lnTo>
                  <a:lnTo>
                    <a:pt x="874" y="2236"/>
                  </a:lnTo>
                  <a:lnTo>
                    <a:pt x="689" y="2270"/>
                  </a:lnTo>
                  <a:lnTo>
                    <a:pt x="521" y="2286"/>
                  </a:lnTo>
                  <a:lnTo>
                    <a:pt x="336" y="2253"/>
                  </a:lnTo>
                  <a:lnTo>
                    <a:pt x="404" y="2001"/>
                  </a:lnTo>
                  <a:lnTo>
                    <a:pt x="454" y="1748"/>
                  </a:lnTo>
                  <a:lnTo>
                    <a:pt x="303" y="1765"/>
                  </a:lnTo>
                  <a:lnTo>
                    <a:pt x="135" y="1782"/>
                  </a:lnTo>
                  <a:lnTo>
                    <a:pt x="252" y="1345"/>
                  </a:lnTo>
                  <a:lnTo>
                    <a:pt x="387" y="908"/>
                  </a:lnTo>
                  <a:lnTo>
                    <a:pt x="521" y="471"/>
                  </a:lnTo>
                  <a:lnTo>
                    <a:pt x="622" y="17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7" name="Google Shape;5937;p63"/>
            <p:cNvSpPr/>
            <p:nvPr/>
          </p:nvSpPr>
          <p:spPr>
            <a:xfrm>
              <a:off x="4268500" y="858850"/>
              <a:ext cx="102575" cy="101325"/>
            </a:xfrm>
            <a:custGeom>
              <a:avLst/>
              <a:gdLst/>
              <a:ahLst/>
              <a:cxnLst/>
              <a:rect l="l" t="t" r="r" b="b"/>
              <a:pathLst>
                <a:path w="4103" h="4053" extrusionOk="0">
                  <a:moveTo>
                    <a:pt x="1699" y="1"/>
                  </a:moveTo>
                  <a:lnTo>
                    <a:pt x="1430" y="18"/>
                  </a:lnTo>
                  <a:lnTo>
                    <a:pt x="1178" y="51"/>
                  </a:lnTo>
                  <a:lnTo>
                    <a:pt x="925" y="135"/>
                  </a:lnTo>
                  <a:lnTo>
                    <a:pt x="690" y="236"/>
                  </a:lnTo>
                  <a:lnTo>
                    <a:pt x="455" y="371"/>
                  </a:lnTo>
                  <a:lnTo>
                    <a:pt x="303" y="539"/>
                  </a:lnTo>
                  <a:lnTo>
                    <a:pt x="186" y="707"/>
                  </a:lnTo>
                  <a:lnTo>
                    <a:pt x="68" y="892"/>
                  </a:lnTo>
                  <a:lnTo>
                    <a:pt x="1" y="1094"/>
                  </a:lnTo>
                  <a:lnTo>
                    <a:pt x="34" y="1010"/>
                  </a:lnTo>
                  <a:lnTo>
                    <a:pt x="102" y="926"/>
                  </a:lnTo>
                  <a:lnTo>
                    <a:pt x="169" y="858"/>
                  </a:lnTo>
                  <a:lnTo>
                    <a:pt x="219" y="825"/>
                  </a:lnTo>
                  <a:lnTo>
                    <a:pt x="253" y="825"/>
                  </a:lnTo>
                  <a:lnTo>
                    <a:pt x="303" y="842"/>
                  </a:lnTo>
                  <a:lnTo>
                    <a:pt x="337" y="875"/>
                  </a:lnTo>
                  <a:lnTo>
                    <a:pt x="438" y="959"/>
                  </a:lnTo>
                  <a:lnTo>
                    <a:pt x="556" y="1077"/>
                  </a:lnTo>
                  <a:lnTo>
                    <a:pt x="623" y="1127"/>
                  </a:lnTo>
                  <a:lnTo>
                    <a:pt x="724" y="1161"/>
                  </a:lnTo>
                  <a:lnTo>
                    <a:pt x="791" y="1178"/>
                  </a:lnTo>
                  <a:lnTo>
                    <a:pt x="875" y="1195"/>
                  </a:lnTo>
                  <a:lnTo>
                    <a:pt x="1043" y="1195"/>
                  </a:lnTo>
                  <a:lnTo>
                    <a:pt x="1228" y="1178"/>
                  </a:lnTo>
                  <a:lnTo>
                    <a:pt x="1430" y="1144"/>
                  </a:lnTo>
                  <a:lnTo>
                    <a:pt x="1631" y="1110"/>
                  </a:lnTo>
                  <a:lnTo>
                    <a:pt x="1850" y="1094"/>
                  </a:lnTo>
                  <a:lnTo>
                    <a:pt x="2052" y="1094"/>
                  </a:lnTo>
                  <a:lnTo>
                    <a:pt x="2153" y="1110"/>
                  </a:lnTo>
                  <a:lnTo>
                    <a:pt x="2237" y="1144"/>
                  </a:lnTo>
                  <a:lnTo>
                    <a:pt x="2422" y="1228"/>
                  </a:lnTo>
                  <a:lnTo>
                    <a:pt x="2573" y="1346"/>
                  </a:lnTo>
                  <a:lnTo>
                    <a:pt x="2691" y="1480"/>
                  </a:lnTo>
                  <a:lnTo>
                    <a:pt x="2808" y="1665"/>
                  </a:lnTo>
                  <a:lnTo>
                    <a:pt x="2892" y="1884"/>
                  </a:lnTo>
                  <a:lnTo>
                    <a:pt x="2943" y="2136"/>
                  </a:lnTo>
                  <a:lnTo>
                    <a:pt x="2993" y="2422"/>
                  </a:lnTo>
                  <a:lnTo>
                    <a:pt x="3010" y="2741"/>
                  </a:lnTo>
                  <a:lnTo>
                    <a:pt x="3010" y="2909"/>
                  </a:lnTo>
                  <a:lnTo>
                    <a:pt x="3044" y="3061"/>
                  </a:lnTo>
                  <a:lnTo>
                    <a:pt x="3077" y="3229"/>
                  </a:lnTo>
                  <a:lnTo>
                    <a:pt x="3111" y="3380"/>
                  </a:lnTo>
                  <a:lnTo>
                    <a:pt x="3178" y="3514"/>
                  </a:lnTo>
                  <a:lnTo>
                    <a:pt x="3228" y="3649"/>
                  </a:lnTo>
                  <a:lnTo>
                    <a:pt x="3296" y="3750"/>
                  </a:lnTo>
                  <a:lnTo>
                    <a:pt x="3363" y="3851"/>
                  </a:lnTo>
                  <a:lnTo>
                    <a:pt x="3447" y="3935"/>
                  </a:lnTo>
                  <a:lnTo>
                    <a:pt x="3514" y="4002"/>
                  </a:lnTo>
                  <a:lnTo>
                    <a:pt x="3598" y="4036"/>
                  </a:lnTo>
                  <a:lnTo>
                    <a:pt x="3666" y="4052"/>
                  </a:lnTo>
                  <a:lnTo>
                    <a:pt x="3733" y="4052"/>
                  </a:lnTo>
                  <a:lnTo>
                    <a:pt x="3800" y="4019"/>
                  </a:lnTo>
                  <a:lnTo>
                    <a:pt x="3867" y="3952"/>
                  </a:lnTo>
                  <a:lnTo>
                    <a:pt x="3918" y="3868"/>
                  </a:lnTo>
                  <a:lnTo>
                    <a:pt x="3918" y="3817"/>
                  </a:lnTo>
                  <a:lnTo>
                    <a:pt x="3951" y="3750"/>
                  </a:lnTo>
                  <a:lnTo>
                    <a:pt x="4019" y="3430"/>
                  </a:lnTo>
                  <a:lnTo>
                    <a:pt x="4052" y="3111"/>
                  </a:lnTo>
                  <a:lnTo>
                    <a:pt x="4086" y="2808"/>
                  </a:lnTo>
                  <a:lnTo>
                    <a:pt x="4103" y="2523"/>
                  </a:lnTo>
                  <a:lnTo>
                    <a:pt x="4103" y="2237"/>
                  </a:lnTo>
                  <a:lnTo>
                    <a:pt x="4086" y="1985"/>
                  </a:lnTo>
                  <a:lnTo>
                    <a:pt x="4069" y="1766"/>
                  </a:lnTo>
                  <a:lnTo>
                    <a:pt x="4019" y="1581"/>
                  </a:lnTo>
                  <a:lnTo>
                    <a:pt x="3918" y="1312"/>
                  </a:lnTo>
                  <a:lnTo>
                    <a:pt x="3783" y="1077"/>
                  </a:lnTo>
                  <a:lnTo>
                    <a:pt x="3632" y="858"/>
                  </a:lnTo>
                  <a:lnTo>
                    <a:pt x="3430" y="673"/>
                  </a:lnTo>
                  <a:lnTo>
                    <a:pt x="3228" y="505"/>
                  </a:lnTo>
                  <a:lnTo>
                    <a:pt x="2993" y="354"/>
                  </a:lnTo>
                  <a:lnTo>
                    <a:pt x="2758" y="219"/>
                  </a:lnTo>
                  <a:lnTo>
                    <a:pt x="2506" y="135"/>
                  </a:lnTo>
                  <a:lnTo>
                    <a:pt x="2237" y="51"/>
                  </a:lnTo>
                  <a:lnTo>
                    <a:pt x="1968" y="18"/>
                  </a:lnTo>
                  <a:lnTo>
                    <a:pt x="16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8" name="Google Shape;5938;p63"/>
            <p:cNvSpPr/>
            <p:nvPr/>
          </p:nvSpPr>
          <p:spPr>
            <a:xfrm>
              <a:off x="4342900" y="942075"/>
              <a:ext cx="35325" cy="44150"/>
            </a:xfrm>
            <a:custGeom>
              <a:avLst/>
              <a:gdLst/>
              <a:ahLst/>
              <a:cxnLst/>
              <a:rect l="l" t="t" r="r" b="b"/>
              <a:pathLst>
                <a:path w="1413" h="1766" extrusionOk="0">
                  <a:moveTo>
                    <a:pt x="1009" y="1"/>
                  </a:moveTo>
                  <a:lnTo>
                    <a:pt x="925" y="34"/>
                  </a:lnTo>
                  <a:lnTo>
                    <a:pt x="841" y="68"/>
                  </a:lnTo>
                  <a:lnTo>
                    <a:pt x="740" y="135"/>
                  </a:lnTo>
                  <a:lnTo>
                    <a:pt x="572" y="253"/>
                  </a:lnTo>
                  <a:lnTo>
                    <a:pt x="421" y="404"/>
                  </a:lnTo>
                  <a:lnTo>
                    <a:pt x="303" y="539"/>
                  </a:lnTo>
                  <a:lnTo>
                    <a:pt x="185" y="673"/>
                  </a:lnTo>
                  <a:lnTo>
                    <a:pt x="0" y="1429"/>
                  </a:lnTo>
                  <a:lnTo>
                    <a:pt x="0" y="1463"/>
                  </a:lnTo>
                  <a:lnTo>
                    <a:pt x="51" y="1547"/>
                  </a:lnTo>
                  <a:lnTo>
                    <a:pt x="118" y="1614"/>
                  </a:lnTo>
                  <a:lnTo>
                    <a:pt x="185" y="1682"/>
                  </a:lnTo>
                  <a:lnTo>
                    <a:pt x="269" y="1732"/>
                  </a:lnTo>
                  <a:lnTo>
                    <a:pt x="353" y="1749"/>
                  </a:lnTo>
                  <a:lnTo>
                    <a:pt x="454" y="1766"/>
                  </a:lnTo>
                  <a:lnTo>
                    <a:pt x="538" y="1749"/>
                  </a:lnTo>
                  <a:lnTo>
                    <a:pt x="639" y="1732"/>
                  </a:lnTo>
                  <a:lnTo>
                    <a:pt x="740" y="1682"/>
                  </a:lnTo>
                  <a:lnTo>
                    <a:pt x="824" y="1614"/>
                  </a:lnTo>
                  <a:lnTo>
                    <a:pt x="908" y="1530"/>
                  </a:lnTo>
                  <a:lnTo>
                    <a:pt x="992" y="1429"/>
                  </a:lnTo>
                  <a:lnTo>
                    <a:pt x="1076" y="1312"/>
                  </a:lnTo>
                  <a:lnTo>
                    <a:pt x="1160" y="1194"/>
                  </a:lnTo>
                  <a:lnTo>
                    <a:pt x="1278" y="908"/>
                  </a:lnTo>
                  <a:lnTo>
                    <a:pt x="1328" y="774"/>
                  </a:lnTo>
                  <a:lnTo>
                    <a:pt x="1379" y="639"/>
                  </a:lnTo>
                  <a:lnTo>
                    <a:pt x="1396" y="505"/>
                  </a:lnTo>
                  <a:lnTo>
                    <a:pt x="1412" y="387"/>
                  </a:lnTo>
                  <a:lnTo>
                    <a:pt x="1396" y="270"/>
                  </a:lnTo>
                  <a:lnTo>
                    <a:pt x="1379" y="169"/>
                  </a:lnTo>
                  <a:lnTo>
                    <a:pt x="1328" y="101"/>
                  </a:lnTo>
                  <a:lnTo>
                    <a:pt x="1261" y="34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9" name="Google Shape;5939;p63"/>
            <p:cNvSpPr/>
            <p:nvPr/>
          </p:nvSpPr>
          <p:spPr>
            <a:xfrm>
              <a:off x="4349200" y="952175"/>
              <a:ext cx="21450" cy="27325"/>
            </a:xfrm>
            <a:custGeom>
              <a:avLst/>
              <a:gdLst/>
              <a:ahLst/>
              <a:cxnLst/>
              <a:rect l="l" t="t" r="r" b="b"/>
              <a:pathLst>
                <a:path w="858" h="1093" extrusionOk="0">
                  <a:moveTo>
                    <a:pt x="858" y="0"/>
                  </a:moveTo>
                  <a:lnTo>
                    <a:pt x="757" y="17"/>
                  </a:lnTo>
                  <a:lnTo>
                    <a:pt x="673" y="34"/>
                  </a:lnTo>
                  <a:lnTo>
                    <a:pt x="606" y="67"/>
                  </a:lnTo>
                  <a:lnTo>
                    <a:pt x="522" y="118"/>
                  </a:lnTo>
                  <a:lnTo>
                    <a:pt x="387" y="219"/>
                  </a:lnTo>
                  <a:lnTo>
                    <a:pt x="253" y="370"/>
                  </a:lnTo>
                  <a:lnTo>
                    <a:pt x="152" y="538"/>
                  </a:lnTo>
                  <a:lnTo>
                    <a:pt x="85" y="706"/>
                  </a:lnTo>
                  <a:lnTo>
                    <a:pt x="17" y="874"/>
                  </a:lnTo>
                  <a:lnTo>
                    <a:pt x="0" y="1042"/>
                  </a:lnTo>
                  <a:lnTo>
                    <a:pt x="0" y="1076"/>
                  </a:lnTo>
                  <a:lnTo>
                    <a:pt x="17" y="1093"/>
                  </a:lnTo>
                  <a:lnTo>
                    <a:pt x="34" y="1093"/>
                  </a:lnTo>
                  <a:lnTo>
                    <a:pt x="51" y="1076"/>
                  </a:lnTo>
                  <a:lnTo>
                    <a:pt x="135" y="941"/>
                  </a:lnTo>
                  <a:lnTo>
                    <a:pt x="236" y="807"/>
                  </a:lnTo>
                  <a:lnTo>
                    <a:pt x="303" y="757"/>
                  </a:lnTo>
                  <a:lnTo>
                    <a:pt x="387" y="706"/>
                  </a:lnTo>
                  <a:lnTo>
                    <a:pt x="471" y="706"/>
                  </a:lnTo>
                  <a:lnTo>
                    <a:pt x="572" y="723"/>
                  </a:lnTo>
                  <a:lnTo>
                    <a:pt x="572" y="706"/>
                  </a:lnTo>
                  <a:lnTo>
                    <a:pt x="555" y="689"/>
                  </a:lnTo>
                  <a:lnTo>
                    <a:pt x="505" y="656"/>
                  </a:lnTo>
                  <a:lnTo>
                    <a:pt x="454" y="639"/>
                  </a:lnTo>
                  <a:lnTo>
                    <a:pt x="354" y="639"/>
                  </a:lnTo>
                  <a:lnTo>
                    <a:pt x="303" y="656"/>
                  </a:lnTo>
                  <a:lnTo>
                    <a:pt x="253" y="689"/>
                  </a:lnTo>
                  <a:lnTo>
                    <a:pt x="202" y="723"/>
                  </a:lnTo>
                  <a:lnTo>
                    <a:pt x="169" y="757"/>
                  </a:lnTo>
                  <a:lnTo>
                    <a:pt x="219" y="639"/>
                  </a:lnTo>
                  <a:lnTo>
                    <a:pt x="286" y="521"/>
                  </a:lnTo>
                  <a:lnTo>
                    <a:pt x="354" y="420"/>
                  </a:lnTo>
                  <a:lnTo>
                    <a:pt x="438" y="319"/>
                  </a:lnTo>
                  <a:lnTo>
                    <a:pt x="522" y="219"/>
                  </a:lnTo>
                  <a:lnTo>
                    <a:pt x="622" y="135"/>
                  </a:lnTo>
                  <a:lnTo>
                    <a:pt x="740" y="67"/>
                  </a:lnTo>
                  <a:lnTo>
                    <a:pt x="858" y="17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0" name="Google Shape;5940;p63"/>
            <p:cNvSpPr/>
            <p:nvPr/>
          </p:nvSpPr>
          <p:spPr>
            <a:xfrm>
              <a:off x="4294150" y="1026975"/>
              <a:ext cx="86600" cy="93750"/>
            </a:xfrm>
            <a:custGeom>
              <a:avLst/>
              <a:gdLst/>
              <a:ahLst/>
              <a:cxnLst/>
              <a:rect l="l" t="t" r="r" b="b"/>
              <a:pathLst>
                <a:path w="3464" h="3750" extrusionOk="0">
                  <a:moveTo>
                    <a:pt x="2875" y="0"/>
                  </a:moveTo>
                  <a:lnTo>
                    <a:pt x="958" y="2068"/>
                  </a:lnTo>
                  <a:lnTo>
                    <a:pt x="286" y="505"/>
                  </a:lnTo>
                  <a:lnTo>
                    <a:pt x="0" y="975"/>
                  </a:lnTo>
                  <a:lnTo>
                    <a:pt x="0" y="3379"/>
                  </a:lnTo>
                  <a:lnTo>
                    <a:pt x="908" y="2388"/>
                  </a:lnTo>
                  <a:lnTo>
                    <a:pt x="1614" y="3732"/>
                  </a:lnTo>
                  <a:lnTo>
                    <a:pt x="1614" y="3749"/>
                  </a:lnTo>
                  <a:lnTo>
                    <a:pt x="1631" y="3732"/>
                  </a:lnTo>
                  <a:lnTo>
                    <a:pt x="1698" y="3648"/>
                  </a:lnTo>
                  <a:lnTo>
                    <a:pt x="1900" y="3312"/>
                  </a:lnTo>
                  <a:lnTo>
                    <a:pt x="2539" y="2236"/>
                  </a:lnTo>
                  <a:lnTo>
                    <a:pt x="3463" y="622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1" name="Google Shape;5941;p63"/>
            <p:cNvSpPr/>
            <p:nvPr/>
          </p:nvSpPr>
          <p:spPr>
            <a:xfrm>
              <a:off x="4292050" y="1042525"/>
              <a:ext cx="89525" cy="81125"/>
            </a:xfrm>
            <a:custGeom>
              <a:avLst/>
              <a:gdLst/>
              <a:ahLst/>
              <a:cxnLst/>
              <a:rect l="l" t="t" r="r" b="b"/>
              <a:pathLst>
                <a:path w="3581" h="3245" extrusionOk="0">
                  <a:moveTo>
                    <a:pt x="3564" y="0"/>
                  </a:moveTo>
                  <a:lnTo>
                    <a:pt x="3161" y="606"/>
                  </a:lnTo>
                  <a:lnTo>
                    <a:pt x="2606" y="1513"/>
                  </a:lnTo>
                  <a:lnTo>
                    <a:pt x="2051" y="2421"/>
                  </a:lnTo>
                  <a:lnTo>
                    <a:pt x="1698" y="3060"/>
                  </a:lnTo>
                  <a:lnTo>
                    <a:pt x="1379" y="2455"/>
                  </a:lnTo>
                  <a:lnTo>
                    <a:pt x="1160" y="2051"/>
                  </a:lnTo>
                  <a:lnTo>
                    <a:pt x="992" y="1766"/>
                  </a:lnTo>
                  <a:lnTo>
                    <a:pt x="858" y="1883"/>
                  </a:lnTo>
                  <a:lnTo>
                    <a:pt x="572" y="2169"/>
                  </a:lnTo>
                  <a:lnTo>
                    <a:pt x="135" y="2623"/>
                  </a:lnTo>
                  <a:lnTo>
                    <a:pt x="135" y="2169"/>
                  </a:lnTo>
                  <a:lnTo>
                    <a:pt x="135" y="1497"/>
                  </a:lnTo>
                  <a:lnTo>
                    <a:pt x="135" y="824"/>
                  </a:lnTo>
                  <a:lnTo>
                    <a:pt x="118" y="555"/>
                  </a:lnTo>
                  <a:lnTo>
                    <a:pt x="84" y="370"/>
                  </a:lnTo>
                  <a:lnTo>
                    <a:pt x="67" y="353"/>
                  </a:lnTo>
                  <a:lnTo>
                    <a:pt x="67" y="370"/>
                  </a:lnTo>
                  <a:lnTo>
                    <a:pt x="34" y="959"/>
                  </a:lnTo>
                  <a:lnTo>
                    <a:pt x="17" y="1564"/>
                  </a:lnTo>
                  <a:lnTo>
                    <a:pt x="0" y="2219"/>
                  </a:lnTo>
                  <a:lnTo>
                    <a:pt x="17" y="2875"/>
                  </a:lnTo>
                  <a:lnTo>
                    <a:pt x="67" y="2841"/>
                  </a:lnTo>
                  <a:lnTo>
                    <a:pt x="151" y="2757"/>
                  </a:lnTo>
                  <a:lnTo>
                    <a:pt x="454" y="2438"/>
                  </a:lnTo>
                  <a:lnTo>
                    <a:pt x="773" y="2068"/>
                  </a:lnTo>
                  <a:lnTo>
                    <a:pt x="975" y="1816"/>
                  </a:lnTo>
                  <a:lnTo>
                    <a:pt x="1143" y="2186"/>
                  </a:lnTo>
                  <a:lnTo>
                    <a:pt x="1328" y="2539"/>
                  </a:lnTo>
                  <a:lnTo>
                    <a:pt x="1513" y="2892"/>
                  </a:lnTo>
                  <a:lnTo>
                    <a:pt x="1715" y="3245"/>
                  </a:lnTo>
                  <a:lnTo>
                    <a:pt x="1984" y="2825"/>
                  </a:lnTo>
                  <a:lnTo>
                    <a:pt x="2555" y="1833"/>
                  </a:lnTo>
                  <a:lnTo>
                    <a:pt x="3194" y="757"/>
                  </a:lnTo>
                  <a:lnTo>
                    <a:pt x="3430" y="303"/>
                  </a:lnTo>
                  <a:lnTo>
                    <a:pt x="3581" y="17"/>
                  </a:lnTo>
                  <a:lnTo>
                    <a:pt x="35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2" name="Google Shape;5942;p63"/>
            <p:cNvSpPr/>
            <p:nvPr/>
          </p:nvSpPr>
          <p:spPr>
            <a:xfrm>
              <a:off x="4095775" y="1188350"/>
              <a:ext cx="34475" cy="32825"/>
            </a:xfrm>
            <a:custGeom>
              <a:avLst/>
              <a:gdLst/>
              <a:ahLst/>
              <a:cxnLst/>
              <a:rect l="l" t="t" r="r" b="b"/>
              <a:pathLst>
                <a:path w="1379" h="1313" extrusionOk="0">
                  <a:moveTo>
                    <a:pt x="791" y="1"/>
                  </a:moveTo>
                  <a:lnTo>
                    <a:pt x="690" y="18"/>
                  </a:lnTo>
                  <a:lnTo>
                    <a:pt x="589" y="51"/>
                  </a:lnTo>
                  <a:lnTo>
                    <a:pt x="488" y="102"/>
                  </a:lnTo>
                  <a:lnTo>
                    <a:pt x="404" y="152"/>
                  </a:lnTo>
                  <a:lnTo>
                    <a:pt x="337" y="236"/>
                  </a:lnTo>
                  <a:lnTo>
                    <a:pt x="269" y="303"/>
                  </a:lnTo>
                  <a:lnTo>
                    <a:pt x="152" y="472"/>
                  </a:lnTo>
                  <a:lnTo>
                    <a:pt x="68" y="640"/>
                  </a:lnTo>
                  <a:lnTo>
                    <a:pt x="0" y="791"/>
                  </a:lnTo>
                  <a:lnTo>
                    <a:pt x="1194" y="1312"/>
                  </a:lnTo>
                  <a:lnTo>
                    <a:pt x="1278" y="1161"/>
                  </a:lnTo>
                  <a:lnTo>
                    <a:pt x="1329" y="993"/>
                  </a:lnTo>
                  <a:lnTo>
                    <a:pt x="1379" y="791"/>
                  </a:lnTo>
                  <a:lnTo>
                    <a:pt x="1379" y="690"/>
                  </a:lnTo>
                  <a:lnTo>
                    <a:pt x="1379" y="589"/>
                  </a:lnTo>
                  <a:lnTo>
                    <a:pt x="1379" y="472"/>
                  </a:lnTo>
                  <a:lnTo>
                    <a:pt x="1345" y="371"/>
                  </a:lnTo>
                  <a:lnTo>
                    <a:pt x="1295" y="287"/>
                  </a:lnTo>
                  <a:lnTo>
                    <a:pt x="1228" y="203"/>
                  </a:lnTo>
                  <a:lnTo>
                    <a:pt x="1144" y="119"/>
                  </a:lnTo>
                  <a:lnTo>
                    <a:pt x="1026" y="51"/>
                  </a:lnTo>
                  <a:lnTo>
                    <a:pt x="908" y="18"/>
                  </a:lnTo>
                  <a:lnTo>
                    <a:pt x="7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3" name="Google Shape;5943;p63"/>
            <p:cNvSpPr/>
            <p:nvPr/>
          </p:nvSpPr>
          <p:spPr>
            <a:xfrm>
              <a:off x="4020125" y="1207275"/>
              <a:ext cx="106350" cy="209750"/>
            </a:xfrm>
            <a:custGeom>
              <a:avLst/>
              <a:gdLst/>
              <a:ahLst/>
              <a:cxnLst/>
              <a:rect l="l" t="t" r="r" b="b"/>
              <a:pathLst>
                <a:path w="4254" h="8390" extrusionOk="0">
                  <a:moveTo>
                    <a:pt x="0" y="6977"/>
                  </a:moveTo>
                  <a:lnTo>
                    <a:pt x="0" y="6994"/>
                  </a:lnTo>
                  <a:lnTo>
                    <a:pt x="1" y="6992"/>
                  </a:lnTo>
                  <a:lnTo>
                    <a:pt x="0" y="6977"/>
                  </a:lnTo>
                  <a:close/>
                  <a:moveTo>
                    <a:pt x="3043" y="0"/>
                  </a:moveTo>
                  <a:lnTo>
                    <a:pt x="1" y="6992"/>
                  </a:lnTo>
                  <a:lnTo>
                    <a:pt x="68" y="8036"/>
                  </a:lnTo>
                  <a:lnTo>
                    <a:pt x="101" y="8389"/>
                  </a:lnTo>
                  <a:lnTo>
                    <a:pt x="370" y="8171"/>
                  </a:lnTo>
                  <a:lnTo>
                    <a:pt x="1194" y="7498"/>
                  </a:lnTo>
                  <a:lnTo>
                    <a:pt x="4254" y="521"/>
                  </a:lnTo>
                  <a:lnTo>
                    <a:pt x="30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4" name="Google Shape;5944;p63"/>
            <p:cNvSpPr/>
            <p:nvPr/>
          </p:nvSpPr>
          <p:spPr>
            <a:xfrm>
              <a:off x="4021800" y="1408175"/>
              <a:ext cx="7600" cy="8850"/>
            </a:xfrm>
            <a:custGeom>
              <a:avLst/>
              <a:gdLst/>
              <a:ahLst/>
              <a:cxnLst/>
              <a:rect l="l" t="t" r="r" b="b"/>
              <a:pathLst>
                <a:path w="304" h="354" extrusionOk="0">
                  <a:moveTo>
                    <a:pt x="1" y="0"/>
                  </a:moveTo>
                  <a:lnTo>
                    <a:pt x="34" y="353"/>
                  </a:lnTo>
                  <a:lnTo>
                    <a:pt x="303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5" name="Google Shape;5945;p63"/>
            <p:cNvSpPr/>
            <p:nvPr/>
          </p:nvSpPr>
          <p:spPr>
            <a:xfrm>
              <a:off x="4091150" y="1205175"/>
              <a:ext cx="37850" cy="22300"/>
            </a:xfrm>
            <a:custGeom>
              <a:avLst/>
              <a:gdLst/>
              <a:ahLst/>
              <a:cxnLst/>
              <a:rect l="l" t="t" r="r" b="b"/>
              <a:pathLst>
                <a:path w="1514" h="892" extrusionOk="0">
                  <a:moveTo>
                    <a:pt x="118" y="0"/>
                  </a:moveTo>
                  <a:lnTo>
                    <a:pt x="1" y="269"/>
                  </a:lnTo>
                  <a:lnTo>
                    <a:pt x="1396" y="891"/>
                  </a:lnTo>
                  <a:lnTo>
                    <a:pt x="1514" y="60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6" name="Google Shape;5946;p63"/>
            <p:cNvSpPr/>
            <p:nvPr/>
          </p:nvSpPr>
          <p:spPr>
            <a:xfrm>
              <a:off x="4087800" y="1212725"/>
              <a:ext cx="38250" cy="21900"/>
            </a:xfrm>
            <a:custGeom>
              <a:avLst/>
              <a:gdLst/>
              <a:ahLst/>
              <a:cxnLst/>
              <a:rect l="l" t="t" r="r" b="b"/>
              <a:pathLst>
                <a:path w="1530" h="876" extrusionOk="0">
                  <a:moveTo>
                    <a:pt x="135" y="1"/>
                  </a:moveTo>
                  <a:lnTo>
                    <a:pt x="0" y="270"/>
                  </a:lnTo>
                  <a:lnTo>
                    <a:pt x="1412" y="875"/>
                  </a:lnTo>
                  <a:lnTo>
                    <a:pt x="1530" y="60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7" name="Google Shape;5947;p63"/>
            <p:cNvSpPr/>
            <p:nvPr/>
          </p:nvSpPr>
          <p:spPr>
            <a:xfrm>
              <a:off x="4090300" y="1229975"/>
              <a:ext cx="32400" cy="67675"/>
            </a:xfrm>
            <a:custGeom>
              <a:avLst/>
              <a:gdLst/>
              <a:ahLst/>
              <a:cxnLst/>
              <a:rect l="l" t="t" r="r" b="b"/>
              <a:pathLst>
                <a:path w="1296" h="2707" extrusionOk="0">
                  <a:moveTo>
                    <a:pt x="841" y="0"/>
                  </a:moveTo>
                  <a:lnTo>
                    <a:pt x="1" y="2639"/>
                  </a:lnTo>
                  <a:lnTo>
                    <a:pt x="169" y="2707"/>
                  </a:lnTo>
                  <a:lnTo>
                    <a:pt x="1295" y="202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8" name="Google Shape;5948;p63"/>
            <p:cNvSpPr/>
            <p:nvPr/>
          </p:nvSpPr>
          <p:spPr>
            <a:xfrm>
              <a:off x="4218075" y="1063525"/>
              <a:ext cx="270675" cy="341300"/>
            </a:xfrm>
            <a:custGeom>
              <a:avLst/>
              <a:gdLst/>
              <a:ahLst/>
              <a:cxnLst/>
              <a:rect l="l" t="t" r="r" b="b"/>
              <a:pathLst>
                <a:path w="10827" h="13652" extrusionOk="0">
                  <a:moveTo>
                    <a:pt x="6708" y="1"/>
                  </a:moveTo>
                  <a:lnTo>
                    <a:pt x="6641" y="18"/>
                  </a:lnTo>
                  <a:lnTo>
                    <a:pt x="6557" y="35"/>
                  </a:lnTo>
                  <a:lnTo>
                    <a:pt x="6489" y="68"/>
                  </a:lnTo>
                  <a:lnTo>
                    <a:pt x="6422" y="119"/>
                  </a:lnTo>
                  <a:lnTo>
                    <a:pt x="6372" y="186"/>
                  </a:lnTo>
                  <a:lnTo>
                    <a:pt x="6321" y="270"/>
                  </a:lnTo>
                  <a:lnTo>
                    <a:pt x="6271" y="371"/>
                  </a:lnTo>
                  <a:lnTo>
                    <a:pt x="6221" y="488"/>
                  </a:lnTo>
                  <a:lnTo>
                    <a:pt x="6187" y="623"/>
                  </a:lnTo>
                  <a:lnTo>
                    <a:pt x="6153" y="774"/>
                  </a:lnTo>
                  <a:lnTo>
                    <a:pt x="6103" y="1144"/>
                  </a:lnTo>
                  <a:lnTo>
                    <a:pt x="6086" y="1598"/>
                  </a:lnTo>
                  <a:lnTo>
                    <a:pt x="6103" y="2119"/>
                  </a:lnTo>
                  <a:lnTo>
                    <a:pt x="6153" y="3061"/>
                  </a:lnTo>
                  <a:lnTo>
                    <a:pt x="6237" y="4069"/>
                  </a:lnTo>
                  <a:lnTo>
                    <a:pt x="6405" y="6036"/>
                  </a:lnTo>
                  <a:lnTo>
                    <a:pt x="6489" y="6893"/>
                  </a:lnTo>
                  <a:lnTo>
                    <a:pt x="6523" y="7566"/>
                  </a:lnTo>
                  <a:lnTo>
                    <a:pt x="6540" y="8003"/>
                  </a:lnTo>
                  <a:lnTo>
                    <a:pt x="6523" y="8138"/>
                  </a:lnTo>
                  <a:lnTo>
                    <a:pt x="6523" y="8171"/>
                  </a:lnTo>
                  <a:lnTo>
                    <a:pt x="6506" y="8171"/>
                  </a:lnTo>
                  <a:lnTo>
                    <a:pt x="5800" y="8222"/>
                  </a:lnTo>
                  <a:lnTo>
                    <a:pt x="4237" y="8306"/>
                  </a:lnTo>
                  <a:lnTo>
                    <a:pt x="3329" y="8339"/>
                  </a:lnTo>
                  <a:lnTo>
                    <a:pt x="2455" y="8373"/>
                  </a:lnTo>
                  <a:lnTo>
                    <a:pt x="1698" y="8373"/>
                  </a:lnTo>
                  <a:lnTo>
                    <a:pt x="1379" y="8356"/>
                  </a:lnTo>
                  <a:lnTo>
                    <a:pt x="1110" y="8339"/>
                  </a:lnTo>
                  <a:lnTo>
                    <a:pt x="1043" y="8356"/>
                  </a:lnTo>
                  <a:lnTo>
                    <a:pt x="975" y="8390"/>
                  </a:lnTo>
                  <a:lnTo>
                    <a:pt x="908" y="8457"/>
                  </a:lnTo>
                  <a:lnTo>
                    <a:pt x="841" y="8558"/>
                  </a:lnTo>
                  <a:lnTo>
                    <a:pt x="791" y="8675"/>
                  </a:lnTo>
                  <a:lnTo>
                    <a:pt x="723" y="8810"/>
                  </a:lnTo>
                  <a:lnTo>
                    <a:pt x="589" y="9129"/>
                  </a:lnTo>
                  <a:lnTo>
                    <a:pt x="471" y="9533"/>
                  </a:lnTo>
                  <a:lnTo>
                    <a:pt x="353" y="9970"/>
                  </a:lnTo>
                  <a:lnTo>
                    <a:pt x="253" y="10441"/>
                  </a:lnTo>
                  <a:lnTo>
                    <a:pt x="169" y="10945"/>
                  </a:lnTo>
                  <a:lnTo>
                    <a:pt x="101" y="11432"/>
                  </a:lnTo>
                  <a:lnTo>
                    <a:pt x="34" y="11903"/>
                  </a:lnTo>
                  <a:lnTo>
                    <a:pt x="0" y="12357"/>
                  </a:lnTo>
                  <a:lnTo>
                    <a:pt x="0" y="12761"/>
                  </a:lnTo>
                  <a:lnTo>
                    <a:pt x="17" y="13097"/>
                  </a:lnTo>
                  <a:lnTo>
                    <a:pt x="34" y="13248"/>
                  </a:lnTo>
                  <a:lnTo>
                    <a:pt x="51" y="13366"/>
                  </a:lnTo>
                  <a:lnTo>
                    <a:pt x="85" y="13467"/>
                  </a:lnTo>
                  <a:lnTo>
                    <a:pt x="118" y="13534"/>
                  </a:lnTo>
                  <a:lnTo>
                    <a:pt x="169" y="13584"/>
                  </a:lnTo>
                  <a:lnTo>
                    <a:pt x="236" y="13601"/>
                  </a:lnTo>
                  <a:lnTo>
                    <a:pt x="1648" y="13635"/>
                  </a:lnTo>
                  <a:lnTo>
                    <a:pt x="3211" y="13652"/>
                  </a:lnTo>
                  <a:lnTo>
                    <a:pt x="4825" y="13635"/>
                  </a:lnTo>
                  <a:lnTo>
                    <a:pt x="5632" y="13618"/>
                  </a:lnTo>
                  <a:lnTo>
                    <a:pt x="6405" y="13584"/>
                  </a:lnTo>
                  <a:lnTo>
                    <a:pt x="7145" y="13534"/>
                  </a:lnTo>
                  <a:lnTo>
                    <a:pt x="7851" y="13467"/>
                  </a:lnTo>
                  <a:lnTo>
                    <a:pt x="8490" y="13383"/>
                  </a:lnTo>
                  <a:lnTo>
                    <a:pt x="9062" y="13299"/>
                  </a:lnTo>
                  <a:lnTo>
                    <a:pt x="9566" y="13181"/>
                  </a:lnTo>
                  <a:lnTo>
                    <a:pt x="9784" y="13114"/>
                  </a:lnTo>
                  <a:lnTo>
                    <a:pt x="9969" y="13046"/>
                  </a:lnTo>
                  <a:lnTo>
                    <a:pt x="10137" y="12962"/>
                  </a:lnTo>
                  <a:lnTo>
                    <a:pt x="10272" y="12878"/>
                  </a:lnTo>
                  <a:lnTo>
                    <a:pt x="10390" y="12794"/>
                  </a:lnTo>
                  <a:lnTo>
                    <a:pt x="10474" y="12710"/>
                  </a:lnTo>
                  <a:lnTo>
                    <a:pt x="10558" y="12559"/>
                  </a:lnTo>
                  <a:lnTo>
                    <a:pt x="10625" y="12391"/>
                  </a:lnTo>
                  <a:lnTo>
                    <a:pt x="10692" y="12189"/>
                  </a:lnTo>
                  <a:lnTo>
                    <a:pt x="10743" y="11970"/>
                  </a:lnTo>
                  <a:lnTo>
                    <a:pt x="10776" y="11735"/>
                  </a:lnTo>
                  <a:lnTo>
                    <a:pt x="10810" y="11483"/>
                  </a:lnTo>
                  <a:lnTo>
                    <a:pt x="10827" y="11197"/>
                  </a:lnTo>
                  <a:lnTo>
                    <a:pt x="10827" y="10911"/>
                  </a:lnTo>
                  <a:lnTo>
                    <a:pt x="10810" y="10273"/>
                  </a:lnTo>
                  <a:lnTo>
                    <a:pt x="10759" y="9583"/>
                  </a:lnTo>
                  <a:lnTo>
                    <a:pt x="10659" y="8844"/>
                  </a:lnTo>
                  <a:lnTo>
                    <a:pt x="10524" y="8053"/>
                  </a:lnTo>
                  <a:lnTo>
                    <a:pt x="10356" y="7247"/>
                  </a:lnTo>
                  <a:lnTo>
                    <a:pt x="10154" y="6423"/>
                  </a:lnTo>
                  <a:lnTo>
                    <a:pt x="9902" y="5582"/>
                  </a:lnTo>
                  <a:lnTo>
                    <a:pt x="9633" y="4742"/>
                  </a:lnTo>
                  <a:lnTo>
                    <a:pt x="9314" y="3901"/>
                  </a:lnTo>
                  <a:lnTo>
                    <a:pt x="8978" y="3077"/>
                  </a:lnTo>
                  <a:lnTo>
                    <a:pt x="8608" y="2270"/>
                  </a:lnTo>
                  <a:lnTo>
                    <a:pt x="8406" y="1884"/>
                  </a:lnTo>
                  <a:lnTo>
                    <a:pt x="8204" y="1514"/>
                  </a:lnTo>
                  <a:lnTo>
                    <a:pt x="8002" y="1195"/>
                  </a:lnTo>
                  <a:lnTo>
                    <a:pt x="7818" y="892"/>
                  </a:lnTo>
                  <a:lnTo>
                    <a:pt x="7616" y="640"/>
                  </a:lnTo>
                  <a:lnTo>
                    <a:pt x="7431" y="421"/>
                  </a:lnTo>
                  <a:lnTo>
                    <a:pt x="7229" y="253"/>
                  </a:lnTo>
                  <a:lnTo>
                    <a:pt x="7044" y="119"/>
                  </a:lnTo>
                  <a:lnTo>
                    <a:pt x="6960" y="68"/>
                  </a:lnTo>
                  <a:lnTo>
                    <a:pt x="6876" y="35"/>
                  </a:lnTo>
                  <a:lnTo>
                    <a:pt x="6792" y="18"/>
                  </a:lnTo>
                  <a:lnTo>
                    <a:pt x="6708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9" name="Google Shape;5949;p63"/>
            <p:cNvSpPr/>
            <p:nvPr/>
          </p:nvSpPr>
          <p:spPr>
            <a:xfrm>
              <a:off x="4045350" y="1251400"/>
              <a:ext cx="203000" cy="166025"/>
            </a:xfrm>
            <a:custGeom>
              <a:avLst/>
              <a:gdLst/>
              <a:ahLst/>
              <a:cxnLst/>
              <a:rect l="l" t="t" r="r" b="b"/>
              <a:pathLst>
                <a:path w="8120" h="6641" extrusionOk="0">
                  <a:moveTo>
                    <a:pt x="3749" y="0"/>
                  </a:moveTo>
                  <a:lnTo>
                    <a:pt x="3362" y="68"/>
                  </a:lnTo>
                  <a:lnTo>
                    <a:pt x="2841" y="169"/>
                  </a:lnTo>
                  <a:lnTo>
                    <a:pt x="2202" y="320"/>
                  </a:lnTo>
                  <a:lnTo>
                    <a:pt x="1883" y="421"/>
                  </a:lnTo>
                  <a:lnTo>
                    <a:pt x="1564" y="522"/>
                  </a:lnTo>
                  <a:lnTo>
                    <a:pt x="1244" y="623"/>
                  </a:lnTo>
                  <a:lnTo>
                    <a:pt x="958" y="757"/>
                  </a:lnTo>
                  <a:lnTo>
                    <a:pt x="689" y="875"/>
                  </a:lnTo>
                  <a:lnTo>
                    <a:pt x="454" y="1026"/>
                  </a:lnTo>
                  <a:lnTo>
                    <a:pt x="252" y="1160"/>
                  </a:lnTo>
                  <a:lnTo>
                    <a:pt x="185" y="1245"/>
                  </a:lnTo>
                  <a:lnTo>
                    <a:pt x="118" y="1329"/>
                  </a:lnTo>
                  <a:lnTo>
                    <a:pt x="67" y="1413"/>
                  </a:lnTo>
                  <a:lnTo>
                    <a:pt x="34" y="1497"/>
                  </a:lnTo>
                  <a:lnTo>
                    <a:pt x="0" y="1581"/>
                  </a:lnTo>
                  <a:lnTo>
                    <a:pt x="0" y="1665"/>
                  </a:lnTo>
                  <a:lnTo>
                    <a:pt x="34" y="1766"/>
                  </a:lnTo>
                  <a:lnTo>
                    <a:pt x="84" y="1850"/>
                  </a:lnTo>
                  <a:lnTo>
                    <a:pt x="168" y="1934"/>
                  </a:lnTo>
                  <a:lnTo>
                    <a:pt x="269" y="1984"/>
                  </a:lnTo>
                  <a:lnTo>
                    <a:pt x="387" y="2018"/>
                  </a:lnTo>
                  <a:lnTo>
                    <a:pt x="521" y="2051"/>
                  </a:lnTo>
                  <a:lnTo>
                    <a:pt x="807" y="2068"/>
                  </a:lnTo>
                  <a:lnTo>
                    <a:pt x="1093" y="2068"/>
                  </a:lnTo>
                  <a:lnTo>
                    <a:pt x="1345" y="2051"/>
                  </a:lnTo>
                  <a:lnTo>
                    <a:pt x="1580" y="2018"/>
                  </a:lnTo>
                  <a:lnTo>
                    <a:pt x="1580" y="2018"/>
                  </a:lnTo>
                  <a:lnTo>
                    <a:pt x="1429" y="2152"/>
                  </a:lnTo>
                  <a:lnTo>
                    <a:pt x="1311" y="2320"/>
                  </a:lnTo>
                  <a:lnTo>
                    <a:pt x="1227" y="2489"/>
                  </a:lnTo>
                  <a:lnTo>
                    <a:pt x="1177" y="2690"/>
                  </a:lnTo>
                  <a:lnTo>
                    <a:pt x="1177" y="2774"/>
                  </a:lnTo>
                  <a:lnTo>
                    <a:pt x="1177" y="2858"/>
                  </a:lnTo>
                  <a:lnTo>
                    <a:pt x="1211" y="2926"/>
                  </a:lnTo>
                  <a:lnTo>
                    <a:pt x="1244" y="3010"/>
                  </a:lnTo>
                  <a:lnTo>
                    <a:pt x="1345" y="3144"/>
                  </a:lnTo>
                  <a:lnTo>
                    <a:pt x="1463" y="3262"/>
                  </a:lnTo>
                  <a:lnTo>
                    <a:pt x="1580" y="3346"/>
                  </a:lnTo>
                  <a:lnTo>
                    <a:pt x="1698" y="3413"/>
                  </a:lnTo>
                  <a:lnTo>
                    <a:pt x="1799" y="3480"/>
                  </a:lnTo>
                  <a:lnTo>
                    <a:pt x="1681" y="3648"/>
                  </a:lnTo>
                  <a:lnTo>
                    <a:pt x="1580" y="3833"/>
                  </a:lnTo>
                  <a:lnTo>
                    <a:pt x="1513" y="4035"/>
                  </a:lnTo>
                  <a:lnTo>
                    <a:pt x="1480" y="4237"/>
                  </a:lnTo>
                  <a:lnTo>
                    <a:pt x="1480" y="4321"/>
                  </a:lnTo>
                  <a:lnTo>
                    <a:pt x="1496" y="4405"/>
                  </a:lnTo>
                  <a:lnTo>
                    <a:pt x="1530" y="4489"/>
                  </a:lnTo>
                  <a:lnTo>
                    <a:pt x="1564" y="4573"/>
                  </a:lnTo>
                  <a:lnTo>
                    <a:pt x="1664" y="4724"/>
                  </a:lnTo>
                  <a:lnTo>
                    <a:pt x="1782" y="4842"/>
                  </a:lnTo>
                  <a:lnTo>
                    <a:pt x="1917" y="4960"/>
                  </a:lnTo>
                  <a:lnTo>
                    <a:pt x="2017" y="5044"/>
                  </a:lnTo>
                  <a:lnTo>
                    <a:pt x="2118" y="5111"/>
                  </a:lnTo>
                  <a:lnTo>
                    <a:pt x="2102" y="5346"/>
                  </a:lnTo>
                  <a:lnTo>
                    <a:pt x="2118" y="5565"/>
                  </a:lnTo>
                  <a:lnTo>
                    <a:pt x="2169" y="5767"/>
                  </a:lnTo>
                  <a:lnTo>
                    <a:pt x="2270" y="5968"/>
                  </a:lnTo>
                  <a:lnTo>
                    <a:pt x="2354" y="6086"/>
                  </a:lnTo>
                  <a:lnTo>
                    <a:pt x="2455" y="6187"/>
                  </a:lnTo>
                  <a:lnTo>
                    <a:pt x="2572" y="6288"/>
                  </a:lnTo>
                  <a:lnTo>
                    <a:pt x="2707" y="6355"/>
                  </a:lnTo>
                  <a:lnTo>
                    <a:pt x="2858" y="6422"/>
                  </a:lnTo>
                  <a:lnTo>
                    <a:pt x="3009" y="6473"/>
                  </a:lnTo>
                  <a:lnTo>
                    <a:pt x="3177" y="6523"/>
                  </a:lnTo>
                  <a:lnTo>
                    <a:pt x="3346" y="6557"/>
                  </a:lnTo>
                  <a:lnTo>
                    <a:pt x="3682" y="6607"/>
                  </a:lnTo>
                  <a:lnTo>
                    <a:pt x="4035" y="6624"/>
                  </a:lnTo>
                  <a:lnTo>
                    <a:pt x="4674" y="6641"/>
                  </a:lnTo>
                  <a:lnTo>
                    <a:pt x="4825" y="6624"/>
                  </a:lnTo>
                  <a:lnTo>
                    <a:pt x="5027" y="6607"/>
                  </a:lnTo>
                  <a:lnTo>
                    <a:pt x="5464" y="6523"/>
                  </a:lnTo>
                  <a:lnTo>
                    <a:pt x="5968" y="6406"/>
                  </a:lnTo>
                  <a:lnTo>
                    <a:pt x="6489" y="6271"/>
                  </a:lnTo>
                  <a:lnTo>
                    <a:pt x="7464" y="6002"/>
                  </a:lnTo>
                  <a:lnTo>
                    <a:pt x="7834" y="5884"/>
                  </a:lnTo>
                  <a:lnTo>
                    <a:pt x="8069" y="5834"/>
                  </a:lnTo>
                  <a:lnTo>
                    <a:pt x="8120" y="875"/>
                  </a:lnTo>
                  <a:lnTo>
                    <a:pt x="7565" y="723"/>
                  </a:lnTo>
                  <a:lnTo>
                    <a:pt x="6977" y="555"/>
                  </a:lnTo>
                  <a:lnTo>
                    <a:pt x="6287" y="387"/>
                  </a:lnTo>
                  <a:lnTo>
                    <a:pt x="5531" y="219"/>
                  </a:lnTo>
                  <a:lnTo>
                    <a:pt x="4825" y="85"/>
                  </a:lnTo>
                  <a:lnTo>
                    <a:pt x="4489" y="34"/>
                  </a:lnTo>
                  <a:lnTo>
                    <a:pt x="4203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0" name="Google Shape;5950;p63"/>
            <p:cNvSpPr/>
            <p:nvPr/>
          </p:nvSpPr>
          <p:spPr>
            <a:xfrm>
              <a:off x="4084850" y="1287975"/>
              <a:ext cx="62650" cy="14300"/>
            </a:xfrm>
            <a:custGeom>
              <a:avLst/>
              <a:gdLst/>
              <a:ahLst/>
              <a:cxnLst/>
              <a:rect l="l" t="t" r="r" b="b"/>
              <a:pathLst>
                <a:path w="2506" h="572" extrusionOk="0">
                  <a:moveTo>
                    <a:pt x="2488" y="0"/>
                  </a:moveTo>
                  <a:lnTo>
                    <a:pt x="1850" y="84"/>
                  </a:lnTo>
                  <a:lnTo>
                    <a:pt x="1228" y="202"/>
                  </a:lnTo>
                  <a:lnTo>
                    <a:pt x="606" y="353"/>
                  </a:lnTo>
                  <a:lnTo>
                    <a:pt x="0" y="538"/>
                  </a:lnTo>
                  <a:lnTo>
                    <a:pt x="0" y="555"/>
                  </a:lnTo>
                  <a:lnTo>
                    <a:pt x="0" y="572"/>
                  </a:lnTo>
                  <a:lnTo>
                    <a:pt x="17" y="572"/>
                  </a:lnTo>
                  <a:lnTo>
                    <a:pt x="320" y="521"/>
                  </a:lnTo>
                  <a:lnTo>
                    <a:pt x="639" y="454"/>
                  </a:lnTo>
                  <a:lnTo>
                    <a:pt x="1244" y="286"/>
                  </a:lnTo>
                  <a:lnTo>
                    <a:pt x="1866" y="135"/>
                  </a:lnTo>
                  <a:lnTo>
                    <a:pt x="2169" y="84"/>
                  </a:lnTo>
                  <a:lnTo>
                    <a:pt x="2488" y="34"/>
                  </a:lnTo>
                  <a:lnTo>
                    <a:pt x="2505" y="34"/>
                  </a:lnTo>
                  <a:lnTo>
                    <a:pt x="2505" y="17"/>
                  </a:lnTo>
                  <a:lnTo>
                    <a:pt x="24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1" name="Google Shape;5951;p63"/>
            <p:cNvSpPr/>
            <p:nvPr/>
          </p:nvSpPr>
          <p:spPr>
            <a:xfrm>
              <a:off x="4090300" y="1332925"/>
              <a:ext cx="60975" cy="5075"/>
            </a:xfrm>
            <a:custGeom>
              <a:avLst/>
              <a:gdLst/>
              <a:ahLst/>
              <a:cxnLst/>
              <a:rect l="l" t="t" r="r" b="b"/>
              <a:pathLst>
                <a:path w="2439" h="203" extrusionOk="0">
                  <a:moveTo>
                    <a:pt x="1800" y="1"/>
                  </a:moveTo>
                  <a:lnTo>
                    <a:pt x="1195" y="18"/>
                  </a:lnTo>
                  <a:lnTo>
                    <a:pt x="589" y="68"/>
                  </a:lnTo>
                  <a:lnTo>
                    <a:pt x="304" y="85"/>
                  </a:lnTo>
                  <a:lnTo>
                    <a:pt x="18" y="152"/>
                  </a:lnTo>
                  <a:lnTo>
                    <a:pt x="1" y="169"/>
                  </a:lnTo>
                  <a:lnTo>
                    <a:pt x="1" y="186"/>
                  </a:lnTo>
                  <a:lnTo>
                    <a:pt x="18" y="203"/>
                  </a:lnTo>
                  <a:lnTo>
                    <a:pt x="320" y="203"/>
                  </a:lnTo>
                  <a:lnTo>
                    <a:pt x="606" y="169"/>
                  </a:lnTo>
                  <a:lnTo>
                    <a:pt x="1211" y="102"/>
                  </a:lnTo>
                  <a:lnTo>
                    <a:pt x="1817" y="68"/>
                  </a:lnTo>
                  <a:lnTo>
                    <a:pt x="2422" y="34"/>
                  </a:lnTo>
                  <a:lnTo>
                    <a:pt x="2439" y="18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2" name="Google Shape;5952;p63"/>
            <p:cNvSpPr/>
            <p:nvPr/>
          </p:nvSpPr>
          <p:spPr>
            <a:xfrm>
              <a:off x="4098300" y="1376225"/>
              <a:ext cx="55500" cy="4225"/>
            </a:xfrm>
            <a:custGeom>
              <a:avLst/>
              <a:gdLst/>
              <a:ahLst/>
              <a:cxnLst/>
              <a:rect l="l" t="t" r="r" b="b"/>
              <a:pathLst>
                <a:path w="2220" h="169" extrusionOk="0">
                  <a:moveTo>
                    <a:pt x="2203" y="0"/>
                  </a:moveTo>
                  <a:lnTo>
                    <a:pt x="1648" y="34"/>
                  </a:lnTo>
                  <a:lnTo>
                    <a:pt x="1093" y="68"/>
                  </a:lnTo>
                  <a:lnTo>
                    <a:pt x="404" y="68"/>
                  </a:lnTo>
                  <a:lnTo>
                    <a:pt x="269" y="84"/>
                  </a:lnTo>
                  <a:lnTo>
                    <a:pt x="135" y="101"/>
                  </a:lnTo>
                  <a:lnTo>
                    <a:pt x="17" y="118"/>
                  </a:lnTo>
                  <a:lnTo>
                    <a:pt x="0" y="135"/>
                  </a:lnTo>
                  <a:lnTo>
                    <a:pt x="0" y="152"/>
                  </a:lnTo>
                  <a:lnTo>
                    <a:pt x="135" y="168"/>
                  </a:lnTo>
                  <a:lnTo>
                    <a:pt x="387" y="168"/>
                  </a:lnTo>
                  <a:lnTo>
                    <a:pt x="505" y="152"/>
                  </a:lnTo>
                  <a:lnTo>
                    <a:pt x="1076" y="118"/>
                  </a:lnTo>
                  <a:lnTo>
                    <a:pt x="2203" y="34"/>
                  </a:lnTo>
                  <a:lnTo>
                    <a:pt x="2219" y="34"/>
                  </a:lnTo>
                  <a:lnTo>
                    <a:pt x="2219" y="17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3" name="Google Shape;5953;p63"/>
            <p:cNvSpPr/>
            <p:nvPr/>
          </p:nvSpPr>
          <p:spPr>
            <a:xfrm>
              <a:off x="4043650" y="1268625"/>
              <a:ext cx="28625" cy="34075"/>
            </a:xfrm>
            <a:custGeom>
              <a:avLst/>
              <a:gdLst/>
              <a:ahLst/>
              <a:cxnLst/>
              <a:rect l="l" t="t" r="r" b="b"/>
              <a:pathLst>
                <a:path w="1145" h="1363" extrusionOk="0">
                  <a:moveTo>
                    <a:pt x="1144" y="1"/>
                  </a:moveTo>
                  <a:lnTo>
                    <a:pt x="858" y="118"/>
                  </a:lnTo>
                  <a:lnTo>
                    <a:pt x="572" y="253"/>
                  </a:lnTo>
                  <a:lnTo>
                    <a:pt x="455" y="337"/>
                  </a:lnTo>
                  <a:lnTo>
                    <a:pt x="337" y="421"/>
                  </a:lnTo>
                  <a:lnTo>
                    <a:pt x="236" y="505"/>
                  </a:lnTo>
                  <a:lnTo>
                    <a:pt x="135" y="623"/>
                  </a:lnTo>
                  <a:lnTo>
                    <a:pt x="51" y="724"/>
                  </a:lnTo>
                  <a:lnTo>
                    <a:pt x="18" y="858"/>
                  </a:lnTo>
                  <a:lnTo>
                    <a:pt x="1" y="976"/>
                  </a:lnTo>
                  <a:lnTo>
                    <a:pt x="35" y="1110"/>
                  </a:lnTo>
                  <a:lnTo>
                    <a:pt x="68" y="1161"/>
                  </a:lnTo>
                  <a:lnTo>
                    <a:pt x="102" y="1211"/>
                  </a:lnTo>
                  <a:lnTo>
                    <a:pt x="203" y="1278"/>
                  </a:lnTo>
                  <a:lnTo>
                    <a:pt x="337" y="1329"/>
                  </a:lnTo>
                  <a:lnTo>
                    <a:pt x="455" y="1362"/>
                  </a:lnTo>
                  <a:lnTo>
                    <a:pt x="472" y="1346"/>
                  </a:lnTo>
                  <a:lnTo>
                    <a:pt x="472" y="1329"/>
                  </a:lnTo>
                  <a:lnTo>
                    <a:pt x="354" y="1295"/>
                  </a:lnTo>
                  <a:lnTo>
                    <a:pt x="236" y="1228"/>
                  </a:lnTo>
                  <a:lnTo>
                    <a:pt x="203" y="1194"/>
                  </a:lnTo>
                  <a:lnTo>
                    <a:pt x="152" y="1144"/>
                  </a:lnTo>
                  <a:lnTo>
                    <a:pt x="135" y="1093"/>
                  </a:lnTo>
                  <a:lnTo>
                    <a:pt x="119" y="1043"/>
                  </a:lnTo>
                  <a:lnTo>
                    <a:pt x="119" y="925"/>
                  </a:lnTo>
                  <a:lnTo>
                    <a:pt x="152" y="808"/>
                  </a:lnTo>
                  <a:lnTo>
                    <a:pt x="203" y="707"/>
                  </a:lnTo>
                  <a:lnTo>
                    <a:pt x="287" y="606"/>
                  </a:lnTo>
                  <a:lnTo>
                    <a:pt x="472" y="438"/>
                  </a:lnTo>
                  <a:lnTo>
                    <a:pt x="673" y="287"/>
                  </a:lnTo>
                  <a:lnTo>
                    <a:pt x="909" y="135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4" name="Google Shape;5954;p63"/>
            <p:cNvSpPr/>
            <p:nvPr/>
          </p:nvSpPr>
          <p:spPr>
            <a:xfrm>
              <a:off x="4074350" y="1315700"/>
              <a:ext cx="23975" cy="63900"/>
            </a:xfrm>
            <a:custGeom>
              <a:avLst/>
              <a:gdLst/>
              <a:ahLst/>
              <a:cxnLst/>
              <a:rect l="l" t="t" r="r" b="b"/>
              <a:pathLst>
                <a:path w="959" h="2556" extrusionOk="0">
                  <a:moveTo>
                    <a:pt x="34" y="1"/>
                  </a:moveTo>
                  <a:lnTo>
                    <a:pt x="0" y="152"/>
                  </a:lnTo>
                  <a:lnTo>
                    <a:pt x="0" y="303"/>
                  </a:lnTo>
                  <a:lnTo>
                    <a:pt x="34" y="438"/>
                  </a:lnTo>
                  <a:lnTo>
                    <a:pt x="118" y="572"/>
                  </a:lnTo>
                  <a:lnTo>
                    <a:pt x="219" y="673"/>
                  </a:lnTo>
                  <a:lnTo>
                    <a:pt x="336" y="757"/>
                  </a:lnTo>
                  <a:lnTo>
                    <a:pt x="471" y="841"/>
                  </a:lnTo>
                  <a:lnTo>
                    <a:pt x="605" y="892"/>
                  </a:lnTo>
                  <a:lnTo>
                    <a:pt x="437" y="1110"/>
                  </a:lnTo>
                  <a:lnTo>
                    <a:pt x="387" y="1228"/>
                  </a:lnTo>
                  <a:lnTo>
                    <a:pt x="320" y="1345"/>
                  </a:lnTo>
                  <a:lnTo>
                    <a:pt x="286" y="1463"/>
                  </a:lnTo>
                  <a:lnTo>
                    <a:pt x="269" y="1598"/>
                  </a:lnTo>
                  <a:lnTo>
                    <a:pt x="269" y="1715"/>
                  </a:lnTo>
                  <a:lnTo>
                    <a:pt x="286" y="1850"/>
                  </a:lnTo>
                  <a:lnTo>
                    <a:pt x="336" y="1951"/>
                  </a:lnTo>
                  <a:lnTo>
                    <a:pt x="387" y="2052"/>
                  </a:lnTo>
                  <a:lnTo>
                    <a:pt x="471" y="2152"/>
                  </a:lnTo>
                  <a:lnTo>
                    <a:pt x="555" y="2253"/>
                  </a:lnTo>
                  <a:lnTo>
                    <a:pt x="757" y="2421"/>
                  </a:lnTo>
                  <a:lnTo>
                    <a:pt x="958" y="2556"/>
                  </a:lnTo>
                  <a:lnTo>
                    <a:pt x="807" y="2405"/>
                  </a:lnTo>
                  <a:lnTo>
                    <a:pt x="622" y="2236"/>
                  </a:lnTo>
                  <a:lnTo>
                    <a:pt x="488" y="2052"/>
                  </a:lnTo>
                  <a:lnTo>
                    <a:pt x="420" y="1951"/>
                  </a:lnTo>
                  <a:lnTo>
                    <a:pt x="387" y="1850"/>
                  </a:lnTo>
                  <a:lnTo>
                    <a:pt x="353" y="1732"/>
                  </a:lnTo>
                  <a:lnTo>
                    <a:pt x="353" y="1614"/>
                  </a:lnTo>
                  <a:lnTo>
                    <a:pt x="353" y="1497"/>
                  </a:lnTo>
                  <a:lnTo>
                    <a:pt x="387" y="1396"/>
                  </a:lnTo>
                  <a:lnTo>
                    <a:pt x="437" y="1278"/>
                  </a:lnTo>
                  <a:lnTo>
                    <a:pt x="488" y="1177"/>
                  </a:lnTo>
                  <a:lnTo>
                    <a:pt x="639" y="908"/>
                  </a:lnTo>
                  <a:lnTo>
                    <a:pt x="639" y="875"/>
                  </a:lnTo>
                  <a:lnTo>
                    <a:pt x="521" y="808"/>
                  </a:lnTo>
                  <a:lnTo>
                    <a:pt x="404" y="740"/>
                  </a:lnTo>
                  <a:lnTo>
                    <a:pt x="303" y="639"/>
                  </a:lnTo>
                  <a:lnTo>
                    <a:pt x="202" y="555"/>
                  </a:lnTo>
                  <a:lnTo>
                    <a:pt x="101" y="438"/>
                  </a:lnTo>
                  <a:lnTo>
                    <a:pt x="51" y="303"/>
                  </a:lnTo>
                  <a:lnTo>
                    <a:pt x="34" y="169"/>
                  </a:lnTo>
                  <a:lnTo>
                    <a:pt x="34" y="1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5" name="Google Shape;5955;p63"/>
            <p:cNvSpPr/>
            <p:nvPr/>
          </p:nvSpPr>
          <p:spPr>
            <a:xfrm>
              <a:off x="4258850" y="1061425"/>
              <a:ext cx="232850" cy="347175"/>
            </a:xfrm>
            <a:custGeom>
              <a:avLst/>
              <a:gdLst/>
              <a:ahLst/>
              <a:cxnLst/>
              <a:rect l="l" t="t" r="r" b="b"/>
              <a:pathLst>
                <a:path w="9314" h="13887" extrusionOk="0">
                  <a:moveTo>
                    <a:pt x="5010" y="1"/>
                  </a:moveTo>
                  <a:lnTo>
                    <a:pt x="4926" y="18"/>
                  </a:lnTo>
                  <a:lnTo>
                    <a:pt x="4842" y="68"/>
                  </a:lnTo>
                  <a:lnTo>
                    <a:pt x="4774" y="135"/>
                  </a:lnTo>
                  <a:lnTo>
                    <a:pt x="4690" y="236"/>
                  </a:lnTo>
                  <a:lnTo>
                    <a:pt x="4623" y="354"/>
                  </a:lnTo>
                  <a:lnTo>
                    <a:pt x="4573" y="488"/>
                  </a:lnTo>
                  <a:lnTo>
                    <a:pt x="4522" y="657"/>
                  </a:lnTo>
                  <a:lnTo>
                    <a:pt x="4472" y="841"/>
                  </a:lnTo>
                  <a:lnTo>
                    <a:pt x="4438" y="1060"/>
                  </a:lnTo>
                  <a:lnTo>
                    <a:pt x="4405" y="1295"/>
                  </a:lnTo>
                  <a:lnTo>
                    <a:pt x="4388" y="1564"/>
                  </a:lnTo>
                  <a:lnTo>
                    <a:pt x="4371" y="1867"/>
                  </a:lnTo>
                  <a:lnTo>
                    <a:pt x="4388" y="2556"/>
                  </a:lnTo>
                  <a:lnTo>
                    <a:pt x="4438" y="3951"/>
                  </a:lnTo>
                  <a:lnTo>
                    <a:pt x="4505" y="5111"/>
                  </a:lnTo>
                  <a:lnTo>
                    <a:pt x="4573" y="6070"/>
                  </a:lnTo>
                  <a:lnTo>
                    <a:pt x="4640" y="6809"/>
                  </a:lnTo>
                  <a:lnTo>
                    <a:pt x="4741" y="7768"/>
                  </a:lnTo>
                  <a:lnTo>
                    <a:pt x="4774" y="8087"/>
                  </a:lnTo>
                  <a:lnTo>
                    <a:pt x="4556" y="8121"/>
                  </a:lnTo>
                  <a:lnTo>
                    <a:pt x="4018" y="8154"/>
                  </a:lnTo>
                  <a:lnTo>
                    <a:pt x="2370" y="8238"/>
                  </a:lnTo>
                  <a:lnTo>
                    <a:pt x="0" y="8339"/>
                  </a:lnTo>
                  <a:lnTo>
                    <a:pt x="84" y="13870"/>
                  </a:lnTo>
                  <a:lnTo>
                    <a:pt x="1295" y="13887"/>
                  </a:lnTo>
                  <a:lnTo>
                    <a:pt x="2572" y="13870"/>
                  </a:lnTo>
                  <a:lnTo>
                    <a:pt x="4052" y="13836"/>
                  </a:lnTo>
                  <a:lnTo>
                    <a:pt x="4825" y="13786"/>
                  </a:lnTo>
                  <a:lnTo>
                    <a:pt x="5598" y="13736"/>
                  </a:lnTo>
                  <a:lnTo>
                    <a:pt x="6338" y="13668"/>
                  </a:lnTo>
                  <a:lnTo>
                    <a:pt x="7027" y="13601"/>
                  </a:lnTo>
                  <a:lnTo>
                    <a:pt x="7632" y="13483"/>
                  </a:lnTo>
                  <a:lnTo>
                    <a:pt x="7901" y="13433"/>
                  </a:lnTo>
                  <a:lnTo>
                    <a:pt x="8153" y="13366"/>
                  </a:lnTo>
                  <a:lnTo>
                    <a:pt x="8372" y="13298"/>
                  </a:lnTo>
                  <a:lnTo>
                    <a:pt x="8574" y="13231"/>
                  </a:lnTo>
                  <a:lnTo>
                    <a:pt x="8725" y="13147"/>
                  </a:lnTo>
                  <a:lnTo>
                    <a:pt x="8843" y="13046"/>
                  </a:lnTo>
                  <a:lnTo>
                    <a:pt x="8944" y="12945"/>
                  </a:lnTo>
                  <a:lnTo>
                    <a:pt x="9028" y="12811"/>
                  </a:lnTo>
                  <a:lnTo>
                    <a:pt x="9095" y="12660"/>
                  </a:lnTo>
                  <a:lnTo>
                    <a:pt x="9162" y="12475"/>
                  </a:lnTo>
                  <a:lnTo>
                    <a:pt x="9213" y="12256"/>
                  </a:lnTo>
                  <a:lnTo>
                    <a:pt x="9246" y="12038"/>
                  </a:lnTo>
                  <a:lnTo>
                    <a:pt x="9280" y="11785"/>
                  </a:lnTo>
                  <a:lnTo>
                    <a:pt x="9297" y="11516"/>
                  </a:lnTo>
                  <a:lnTo>
                    <a:pt x="9313" y="11214"/>
                  </a:lnTo>
                  <a:lnTo>
                    <a:pt x="9313" y="10911"/>
                  </a:lnTo>
                  <a:lnTo>
                    <a:pt x="9280" y="10256"/>
                  </a:lnTo>
                  <a:lnTo>
                    <a:pt x="9213" y="9533"/>
                  </a:lnTo>
                  <a:lnTo>
                    <a:pt x="9095" y="8759"/>
                  </a:lnTo>
                  <a:lnTo>
                    <a:pt x="8960" y="7969"/>
                  </a:lnTo>
                  <a:lnTo>
                    <a:pt x="8775" y="7129"/>
                  </a:lnTo>
                  <a:lnTo>
                    <a:pt x="8557" y="6288"/>
                  </a:lnTo>
                  <a:lnTo>
                    <a:pt x="8305" y="5431"/>
                  </a:lnTo>
                  <a:lnTo>
                    <a:pt x="8019" y="4590"/>
                  </a:lnTo>
                  <a:lnTo>
                    <a:pt x="7716" y="3750"/>
                  </a:lnTo>
                  <a:lnTo>
                    <a:pt x="7363" y="2926"/>
                  </a:lnTo>
                  <a:lnTo>
                    <a:pt x="7178" y="2523"/>
                  </a:lnTo>
                  <a:lnTo>
                    <a:pt x="6993" y="2136"/>
                  </a:lnTo>
                  <a:lnTo>
                    <a:pt x="6775" y="1732"/>
                  </a:lnTo>
                  <a:lnTo>
                    <a:pt x="6540" y="1346"/>
                  </a:lnTo>
                  <a:lnTo>
                    <a:pt x="6321" y="1010"/>
                  </a:lnTo>
                  <a:lnTo>
                    <a:pt x="6086" y="690"/>
                  </a:lnTo>
                  <a:lnTo>
                    <a:pt x="5850" y="438"/>
                  </a:lnTo>
                  <a:lnTo>
                    <a:pt x="5632" y="236"/>
                  </a:lnTo>
                  <a:lnTo>
                    <a:pt x="5514" y="152"/>
                  </a:lnTo>
                  <a:lnTo>
                    <a:pt x="5413" y="85"/>
                  </a:lnTo>
                  <a:lnTo>
                    <a:pt x="5312" y="35"/>
                  </a:lnTo>
                  <a:lnTo>
                    <a:pt x="52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6" name="Google Shape;5956;p63"/>
            <p:cNvSpPr/>
            <p:nvPr/>
          </p:nvSpPr>
          <p:spPr>
            <a:xfrm>
              <a:off x="4258850" y="1064375"/>
              <a:ext cx="218550" cy="331200"/>
            </a:xfrm>
            <a:custGeom>
              <a:avLst/>
              <a:gdLst/>
              <a:ahLst/>
              <a:cxnLst/>
              <a:rect l="l" t="t" r="r" b="b"/>
              <a:pathLst>
                <a:path w="8742" h="13248" extrusionOk="0">
                  <a:moveTo>
                    <a:pt x="4976" y="1"/>
                  </a:moveTo>
                  <a:lnTo>
                    <a:pt x="4892" y="34"/>
                  </a:lnTo>
                  <a:lnTo>
                    <a:pt x="4892" y="51"/>
                  </a:lnTo>
                  <a:lnTo>
                    <a:pt x="4825" y="85"/>
                  </a:lnTo>
                  <a:lnTo>
                    <a:pt x="4724" y="85"/>
                  </a:lnTo>
                  <a:lnTo>
                    <a:pt x="4690" y="135"/>
                  </a:lnTo>
                  <a:lnTo>
                    <a:pt x="4724" y="152"/>
                  </a:lnTo>
                  <a:lnTo>
                    <a:pt x="4808" y="152"/>
                  </a:lnTo>
                  <a:lnTo>
                    <a:pt x="4842" y="135"/>
                  </a:lnTo>
                  <a:lnTo>
                    <a:pt x="4892" y="101"/>
                  </a:lnTo>
                  <a:lnTo>
                    <a:pt x="4926" y="68"/>
                  </a:lnTo>
                  <a:lnTo>
                    <a:pt x="4976" y="1"/>
                  </a:lnTo>
                  <a:close/>
                  <a:moveTo>
                    <a:pt x="6220" y="1245"/>
                  </a:moveTo>
                  <a:lnTo>
                    <a:pt x="6119" y="1261"/>
                  </a:lnTo>
                  <a:lnTo>
                    <a:pt x="6220" y="1278"/>
                  </a:lnTo>
                  <a:lnTo>
                    <a:pt x="6304" y="1295"/>
                  </a:lnTo>
                  <a:lnTo>
                    <a:pt x="6338" y="1345"/>
                  </a:lnTo>
                  <a:lnTo>
                    <a:pt x="6371" y="1413"/>
                  </a:lnTo>
                  <a:lnTo>
                    <a:pt x="6371" y="1480"/>
                  </a:lnTo>
                  <a:lnTo>
                    <a:pt x="6388" y="1530"/>
                  </a:lnTo>
                  <a:lnTo>
                    <a:pt x="6439" y="1564"/>
                  </a:lnTo>
                  <a:lnTo>
                    <a:pt x="6472" y="1598"/>
                  </a:lnTo>
                  <a:lnTo>
                    <a:pt x="6573" y="1598"/>
                  </a:lnTo>
                  <a:lnTo>
                    <a:pt x="6674" y="1581"/>
                  </a:lnTo>
                  <a:lnTo>
                    <a:pt x="6573" y="1564"/>
                  </a:lnTo>
                  <a:lnTo>
                    <a:pt x="6506" y="1547"/>
                  </a:lnTo>
                  <a:lnTo>
                    <a:pt x="6456" y="1480"/>
                  </a:lnTo>
                  <a:lnTo>
                    <a:pt x="6439" y="1413"/>
                  </a:lnTo>
                  <a:lnTo>
                    <a:pt x="6439" y="1362"/>
                  </a:lnTo>
                  <a:lnTo>
                    <a:pt x="6405" y="1312"/>
                  </a:lnTo>
                  <a:lnTo>
                    <a:pt x="6371" y="1278"/>
                  </a:lnTo>
                  <a:lnTo>
                    <a:pt x="6321" y="1245"/>
                  </a:lnTo>
                  <a:close/>
                  <a:moveTo>
                    <a:pt x="4842" y="1900"/>
                  </a:moveTo>
                  <a:lnTo>
                    <a:pt x="4842" y="1984"/>
                  </a:lnTo>
                  <a:lnTo>
                    <a:pt x="4842" y="2001"/>
                  </a:lnTo>
                  <a:lnTo>
                    <a:pt x="4808" y="2068"/>
                  </a:lnTo>
                  <a:lnTo>
                    <a:pt x="4758" y="2119"/>
                  </a:lnTo>
                  <a:lnTo>
                    <a:pt x="4690" y="2136"/>
                  </a:lnTo>
                  <a:lnTo>
                    <a:pt x="4640" y="2152"/>
                  </a:lnTo>
                  <a:lnTo>
                    <a:pt x="4590" y="2169"/>
                  </a:lnTo>
                  <a:lnTo>
                    <a:pt x="4556" y="2203"/>
                  </a:lnTo>
                  <a:lnTo>
                    <a:pt x="4522" y="2253"/>
                  </a:lnTo>
                  <a:lnTo>
                    <a:pt x="4505" y="2304"/>
                  </a:lnTo>
                  <a:lnTo>
                    <a:pt x="4505" y="2354"/>
                  </a:lnTo>
                  <a:lnTo>
                    <a:pt x="4522" y="2455"/>
                  </a:lnTo>
                  <a:lnTo>
                    <a:pt x="4556" y="2354"/>
                  </a:lnTo>
                  <a:lnTo>
                    <a:pt x="4573" y="2287"/>
                  </a:lnTo>
                  <a:lnTo>
                    <a:pt x="4623" y="2236"/>
                  </a:lnTo>
                  <a:lnTo>
                    <a:pt x="4690" y="2220"/>
                  </a:lnTo>
                  <a:lnTo>
                    <a:pt x="4758" y="2203"/>
                  </a:lnTo>
                  <a:lnTo>
                    <a:pt x="4808" y="2186"/>
                  </a:lnTo>
                  <a:lnTo>
                    <a:pt x="4842" y="2152"/>
                  </a:lnTo>
                  <a:lnTo>
                    <a:pt x="4875" y="2102"/>
                  </a:lnTo>
                  <a:lnTo>
                    <a:pt x="4875" y="2052"/>
                  </a:lnTo>
                  <a:lnTo>
                    <a:pt x="4875" y="2001"/>
                  </a:lnTo>
                  <a:lnTo>
                    <a:pt x="4842" y="1900"/>
                  </a:lnTo>
                  <a:close/>
                  <a:moveTo>
                    <a:pt x="6304" y="3296"/>
                  </a:moveTo>
                  <a:lnTo>
                    <a:pt x="6254" y="3312"/>
                  </a:lnTo>
                  <a:lnTo>
                    <a:pt x="6203" y="3346"/>
                  </a:lnTo>
                  <a:lnTo>
                    <a:pt x="6170" y="3380"/>
                  </a:lnTo>
                  <a:lnTo>
                    <a:pt x="6119" y="3464"/>
                  </a:lnTo>
                  <a:lnTo>
                    <a:pt x="6203" y="3396"/>
                  </a:lnTo>
                  <a:lnTo>
                    <a:pt x="6271" y="3363"/>
                  </a:lnTo>
                  <a:lnTo>
                    <a:pt x="6338" y="3363"/>
                  </a:lnTo>
                  <a:lnTo>
                    <a:pt x="6405" y="3396"/>
                  </a:lnTo>
                  <a:lnTo>
                    <a:pt x="6439" y="3430"/>
                  </a:lnTo>
                  <a:lnTo>
                    <a:pt x="6489" y="3447"/>
                  </a:lnTo>
                  <a:lnTo>
                    <a:pt x="6540" y="3464"/>
                  </a:lnTo>
                  <a:lnTo>
                    <a:pt x="6607" y="3447"/>
                  </a:lnTo>
                  <a:lnTo>
                    <a:pt x="6640" y="3413"/>
                  </a:lnTo>
                  <a:lnTo>
                    <a:pt x="6674" y="3380"/>
                  </a:lnTo>
                  <a:lnTo>
                    <a:pt x="6725" y="3296"/>
                  </a:lnTo>
                  <a:lnTo>
                    <a:pt x="6725" y="3296"/>
                  </a:lnTo>
                  <a:lnTo>
                    <a:pt x="6657" y="3346"/>
                  </a:lnTo>
                  <a:lnTo>
                    <a:pt x="6573" y="3396"/>
                  </a:lnTo>
                  <a:lnTo>
                    <a:pt x="6506" y="3380"/>
                  </a:lnTo>
                  <a:lnTo>
                    <a:pt x="6456" y="3346"/>
                  </a:lnTo>
                  <a:lnTo>
                    <a:pt x="6405" y="3312"/>
                  </a:lnTo>
                  <a:lnTo>
                    <a:pt x="6355" y="3296"/>
                  </a:lnTo>
                  <a:close/>
                  <a:moveTo>
                    <a:pt x="4505" y="4035"/>
                  </a:moveTo>
                  <a:lnTo>
                    <a:pt x="4438" y="4052"/>
                  </a:lnTo>
                  <a:lnTo>
                    <a:pt x="4438" y="4069"/>
                  </a:lnTo>
                  <a:lnTo>
                    <a:pt x="4505" y="4069"/>
                  </a:lnTo>
                  <a:lnTo>
                    <a:pt x="4590" y="4102"/>
                  </a:lnTo>
                  <a:lnTo>
                    <a:pt x="4640" y="4153"/>
                  </a:lnTo>
                  <a:lnTo>
                    <a:pt x="4657" y="4220"/>
                  </a:lnTo>
                  <a:lnTo>
                    <a:pt x="4674" y="4271"/>
                  </a:lnTo>
                  <a:lnTo>
                    <a:pt x="4690" y="4321"/>
                  </a:lnTo>
                  <a:lnTo>
                    <a:pt x="4724" y="4355"/>
                  </a:lnTo>
                  <a:lnTo>
                    <a:pt x="4774" y="4388"/>
                  </a:lnTo>
                  <a:lnTo>
                    <a:pt x="4825" y="4405"/>
                  </a:lnTo>
                  <a:lnTo>
                    <a:pt x="4875" y="4405"/>
                  </a:lnTo>
                  <a:lnTo>
                    <a:pt x="4959" y="4388"/>
                  </a:lnTo>
                  <a:lnTo>
                    <a:pt x="4875" y="4355"/>
                  </a:lnTo>
                  <a:lnTo>
                    <a:pt x="4791" y="4321"/>
                  </a:lnTo>
                  <a:lnTo>
                    <a:pt x="4758" y="4271"/>
                  </a:lnTo>
                  <a:lnTo>
                    <a:pt x="4741" y="4203"/>
                  </a:lnTo>
                  <a:lnTo>
                    <a:pt x="4724" y="4153"/>
                  </a:lnTo>
                  <a:lnTo>
                    <a:pt x="4707" y="4102"/>
                  </a:lnTo>
                  <a:lnTo>
                    <a:pt x="4657" y="4069"/>
                  </a:lnTo>
                  <a:lnTo>
                    <a:pt x="4606" y="4035"/>
                  </a:lnTo>
                  <a:close/>
                  <a:moveTo>
                    <a:pt x="6842" y="4977"/>
                  </a:moveTo>
                  <a:lnTo>
                    <a:pt x="6825" y="5078"/>
                  </a:lnTo>
                  <a:lnTo>
                    <a:pt x="6792" y="5145"/>
                  </a:lnTo>
                  <a:lnTo>
                    <a:pt x="6741" y="5195"/>
                  </a:lnTo>
                  <a:lnTo>
                    <a:pt x="6674" y="5212"/>
                  </a:lnTo>
                  <a:lnTo>
                    <a:pt x="6624" y="5229"/>
                  </a:lnTo>
                  <a:lnTo>
                    <a:pt x="6573" y="5246"/>
                  </a:lnTo>
                  <a:lnTo>
                    <a:pt x="6540" y="5279"/>
                  </a:lnTo>
                  <a:lnTo>
                    <a:pt x="6506" y="5330"/>
                  </a:lnTo>
                  <a:lnTo>
                    <a:pt x="6506" y="5380"/>
                  </a:lnTo>
                  <a:lnTo>
                    <a:pt x="6506" y="5431"/>
                  </a:lnTo>
                  <a:lnTo>
                    <a:pt x="6523" y="5531"/>
                  </a:lnTo>
                  <a:lnTo>
                    <a:pt x="6540" y="5431"/>
                  </a:lnTo>
                  <a:lnTo>
                    <a:pt x="6573" y="5363"/>
                  </a:lnTo>
                  <a:lnTo>
                    <a:pt x="6624" y="5313"/>
                  </a:lnTo>
                  <a:lnTo>
                    <a:pt x="6691" y="5296"/>
                  </a:lnTo>
                  <a:lnTo>
                    <a:pt x="6741" y="5279"/>
                  </a:lnTo>
                  <a:lnTo>
                    <a:pt x="6792" y="5262"/>
                  </a:lnTo>
                  <a:lnTo>
                    <a:pt x="6825" y="5229"/>
                  </a:lnTo>
                  <a:lnTo>
                    <a:pt x="6859" y="5178"/>
                  </a:lnTo>
                  <a:lnTo>
                    <a:pt x="6859" y="5128"/>
                  </a:lnTo>
                  <a:lnTo>
                    <a:pt x="6859" y="5078"/>
                  </a:lnTo>
                  <a:lnTo>
                    <a:pt x="6842" y="4977"/>
                  </a:lnTo>
                  <a:close/>
                  <a:moveTo>
                    <a:pt x="8036" y="6557"/>
                  </a:moveTo>
                  <a:lnTo>
                    <a:pt x="7952" y="6607"/>
                  </a:lnTo>
                  <a:lnTo>
                    <a:pt x="7952" y="6624"/>
                  </a:lnTo>
                  <a:lnTo>
                    <a:pt x="7884" y="6658"/>
                  </a:lnTo>
                  <a:lnTo>
                    <a:pt x="7817" y="6658"/>
                  </a:lnTo>
                  <a:lnTo>
                    <a:pt x="7750" y="6624"/>
                  </a:lnTo>
                  <a:lnTo>
                    <a:pt x="7716" y="6591"/>
                  </a:lnTo>
                  <a:lnTo>
                    <a:pt x="7666" y="6574"/>
                  </a:lnTo>
                  <a:lnTo>
                    <a:pt x="7548" y="6574"/>
                  </a:lnTo>
                  <a:lnTo>
                    <a:pt x="7515" y="6607"/>
                  </a:lnTo>
                  <a:lnTo>
                    <a:pt x="7481" y="6641"/>
                  </a:lnTo>
                  <a:lnTo>
                    <a:pt x="7431" y="6725"/>
                  </a:lnTo>
                  <a:lnTo>
                    <a:pt x="7498" y="6675"/>
                  </a:lnTo>
                  <a:lnTo>
                    <a:pt x="7565" y="6641"/>
                  </a:lnTo>
                  <a:lnTo>
                    <a:pt x="7649" y="6641"/>
                  </a:lnTo>
                  <a:lnTo>
                    <a:pt x="7700" y="6675"/>
                  </a:lnTo>
                  <a:lnTo>
                    <a:pt x="7750" y="6708"/>
                  </a:lnTo>
                  <a:lnTo>
                    <a:pt x="7800" y="6725"/>
                  </a:lnTo>
                  <a:lnTo>
                    <a:pt x="7851" y="6725"/>
                  </a:lnTo>
                  <a:lnTo>
                    <a:pt x="7901" y="6708"/>
                  </a:lnTo>
                  <a:lnTo>
                    <a:pt x="7952" y="6675"/>
                  </a:lnTo>
                  <a:lnTo>
                    <a:pt x="7985" y="6641"/>
                  </a:lnTo>
                  <a:lnTo>
                    <a:pt x="8036" y="6557"/>
                  </a:lnTo>
                  <a:close/>
                  <a:moveTo>
                    <a:pt x="5497" y="6607"/>
                  </a:moveTo>
                  <a:lnTo>
                    <a:pt x="5447" y="6624"/>
                  </a:lnTo>
                  <a:lnTo>
                    <a:pt x="5413" y="6624"/>
                  </a:lnTo>
                  <a:lnTo>
                    <a:pt x="5363" y="6641"/>
                  </a:lnTo>
                  <a:lnTo>
                    <a:pt x="5447" y="6658"/>
                  </a:lnTo>
                  <a:lnTo>
                    <a:pt x="5531" y="6675"/>
                  </a:lnTo>
                  <a:lnTo>
                    <a:pt x="5581" y="6725"/>
                  </a:lnTo>
                  <a:lnTo>
                    <a:pt x="5598" y="6792"/>
                  </a:lnTo>
                  <a:lnTo>
                    <a:pt x="5615" y="6859"/>
                  </a:lnTo>
                  <a:lnTo>
                    <a:pt x="5632" y="6910"/>
                  </a:lnTo>
                  <a:lnTo>
                    <a:pt x="5665" y="6944"/>
                  </a:lnTo>
                  <a:lnTo>
                    <a:pt x="5716" y="6977"/>
                  </a:lnTo>
                  <a:lnTo>
                    <a:pt x="5867" y="6977"/>
                  </a:lnTo>
                  <a:lnTo>
                    <a:pt x="5901" y="6960"/>
                  </a:lnTo>
                  <a:lnTo>
                    <a:pt x="5817" y="6927"/>
                  </a:lnTo>
                  <a:lnTo>
                    <a:pt x="5783" y="6927"/>
                  </a:lnTo>
                  <a:lnTo>
                    <a:pt x="5733" y="6910"/>
                  </a:lnTo>
                  <a:lnTo>
                    <a:pt x="5699" y="6859"/>
                  </a:lnTo>
                  <a:lnTo>
                    <a:pt x="5682" y="6792"/>
                  </a:lnTo>
                  <a:lnTo>
                    <a:pt x="5665" y="6725"/>
                  </a:lnTo>
                  <a:lnTo>
                    <a:pt x="5649" y="6691"/>
                  </a:lnTo>
                  <a:lnTo>
                    <a:pt x="5598" y="6641"/>
                  </a:lnTo>
                  <a:lnTo>
                    <a:pt x="5548" y="6624"/>
                  </a:lnTo>
                  <a:lnTo>
                    <a:pt x="5497" y="6607"/>
                  </a:lnTo>
                  <a:close/>
                  <a:moveTo>
                    <a:pt x="7969" y="8204"/>
                  </a:moveTo>
                  <a:lnTo>
                    <a:pt x="7884" y="8221"/>
                  </a:lnTo>
                  <a:lnTo>
                    <a:pt x="7969" y="8238"/>
                  </a:lnTo>
                  <a:lnTo>
                    <a:pt x="8053" y="8272"/>
                  </a:lnTo>
                  <a:lnTo>
                    <a:pt x="8103" y="8322"/>
                  </a:lnTo>
                  <a:lnTo>
                    <a:pt x="8120" y="8389"/>
                  </a:lnTo>
                  <a:lnTo>
                    <a:pt x="8120" y="8440"/>
                  </a:lnTo>
                  <a:lnTo>
                    <a:pt x="8153" y="8490"/>
                  </a:lnTo>
                  <a:lnTo>
                    <a:pt x="8187" y="8524"/>
                  </a:lnTo>
                  <a:lnTo>
                    <a:pt x="8237" y="8557"/>
                  </a:lnTo>
                  <a:lnTo>
                    <a:pt x="8288" y="8574"/>
                  </a:lnTo>
                  <a:lnTo>
                    <a:pt x="8338" y="8557"/>
                  </a:lnTo>
                  <a:lnTo>
                    <a:pt x="8422" y="8541"/>
                  </a:lnTo>
                  <a:lnTo>
                    <a:pt x="8338" y="8524"/>
                  </a:lnTo>
                  <a:lnTo>
                    <a:pt x="8288" y="8524"/>
                  </a:lnTo>
                  <a:lnTo>
                    <a:pt x="8254" y="8507"/>
                  </a:lnTo>
                  <a:lnTo>
                    <a:pt x="8204" y="8457"/>
                  </a:lnTo>
                  <a:lnTo>
                    <a:pt x="8187" y="8372"/>
                  </a:lnTo>
                  <a:lnTo>
                    <a:pt x="8187" y="8322"/>
                  </a:lnTo>
                  <a:lnTo>
                    <a:pt x="8153" y="8272"/>
                  </a:lnTo>
                  <a:lnTo>
                    <a:pt x="8120" y="8238"/>
                  </a:lnTo>
                  <a:lnTo>
                    <a:pt x="8069" y="8204"/>
                  </a:lnTo>
                  <a:close/>
                  <a:moveTo>
                    <a:pt x="6119" y="8473"/>
                  </a:moveTo>
                  <a:lnTo>
                    <a:pt x="6069" y="8490"/>
                  </a:lnTo>
                  <a:lnTo>
                    <a:pt x="6018" y="8507"/>
                  </a:lnTo>
                  <a:lnTo>
                    <a:pt x="5985" y="8557"/>
                  </a:lnTo>
                  <a:lnTo>
                    <a:pt x="5934" y="8625"/>
                  </a:lnTo>
                  <a:lnTo>
                    <a:pt x="6018" y="8557"/>
                  </a:lnTo>
                  <a:lnTo>
                    <a:pt x="6002" y="8574"/>
                  </a:lnTo>
                  <a:lnTo>
                    <a:pt x="6002" y="8574"/>
                  </a:lnTo>
                  <a:lnTo>
                    <a:pt x="6086" y="8541"/>
                  </a:lnTo>
                  <a:lnTo>
                    <a:pt x="6153" y="8541"/>
                  </a:lnTo>
                  <a:lnTo>
                    <a:pt x="6220" y="8574"/>
                  </a:lnTo>
                  <a:lnTo>
                    <a:pt x="6254" y="8608"/>
                  </a:lnTo>
                  <a:lnTo>
                    <a:pt x="6304" y="8625"/>
                  </a:lnTo>
                  <a:lnTo>
                    <a:pt x="6355" y="8625"/>
                  </a:lnTo>
                  <a:lnTo>
                    <a:pt x="6422" y="8608"/>
                  </a:lnTo>
                  <a:lnTo>
                    <a:pt x="6456" y="8591"/>
                  </a:lnTo>
                  <a:lnTo>
                    <a:pt x="6489" y="8557"/>
                  </a:lnTo>
                  <a:lnTo>
                    <a:pt x="6540" y="8473"/>
                  </a:lnTo>
                  <a:lnTo>
                    <a:pt x="6472" y="8524"/>
                  </a:lnTo>
                  <a:lnTo>
                    <a:pt x="6388" y="8557"/>
                  </a:lnTo>
                  <a:lnTo>
                    <a:pt x="6321" y="8557"/>
                  </a:lnTo>
                  <a:lnTo>
                    <a:pt x="6271" y="8524"/>
                  </a:lnTo>
                  <a:lnTo>
                    <a:pt x="6220" y="8490"/>
                  </a:lnTo>
                  <a:lnTo>
                    <a:pt x="6170" y="8473"/>
                  </a:lnTo>
                  <a:close/>
                  <a:moveTo>
                    <a:pt x="0" y="8843"/>
                  </a:moveTo>
                  <a:lnTo>
                    <a:pt x="0" y="8877"/>
                  </a:lnTo>
                  <a:lnTo>
                    <a:pt x="67" y="8860"/>
                  </a:lnTo>
                  <a:lnTo>
                    <a:pt x="0" y="8843"/>
                  </a:lnTo>
                  <a:close/>
                  <a:moveTo>
                    <a:pt x="2186" y="8793"/>
                  </a:moveTo>
                  <a:lnTo>
                    <a:pt x="2135" y="8810"/>
                  </a:lnTo>
                  <a:lnTo>
                    <a:pt x="2085" y="8843"/>
                  </a:lnTo>
                  <a:lnTo>
                    <a:pt x="2051" y="8877"/>
                  </a:lnTo>
                  <a:lnTo>
                    <a:pt x="2001" y="8961"/>
                  </a:lnTo>
                  <a:lnTo>
                    <a:pt x="2085" y="8894"/>
                  </a:lnTo>
                  <a:lnTo>
                    <a:pt x="2085" y="8910"/>
                  </a:lnTo>
                  <a:lnTo>
                    <a:pt x="2152" y="8860"/>
                  </a:lnTo>
                  <a:lnTo>
                    <a:pt x="2219" y="8860"/>
                  </a:lnTo>
                  <a:lnTo>
                    <a:pt x="2286" y="8894"/>
                  </a:lnTo>
                  <a:lnTo>
                    <a:pt x="2320" y="8927"/>
                  </a:lnTo>
                  <a:lnTo>
                    <a:pt x="2370" y="8944"/>
                  </a:lnTo>
                  <a:lnTo>
                    <a:pt x="2438" y="8961"/>
                  </a:lnTo>
                  <a:lnTo>
                    <a:pt x="2488" y="8944"/>
                  </a:lnTo>
                  <a:lnTo>
                    <a:pt x="2522" y="8910"/>
                  </a:lnTo>
                  <a:lnTo>
                    <a:pt x="2555" y="8877"/>
                  </a:lnTo>
                  <a:lnTo>
                    <a:pt x="2606" y="8793"/>
                  </a:lnTo>
                  <a:lnTo>
                    <a:pt x="2539" y="8843"/>
                  </a:lnTo>
                  <a:lnTo>
                    <a:pt x="2471" y="8894"/>
                  </a:lnTo>
                  <a:lnTo>
                    <a:pt x="2387" y="8877"/>
                  </a:lnTo>
                  <a:lnTo>
                    <a:pt x="2337" y="8843"/>
                  </a:lnTo>
                  <a:lnTo>
                    <a:pt x="2286" y="8810"/>
                  </a:lnTo>
                  <a:lnTo>
                    <a:pt x="2236" y="8793"/>
                  </a:lnTo>
                  <a:close/>
                  <a:moveTo>
                    <a:pt x="3900" y="9095"/>
                  </a:moveTo>
                  <a:lnTo>
                    <a:pt x="3867" y="9112"/>
                  </a:lnTo>
                  <a:lnTo>
                    <a:pt x="3951" y="9129"/>
                  </a:lnTo>
                  <a:lnTo>
                    <a:pt x="4035" y="9163"/>
                  </a:lnTo>
                  <a:lnTo>
                    <a:pt x="4085" y="9213"/>
                  </a:lnTo>
                  <a:lnTo>
                    <a:pt x="4102" y="9280"/>
                  </a:lnTo>
                  <a:lnTo>
                    <a:pt x="4102" y="9331"/>
                  </a:lnTo>
                  <a:lnTo>
                    <a:pt x="4136" y="9381"/>
                  </a:lnTo>
                  <a:lnTo>
                    <a:pt x="4169" y="9415"/>
                  </a:lnTo>
                  <a:lnTo>
                    <a:pt x="4203" y="9448"/>
                  </a:lnTo>
                  <a:lnTo>
                    <a:pt x="4253" y="9465"/>
                  </a:lnTo>
                  <a:lnTo>
                    <a:pt x="4321" y="9448"/>
                  </a:lnTo>
                  <a:lnTo>
                    <a:pt x="4405" y="9432"/>
                  </a:lnTo>
                  <a:lnTo>
                    <a:pt x="4321" y="9415"/>
                  </a:lnTo>
                  <a:lnTo>
                    <a:pt x="4236" y="9398"/>
                  </a:lnTo>
                  <a:lnTo>
                    <a:pt x="4186" y="9348"/>
                  </a:lnTo>
                  <a:lnTo>
                    <a:pt x="4169" y="9263"/>
                  </a:lnTo>
                  <a:lnTo>
                    <a:pt x="4169" y="9213"/>
                  </a:lnTo>
                  <a:lnTo>
                    <a:pt x="4136" y="9163"/>
                  </a:lnTo>
                  <a:lnTo>
                    <a:pt x="4102" y="9129"/>
                  </a:lnTo>
                  <a:lnTo>
                    <a:pt x="4052" y="9095"/>
                  </a:lnTo>
                  <a:close/>
                  <a:moveTo>
                    <a:pt x="8322" y="9818"/>
                  </a:moveTo>
                  <a:lnTo>
                    <a:pt x="8271" y="9835"/>
                  </a:lnTo>
                  <a:lnTo>
                    <a:pt x="8221" y="9869"/>
                  </a:lnTo>
                  <a:lnTo>
                    <a:pt x="8187" y="9902"/>
                  </a:lnTo>
                  <a:lnTo>
                    <a:pt x="8137" y="9986"/>
                  </a:lnTo>
                  <a:lnTo>
                    <a:pt x="8221" y="9936"/>
                  </a:lnTo>
                  <a:lnTo>
                    <a:pt x="8254" y="9902"/>
                  </a:lnTo>
                  <a:lnTo>
                    <a:pt x="8288" y="9885"/>
                  </a:lnTo>
                  <a:lnTo>
                    <a:pt x="8355" y="9885"/>
                  </a:lnTo>
                  <a:lnTo>
                    <a:pt x="8422" y="9936"/>
                  </a:lnTo>
                  <a:lnTo>
                    <a:pt x="8456" y="9953"/>
                  </a:lnTo>
                  <a:lnTo>
                    <a:pt x="8506" y="9986"/>
                  </a:lnTo>
                  <a:lnTo>
                    <a:pt x="8574" y="9986"/>
                  </a:lnTo>
                  <a:lnTo>
                    <a:pt x="8624" y="9970"/>
                  </a:lnTo>
                  <a:lnTo>
                    <a:pt x="8658" y="9936"/>
                  </a:lnTo>
                  <a:lnTo>
                    <a:pt x="8691" y="9902"/>
                  </a:lnTo>
                  <a:lnTo>
                    <a:pt x="8742" y="9835"/>
                  </a:lnTo>
                  <a:lnTo>
                    <a:pt x="8675" y="9885"/>
                  </a:lnTo>
                  <a:lnTo>
                    <a:pt x="8607" y="9919"/>
                  </a:lnTo>
                  <a:lnTo>
                    <a:pt x="8523" y="9919"/>
                  </a:lnTo>
                  <a:lnTo>
                    <a:pt x="8473" y="9869"/>
                  </a:lnTo>
                  <a:lnTo>
                    <a:pt x="8422" y="9835"/>
                  </a:lnTo>
                  <a:lnTo>
                    <a:pt x="8372" y="9818"/>
                  </a:lnTo>
                  <a:close/>
                  <a:moveTo>
                    <a:pt x="891" y="9970"/>
                  </a:moveTo>
                  <a:lnTo>
                    <a:pt x="841" y="9986"/>
                  </a:lnTo>
                  <a:lnTo>
                    <a:pt x="807" y="10003"/>
                  </a:lnTo>
                  <a:lnTo>
                    <a:pt x="773" y="10054"/>
                  </a:lnTo>
                  <a:lnTo>
                    <a:pt x="706" y="10121"/>
                  </a:lnTo>
                  <a:lnTo>
                    <a:pt x="706" y="10121"/>
                  </a:lnTo>
                  <a:lnTo>
                    <a:pt x="807" y="10054"/>
                  </a:lnTo>
                  <a:lnTo>
                    <a:pt x="790" y="10070"/>
                  </a:lnTo>
                  <a:lnTo>
                    <a:pt x="790" y="10070"/>
                  </a:lnTo>
                  <a:lnTo>
                    <a:pt x="857" y="10037"/>
                  </a:lnTo>
                  <a:lnTo>
                    <a:pt x="925" y="10037"/>
                  </a:lnTo>
                  <a:lnTo>
                    <a:pt x="992" y="10070"/>
                  </a:lnTo>
                  <a:lnTo>
                    <a:pt x="1042" y="10104"/>
                  </a:lnTo>
                  <a:lnTo>
                    <a:pt x="1093" y="10121"/>
                  </a:lnTo>
                  <a:lnTo>
                    <a:pt x="1143" y="10121"/>
                  </a:lnTo>
                  <a:lnTo>
                    <a:pt x="1194" y="10104"/>
                  </a:lnTo>
                  <a:lnTo>
                    <a:pt x="1244" y="10087"/>
                  </a:lnTo>
                  <a:lnTo>
                    <a:pt x="1278" y="10054"/>
                  </a:lnTo>
                  <a:lnTo>
                    <a:pt x="1328" y="9970"/>
                  </a:lnTo>
                  <a:lnTo>
                    <a:pt x="1244" y="10020"/>
                  </a:lnTo>
                  <a:lnTo>
                    <a:pt x="1211" y="10037"/>
                  </a:lnTo>
                  <a:lnTo>
                    <a:pt x="1177" y="10054"/>
                  </a:lnTo>
                  <a:lnTo>
                    <a:pt x="1110" y="10054"/>
                  </a:lnTo>
                  <a:lnTo>
                    <a:pt x="1042" y="10020"/>
                  </a:lnTo>
                  <a:lnTo>
                    <a:pt x="992" y="9986"/>
                  </a:lnTo>
                  <a:lnTo>
                    <a:pt x="942" y="9970"/>
                  </a:lnTo>
                  <a:close/>
                  <a:moveTo>
                    <a:pt x="6187" y="10037"/>
                  </a:moveTo>
                  <a:lnTo>
                    <a:pt x="6086" y="10070"/>
                  </a:lnTo>
                  <a:lnTo>
                    <a:pt x="6187" y="10070"/>
                  </a:lnTo>
                  <a:lnTo>
                    <a:pt x="6220" y="10087"/>
                  </a:lnTo>
                  <a:lnTo>
                    <a:pt x="6254" y="10104"/>
                  </a:lnTo>
                  <a:lnTo>
                    <a:pt x="6304" y="10154"/>
                  </a:lnTo>
                  <a:lnTo>
                    <a:pt x="6321" y="10222"/>
                  </a:lnTo>
                  <a:lnTo>
                    <a:pt x="6338" y="10272"/>
                  </a:lnTo>
                  <a:lnTo>
                    <a:pt x="6355" y="10323"/>
                  </a:lnTo>
                  <a:lnTo>
                    <a:pt x="6388" y="10356"/>
                  </a:lnTo>
                  <a:lnTo>
                    <a:pt x="6439" y="10390"/>
                  </a:lnTo>
                  <a:lnTo>
                    <a:pt x="6489" y="10407"/>
                  </a:lnTo>
                  <a:lnTo>
                    <a:pt x="6540" y="10390"/>
                  </a:lnTo>
                  <a:lnTo>
                    <a:pt x="6640" y="10373"/>
                  </a:lnTo>
                  <a:lnTo>
                    <a:pt x="6540" y="10356"/>
                  </a:lnTo>
                  <a:lnTo>
                    <a:pt x="6472" y="10339"/>
                  </a:lnTo>
                  <a:lnTo>
                    <a:pt x="6422" y="10289"/>
                  </a:lnTo>
                  <a:lnTo>
                    <a:pt x="6405" y="10205"/>
                  </a:lnTo>
                  <a:lnTo>
                    <a:pt x="6388" y="10154"/>
                  </a:lnTo>
                  <a:lnTo>
                    <a:pt x="6371" y="10104"/>
                  </a:lnTo>
                  <a:lnTo>
                    <a:pt x="6338" y="10070"/>
                  </a:lnTo>
                  <a:lnTo>
                    <a:pt x="6287" y="10037"/>
                  </a:lnTo>
                  <a:close/>
                  <a:moveTo>
                    <a:pt x="2959" y="10390"/>
                  </a:moveTo>
                  <a:lnTo>
                    <a:pt x="2925" y="10474"/>
                  </a:lnTo>
                  <a:lnTo>
                    <a:pt x="2908" y="10541"/>
                  </a:lnTo>
                  <a:lnTo>
                    <a:pt x="2858" y="10592"/>
                  </a:lnTo>
                  <a:lnTo>
                    <a:pt x="2791" y="10625"/>
                  </a:lnTo>
                  <a:lnTo>
                    <a:pt x="2740" y="10625"/>
                  </a:lnTo>
                  <a:lnTo>
                    <a:pt x="2690" y="10642"/>
                  </a:lnTo>
                  <a:lnTo>
                    <a:pt x="2639" y="10692"/>
                  </a:lnTo>
                  <a:lnTo>
                    <a:pt x="2623" y="10726"/>
                  </a:lnTo>
                  <a:lnTo>
                    <a:pt x="2606" y="10776"/>
                  </a:lnTo>
                  <a:lnTo>
                    <a:pt x="2623" y="10827"/>
                  </a:lnTo>
                  <a:lnTo>
                    <a:pt x="2639" y="10928"/>
                  </a:lnTo>
                  <a:lnTo>
                    <a:pt x="2656" y="10827"/>
                  </a:lnTo>
                  <a:lnTo>
                    <a:pt x="2673" y="10760"/>
                  </a:lnTo>
                  <a:lnTo>
                    <a:pt x="2723" y="10709"/>
                  </a:lnTo>
                  <a:lnTo>
                    <a:pt x="2808" y="10692"/>
                  </a:lnTo>
                  <a:lnTo>
                    <a:pt x="2858" y="10692"/>
                  </a:lnTo>
                  <a:lnTo>
                    <a:pt x="2908" y="10659"/>
                  </a:lnTo>
                  <a:lnTo>
                    <a:pt x="2942" y="10625"/>
                  </a:lnTo>
                  <a:lnTo>
                    <a:pt x="2976" y="10575"/>
                  </a:lnTo>
                  <a:lnTo>
                    <a:pt x="2976" y="10524"/>
                  </a:lnTo>
                  <a:lnTo>
                    <a:pt x="2976" y="10474"/>
                  </a:lnTo>
                  <a:lnTo>
                    <a:pt x="2959" y="10390"/>
                  </a:lnTo>
                  <a:close/>
                  <a:moveTo>
                    <a:pt x="4539" y="10861"/>
                  </a:moveTo>
                  <a:lnTo>
                    <a:pt x="4505" y="10894"/>
                  </a:lnTo>
                  <a:lnTo>
                    <a:pt x="4472" y="10928"/>
                  </a:lnTo>
                  <a:lnTo>
                    <a:pt x="4421" y="11012"/>
                  </a:lnTo>
                  <a:lnTo>
                    <a:pt x="4489" y="10961"/>
                  </a:lnTo>
                  <a:lnTo>
                    <a:pt x="4556" y="10928"/>
                  </a:lnTo>
                  <a:lnTo>
                    <a:pt x="4640" y="10928"/>
                  </a:lnTo>
                  <a:lnTo>
                    <a:pt x="4690" y="10961"/>
                  </a:lnTo>
                  <a:lnTo>
                    <a:pt x="4741" y="10995"/>
                  </a:lnTo>
                  <a:lnTo>
                    <a:pt x="4791" y="11012"/>
                  </a:lnTo>
                  <a:lnTo>
                    <a:pt x="4842" y="11012"/>
                  </a:lnTo>
                  <a:lnTo>
                    <a:pt x="4892" y="10995"/>
                  </a:lnTo>
                  <a:lnTo>
                    <a:pt x="4943" y="10978"/>
                  </a:lnTo>
                  <a:lnTo>
                    <a:pt x="4976" y="10928"/>
                  </a:lnTo>
                  <a:lnTo>
                    <a:pt x="5027" y="10861"/>
                  </a:lnTo>
                  <a:lnTo>
                    <a:pt x="4943" y="10911"/>
                  </a:lnTo>
                  <a:lnTo>
                    <a:pt x="4909" y="10928"/>
                  </a:lnTo>
                  <a:lnTo>
                    <a:pt x="4875" y="10945"/>
                  </a:lnTo>
                  <a:lnTo>
                    <a:pt x="4808" y="10945"/>
                  </a:lnTo>
                  <a:lnTo>
                    <a:pt x="4741" y="10911"/>
                  </a:lnTo>
                  <a:lnTo>
                    <a:pt x="4707" y="10877"/>
                  </a:lnTo>
                  <a:lnTo>
                    <a:pt x="4657" y="10861"/>
                  </a:lnTo>
                  <a:close/>
                  <a:moveTo>
                    <a:pt x="101" y="11331"/>
                  </a:moveTo>
                  <a:lnTo>
                    <a:pt x="34" y="11365"/>
                  </a:lnTo>
                  <a:lnTo>
                    <a:pt x="34" y="11415"/>
                  </a:lnTo>
                  <a:lnTo>
                    <a:pt x="51" y="11398"/>
                  </a:lnTo>
                  <a:lnTo>
                    <a:pt x="101" y="11331"/>
                  </a:lnTo>
                  <a:close/>
                  <a:moveTo>
                    <a:pt x="1160" y="11398"/>
                  </a:moveTo>
                  <a:lnTo>
                    <a:pt x="1059" y="11415"/>
                  </a:lnTo>
                  <a:lnTo>
                    <a:pt x="1160" y="11432"/>
                  </a:lnTo>
                  <a:lnTo>
                    <a:pt x="1227" y="11449"/>
                  </a:lnTo>
                  <a:lnTo>
                    <a:pt x="1278" y="11499"/>
                  </a:lnTo>
                  <a:lnTo>
                    <a:pt x="1295" y="11567"/>
                  </a:lnTo>
                  <a:lnTo>
                    <a:pt x="1311" y="11634"/>
                  </a:lnTo>
                  <a:lnTo>
                    <a:pt x="1328" y="11667"/>
                  </a:lnTo>
                  <a:lnTo>
                    <a:pt x="1362" y="11718"/>
                  </a:lnTo>
                  <a:lnTo>
                    <a:pt x="1412" y="11752"/>
                  </a:lnTo>
                  <a:lnTo>
                    <a:pt x="1513" y="11752"/>
                  </a:lnTo>
                  <a:lnTo>
                    <a:pt x="1597" y="11735"/>
                  </a:lnTo>
                  <a:lnTo>
                    <a:pt x="1513" y="11718"/>
                  </a:lnTo>
                  <a:lnTo>
                    <a:pt x="1429" y="11684"/>
                  </a:lnTo>
                  <a:lnTo>
                    <a:pt x="1395" y="11634"/>
                  </a:lnTo>
                  <a:lnTo>
                    <a:pt x="1379" y="11567"/>
                  </a:lnTo>
                  <a:lnTo>
                    <a:pt x="1362" y="11516"/>
                  </a:lnTo>
                  <a:lnTo>
                    <a:pt x="1345" y="11466"/>
                  </a:lnTo>
                  <a:lnTo>
                    <a:pt x="1295" y="11432"/>
                  </a:lnTo>
                  <a:lnTo>
                    <a:pt x="1244" y="11398"/>
                  </a:lnTo>
                  <a:close/>
                  <a:moveTo>
                    <a:pt x="7901" y="11197"/>
                  </a:moveTo>
                  <a:lnTo>
                    <a:pt x="7868" y="11281"/>
                  </a:lnTo>
                  <a:lnTo>
                    <a:pt x="7868" y="11298"/>
                  </a:lnTo>
                  <a:lnTo>
                    <a:pt x="7851" y="11365"/>
                  </a:lnTo>
                  <a:lnTo>
                    <a:pt x="7800" y="11415"/>
                  </a:lnTo>
                  <a:lnTo>
                    <a:pt x="7733" y="11449"/>
                  </a:lnTo>
                  <a:lnTo>
                    <a:pt x="7683" y="11449"/>
                  </a:lnTo>
                  <a:lnTo>
                    <a:pt x="7632" y="11466"/>
                  </a:lnTo>
                  <a:lnTo>
                    <a:pt x="7582" y="11499"/>
                  </a:lnTo>
                  <a:lnTo>
                    <a:pt x="7565" y="11550"/>
                  </a:lnTo>
                  <a:lnTo>
                    <a:pt x="7548" y="11600"/>
                  </a:lnTo>
                  <a:lnTo>
                    <a:pt x="7565" y="11651"/>
                  </a:lnTo>
                  <a:lnTo>
                    <a:pt x="7565" y="11701"/>
                  </a:lnTo>
                  <a:lnTo>
                    <a:pt x="7582" y="11752"/>
                  </a:lnTo>
                  <a:lnTo>
                    <a:pt x="7599" y="11651"/>
                  </a:lnTo>
                  <a:lnTo>
                    <a:pt x="7599" y="11617"/>
                  </a:lnTo>
                  <a:lnTo>
                    <a:pt x="7615" y="11583"/>
                  </a:lnTo>
                  <a:lnTo>
                    <a:pt x="7666" y="11533"/>
                  </a:lnTo>
                  <a:lnTo>
                    <a:pt x="7733" y="11516"/>
                  </a:lnTo>
                  <a:lnTo>
                    <a:pt x="7800" y="11499"/>
                  </a:lnTo>
                  <a:lnTo>
                    <a:pt x="7851" y="11483"/>
                  </a:lnTo>
                  <a:lnTo>
                    <a:pt x="7884" y="11449"/>
                  </a:lnTo>
                  <a:lnTo>
                    <a:pt x="7918" y="11398"/>
                  </a:lnTo>
                  <a:lnTo>
                    <a:pt x="7918" y="11348"/>
                  </a:lnTo>
                  <a:lnTo>
                    <a:pt x="7918" y="11298"/>
                  </a:lnTo>
                  <a:lnTo>
                    <a:pt x="7918" y="11247"/>
                  </a:lnTo>
                  <a:lnTo>
                    <a:pt x="7901" y="11197"/>
                  </a:lnTo>
                  <a:close/>
                  <a:moveTo>
                    <a:pt x="2908" y="12205"/>
                  </a:moveTo>
                  <a:lnTo>
                    <a:pt x="2858" y="12222"/>
                  </a:lnTo>
                  <a:lnTo>
                    <a:pt x="2808" y="12256"/>
                  </a:lnTo>
                  <a:lnTo>
                    <a:pt x="2774" y="12289"/>
                  </a:lnTo>
                  <a:lnTo>
                    <a:pt x="2723" y="12374"/>
                  </a:lnTo>
                  <a:lnTo>
                    <a:pt x="2791" y="12306"/>
                  </a:lnTo>
                  <a:lnTo>
                    <a:pt x="2875" y="12273"/>
                  </a:lnTo>
                  <a:lnTo>
                    <a:pt x="2942" y="12273"/>
                  </a:lnTo>
                  <a:lnTo>
                    <a:pt x="2992" y="12306"/>
                  </a:lnTo>
                  <a:lnTo>
                    <a:pt x="3043" y="12340"/>
                  </a:lnTo>
                  <a:lnTo>
                    <a:pt x="3093" y="12357"/>
                  </a:lnTo>
                  <a:lnTo>
                    <a:pt x="3144" y="12374"/>
                  </a:lnTo>
                  <a:lnTo>
                    <a:pt x="3194" y="12357"/>
                  </a:lnTo>
                  <a:lnTo>
                    <a:pt x="3245" y="12323"/>
                  </a:lnTo>
                  <a:lnTo>
                    <a:pt x="3278" y="12289"/>
                  </a:lnTo>
                  <a:lnTo>
                    <a:pt x="3329" y="12205"/>
                  </a:lnTo>
                  <a:lnTo>
                    <a:pt x="3261" y="12273"/>
                  </a:lnTo>
                  <a:lnTo>
                    <a:pt x="3177" y="12306"/>
                  </a:lnTo>
                  <a:lnTo>
                    <a:pt x="3110" y="12289"/>
                  </a:lnTo>
                  <a:lnTo>
                    <a:pt x="3043" y="12256"/>
                  </a:lnTo>
                  <a:lnTo>
                    <a:pt x="3009" y="12222"/>
                  </a:lnTo>
                  <a:lnTo>
                    <a:pt x="2959" y="12205"/>
                  </a:lnTo>
                  <a:close/>
                  <a:moveTo>
                    <a:pt x="5867" y="12020"/>
                  </a:moveTo>
                  <a:lnTo>
                    <a:pt x="5766" y="12037"/>
                  </a:lnTo>
                  <a:lnTo>
                    <a:pt x="5867" y="12054"/>
                  </a:lnTo>
                  <a:lnTo>
                    <a:pt x="5934" y="12071"/>
                  </a:lnTo>
                  <a:lnTo>
                    <a:pt x="5985" y="12121"/>
                  </a:lnTo>
                  <a:lnTo>
                    <a:pt x="6002" y="12189"/>
                  </a:lnTo>
                  <a:lnTo>
                    <a:pt x="6018" y="12256"/>
                  </a:lnTo>
                  <a:lnTo>
                    <a:pt x="6035" y="12306"/>
                  </a:lnTo>
                  <a:lnTo>
                    <a:pt x="6069" y="12340"/>
                  </a:lnTo>
                  <a:lnTo>
                    <a:pt x="6119" y="12374"/>
                  </a:lnTo>
                  <a:lnTo>
                    <a:pt x="6220" y="12374"/>
                  </a:lnTo>
                  <a:lnTo>
                    <a:pt x="6321" y="12357"/>
                  </a:lnTo>
                  <a:lnTo>
                    <a:pt x="6220" y="12340"/>
                  </a:lnTo>
                  <a:lnTo>
                    <a:pt x="6153" y="12323"/>
                  </a:lnTo>
                  <a:lnTo>
                    <a:pt x="6103" y="12256"/>
                  </a:lnTo>
                  <a:lnTo>
                    <a:pt x="6086" y="12189"/>
                  </a:lnTo>
                  <a:lnTo>
                    <a:pt x="6069" y="12138"/>
                  </a:lnTo>
                  <a:lnTo>
                    <a:pt x="6052" y="12088"/>
                  </a:lnTo>
                  <a:lnTo>
                    <a:pt x="6018" y="12054"/>
                  </a:lnTo>
                  <a:lnTo>
                    <a:pt x="5968" y="12020"/>
                  </a:lnTo>
                  <a:close/>
                  <a:moveTo>
                    <a:pt x="4657" y="12592"/>
                  </a:moveTo>
                  <a:lnTo>
                    <a:pt x="4657" y="12676"/>
                  </a:lnTo>
                  <a:lnTo>
                    <a:pt x="4623" y="12760"/>
                  </a:lnTo>
                  <a:lnTo>
                    <a:pt x="4573" y="12811"/>
                  </a:lnTo>
                  <a:lnTo>
                    <a:pt x="4505" y="12827"/>
                  </a:lnTo>
                  <a:lnTo>
                    <a:pt x="4455" y="12827"/>
                  </a:lnTo>
                  <a:lnTo>
                    <a:pt x="4405" y="12861"/>
                  </a:lnTo>
                  <a:lnTo>
                    <a:pt x="4371" y="12895"/>
                  </a:lnTo>
                  <a:lnTo>
                    <a:pt x="4337" y="12945"/>
                  </a:lnTo>
                  <a:lnTo>
                    <a:pt x="4321" y="12979"/>
                  </a:lnTo>
                  <a:lnTo>
                    <a:pt x="4321" y="13029"/>
                  </a:lnTo>
                  <a:lnTo>
                    <a:pt x="4354" y="13130"/>
                  </a:lnTo>
                  <a:lnTo>
                    <a:pt x="4371" y="13029"/>
                  </a:lnTo>
                  <a:lnTo>
                    <a:pt x="4371" y="12996"/>
                  </a:lnTo>
                  <a:lnTo>
                    <a:pt x="4388" y="12962"/>
                  </a:lnTo>
                  <a:lnTo>
                    <a:pt x="4438" y="12911"/>
                  </a:lnTo>
                  <a:lnTo>
                    <a:pt x="4505" y="12895"/>
                  </a:lnTo>
                  <a:lnTo>
                    <a:pt x="4573" y="12895"/>
                  </a:lnTo>
                  <a:lnTo>
                    <a:pt x="4623" y="12861"/>
                  </a:lnTo>
                  <a:lnTo>
                    <a:pt x="4657" y="12827"/>
                  </a:lnTo>
                  <a:lnTo>
                    <a:pt x="4690" y="12777"/>
                  </a:lnTo>
                  <a:lnTo>
                    <a:pt x="4690" y="12727"/>
                  </a:lnTo>
                  <a:lnTo>
                    <a:pt x="4690" y="12676"/>
                  </a:lnTo>
                  <a:lnTo>
                    <a:pt x="4657" y="12592"/>
                  </a:lnTo>
                  <a:close/>
                  <a:moveTo>
                    <a:pt x="7498" y="12861"/>
                  </a:moveTo>
                  <a:lnTo>
                    <a:pt x="7414" y="12878"/>
                  </a:lnTo>
                  <a:lnTo>
                    <a:pt x="7498" y="12895"/>
                  </a:lnTo>
                  <a:lnTo>
                    <a:pt x="7582" y="12911"/>
                  </a:lnTo>
                  <a:lnTo>
                    <a:pt x="7632" y="12962"/>
                  </a:lnTo>
                  <a:lnTo>
                    <a:pt x="7649" y="13029"/>
                  </a:lnTo>
                  <a:lnTo>
                    <a:pt x="7649" y="13096"/>
                  </a:lnTo>
                  <a:lnTo>
                    <a:pt x="7683" y="13147"/>
                  </a:lnTo>
                  <a:lnTo>
                    <a:pt x="7716" y="13180"/>
                  </a:lnTo>
                  <a:lnTo>
                    <a:pt x="7767" y="13214"/>
                  </a:lnTo>
                  <a:lnTo>
                    <a:pt x="7868" y="13214"/>
                  </a:lnTo>
                  <a:lnTo>
                    <a:pt x="7952" y="13197"/>
                  </a:lnTo>
                  <a:lnTo>
                    <a:pt x="7868" y="13180"/>
                  </a:lnTo>
                  <a:lnTo>
                    <a:pt x="7784" y="13164"/>
                  </a:lnTo>
                  <a:lnTo>
                    <a:pt x="7733" y="13113"/>
                  </a:lnTo>
                  <a:lnTo>
                    <a:pt x="7733" y="13029"/>
                  </a:lnTo>
                  <a:lnTo>
                    <a:pt x="7716" y="12979"/>
                  </a:lnTo>
                  <a:lnTo>
                    <a:pt x="7683" y="12928"/>
                  </a:lnTo>
                  <a:lnTo>
                    <a:pt x="7649" y="12895"/>
                  </a:lnTo>
                  <a:lnTo>
                    <a:pt x="7599" y="12861"/>
                  </a:lnTo>
                  <a:close/>
                  <a:moveTo>
                    <a:pt x="51" y="12861"/>
                  </a:moveTo>
                  <a:lnTo>
                    <a:pt x="51" y="12928"/>
                  </a:lnTo>
                  <a:lnTo>
                    <a:pt x="101" y="12979"/>
                  </a:lnTo>
                  <a:lnTo>
                    <a:pt x="118" y="13046"/>
                  </a:lnTo>
                  <a:lnTo>
                    <a:pt x="118" y="13096"/>
                  </a:lnTo>
                  <a:lnTo>
                    <a:pt x="151" y="13147"/>
                  </a:lnTo>
                  <a:lnTo>
                    <a:pt x="185" y="13180"/>
                  </a:lnTo>
                  <a:lnTo>
                    <a:pt x="235" y="13214"/>
                  </a:lnTo>
                  <a:lnTo>
                    <a:pt x="286" y="13231"/>
                  </a:lnTo>
                  <a:lnTo>
                    <a:pt x="336" y="13231"/>
                  </a:lnTo>
                  <a:lnTo>
                    <a:pt x="420" y="13214"/>
                  </a:lnTo>
                  <a:lnTo>
                    <a:pt x="387" y="13197"/>
                  </a:lnTo>
                  <a:lnTo>
                    <a:pt x="336" y="13180"/>
                  </a:lnTo>
                  <a:lnTo>
                    <a:pt x="252" y="13164"/>
                  </a:lnTo>
                  <a:lnTo>
                    <a:pt x="202" y="13113"/>
                  </a:lnTo>
                  <a:lnTo>
                    <a:pt x="202" y="13029"/>
                  </a:lnTo>
                  <a:lnTo>
                    <a:pt x="185" y="12979"/>
                  </a:lnTo>
                  <a:lnTo>
                    <a:pt x="168" y="12928"/>
                  </a:lnTo>
                  <a:lnTo>
                    <a:pt x="118" y="12895"/>
                  </a:lnTo>
                  <a:lnTo>
                    <a:pt x="67" y="12861"/>
                  </a:lnTo>
                  <a:close/>
                  <a:moveTo>
                    <a:pt x="1849" y="12710"/>
                  </a:moveTo>
                  <a:lnTo>
                    <a:pt x="1849" y="12794"/>
                  </a:lnTo>
                  <a:lnTo>
                    <a:pt x="1816" y="12861"/>
                  </a:lnTo>
                  <a:lnTo>
                    <a:pt x="1765" y="12911"/>
                  </a:lnTo>
                  <a:lnTo>
                    <a:pt x="1698" y="12945"/>
                  </a:lnTo>
                  <a:lnTo>
                    <a:pt x="1648" y="12945"/>
                  </a:lnTo>
                  <a:lnTo>
                    <a:pt x="1597" y="12962"/>
                  </a:lnTo>
                  <a:lnTo>
                    <a:pt x="1564" y="13012"/>
                  </a:lnTo>
                  <a:lnTo>
                    <a:pt x="1530" y="13046"/>
                  </a:lnTo>
                  <a:lnTo>
                    <a:pt x="1513" y="13096"/>
                  </a:lnTo>
                  <a:lnTo>
                    <a:pt x="1513" y="13147"/>
                  </a:lnTo>
                  <a:lnTo>
                    <a:pt x="1530" y="13248"/>
                  </a:lnTo>
                  <a:lnTo>
                    <a:pt x="1547" y="13147"/>
                  </a:lnTo>
                  <a:lnTo>
                    <a:pt x="1580" y="13080"/>
                  </a:lnTo>
                  <a:lnTo>
                    <a:pt x="1631" y="13029"/>
                  </a:lnTo>
                  <a:lnTo>
                    <a:pt x="1698" y="13012"/>
                  </a:lnTo>
                  <a:lnTo>
                    <a:pt x="1748" y="12996"/>
                  </a:lnTo>
                  <a:lnTo>
                    <a:pt x="1799" y="12979"/>
                  </a:lnTo>
                  <a:lnTo>
                    <a:pt x="1849" y="12945"/>
                  </a:lnTo>
                  <a:lnTo>
                    <a:pt x="1866" y="12895"/>
                  </a:lnTo>
                  <a:lnTo>
                    <a:pt x="1883" y="12844"/>
                  </a:lnTo>
                  <a:lnTo>
                    <a:pt x="1866" y="12794"/>
                  </a:lnTo>
                  <a:lnTo>
                    <a:pt x="1849" y="127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7" name="Google Shape;5957;p63"/>
            <p:cNvSpPr/>
            <p:nvPr/>
          </p:nvSpPr>
          <p:spPr>
            <a:xfrm>
              <a:off x="4242450" y="1260650"/>
              <a:ext cx="37850" cy="153425"/>
            </a:xfrm>
            <a:custGeom>
              <a:avLst/>
              <a:gdLst/>
              <a:ahLst/>
              <a:cxnLst/>
              <a:rect l="l" t="t" r="r" b="b"/>
              <a:pathLst>
                <a:path w="1514" h="6137" extrusionOk="0">
                  <a:moveTo>
                    <a:pt x="0" y="0"/>
                  </a:moveTo>
                  <a:lnTo>
                    <a:pt x="169" y="6136"/>
                  </a:lnTo>
                  <a:lnTo>
                    <a:pt x="1513" y="6069"/>
                  </a:lnTo>
                  <a:lnTo>
                    <a:pt x="1295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8" name="Google Shape;5958;p63"/>
            <p:cNvSpPr/>
            <p:nvPr/>
          </p:nvSpPr>
          <p:spPr>
            <a:xfrm>
              <a:off x="4273550" y="1274100"/>
              <a:ext cx="7600" cy="126525"/>
            </a:xfrm>
            <a:custGeom>
              <a:avLst/>
              <a:gdLst/>
              <a:ahLst/>
              <a:cxnLst/>
              <a:rect l="l" t="t" r="r" b="b"/>
              <a:pathLst>
                <a:path w="304" h="5061" extrusionOk="0">
                  <a:moveTo>
                    <a:pt x="17" y="0"/>
                  </a:moveTo>
                  <a:lnTo>
                    <a:pt x="1" y="17"/>
                  </a:lnTo>
                  <a:lnTo>
                    <a:pt x="1" y="320"/>
                  </a:lnTo>
                  <a:lnTo>
                    <a:pt x="17" y="622"/>
                  </a:lnTo>
                  <a:lnTo>
                    <a:pt x="34" y="1228"/>
                  </a:lnTo>
                  <a:lnTo>
                    <a:pt x="85" y="2505"/>
                  </a:lnTo>
                  <a:lnTo>
                    <a:pt x="118" y="3144"/>
                  </a:lnTo>
                  <a:lnTo>
                    <a:pt x="152" y="3783"/>
                  </a:lnTo>
                  <a:lnTo>
                    <a:pt x="269" y="5044"/>
                  </a:lnTo>
                  <a:lnTo>
                    <a:pt x="286" y="5060"/>
                  </a:lnTo>
                  <a:lnTo>
                    <a:pt x="303" y="5044"/>
                  </a:lnTo>
                  <a:lnTo>
                    <a:pt x="269" y="3766"/>
                  </a:lnTo>
                  <a:lnTo>
                    <a:pt x="219" y="2522"/>
                  </a:lnTo>
                  <a:lnTo>
                    <a:pt x="135" y="1261"/>
                  </a:lnTo>
                  <a:lnTo>
                    <a:pt x="101" y="639"/>
                  </a:lnTo>
                  <a:lnTo>
                    <a:pt x="68" y="320"/>
                  </a:lnTo>
                  <a:lnTo>
                    <a:pt x="34" y="1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9" name="Google Shape;5959;p63"/>
            <p:cNvSpPr/>
            <p:nvPr/>
          </p:nvSpPr>
          <p:spPr>
            <a:xfrm>
              <a:off x="4444600" y="1136675"/>
              <a:ext cx="48350" cy="247975"/>
            </a:xfrm>
            <a:custGeom>
              <a:avLst/>
              <a:gdLst/>
              <a:ahLst/>
              <a:cxnLst/>
              <a:rect l="l" t="t" r="r" b="b"/>
              <a:pathLst>
                <a:path w="1934" h="9919" extrusionOk="0">
                  <a:moveTo>
                    <a:pt x="1" y="0"/>
                  </a:moveTo>
                  <a:lnTo>
                    <a:pt x="337" y="941"/>
                  </a:lnTo>
                  <a:lnTo>
                    <a:pt x="656" y="1900"/>
                  </a:lnTo>
                  <a:lnTo>
                    <a:pt x="942" y="2858"/>
                  </a:lnTo>
                  <a:lnTo>
                    <a:pt x="1211" y="3833"/>
                  </a:lnTo>
                  <a:lnTo>
                    <a:pt x="1312" y="4321"/>
                  </a:lnTo>
                  <a:lnTo>
                    <a:pt x="1413" y="4791"/>
                  </a:lnTo>
                  <a:lnTo>
                    <a:pt x="1514" y="5296"/>
                  </a:lnTo>
                  <a:lnTo>
                    <a:pt x="1581" y="5783"/>
                  </a:lnTo>
                  <a:lnTo>
                    <a:pt x="1648" y="6271"/>
                  </a:lnTo>
                  <a:lnTo>
                    <a:pt x="1698" y="6758"/>
                  </a:lnTo>
                  <a:lnTo>
                    <a:pt x="1732" y="7262"/>
                  </a:lnTo>
                  <a:lnTo>
                    <a:pt x="1766" y="7750"/>
                  </a:lnTo>
                  <a:lnTo>
                    <a:pt x="1783" y="8305"/>
                  </a:lnTo>
                  <a:lnTo>
                    <a:pt x="1766" y="8860"/>
                  </a:lnTo>
                  <a:lnTo>
                    <a:pt x="1749" y="9128"/>
                  </a:lnTo>
                  <a:lnTo>
                    <a:pt x="1715" y="9397"/>
                  </a:lnTo>
                  <a:lnTo>
                    <a:pt x="1648" y="9650"/>
                  </a:lnTo>
                  <a:lnTo>
                    <a:pt x="1547" y="9902"/>
                  </a:lnTo>
                  <a:lnTo>
                    <a:pt x="1547" y="9919"/>
                  </a:lnTo>
                  <a:lnTo>
                    <a:pt x="1564" y="9919"/>
                  </a:lnTo>
                  <a:lnTo>
                    <a:pt x="1665" y="9717"/>
                  </a:lnTo>
                  <a:lnTo>
                    <a:pt x="1749" y="9515"/>
                  </a:lnTo>
                  <a:lnTo>
                    <a:pt x="1816" y="9297"/>
                  </a:lnTo>
                  <a:lnTo>
                    <a:pt x="1867" y="9078"/>
                  </a:lnTo>
                  <a:lnTo>
                    <a:pt x="1917" y="8607"/>
                  </a:lnTo>
                  <a:lnTo>
                    <a:pt x="1934" y="8120"/>
                  </a:lnTo>
                  <a:lnTo>
                    <a:pt x="1934" y="7615"/>
                  </a:lnTo>
                  <a:lnTo>
                    <a:pt x="1917" y="7128"/>
                  </a:lnTo>
                  <a:lnTo>
                    <a:pt x="1883" y="6624"/>
                  </a:lnTo>
                  <a:lnTo>
                    <a:pt x="1816" y="6119"/>
                  </a:lnTo>
                  <a:lnTo>
                    <a:pt x="1749" y="5615"/>
                  </a:lnTo>
                  <a:lnTo>
                    <a:pt x="1648" y="5111"/>
                  </a:lnTo>
                  <a:lnTo>
                    <a:pt x="1547" y="4606"/>
                  </a:lnTo>
                  <a:lnTo>
                    <a:pt x="1446" y="4119"/>
                  </a:lnTo>
                  <a:lnTo>
                    <a:pt x="1312" y="3631"/>
                  </a:lnTo>
                  <a:lnTo>
                    <a:pt x="1177" y="3127"/>
                  </a:lnTo>
                  <a:lnTo>
                    <a:pt x="1026" y="2656"/>
                  </a:lnTo>
                  <a:lnTo>
                    <a:pt x="858" y="2169"/>
                  </a:lnTo>
                  <a:lnTo>
                    <a:pt x="841" y="2101"/>
                  </a:lnTo>
                  <a:lnTo>
                    <a:pt x="757" y="1614"/>
                  </a:lnTo>
                  <a:lnTo>
                    <a:pt x="673" y="1227"/>
                  </a:lnTo>
                  <a:lnTo>
                    <a:pt x="589" y="841"/>
                  </a:lnTo>
                  <a:lnTo>
                    <a:pt x="555" y="841"/>
                  </a:lnTo>
                  <a:lnTo>
                    <a:pt x="623" y="1227"/>
                  </a:lnTo>
                  <a:lnTo>
                    <a:pt x="690" y="1614"/>
                  </a:lnTo>
                  <a:lnTo>
                    <a:pt x="690" y="1681"/>
                  </a:lnTo>
                  <a:lnTo>
                    <a:pt x="707" y="1732"/>
                  </a:lnTo>
                  <a:lnTo>
                    <a:pt x="387" y="85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0" name="Google Shape;5960;p63"/>
            <p:cNvSpPr/>
            <p:nvPr/>
          </p:nvSpPr>
          <p:spPr>
            <a:xfrm>
              <a:off x="4240350" y="1158525"/>
              <a:ext cx="148375" cy="112650"/>
            </a:xfrm>
            <a:custGeom>
              <a:avLst/>
              <a:gdLst/>
              <a:ahLst/>
              <a:cxnLst/>
              <a:rect l="l" t="t" r="r" b="b"/>
              <a:pathLst>
                <a:path w="5935" h="4506" extrusionOk="0">
                  <a:moveTo>
                    <a:pt x="5161" y="0"/>
                  </a:moveTo>
                  <a:lnTo>
                    <a:pt x="5229" y="1328"/>
                  </a:lnTo>
                  <a:lnTo>
                    <a:pt x="5094" y="690"/>
                  </a:lnTo>
                  <a:lnTo>
                    <a:pt x="5077" y="673"/>
                  </a:lnTo>
                  <a:lnTo>
                    <a:pt x="5077" y="690"/>
                  </a:lnTo>
                  <a:lnTo>
                    <a:pt x="5111" y="992"/>
                  </a:lnTo>
                  <a:lnTo>
                    <a:pt x="5161" y="1295"/>
                  </a:lnTo>
                  <a:lnTo>
                    <a:pt x="5229" y="1530"/>
                  </a:lnTo>
                  <a:lnTo>
                    <a:pt x="5279" y="2135"/>
                  </a:lnTo>
                  <a:lnTo>
                    <a:pt x="5313" y="2640"/>
                  </a:lnTo>
                  <a:lnTo>
                    <a:pt x="5346" y="3161"/>
                  </a:lnTo>
                  <a:lnTo>
                    <a:pt x="5414" y="3665"/>
                  </a:lnTo>
                  <a:lnTo>
                    <a:pt x="5498" y="4169"/>
                  </a:lnTo>
                  <a:lnTo>
                    <a:pt x="4556" y="4169"/>
                  </a:lnTo>
                  <a:lnTo>
                    <a:pt x="4102" y="4186"/>
                  </a:lnTo>
                  <a:lnTo>
                    <a:pt x="3632" y="4203"/>
                  </a:lnTo>
                  <a:lnTo>
                    <a:pt x="3077" y="4237"/>
                  </a:lnTo>
                  <a:lnTo>
                    <a:pt x="2505" y="4287"/>
                  </a:lnTo>
                  <a:lnTo>
                    <a:pt x="1951" y="4338"/>
                  </a:lnTo>
                  <a:lnTo>
                    <a:pt x="1396" y="4405"/>
                  </a:lnTo>
                  <a:lnTo>
                    <a:pt x="1396" y="4405"/>
                  </a:lnTo>
                  <a:lnTo>
                    <a:pt x="1413" y="4220"/>
                  </a:lnTo>
                  <a:lnTo>
                    <a:pt x="1413" y="4035"/>
                  </a:lnTo>
                  <a:lnTo>
                    <a:pt x="1345" y="4035"/>
                  </a:lnTo>
                  <a:lnTo>
                    <a:pt x="1211" y="4018"/>
                  </a:lnTo>
                  <a:lnTo>
                    <a:pt x="807" y="4001"/>
                  </a:lnTo>
                  <a:lnTo>
                    <a:pt x="353" y="4018"/>
                  </a:lnTo>
                  <a:lnTo>
                    <a:pt x="0" y="4035"/>
                  </a:lnTo>
                  <a:lnTo>
                    <a:pt x="17" y="4270"/>
                  </a:lnTo>
                  <a:lnTo>
                    <a:pt x="68" y="4489"/>
                  </a:lnTo>
                  <a:lnTo>
                    <a:pt x="84" y="4506"/>
                  </a:lnTo>
                  <a:lnTo>
                    <a:pt x="101" y="4489"/>
                  </a:lnTo>
                  <a:lnTo>
                    <a:pt x="84" y="4136"/>
                  </a:lnTo>
                  <a:lnTo>
                    <a:pt x="1312" y="4136"/>
                  </a:lnTo>
                  <a:lnTo>
                    <a:pt x="1329" y="4304"/>
                  </a:lnTo>
                  <a:lnTo>
                    <a:pt x="1362" y="4472"/>
                  </a:lnTo>
                  <a:lnTo>
                    <a:pt x="3632" y="4354"/>
                  </a:lnTo>
                  <a:lnTo>
                    <a:pt x="4758" y="4321"/>
                  </a:lnTo>
                  <a:lnTo>
                    <a:pt x="5330" y="4304"/>
                  </a:lnTo>
                  <a:lnTo>
                    <a:pt x="5615" y="4287"/>
                  </a:lnTo>
                  <a:lnTo>
                    <a:pt x="5901" y="4270"/>
                  </a:lnTo>
                  <a:lnTo>
                    <a:pt x="5918" y="4270"/>
                  </a:lnTo>
                  <a:lnTo>
                    <a:pt x="5935" y="4237"/>
                  </a:lnTo>
                  <a:lnTo>
                    <a:pt x="5918" y="4220"/>
                  </a:lnTo>
                  <a:lnTo>
                    <a:pt x="5901" y="4203"/>
                  </a:lnTo>
                  <a:lnTo>
                    <a:pt x="5531" y="4169"/>
                  </a:lnTo>
                  <a:lnTo>
                    <a:pt x="5531" y="3665"/>
                  </a:lnTo>
                  <a:lnTo>
                    <a:pt x="5498" y="3144"/>
                  </a:lnTo>
                  <a:lnTo>
                    <a:pt x="5464" y="2623"/>
                  </a:lnTo>
                  <a:lnTo>
                    <a:pt x="5414" y="2118"/>
                  </a:lnTo>
                  <a:lnTo>
                    <a:pt x="5296" y="1059"/>
                  </a:lnTo>
                  <a:lnTo>
                    <a:pt x="516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1" name="Google Shape;5961;p63"/>
            <p:cNvSpPr/>
            <p:nvPr/>
          </p:nvSpPr>
          <p:spPr>
            <a:xfrm>
              <a:off x="4232375" y="1515750"/>
              <a:ext cx="358925" cy="138725"/>
            </a:xfrm>
            <a:custGeom>
              <a:avLst/>
              <a:gdLst/>
              <a:ahLst/>
              <a:cxnLst/>
              <a:rect l="l" t="t" r="r" b="b"/>
              <a:pathLst>
                <a:path w="14357" h="5549" extrusionOk="0">
                  <a:moveTo>
                    <a:pt x="0" y="1"/>
                  </a:moveTo>
                  <a:lnTo>
                    <a:pt x="0" y="5548"/>
                  </a:lnTo>
                  <a:lnTo>
                    <a:pt x="14357" y="5548"/>
                  </a:lnTo>
                  <a:lnTo>
                    <a:pt x="14357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2" name="Google Shape;5962;p63"/>
            <p:cNvSpPr/>
            <p:nvPr/>
          </p:nvSpPr>
          <p:spPr>
            <a:xfrm>
              <a:off x="4232375" y="1182900"/>
              <a:ext cx="456850" cy="804000"/>
            </a:xfrm>
            <a:custGeom>
              <a:avLst/>
              <a:gdLst/>
              <a:ahLst/>
              <a:cxnLst/>
              <a:rect l="l" t="t" r="r" b="b"/>
              <a:pathLst>
                <a:path w="18274" h="32160" extrusionOk="0">
                  <a:moveTo>
                    <a:pt x="16374" y="0"/>
                  </a:moveTo>
                  <a:lnTo>
                    <a:pt x="16122" y="51"/>
                  </a:lnTo>
                  <a:lnTo>
                    <a:pt x="15853" y="118"/>
                  </a:lnTo>
                  <a:lnTo>
                    <a:pt x="15617" y="202"/>
                  </a:lnTo>
                  <a:lnTo>
                    <a:pt x="15382" y="320"/>
                  </a:lnTo>
                  <a:lnTo>
                    <a:pt x="15164" y="454"/>
                  </a:lnTo>
                  <a:lnTo>
                    <a:pt x="14962" y="605"/>
                  </a:lnTo>
                  <a:lnTo>
                    <a:pt x="14760" y="774"/>
                  </a:lnTo>
                  <a:lnTo>
                    <a:pt x="14592" y="959"/>
                  </a:lnTo>
                  <a:lnTo>
                    <a:pt x="14441" y="1160"/>
                  </a:lnTo>
                  <a:lnTo>
                    <a:pt x="14306" y="1379"/>
                  </a:lnTo>
                  <a:lnTo>
                    <a:pt x="14205" y="1614"/>
                  </a:lnTo>
                  <a:lnTo>
                    <a:pt x="14104" y="1866"/>
                  </a:lnTo>
                  <a:lnTo>
                    <a:pt x="14037" y="2118"/>
                  </a:lnTo>
                  <a:lnTo>
                    <a:pt x="14004" y="2387"/>
                  </a:lnTo>
                  <a:lnTo>
                    <a:pt x="13987" y="2656"/>
                  </a:lnTo>
                  <a:lnTo>
                    <a:pt x="13987" y="29504"/>
                  </a:lnTo>
                  <a:lnTo>
                    <a:pt x="13970" y="29705"/>
                  </a:lnTo>
                  <a:lnTo>
                    <a:pt x="13953" y="29907"/>
                  </a:lnTo>
                  <a:lnTo>
                    <a:pt x="13903" y="30092"/>
                  </a:lnTo>
                  <a:lnTo>
                    <a:pt x="13835" y="30277"/>
                  </a:lnTo>
                  <a:lnTo>
                    <a:pt x="13751" y="30445"/>
                  </a:lnTo>
                  <a:lnTo>
                    <a:pt x="13651" y="30613"/>
                  </a:lnTo>
                  <a:lnTo>
                    <a:pt x="13533" y="30765"/>
                  </a:lnTo>
                  <a:lnTo>
                    <a:pt x="13415" y="30899"/>
                  </a:lnTo>
                  <a:lnTo>
                    <a:pt x="13264" y="31017"/>
                  </a:lnTo>
                  <a:lnTo>
                    <a:pt x="13113" y="31134"/>
                  </a:lnTo>
                  <a:lnTo>
                    <a:pt x="12961" y="31235"/>
                  </a:lnTo>
                  <a:lnTo>
                    <a:pt x="12776" y="31319"/>
                  </a:lnTo>
                  <a:lnTo>
                    <a:pt x="12608" y="31387"/>
                  </a:lnTo>
                  <a:lnTo>
                    <a:pt x="12407" y="31437"/>
                  </a:lnTo>
                  <a:lnTo>
                    <a:pt x="12222" y="31471"/>
                  </a:lnTo>
                  <a:lnTo>
                    <a:pt x="0" y="31471"/>
                  </a:lnTo>
                  <a:lnTo>
                    <a:pt x="0" y="32160"/>
                  </a:lnTo>
                  <a:lnTo>
                    <a:pt x="12289" y="32160"/>
                  </a:lnTo>
                  <a:lnTo>
                    <a:pt x="12558" y="32109"/>
                  </a:lnTo>
                  <a:lnTo>
                    <a:pt x="12810" y="32042"/>
                  </a:lnTo>
                  <a:lnTo>
                    <a:pt x="13062" y="31958"/>
                  </a:lnTo>
                  <a:lnTo>
                    <a:pt x="13281" y="31840"/>
                  </a:lnTo>
                  <a:lnTo>
                    <a:pt x="13499" y="31706"/>
                  </a:lnTo>
                  <a:lnTo>
                    <a:pt x="13718" y="31555"/>
                  </a:lnTo>
                  <a:lnTo>
                    <a:pt x="13903" y="31387"/>
                  </a:lnTo>
                  <a:lnTo>
                    <a:pt x="14071" y="31202"/>
                  </a:lnTo>
                  <a:lnTo>
                    <a:pt x="14222" y="31000"/>
                  </a:lnTo>
                  <a:lnTo>
                    <a:pt x="14357" y="30781"/>
                  </a:lnTo>
                  <a:lnTo>
                    <a:pt x="14474" y="30546"/>
                  </a:lnTo>
                  <a:lnTo>
                    <a:pt x="14558" y="30294"/>
                  </a:lnTo>
                  <a:lnTo>
                    <a:pt x="14626" y="30042"/>
                  </a:lnTo>
                  <a:lnTo>
                    <a:pt x="14659" y="29773"/>
                  </a:lnTo>
                  <a:lnTo>
                    <a:pt x="14676" y="29504"/>
                  </a:lnTo>
                  <a:lnTo>
                    <a:pt x="14676" y="2656"/>
                  </a:lnTo>
                  <a:lnTo>
                    <a:pt x="14693" y="2455"/>
                  </a:lnTo>
                  <a:lnTo>
                    <a:pt x="14726" y="2253"/>
                  </a:lnTo>
                  <a:lnTo>
                    <a:pt x="14777" y="2068"/>
                  </a:lnTo>
                  <a:lnTo>
                    <a:pt x="14844" y="1900"/>
                  </a:lnTo>
                  <a:lnTo>
                    <a:pt x="14928" y="1715"/>
                  </a:lnTo>
                  <a:lnTo>
                    <a:pt x="15012" y="1564"/>
                  </a:lnTo>
                  <a:lnTo>
                    <a:pt x="15130" y="1412"/>
                  </a:lnTo>
                  <a:lnTo>
                    <a:pt x="15264" y="1261"/>
                  </a:lnTo>
                  <a:lnTo>
                    <a:pt x="15399" y="1143"/>
                  </a:lnTo>
                  <a:lnTo>
                    <a:pt x="15550" y="1026"/>
                  </a:lnTo>
                  <a:lnTo>
                    <a:pt x="15718" y="925"/>
                  </a:lnTo>
                  <a:lnTo>
                    <a:pt x="15886" y="841"/>
                  </a:lnTo>
                  <a:lnTo>
                    <a:pt x="16071" y="774"/>
                  </a:lnTo>
                  <a:lnTo>
                    <a:pt x="16256" y="723"/>
                  </a:lnTo>
                  <a:lnTo>
                    <a:pt x="16441" y="706"/>
                  </a:lnTo>
                  <a:lnTo>
                    <a:pt x="16643" y="690"/>
                  </a:lnTo>
                  <a:lnTo>
                    <a:pt x="18274" y="690"/>
                  </a:lnTo>
                  <a:lnTo>
                    <a:pt x="1827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3" name="Google Shape;5963;p63"/>
            <p:cNvSpPr/>
            <p:nvPr/>
          </p:nvSpPr>
          <p:spPr>
            <a:xfrm>
              <a:off x="4223950" y="1448925"/>
              <a:ext cx="366925" cy="717450"/>
            </a:xfrm>
            <a:custGeom>
              <a:avLst/>
              <a:gdLst/>
              <a:ahLst/>
              <a:cxnLst/>
              <a:rect l="l" t="t" r="r" b="b"/>
              <a:pathLst>
                <a:path w="14677" h="28698" extrusionOk="0">
                  <a:moveTo>
                    <a:pt x="2388" y="1"/>
                  </a:moveTo>
                  <a:lnTo>
                    <a:pt x="2153" y="18"/>
                  </a:lnTo>
                  <a:lnTo>
                    <a:pt x="1917" y="51"/>
                  </a:lnTo>
                  <a:lnTo>
                    <a:pt x="1682" y="118"/>
                  </a:lnTo>
                  <a:lnTo>
                    <a:pt x="1463" y="202"/>
                  </a:lnTo>
                  <a:lnTo>
                    <a:pt x="1262" y="303"/>
                  </a:lnTo>
                  <a:lnTo>
                    <a:pt x="1060" y="421"/>
                  </a:lnTo>
                  <a:lnTo>
                    <a:pt x="875" y="555"/>
                  </a:lnTo>
                  <a:lnTo>
                    <a:pt x="707" y="707"/>
                  </a:lnTo>
                  <a:lnTo>
                    <a:pt x="556" y="875"/>
                  </a:lnTo>
                  <a:lnTo>
                    <a:pt x="404" y="1060"/>
                  </a:lnTo>
                  <a:lnTo>
                    <a:pt x="287" y="1262"/>
                  </a:lnTo>
                  <a:lnTo>
                    <a:pt x="186" y="1480"/>
                  </a:lnTo>
                  <a:lnTo>
                    <a:pt x="102" y="1699"/>
                  </a:lnTo>
                  <a:lnTo>
                    <a:pt x="51" y="1917"/>
                  </a:lnTo>
                  <a:lnTo>
                    <a:pt x="18" y="2153"/>
                  </a:lnTo>
                  <a:lnTo>
                    <a:pt x="1" y="2405"/>
                  </a:lnTo>
                  <a:lnTo>
                    <a:pt x="1" y="28697"/>
                  </a:lnTo>
                  <a:lnTo>
                    <a:pt x="690" y="28697"/>
                  </a:lnTo>
                  <a:lnTo>
                    <a:pt x="690" y="2388"/>
                  </a:lnTo>
                  <a:lnTo>
                    <a:pt x="690" y="2220"/>
                  </a:lnTo>
                  <a:lnTo>
                    <a:pt x="724" y="2052"/>
                  </a:lnTo>
                  <a:lnTo>
                    <a:pt x="774" y="1884"/>
                  </a:lnTo>
                  <a:lnTo>
                    <a:pt x="825" y="1732"/>
                  </a:lnTo>
                  <a:lnTo>
                    <a:pt x="892" y="1581"/>
                  </a:lnTo>
                  <a:lnTo>
                    <a:pt x="976" y="1446"/>
                  </a:lnTo>
                  <a:lnTo>
                    <a:pt x="1077" y="1312"/>
                  </a:lnTo>
                  <a:lnTo>
                    <a:pt x="1194" y="1194"/>
                  </a:lnTo>
                  <a:lnTo>
                    <a:pt x="1312" y="1077"/>
                  </a:lnTo>
                  <a:lnTo>
                    <a:pt x="1447" y="976"/>
                  </a:lnTo>
                  <a:lnTo>
                    <a:pt x="1581" y="892"/>
                  </a:lnTo>
                  <a:lnTo>
                    <a:pt x="1732" y="824"/>
                  </a:lnTo>
                  <a:lnTo>
                    <a:pt x="1884" y="757"/>
                  </a:lnTo>
                  <a:lnTo>
                    <a:pt x="2052" y="724"/>
                  </a:lnTo>
                  <a:lnTo>
                    <a:pt x="2220" y="690"/>
                  </a:lnTo>
                  <a:lnTo>
                    <a:pt x="14677" y="690"/>
                  </a:lnTo>
                  <a:lnTo>
                    <a:pt x="1467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4" name="Google Shape;5964;p63"/>
            <p:cNvSpPr/>
            <p:nvPr/>
          </p:nvSpPr>
          <p:spPr>
            <a:xfrm>
              <a:off x="4635400" y="1173650"/>
              <a:ext cx="107625" cy="34475"/>
            </a:xfrm>
            <a:custGeom>
              <a:avLst/>
              <a:gdLst/>
              <a:ahLst/>
              <a:cxnLst/>
              <a:rect l="l" t="t" r="r" b="b"/>
              <a:pathLst>
                <a:path w="4305" h="1379" extrusionOk="0">
                  <a:moveTo>
                    <a:pt x="1" y="0"/>
                  </a:moveTo>
                  <a:lnTo>
                    <a:pt x="1" y="1379"/>
                  </a:lnTo>
                  <a:lnTo>
                    <a:pt x="4304" y="1379"/>
                  </a:lnTo>
                  <a:lnTo>
                    <a:pt x="43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5" name="Google Shape;5965;p63"/>
            <p:cNvSpPr/>
            <p:nvPr/>
          </p:nvSpPr>
          <p:spPr>
            <a:xfrm>
              <a:off x="4321050" y="1614950"/>
              <a:ext cx="485000" cy="605625"/>
            </a:xfrm>
            <a:custGeom>
              <a:avLst/>
              <a:gdLst/>
              <a:ahLst/>
              <a:cxnLst/>
              <a:rect l="l" t="t" r="r" b="b"/>
              <a:pathLst>
                <a:path w="19400" h="24225" extrusionOk="0">
                  <a:moveTo>
                    <a:pt x="9700" y="975"/>
                  </a:moveTo>
                  <a:lnTo>
                    <a:pt x="10154" y="992"/>
                  </a:lnTo>
                  <a:lnTo>
                    <a:pt x="10591" y="1026"/>
                  </a:lnTo>
                  <a:lnTo>
                    <a:pt x="11028" y="1110"/>
                  </a:lnTo>
                  <a:lnTo>
                    <a:pt x="11465" y="1194"/>
                  </a:lnTo>
                  <a:lnTo>
                    <a:pt x="11886" y="1328"/>
                  </a:lnTo>
                  <a:lnTo>
                    <a:pt x="12289" y="1479"/>
                  </a:lnTo>
                  <a:lnTo>
                    <a:pt x="12692" y="1648"/>
                  </a:lnTo>
                  <a:lnTo>
                    <a:pt x="13096" y="1849"/>
                  </a:lnTo>
                  <a:lnTo>
                    <a:pt x="13483" y="2068"/>
                  </a:lnTo>
                  <a:lnTo>
                    <a:pt x="13852" y="2320"/>
                  </a:lnTo>
                  <a:lnTo>
                    <a:pt x="14222" y="2589"/>
                  </a:lnTo>
                  <a:lnTo>
                    <a:pt x="14575" y="2875"/>
                  </a:lnTo>
                  <a:lnTo>
                    <a:pt x="14928" y="3194"/>
                  </a:lnTo>
                  <a:lnTo>
                    <a:pt x="15248" y="3514"/>
                  </a:lnTo>
                  <a:lnTo>
                    <a:pt x="15567" y="3867"/>
                  </a:lnTo>
                  <a:lnTo>
                    <a:pt x="15870" y="4236"/>
                  </a:lnTo>
                  <a:lnTo>
                    <a:pt x="16155" y="4623"/>
                  </a:lnTo>
                  <a:lnTo>
                    <a:pt x="16441" y="5027"/>
                  </a:lnTo>
                  <a:lnTo>
                    <a:pt x="16693" y="5447"/>
                  </a:lnTo>
                  <a:lnTo>
                    <a:pt x="16946" y="5884"/>
                  </a:lnTo>
                  <a:lnTo>
                    <a:pt x="17164" y="6338"/>
                  </a:lnTo>
                  <a:lnTo>
                    <a:pt x="17383" y="6809"/>
                  </a:lnTo>
                  <a:lnTo>
                    <a:pt x="17568" y="7279"/>
                  </a:lnTo>
                  <a:lnTo>
                    <a:pt x="17753" y="7784"/>
                  </a:lnTo>
                  <a:lnTo>
                    <a:pt x="17904" y="8288"/>
                  </a:lnTo>
                  <a:lnTo>
                    <a:pt x="18038" y="8809"/>
                  </a:lnTo>
                  <a:lnTo>
                    <a:pt x="18156" y="9330"/>
                  </a:lnTo>
                  <a:lnTo>
                    <a:pt x="18257" y="9868"/>
                  </a:lnTo>
                  <a:lnTo>
                    <a:pt x="18324" y="10423"/>
                  </a:lnTo>
                  <a:lnTo>
                    <a:pt x="18391" y="10978"/>
                  </a:lnTo>
                  <a:lnTo>
                    <a:pt x="18425" y="11532"/>
                  </a:lnTo>
                  <a:lnTo>
                    <a:pt x="18425" y="12104"/>
                  </a:lnTo>
                  <a:lnTo>
                    <a:pt x="18425" y="12676"/>
                  </a:lnTo>
                  <a:lnTo>
                    <a:pt x="18391" y="13247"/>
                  </a:lnTo>
                  <a:lnTo>
                    <a:pt x="18324" y="13802"/>
                  </a:lnTo>
                  <a:lnTo>
                    <a:pt x="18257" y="14357"/>
                  </a:lnTo>
                  <a:lnTo>
                    <a:pt x="18156" y="14895"/>
                  </a:lnTo>
                  <a:lnTo>
                    <a:pt x="18038" y="15416"/>
                  </a:lnTo>
                  <a:lnTo>
                    <a:pt x="17904" y="15937"/>
                  </a:lnTo>
                  <a:lnTo>
                    <a:pt x="17753" y="16441"/>
                  </a:lnTo>
                  <a:lnTo>
                    <a:pt x="17568" y="16929"/>
                  </a:lnTo>
                  <a:lnTo>
                    <a:pt x="17383" y="17416"/>
                  </a:lnTo>
                  <a:lnTo>
                    <a:pt x="17164" y="17887"/>
                  </a:lnTo>
                  <a:lnTo>
                    <a:pt x="16946" y="18341"/>
                  </a:lnTo>
                  <a:lnTo>
                    <a:pt x="16693" y="18778"/>
                  </a:lnTo>
                  <a:lnTo>
                    <a:pt x="16441" y="19198"/>
                  </a:lnTo>
                  <a:lnTo>
                    <a:pt x="16155" y="19602"/>
                  </a:lnTo>
                  <a:lnTo>
                    <a:pt x="15870" y="19988"/>
                  </a:lnTo>
                  <a:lnTo>
                    <a:pt x="15567" y="20358"/>
                  </a:lnTo>
                  <a:lnTo>
                    <a:pt x="15248" y="20695"/>
                  </a:lnTo>
                  <a:lnTo>
                    <a:pt x="14928" y="21031"/>
                  </a:lnTo>
                  <a:lnTo>
                    <a:pt x="14575" y="21350"/>
                  </a:lnTo>
                  <a:lnTo>
                    <a:pt x="14222" y="21636"/>
                  </a:lnTo>
                  <a:lnTo>
                    <a:pt x="13852" y="21905"/>
                  </a:lnTo>
                  <a:lnTo>
                    <a:pt x="13483" y="22140"/>
                  </a:lnTo>
                  <a:lnTo>
                    <a:pt x="13096" y="22376"/>
                  </a:lnTo>
                  <a:lnTo>
                    <a:pt x="12692" y="22577"/>
                  </a:lnTo>
                  <a:lnTo>
                    <a:pt x="12289" y="22745"/>
                  </a:lnTo>
                  <a:lnTo>
                    <a:pt x="11886" y="22897"/>
                  </a:lnTo>
                  <a:lnTo>
                    <a:pt x="11465" y="23014"/>
                  </a:lnTo>
                  <a:lnTo>
                    <a:pt x="11028" y="23115"/>
                  </a:lnTo>
                  <a:lnTo>
                    <a:pt x="10591" y="23183"/>
                  </a:lnTo>
                  <a:lnTo>
                    <a:pt x="10154" y="23233"/>
                  </a:lnTo>
                  <a:lnTo>
                    <a:pt x="9700" y="23250"/>
                  </a:lnTo>
                  <a:lnTo>
                    <a:pt x="9246" y="23233"/>
                  </a:lnTo>
                  <a:lnTo>
                    <a:pt x="8809" y="23183"/>
                  </a:lnTo>
                  <a:lnTo>
                    <a:pt x="8372" y="23115"/>
                  </a:lnTo>
                  <a:lnTo>
                    <a:pt x="7952" y="23014"/>
                  </a:lnTo>
                  <a:lnTo>
                    <a:pt x="7515" y="22897"/>
                  </a:lnTo>
                  <a:lnTo>
                    <a:pt x="7111" y="22745"/>
                  </a:lnTo>
                  <a:lnTo>
                    <a:pt x="6708" y="22577"/>
                  </a:lnTo>
                  <a:lnTo>
                    <a:pt x="6304" y="22376"/>
                  </a:lnTo>
                  <a:lnTo>
                    <a:pt x="5918" y="22140"/>
                  </a:lnTo>
                  <a:lnTo>
                    <a:pt x="5548" y="21905"/>
                  </a:lnTo>
                  <a:lnTo>
                    <a:pt x="5178" y="21636"/>
                  </a:lnTo>
                  <a:lnTo>
                    <a:pt x="4825" y="21350"/>
                  </a:lnTo>
                  <a:lnTo>
                    <a:pt x="4489" y="21031"/>
                  </a:lnTo>
                  <a:lnTo>
                    <a:pt x="4152" y="20695"/>
                  </a:lnTo>
                  <a:lnTo>
                    <a:pt x="3833" y="20358"/>
                  </a:lnTo>
                  <a:lnTo>
                    <a:pt x="3530" y="19988"/>
                  </a:lnTo>
                  <a:lnTo>
                    <a:pt x="3245" y="19602"/>
                  </a:lnTo>
                  <a:lnTo>
                    <a:pt x="2976" y="19198"/>
                  </a:lnTo>
                  <a:lnTo>
                    <a:pt x="2707" y="18761"/>
                  </a:lnTo>
                  <a:lnTo>
                    <a:pt x="2471" y="18341"/>
                  </a:lnTo>
                  <a:lnTo>
                    <a:pt x="2236" y="17887"/>
                  </a:lnTo>
                  <a:lnTo>
                    <a:pt x="2034" y="17416"/>
                  </a:lnTo>
                  <a:lnTo>
                    <a:pt x="1833" y="16929"/>
                  </a:lnTo>
                  <a:lnTo>
                    <a:pt x="1664" y="16441"/>
                  </a:lnTo>
                  <a:lnTo>
                    <a:pt x="1496" y="15937"/>
                  </a:lnTo>
                  <a:lnTo>
                    <a:pt x="1362" y="15416"/>
                  </a:lnTo>
                  <a:lnTo>
                    <a:pt x="1244" y="14895"/>
                  </a:lnTo>
                  <a:lnTo>
                    <a:pt x="1143" y="14357"/>
                  </a:lnTo>
                  <a:lnTo>
                    <a:pt x="1076" y="13802"/>
                  </a:lnTo>
                  <a:lnTo>
                    <a:pt x="1009" y="13247"/>
                  </a:lnTo>
                  <a:lnTo>
                    <a:pt x="975" y="12676"/>
                  </a:lnTo>
                  <a:lnTo>
                    <a:pt x="975" y="12104"/>
                  </a:lnTo>
                  <a:lnTo>
                    <a:pt x="975" y="11532"/>
                  </a:lnTo>
                  <a:lnTo>
                    <a:pt x="1009" y="10978"/>
                  </a:lnTo>
                  <a:lnTo>
                    <a:pt x="1076" y="10423"/>
                  </a:lnTo>
                  <a:lnTo>
                    <a:pt x="1143" y="9868"/>
                  </a:lnTo>
                  <a:lnTo>
                    <a:pt x="1244" y="9330"/>
                  </a:lnTo>
                  <a:lnTo>
                    <a:pt x="1362" y="8809"/>
                  </a:lnTo>
                  <a:lnTo>
                    <a:pt x="1496" y="8288"/>
                  </a:lnTo>
                  <a:lnTo>
                    <a:pt x="1664" y="7784"/>
                  </a:lnTo>
                  <a:lnTo>
                    <a:pt x="1833" y="7279"/>
                  </a:lnTo>
                  <a:lnTo>
                    <a:pt x="2034" y="6809"/>
                  </a:lnTo>
                  <a:lnTo>
                    <a:pt x="2236" y="6338"/>
                  </a:lnTo>
                  <a:lnTo>
                    <a:pt x="2471" y="5884"/>
                  </a:lnTo>
                  <a:lnTo>
                    <a:pt x="2707" y="5447"/>
                  </a:lnTo>
                  <a:lnTo>
                    <a:pt x="2959" y="5027"/>
                  </a:lnTo>
                  <a:lnTo>
                    <a:pt x="3245" y="4623"/>
                  </a:lnTo>
                  <a:lnTo>
                    <a:pt x="3530" y="4236"/>
                  </a:lnTo>
                  <a:lnTo>
                    <a:pt x="3833" y="3867"/>
                  </a:lnTo>
                  <a:lnTo>
                    <a:pt x="4152" y="3514"/>
                  </a:lnTo>
                  <a:lnTo>
                    <a:pt x="4472" y="3194"/>
                  </a:lnTo>
                  <a:lnTo>
                    <a:pt x="4825" y="2875"/>
                  </a:lnTo>
                  <a:lnTo>
                    <a:pt x="5178" y="2589"/>
                  </a:lnTo>
                  <a:lnTo>
                    <a:pt x="5548" y="2320"/>
                  </a:lnTo>
                  <a:lnTo>
                    <a:pt x="5918" y="2068"/>
                  </a:lnTo>
                  <a:lnTo>
                    <a:pt x="6304" y="1849"/>
                  </a:lnTo>
                  <a:lnTo>
                    <a:pt x="6708" y="1648"/>
                  </a:lnTo>
                  <a:lnTo>
                    <a:pt x="7111" y="1479"/>
                  </a:lnTo>
                  <a:lnTo>
                    <a:pt x="7515" y="1328"/>
                  </a:lnTo>
                  <a:lnTo>
                    <a:pt x="7935" y="1194"/>
                  </a:lnTo>
                  <a:lnTo>
                    <a:pt x="8372" y="1110"/>
                  </a:lnTo>
                  <a:lnTo>
                    <a:pt x="8809" y="1026"/>
                  </a:lnTo>
                  <a:lnTo>
                    <a:pt x="9246" y="992"/>
                  </a:lnTo>
                  <a:lnTo>
                    <a:pt x="9700" y="975"/>
                  </a:lnTo>
                  <a:close/>
                  <a:moveTo>
                    <a:pt x="9700" y="0"/>
                  </a:moveTo>
                  <a:lnTo>
                    <a:pt x="9196" y="17"/>
                  </a:lnTo>
                  <a:lnTo>
                    <a:pt x="8708" y="67"/>
                  </a:lnTo>
                  <a:lnTo>
                    <a:pt x="8221" y="135"/>
                  </a:lnTo>
                  <a:lnTo>
                    <a:pt x="7750" y="252"/>
                  </a:lnTo>
                  <a:lnTo>
                    <a:pt x="7279" y="387"/>
                  </a:lnTo>
                  <a:lnTo>
                    <a:pt x="6825" y="555"/>
                  </a:lnTo>
                  <a:lnTo>
                    <a:pt x="6372" y="740"/>
                  </a:lnTo>
                  <a:lnTo>
                    <a:pt x="5934" y="958"/>
                  </a:lnTo>
                  <a:lnTo>
                    <a:pt x="5497" y="1194"/>
                  </a:lnTo>
                  <a:lnTo>
                    <a:pt x="5077" y="1463"/>
                  </a:lnTo>
                  <a:lnTo>
                    <a:pt x="4674" y="1765"/>
                  </a:lnTo>
                  <a:lnTo>
                    <a:pt x="4287" y="2068"/>
                  </a:lnTo>
                  <a:lnTo>
                    <a:pt x="3900" y="2404"/>
                  </a:lnTo>
                  <a:lnTo>
                    <a:pt x="3530" y="2774"/>
                  </a:lnTo>
                  <a:lnTo>
                    <a:pt x="3177" y="3144"/>
                  </a:lnTo>
                  <a:lnTo>
                    <a:pt x="2841" y="3547"/>
                  </a:lnTo>
                  <a:lnTo>
                    <a:pt x="2522" y="3967"/>
                  </a:lnTo>
                  <a:lnTo>
                    <a:pt x="2219" y="4405"/>
                  </a:lnTo>
                  <a:lnTo>
                    <a:pt x="1933" y="4875"/>
                  </a:lnTo>
                  <a:lnTo>
                    <a:pt x="1664" y="5346"/>
                  </a:lnTo>
                  <a:lnTo>
                    <a:pt x="1412" y="5834"/>
                  </a:lnTo>
                  <a:lnTo>
                    <a:pt x="1177" y="6338"/>
                  </a:lnTo>
                  <a:lnTo>
                    <a:pt x="958" y="6859"/>
                  </a:lnTo>
                  <a:lnTo>
                    <a:pt x="757" y="7397"/>
                  </a:lnTo>
                  <a:lnTo>
                    <a:pt x="589" y="7952"/>
                  </a:lnTo>
                  <a:lnTo>
                    <a:pt x="437" y="8506"/>
                  </a:lnTo>
                  <a:lnTo>
                    <a:pt x="303" y="9095"/>
                  </a:lnTo>
                  <a:lnTo>
                    <a:pt x="202" y="9666"/>
                  </a:lnTo>
                  <a:lnTo>
                    <a:pt x="118" y="10272"/>
                  </a:lnTo>
                  <a:lnTo>
                    <a:pt x="51" y="10877"/>
                  </a:lnTo>
                  <a:lnTo>
                    <a:pt x="17" y="11482"/>
                  </a:lnTo>
                  <a:lnTo>
                    <a:pt x="0" y="12104"/>
                  </a:lnTo>
                  <a:lnTo>
                    <a:pt x="17" y="12726"/>
                  </a:lnTo>
                  <a:lnTo>
                    <a:pt x="51" y="13348"/>
                  </a:lnTo>
                  <a:lnTo>
                    <a:pt x="118" y="13953"/>
                  </a:lnTo>
                  <a:lnTo>
                    <a:pt x="202" y="14542"/>
                  </a:lnTo>
                  <a:lnTo>
                    <a:pt x="303" y="15130"/>
                  </a:lnTo>
                  <a:lnTo>
                    <a:pt x="437" y="15702"/>
                  </a:lnTo>
                  <a:lnTo>
                    <a:pt x="589" y="16273"/>
                  </a:lnTo>
                  <a:lnTo>
                    <a:pt x="757" y="16828"/>
                  </a:lnTo>
                  <a:lnTo>
                    <a:pt x="958" y="17349"/>
                  </a:lnTo>
                  <a:lnTo>
                    <a:pt x="1177" y="17870"/>
                  </a:lnTo>
                  <a:lnTo>
                    <a:pt x="1412" y="18391"/>
                  </a:lnTo>
                  <a:lnTo>
                    <a:pt x="1664" y="18879"/>
                  </a:lnTo>
                  <a:lnTo>
                    <a:pt x="1933" y="19350"/>
                  </a:lnTo>
                  <a:lnTo>
                    <a:pt x="2219" y="19804"/>
                  </a:lnTo>
                  <a:lnTo>
                    <a:pt x="2522" y="20241"/>
                  </a:lnTo>
                  <a:lnTo>
                    <a:pt x="2841" y="20678"/>
                  </a:lnTo>
                  <a:lnTo>
                    <a:pt x="3177" y="21064"/>
                  </a:lnTo>
                  <a:lnTo>
                    <a:pt x="3530" y="21451"/>
                  </a:lnTo>
                  <a:lnTo>
                    <a:pt x="3900" y="21804"/>
                  </a:lnTo>
                  <a:lnTo>
                    <a:pt x="4287" y="22157"/>
                  </a:lnTo>
                  <a:lnTo>
                    <a:pt x="4674" y="22460"/>
                  </a:lnTo>
                  <a:lnTo>
                    <a:pt x="5077" y="22762"/>
                  </a:lnTo>
                  <a:lnTo>
                    <a:pt x="5497" y="23031"/>
                  </a:lnTo>
                  <a:lnTo>
                    <a:pt x="5934" y="23267"/>
                  </a:lnTo>
                  <a:lnTo>
                    <a:pt x="6372" y="23485"/>
                  </a:lnTo>
                  <a:lnTo>
                    <a:pt x="6825" y="23670"/>
                  </a:lnTo>
                  <a:lnTo>
                    <a:pt x="7279" y="23838"/>
                  </a:lnTo>
                  <a:lnTo>
                    <a:pt x="7750" y="23973"/>
                  </a:lnTo>
                  <a:lnTo>
                    <a:pt x="8221" y="24074"/>
                  </a:lnTo>
                  <a:lnTo>
                    <a:pt x="8708" y="24158"/>
                  </a:lnTo>
                  <a:lnTo>
                    <a:pt x="9196" y="24208"/>
                  </a:lnTo>
                  <a:lnTo>
                    <a:pt x="9700" y="24225"/>
                  </a:lnTo>
                  <a:lnTo>
                    <a:pt x="10204" y="24208"/>
                  </a:lnTo>
                  <a:lnTo>
                    <a:pt x="10692" y="24158"/>
                  </a:lnTo>
                  <a:lnTo>
                    <a:pt x="11179" y="24074"/>
                  </a:lnTo>
                  <a:lnTo>
                    <a:pt x="11650" y="23973"/>
                  </a:lnTo>
                  <a:lnTo>
                    <a:pt x="12121" y="23838"/>
                  </a:lnTo>
                  <a:lnTo>
                    <a:pt x="12592" y="23670"/>
                  </a:lnTo>
                  <a:lnTo>
                    <a:pt x="13029" y="23485"/>
                  </a:lnTo>
                  <a:lnTo>
                    <a:pt x="13483" y="23267"/>
                  </a:lnTo>
                  <a:lnTo>
                    <a:pt x="13903" y="23031"/>
                  </a:lnTo>
                  <a:lnTo>
                    <a:pt x="14323" y="22762"/>
                  </a:lnTo>
                  <a:lnTo>
                    <a:pt x="14727" y="22460"/>
                  </a:lnTo>
                  <a:lnTo>
                    <a:pt x="15130" y="22140"/>
                  </a:lnTo>
                  <a:lnTo>
                    <a:pt x="15500" y="21804"/>
                  </a:lnTo>
                  <a:lnTo>
                    <a:pt x="15870" y="21451"/>
                  </a:lnTo>
                  <a:lnTo>
                    <a:pt x="16223" y="21064"/>
                  </a:lnTo>
                  <a:lnTo>
                    <a:pt x="16559" y="20661"/>
                  </a:lnTo>
                  <a:lnTo>
                    <a:pt x="16878" y="20241"/>
                  </a:lnTo>
                  <a:lnTo>
                    <a:pt x="17181" y="19804"/>
                  </a:lnTo>
                  <a:lnTo>
                    <a:pt x="17467" y="19350"/>
                  </a:lnTo>
                  <a:lnTo>
                    <a:pt x="17753" y="18879"/>
                  </a:lnTo>
                  <a:lnTo>
                    <a:pt x="18005" y="18391"/>
                  </a:lnTo>
                  <a:lnTo>
                    <a:pt x="18240" y="17870"/>
                  </a:lnTo>
                  <a:lnTo>
                    <a:pt x="18442" y="17349"/>
                  </a:lnTo>
                  <a:lnTo>
                    <a:pt x="18644" y="16811"/>
                  </a:lnTo>
                  <a:lnTo>
                    <a:pt x="18812" y="16273"/>
                  </a:lnTo>
                  <a:lnTo>
                    <a:pt x="18963" y="15702"/>
                  </a:lnTo>
                  <a:lnTo>
                    <a:pt x="19097" y="15130"/>
                  </a:lnTo>
                  <a:lnTo>
                    <a:pt x="19215" y="14542"/>
                  </a:lnTo>
                  <a:lnTo>
                    <a:pt x="19299" y="13953"/>
                  </a:lnTo>
                  <a:lnTo>
                    <a:pt x="19350" y="13348"/>
                  </a:lnTo>
                  <a:lnTo>
                    <a:pt x="19400" y="12726"/>
                  </a:lnTo>
                  <a:lnTo>
                    <a:pt x="19400" y="12104"/>
                  </a:lnTo>
                  <a:lnTo>
                    <a:pt x="19400" y="11482"/>
                  </a:lnTo>
                  <a:lnTo>
                    <a:pt x="19350" y="10877"/>
                  </a:lnTo>
                  <a:lnTo>
                    <a:pt x="19299" y="10272"/>
                  </a:lnTo>
                  <a:lnTo>
                    <a:pt x="19215" y="9666"/>
                  </a:lnTo>
                  <a:lnTo>
                    <a:pt x="19097" y="9095"/>
                  </a:lnTo>
                  <a:lnTo>
                    <a:pt x="18963" y="8506"/>
                  </a:lnTo>
                  <a:lnTo>
                    <a:pt x="18812" y="7952"/>
                  </a:lnTo>
                  <a:lnTo>
                    <a:pt x="18644" y="7397"/>
                  </a:lnTo>
                  <a:lnTo>
                    <a:pt x="18442" y="6859"/>
                  </a:lnTo>
                  <a:lnTo>
                    <a:pt x="18223" y="6338"/>
                  </a:lnTo>
                  <a:lnTo>
                    <a:pt x="18005" y="5834"/>
                  </a:lnTo>
                  <a:lnTo>
                    <a:pt x="17753" y="5346"/>
                  </a:lnTo>
                  <a:lnTo>
                    <a:pt x="17467" y="4875"/>
                  </a:lnTo>
                  <a:lnTo>
                    <a:pt x="17181" y="4421"/>
                  </a:lnTo>
                  <a:lnTo>
                    <a:pt x="16878" y="3967"/>
                  </a:lnTo>
                  <a:lnTo>
                    <a:pt x="16559" y="3547"/>
                  </a:lnTo>
                  <a:lnTo>
                    <a:pt x="16223" y="3144"/>
                  </a:lnTo>
                  <a:lnTo>
                    <a:pt x="15870" y="2774"/>
                  </a:lnTo>
                  <a:lnTo>
                    <a:pt x="15500" y="2404"/>
                  </a:lnTo>
                  <a:lnTo>
                    <a:pt x="15130" y="2068"/>
                  </a:lnTo>
                  <a:lnTo>
                    <a:pt x="14727" y="1765"/>
                  </a:lnTo>
                  <a:lnTo>
                    <a:pt x="14323" y="1463"/>
                  </a:lnTo>
                  <a:lnTo>
                    <a:pt x="13903" y="1194"/>
                  </a:lnTo>
                  <a:lnTo>
                    <a:pt x="13483" y="958"/>
                  </a:lnTo>
                  <a:lnTo>
                    <a:pt x="13029" y="740"/>
                  </a:lnTo>
                  <a:lnTo>
                    <a:pt x="12592" y="555"/>
                  </a:lnTo>
                  <a:lnTo>
                    <a:pt x="12121" y="387"/>
                  </a:lnTo>
                  <a:lnTo>
                    <a:pt x="11650" y="252"/>
                  </a:lnTo>
                  <a:lnTo>
                    <a:pt x="11179" y="135"/>
                  </a:lnTo>
                  <a:lnTo>
                    <a:pt x="10692" y="67"/>
                  </a:lnTo>
                  <a:lnTo>
                    <a:pt x="10204" y="17"/>
                  </a:lnTo>
                  <a:lnTo>
                    <a:pt x="97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6" name="Google Shape;5966;p63"/>
            <p:cNvSpPr/>
            <p:nvPr/>
          </p:nvSpPr>
          <p:spPr>
            <a:xfrm>
              <a:off x="4368100" y="1649400"/>
              <a:ext cx="429125" cy="536725"/>
            </a:xfrm>
            <a:custGeom>
              <a:avLst/>
              <a:gdLst/>
              <a:ahLst/>
              <a:cxnLst/>
              <a:rect l="l" t="t" r="r" b="b"/>
              <a:pathLst>
                <a:path w="17165" h="21469" extrusionOk="0">
                  <a:moveTo>
                    <a:pt x="8591" y="690"/>
                  </a:moveTo>
                  <a:lnTo>
                    <a:pt x="8995" y="707"/>
                  </a:lnTo>
                  <a:lnTo>
                    <a:pt x="9398" y="740"/>
                  </a:lnTo>
                  <a:lnTo>
                    <a:pt x="9785" y="808"/>
                  </a:lnTo>
                  <a:lnTo>
                    <a:pt x="10172" y="908"/>
                  </a:lnTo>
                  <a:lnTo>
                    <a:pt x="10558" y="1009"/>
                  </a:lnTo>
                  <a:lnTo>
                    <a:pt x="10928" y="1144"/>
                  </a:lnTo>
                  <a:lnTo>
                    <a:pt x="11298" y="1312"/>
                  </a:lnTo>
                  <a:lnTo>
                    <a:pt x="11651" y="1480"/>
                  </a:lnTo>
                  <a:lnTo>
                    <a:pt x="12004" y="1682"/>
                  </a:lnTo>
                  <a:lnTo>
                    <a:pt x="12340" y="1917"/>
                  </a:lnTo>
                  <a:lnTo>
                    <a:pt x="12676" y="2152"/>
                  </a:lnTo>
                  <a:lnTo>
                    <a:pt x="12996" y="2405"/>
                  </a:lnTo>
                  <a:lnTo>
                    <a:pt x="13298" y="2690"/>
                  </a:lnTo>
                  <a:lnTo>
                    <a:pt x="13601" y="2993"/>
                  </a:lnTo>
                  <a:lnTo>
                    <a:pt x="13887" y="3312"/>
                  </a:lnTo>
                  <a:lnTo>
                    <a:pt x="14156" y="3632"/>
                  </a:lnTo>
                  <a:lnTo>
                    <a:pt x="14425" y="3985"/>
                  </a:lnTo>
                  <a:lnTo>
                    <a:pt x="14660" y="4355"/>
                  </a:lnTo>
                  <a:lnTo>
                    <a:pt x="14895" y="4724"/>
                  </a:lnTo>
                  <a:lnTo>
                    <a:pt x="15114" y="5128"/>
                  </a:lnTo>
                  <a:lnTo>
                    <a:pt x="15333" y="5531"/>
                  </a:lnTo>
                  <a:lnTo>
                    <a:pt x="15517" y="5952"/>
                  </a:lnTo>
                  <a:lnTo>
                    <a:pt x="15686" y="6389"/>
                  </a:lnTo>
                  <a:lnTo>
                    <a:pt x="15854" y="6826"/>
                  </a:lnTo>
                  <a:lnTo>
                    <a:pt x="15988" y="7280"/>
                  </a:lnTo>
                  <a:lnTo>
                    <a:pt x="16106" y="7750"/>
                  </a:lnTo>
                  <a:lnTo>
                    <a:pt x="16224" y="8221"/>
                  </a:lnTo>
                  <a:lnTo>
                    <a:pt x="16308" y="8709"/>
                  </a:lnTo>
                  <a:lnTo>
                    <a:pt x="16375" y="9213"/>
                  </a:lnTo>
                  <a:lnTo>
                    <a:pt x="16425" y="9701"/>
                  </a:lnTo>
                  <a:lnTo>
                    <a:pt x="16459" y="10222"/>
                  </a:lnTo>
                  <a:lnTo>
                    <a:pt x="16459" y="10726"/>
                  </a:lnTo>
                  <a:lnTo>
                    <a:pt x="16459" y="11247"/>
                  </a:lnTo>
                  <a:lnTo>
                    <a:pt x="16425" y="11752"/>
                  </a:lnTo>
                  <a:lnTo>
                    <a:pt x="16375" y="12256"/>
                  </a:lnTo>
                  <a:lnTo>
                    <a:pt x="16308" y="12760"/>
                  </a:lnTo>
                  <a:lnTo>
                    <a:pt x="16224" y="13231"/>
                  </a:lnTo>
                  <a:lnTo>
                    <a:pt x="16106" y="13718"/>
                  </a:lnTo>
                  <a:lnTo>
                    <a:pt x="15988" y="14172"/>
                  </a:lnTo>
                  <a:lnTo>
                    <a:pt x="15854" y="14643"/>
                  </a:lnTo>
                  <a:lnTo>
                    <a:pt x="15686" y="15080"/>
                  </a:lnTo>
                  <a:lnTo>
                    <a:pt x="15517" y="15517"/>
                  </a:lnTo>
                  <a:lnTo>
                    <a:pt x="15333" y="15937"/>
                  </a:lnTo>
                  <a:lnTo>
                    <a:pt x="15114" y="16341"/>
                  </a:lnTo>
                  <a:lnTo>
                    <a:pt x="14895" y="16728"/>
                  </a:lnTo>
                  <a:lnTo>
                    <a:pt x="14660" y="17114"/>
                  </a:lnTo>
                  <a:lnTo>
                    <a:pt x="14425" y="17484"/>
                  </a:lnTo>
                  <a:lnTo>
                    <a:pt x="14156" y="17820"/>
                  </a:lnTo>
                  <a:lnTo>
                    <a:pt x="13887" y="18157"/>
                  </a:lnTo>
                  <a:lnTo>
                    <a:pt x="13601" y="18476"/>
                  </a:lnTo>
                  <a:lnTo>
                    <a:pt x="13298" y="18762"/>
                  </a:lnTo>
                  <a:lnTo>
                    <a:pt x="12996" y="19048"/>
                  </a:lnTo>
                  <a:lnTo>
                    <a:pt x="12676" y="19317"/>
                  </a:lnTo>
                  <a:lnTo>
                    <a:pt x="12340" y="19552"/>
                  </a:lnTo>
                  <a:lnTo>
                    <a:pt x="12004" y="19770"/>
                  </a:lnTo>
                  <a:lnTo>
                    <a:pt x="11651" y="19972"/>
                  </a:lnTo>
                  <a:lnTo>
                    <a:pt x="11298" y="20157"/>
                  </a:lnTo>
                  <a:lnTo>
                    <a:pt x="10928" y="20308"/>
                  </a:lnTo>
                  <a:lnTo>
                    <a:pt x="10558" y="20443"/>
                  </a:lnTo>
                  <a:lnTo>
                    <a:pt x="10172" y="20561"/>
                  </a:lnTo>
                  <a:lnTo>
                    <a:pt x="9785" y="20645"/>
                  </a:lnTo>
                  <a:lnTo>
                    <a:pt x="9398" y="20712"/>
                  </a:lnTo>
                  <a:lnTo>
                    <a:pt x="8995" y="20745"/>
                  </a:lnTo>
                  <a:lnTo>
                    <a:pt x="8591" y="20762"/>
                  </a:lnTo>
                  <a:lnTo>
                    <a:pt x="8188" y="20745"/>
                  </a:lnTo>
                  <a:lnTo>
                    <a:pt x="7784" y="20712"/>
                  </a:lnTo>
                  <a:lnTo>
                    <a:pt x="7381" y="20645"/>
                  </a:lnTo>
                  <a:lnTo>
                    <a:pt x="6994" y="20561"/>
                  </a:lnTo>
                  <a:lnTo>
                    <a:pt x="6624" y="20443"/>
                  </a:lnTo>
                  <a:lnTo>
                    <a:pt x="6238" y="20308"/>
                  </a:lnTo>
                  <a:lnTo>
                    <a:pt x="5885" y="20157"/>
                  </a:lnTo>
                  <a:lnTo>
                    <a:pt x="5515" y="19972"/>
                  </a:lnTo>
                  <a:lnTo>
                    <a:pt x="5162" y="19770"/>
                  </a:lnTo>
                  <a:lnTo>
                    <a:pt x="4826" y="19552"/>
                  </a:lnTo>
                  <a:lnTo>
                    <a:pt x="4506" y="19317"/>
                  </a:lnTo>
                  <a:lnTo>
                    <a:pt x="4187" y="19048"/>
                  </a:lnTo>
                  <a:lnTo>
                    <a:pt x="3867" y="18762"/>
                  </a:lnTo>
                  <a:lnTo>
                    <a:pt x="3565" y="18476"/>
                  </a:lnTo>
                  <a:lnTo>
                    <a:pt x="3279" y="18157"/>
                  </a:lnTo>
                  <a:lnTo>
                    <a:pt x="3010" y="17820"/>
                  </a:lnTo>
                  <a:lnTo>
                    <a:pt x="2741" y="17467"/>
                  </a:lnTo>
                  <a:lnTo>
                    <a:pt x="2506" y="17114"/>
                  </a:lnTo>
                  <a:lnTo>
                    <a:pt x="2270" y="16728"/>
                  </a:lnTo>
                  <a:lnTo>
                    <a:pt x="2052" y="16341"/>
                  </a:lnTo>
                  <a:lnTo>
                    <a:pt x="1833" y="15921"/>
                  </a:lnTo>
                  <a:lnTo>
                    <a:pt x="1648" y="15500"/>
                  </a:lnTo>
                  <a:lnTo>
                    <a:pt x="1480" y="15080"/>
                  </a:lnTo>
                  <a:lnTo>
                    <a:pt x="1312" y="14626"/>
                  </a:lnTo>
                  <a:lnTo>
                    <a:pt x="1178" y="14172"/>
                  </a:lnTo>
                  <a:lnTo>
                    <a:pt x="1060" y="13702"/>
                  </a:lnTo>
                  <a:lnTo>
                    <a:pt x="942" y="13231"/>
                  </a:lnTo>
                  <a:lnTo>
                    <a:pt x="858" y="12743"/>
                  </a:lnTo>
                  <a:lnTo>
                    <a:pt x="791" y="12256"/>
                  </a:lnTo>
                  <a:lnTo>
                    <a:pt x="741" y="11752"/>
                  </a:lnTo>
                  <a:lnTo>
                    <a:pt x="707" y="11247"/>
                  </a:lnTo>
                  <a:lnTo>
                    <a:pt x="690" y="10726"/>
                  </a:lnTo>
                  <a:lnTo>
                    <a:pt x="707" y="10205"/>
                  </a:lnTo>
                  <a:lnTo>
                    <a:pt x="741" y="9701"/>
                  </a:lnTo>
                  <a:lnTo>
                    <a:pt x="791" y="9196"/>
                  </a:lnTo>
                  <a:lnTo>
                    <a:pt x="858" y="8709"/>
                  </a:lnTo>
                  <a:lnTo>
                    <a:pt x="942" y="8221"/>
                  </a:lnTo>
                  <a:lnTo>
                    <a:pt x="1060" y="7750"/>
                  </a:lnTo>
                  <a:lnTo>
                    <a:pt x="1178" y="7280"/>
                  </a:lnTo>
                  <a:lnTo>
                    <a:pt x="1312" y="6826"/>
                  </a:lnTo>
                  <a:lnTo>
                    <a:pt x="1480" y="6389"/>
                  </a:lnTo>
                  <a:lnTo>
                    <a:pt x="1648" y="5952"/>
                  </a:lnTo>
                  <a:lnTo>
                    <a:pt x="1833" y="5531"/>
                  </a:lnTo>
                  <a:lnTo>
                    <a:pt x="2052" y="5128"/>
                  </a:lnTo>
                  <a:lnTo>
                    <a:pt x="2270" y="4724"/>
                  </a:lnTo>
                  <a:lnTo>
                    <a:pt x="2506" y="4355"/>
                  </a:lnTo>
                  <a:lnTo>
                    <a:pt x="2741" y="3985"/>
                  </a:lnTo>
                  <a:lnTo>
                    <a:pt x="3010" y="3632"/>
                  </a:lnTo>
                  <a:lnTo>
                    <a:pt x="3279" y="3296"/>
                  </a:lnTo>
                  <a:lnTo>
                    <a:pt x="3565" y="2993"/>
                  </a:lnTo>
                  <a:lnTo>
                    <a:pt x="3867" y="2690"/>
                  </a:lnTo>
                  <a:lnTo>
                    <a:pt x="4187" y="2405"/>
                  </a:lnTo>
                  <a:lnTo>
                    <a:pt x="4506" y="2152"/>
                  </a:lnTo>
                  <a:lnTo>
                    <a:pt x="4826" y="1900"/>
                  </a:lnTo>
                  <a:lnTo>
                    <a:pt x="5162" y="1682"/>
                  </a:lnTo>
                  <a:lnTo>
                    <a:pt x="5515" y="1480"/>
                  </a:lnTo>
                  <a:lnTo>
                    <a:pt x="5885" y="1295"/>
                  </a:lnTo>
                  <a:lnTo>
                    <a:pt x="6238" y="1144"/>
                  </a:lnTo>
                  <a:lnTo>
                    <a:pt x="6624" y="1009"/>
                  </a:lnTo>
                  <a:lnTo>
                    <a:pt x="6994" y="892"/>
                  </a:lnTo>
                  <a:lnTo>
                    <a:pt x="7381" y="808"/>
                  </a:lnTo>
                  <a:lnTo>
                    <a:pt x="7784" y="740"/>
                  </a:lnTo>
                  <a:lnTo>
                    <a:pt x="8188" y="707"/>
                  </a:lnTo>
                  <a:lnTo>
                    <a:pt x="8591" y="690"/>
                  </a:lnTo>
                  <a:close/>
                  <a:moveTo>
                    <a:pt x="8591" y="1"/>
                  </a:moveTo>
                  <a:lnTo>
                    <a:pt x="8137" y="17"/>
                  </a:lnTo>
                  <a:lnTo>
                    <a:pt x="7717" y="51"/>
                  </a:lnTo>
                  <a:lnTo>
                    <a:pt x="7280" y="118"/>
                  </a:lnTo>
                  <a:lnTo>
                    <a:pt x="6860" y="219"/>
                  </a:lnTo>
                  <a:lnTo>
                    <a:pt x="6440" y="337"/>
                  </a:lnTo>
                  <a:lnTo>
                    <a:pt x="6036" y="488"/>
                  </a:lnTo>
                  <a:lnTo>
                    <a:pt x="5633" y="656"/>
                  </a:lnTo>
                  <a:lnTo>
                    <a:pt x="5246" y="841"/>
                  </a:lnTo>
                  <a:lnTo>
                    <a:pt x="4876" y="1060"/>
                  </a:lnTo>
                  <a:lnTo>
                    <a:pt x="4506" y="1295"/>
                  </a:lnTo>
                  <a:lnTo>
                    <a:pt x="4136" y="1564"/>
                  </a:lnTo>
                  <a:lnTo>
                    <a:pt x="3783" y="1833"/>
                  </a:lnTo>
                  <a:lnTo>
                    <a:pt x="3447" y="2136"/>
                  </a:lnTo>
                  <a:lnTo>
                    <a:pt x="3128" y="2455"/>
                  </a:lnTo>
                  <a:lnTo>
                    <a:pt x="2825" y="2791"/>
                  </a:lnTo>
                  <a:lnTo>
                    <a:pt x="2523" y="3144"/>
                  </a:lnTo>
                  <a:lnTo>
                    <a:pt x="2237" y="3514"/>
                  </a:lnTo>
                  <a:lnTo>
                    <a:pt x="1968" y="3918"/>
                  </a:lnTo>
                  <a:lnTo>
                    <a:pt x="1716" y="4321"/>
                  </a:lnTo>
                  <a:lnTo>
                    <a:pt x="1464" y="4741"/>
                  </a:lnTo>
                  <a:lnTo>
                    <a:pt x="1245" y="5178"/>
                  </a:lnTo>
                  <a:lnTo>
                    <a:pt x="1043" y="5615"/>
                  </a:lnTo>
                  <a:lnTo>
                    <a:pt x="858" y="6086"/>
                  </a:lnTo>
                  <a:lnTo>
                    <a:pt x="673" y="6557"/>
                  </a:lnTo>
                  <a:lnTo>
                    <a:pt x="522" y="7044"/>
                  </a:lnTo>
                  <a:lnTo>
                    <a:pt x="388" y="7549"/>
                  </a:lnTo>
                  <a:lnTo>
                    <a:pt x="270" y="8053"/>
                  </a:lnTo>
                  <a:lnTo>
                    <a:pt x="186" y="8574"/>
                  </a:lnTo>
                  <a:lnTo>
                    <a:pt x="102" y="9095"/>
                  </a:lnTo>
                  <a:lnTo>
                    <a:pt x="51" y="9633"/>
                  </a:lnTo>
                  <a:lnTo>
                    <a:pt x="18" y="10188"/>
                  </a:lnTo>
                  <a:lnTo>
                    <a:pt x="1" y="10726"/>
                  </a:lnTo>
                  <a:lnTo>
                    <a:pt x="18" y="11281"/>
                  </a:lnTo>
                  <a:lnTo>
                    <a:pt x="51" y="11836"/>
                  </a:lnTo>
                  <a:lnTo>
                    <a:pt x="102" y="12357"/>
                  </a:lnTo>
                  <a:lnTo>
                    <a:pt x="186" y="12895"/>
                  </a:lnTo>
                  <a:lnTo>
                    <a:pt x="270" y="13416"/>
                  </a:lnTo>
                  <a:lnTo>
                    <a:pt x="388" y="13920"/>
                  </a:lnTo>
                  <a:lnTo>
                    <a:pt x="522" y="14424"/>
                  </a:lnTo>
                  <a:lnTo>
                    <a:pt x="673" y="14912"/>
                  </a:lnTo>
                  <a:lnTo>
                    <a:pt x="858" y="15383"/>
                  </a:lnTo>
                  <a:lnTo>
                    <a:pt x="1043" y="15837"/>
                  </a:lnTo>
                  <a:lnTo>
                    <a:pt x="1245" y="16291"/>
                  </a:lnTo>
                  <a:lnTo>
                    <a:pt x="1464" y="16728"/>
                  </a:lnTo>
                  <a:lnTo>
                    <a:pt x="1716" y="17148"/>
                  </a:lnTo>
                  <a:lnTo>
                    <a:pt x="1968" y="17551"/>
                  </a:lnTo>
                  <a:lnTo>
                    <a:pt x="2237" y="17938"/>
                  </a:lnTo>
                  <a:lnTo>
                    <a:pt x="2523" y="18325"/>
                  </a:lnTo>
                  <a:lnTo>
                    <a:pt x="2825" y="18678"/>
                  </a:lnTo>
                  <a:lnTo>
                    <a:pt x="3128" y="19014"/>
                  </a:lnTo>
                  <a:lnTo>
                    <a:pt x="3447" y="19333"/>
                  </a:lnTo>
                  <a:lnTo>
                    <a:pt x="3783" y="19636"/>
                  </a:lnTo>
                  <a:lnTo>
                    <a:pt x="4136" y="19905"/>
                  </a:lnTo>
                  <a:lnTo>
                    <a:pt x="4506" y="20174"/>
                  </a:lnTo>
                  <a:lnTo>
                    <a:pt x="4876" y="20409"/>
                  </a:lnTo>
                  <a:lnTo>
                    <a:pt x="5246" y="20628"/>
                  </a:lnTo>
                  <a:lnTo>
                    <a:pt x="5633" y="20813"/>
                  </a:lnTo>
                  <a:lnTo>
                    <a:pt x="6036" y="20981"/>
                  </a:lnTo>
                  <a:lnTo>
                    <a:pt x="6440" y="21132"/>
                  </a:lnTo>
                  <a:lnTo>
                    <a:pt x="6860" y="21250"/>
                  </a:lnTo>
                  <a:lnTo>
                    <a:pt x="7280" y="21351"/>
                  </a:lnTo>
                  <a:lnTo>
                    <a:pt x="7717" y="21418"/>
                  </a:lnTo>
                  <a:lnTo>
                    <a:pt x="8137" y="21452"/>
                  </a:lnTo>
                  <a:lnTo>
                    <a:pt x="8591" y="21468"/>
                  </a:lnTo>
                  <a:lnTo>
                    <a:pt x="9028" y="21452"/>
                  </a:lnTo>
                  <a:lnTo>
                    <a:pt x="9466" y="21418"/>
                  </a:lnTo>
                  <a:lnTo>
                    <a:pt x="9886" y="21351"/>
                  </a:lnTo>
                  <a:lnTo>
                    <a:pt x="10306" y="21250"/>
                  </a:lnTo>
                  <a:lnTo>
                    <a:pt x="10726" y="21132"/>
                  </a:lnTo>
                  <a:lnTo>
                    <a:pt x="11130" y="20981"/>
                  </a:lnTo>
                  <a:lnTo>
                    <a:pt x="11533" y="20813"/>
                  </a:lnTo>
                  <a:lnTo>
                    <a:pt x="11920" y="20628"/>
                  </a:lnTo>
                  <a:lnTo>
                    <a:pt x="12307" y="20409"/>
                  </a:lnTo>
                  <a:lnTo>
                    <a:pt x="12676" y="20174"/>
                  </a:lnTo>
                  <a:lnTo>
                    <a:pt x="13029" y="19905"/>
                  </a:lnTo>
                  <a:lnTo>
                    <a:pt x="13383" y="19636"/>
                  </a:lnTo>
                  <a:lnTo>
                    <a:pt x="13719" y="19333"/>
                  </a:lnTo>
                  <a:lnTo>
                    <a:pt x="14038" y="19014"/>
                  </a:lnTo>
                  <a:lnTo>
                    <a:pt x="14358" y="18678"/>
                  </a:lnTo>
                  <a:lnTo>
                    <a:pt x="14660" y="18325"/>
                  </a:lnTo>
                  <a:lnTo>
                    <a:pt x="14929" y="17938"/>
                  </a:lnTo>
                  <a:lnTo>
                    <a:pt x="15215" y="17551"/>
                  </a:lnTo>
                  <a:lnTo>
                    <a:pt x="15467" y="17148"/>
                  </a:lnTo>
                  <a:lnTo>
                    <a:pt x="15702" y="16728"/>
                  </a:lnTo>
                  <a:lnTo>
                    <a:pt x="15921" y="16291"/>
                  </a:lnTo>
                  <a:lnTo>
                    <a:pt x="16140" y="15837"/>
                  </a:lnTo>
                  <a:lnTo>
                    <a:pt x="16324" y="15383"/>
                  </a:lnTo>
                  <a:lnTo>
                    <a:pt x="16493" y="14912"/>
                  </a:lnTo>
                  <a:lnTo>
                    <a:pt x="16644" y="14424"/>
                  </a:lnTo>
                  <a:lnTo>
                    <a:pt x="16778" y="13920"/>
                  </a:lnTo>
                  <a:lnTo>
                    <a:pt x="16896" y="13416"/>
                  </a:lnTo>
                  <a:lnTo>
                    <a:pt x="16997" y="12895"/>
                  </a:lnTo>
                  <a:lnTo>
                    <a:pt x="17064" y="12357"/>
                  </a:lnTo>
                  <a:lnTo>
                    <a:pt x="17131" y="11836"/>
                  </a:lnTo>
                  <a:lnTo>
                    <a:pt x="17165" y="11281"/>
                  </a:lnTo>
                  <a:lnTo>
                    <a:pt x="17165" y="10726"/>
                  </a:lnTo>
                  <a:lnTo>
                    <a:pt x="17165" y="10188"/>
                  </a:lnTo>
                  <a:lnTo>
                    <a:pt x="17131" y="9633"/>
                  </a:lnTo>
                  <a:lnTo>
                    <a:pt x="17064" y="9095"/>
                  </a:lnTo>
                  <a:lnTo>
                    <a:pt x="16997" y="8574"/>
                  </a:lnTo>
                  <a:lnTo>
                    <a:pt x="16896" y="8053"/>
                  </a:lnTo>
                  <a:lnTo>
                    <a:pt x="16778" y="7549"/>
                  </a:lnTo>
                  <a:lnTo>
                    <a:pt x="16644" y="7044"/>
                  </a:lnTo>
                  <a:lnTo>
                    <a:pt x="16493" y="6557"/>
                  </a:lnTo>
                  <a:lnTo>
                    <a:pt x="16324" y="6086"/>
                  </a:lnTo>
                  <a:lnTo>
                    <a:pt x="16140" y="5615"/>
                  </a:lnTo>
                  <a:lnTo>
                    <a:pt x="15921" y="5178"/>
                  </a:lnTo>
                  <a:lnTo>
                    <a:pt x="15702" y="4741"/>
                  </a:lnTo>
                  <a:lnTo>
                    <a:pt x="15467" y="4321"/>
                  </a:lnTo>
                  <a:lnTo>
                    <a:pt x="15215" y="3918"/>
                  </a:lnTo>
                  <a:lnTo>
                    <a:pt x="14929" y="3514"/>
                  </a:lnTo>
                  <a:lnTo>
                    <a:pt x="14660" y="3144"/>
                  </a:lnTo>
                  <a:lnTo>
                    <a:pt x="14358" y="2791"/>
                  </a:lnTo>
                  <a:lnTo>
                    <a:pt x="14038" y="2455"/>
                  </a:lnTo>
                  <a:lnTo>
                    <a:pt x="13719" y="2136"/>
                  </a:lnTo>
                  <a:lnTo>
                    <a:pt x="13383" y="1833"/>
                  </a:lnTo>
                  <a:lnTo>
                    <a:pt x="13029" y="1564"/>
                  </a:lnTo>
                  <a:lnTo>
                    <a:pt x="12676" y="1295"/>
                  </a:lnTo>
                  <a:lnTo>
                    <a:pt x="12307" y="1060"/>
                  </a:lnTo>
                  <a:lnTo>
                    <a:pt x="11920" y="841"/>
                  </a:lnTo>
                  <a:lnTo>
                    <a:pt x="11533" y="656"/>
                  </a:lnTo>
                  <a:lnTo>
                    <a:pt x="11130" y="488"/>
                  </a:lnTo>
                  <a:lnTo>
                    <a:pt x="10726" y="337"/>
                  </a:lnTo>
                  <a:lnTo>
                    <a:pt x="10306" y="219"/>
                  </a:lnTo>
                  <a:lnTo>
                    <a:pt x="9886" y="118"/>
                  </a:lnTo>
                  <a:lnTo>
                    <a:pt x="9466" y="51"/>
                  </a:lnTo>
                  <a:lnTo>
                    <a:pt x="9028" y="17"/>
                  </a:lnTo>
                  <a:lnTo>
                    <a:pt x="859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7" name="Google Shape;5967;p63"/>
            <p:cNvSpPr/>
            <p:nvPr/>
          </p:nvSpPr>
          <p:spPr>
            <a:xfrm>
              <a:off x="4539575" y="1873825"/>
              <a:ext cx="69800" cy="87875"/>
            </a:xfrm>
            <a:custGeom>
              <a:avLst/>
              <a:gdLst/>
              <a:ahLst/>
              <a:cxnLst/>
              <a:rect l="l" t="t" r="r" b="b"/>
              <a:pathLst>
                <a:path w="2792" h="3515" extrusionOk="0">
                  <a:moveTo>
                    <a:pt x="1396" y="1"/>
                  </a:moveTo>
                  <a:lnTo>
                    <a:pt x="1262" y="18"/>
                  </a:lnTo>
                  <a:lnTo>
                    <a:pt x="1110" y="34"/>
                  </a:lnTo>
                  <a:lnTo>
                    <a:pt x="993" y="85"/>
                  </a:lnTo>
                  <a:lnTo>
                    <a:pt x="858" y="135"/>
                  </a:lnTo>
                  <a:lnTo>
                    <a:pt x="741" y="219"/>
                  </a:lnTo>
                  <a:lnTo>
                    <a:pt x="623" y="303"/>
                  </a:lnTo>
                  <a:lnTo>
                    <a:pt x="505" y="404"/>
                  </a:lnTo>
                  <a:lnTo>
                    <a:pt x="421" y="522"/>
                  </a:lnTo>
                  <a:lnTo>
                    <a:pt x="320" y="640"/>
                  </a:lnTo>
                  <a:lnTo>
                    <a:pt x="236" y="774"/>
                  </a:lnTo>
                  <a:lnTo>
                    <a:pt x="169" y="925"/>
                  </a:lnTo>
                  <a:lnTo>
                    <a:pt x="119" y="1077"/>
                  </a:lnTo>
                  <a:lnTo>
                    <a:pt x="68" y="1228"/>
                  </a:lnTo>
                  <a:lnTo>
                    <a:pt x="34" y="1396"/>
                  </a:lnTo>
                  <a:lnTo>
                    <a:pt x="18" y="1581"/>
                  </a:lnTo>
                  <a:lnTo>
                    <a:pt x="1" y="1749"/>
                  </a:lnTo>
                  <a:lnTo>
                    <a:pt x="18" y="1934"/>
                  </a:lnTo>
                  <a:lnTo>
                    <a:pt x="34" y="2102"/>
                  </a:lnTo>
                  <a:lnTo>
                    <a:pt x="68" y="2270"/>
                  </a:lnTo>
                  <a:lnTo>
                    <a:pt x="119" y="2438"/>
                  </a:lnTo>
                  <a:lnTo>
                    <a:pt x="169" y="2590"/>
                  </a:lnTo>
                  <a:lnTo>
                    <a:pt x="236" y="2741"/>
                  </a:lnTo>
                  <a:lnTo>
                    <a:pt x="320" y="2875"/>
                  </a:lnTo>
                  <a:lnTo>
                    <a:pt x="421" y="2993"/>
                  </a:lnTo>
                  <a:lnTo>
                    <a:pt x="505" y="3111"/>
                  </a:lnTo>
                  <a:lnTo>
                    <a:pt x="623" y="3212"/>
                  </a:lnTo>
                  <a:lnTo>
                    <a:pt x="741" y="3296"/>
                  </a:lnTo>
                  <a:lnTo>
                    <a:pt x="858" y="3380"/>
                  </a:lnTo>
                  <a:lnTo>
                    <a:pt x="993" y="3430"/>
                  </a:lnTo>
                  <a:lnTo>
                    <a:pt x="1110" y="3481"/>
                  </a:lnTo>
                  <a:lnTo>
                    <a:pt x="1262" y="3497"/>
                  </a:lnTo>
                  <a:lnTo>
                    <a:pt x="1396" y="3514"/>
                  </a:lnTo>
                  <a:lnTo>
                    <a:pt x="1547" y="3497"/>
                  </a:lnTo>
                  <a:lnTo>
                    <a:pt x="1682" y="3481"/>
                  </a:lnTo>
                  <a:lnTo>
                    <a:pt x="1816" y="3430"/>
                  </a:lnTo>
                  <a:lnTo>
                    <a:pt x="1934" y="3380"/>
                  </a:lnTo>
                  <a:lnTo>
                    <a:pt x="2069" y="3296"/>
                  </a:lnTo>
                  <a:lnTo>
                    <a:pt x="2169" y="3212"/>
                  </a:lnTo>
                  <a:lnTo>
                    <a:pt x="2287" y="3111"/>
                  </a:lnTo>
                  <a:lnTo>
                    <a:pt x="2388" y="2993"/>
                  </a:lnTo>
                  <a:lnTo>
                    <a:pt x="2472" y="2875"/>
                  </a:lnTo>
                  <a:lnTo>
                    <a:pt x="2556" y="2741"/>
                  </a:lnTo>
                  <a:lnTo>
                    <a:pt x="2623" y="2590"/>
                  </a:lnTo>
                  <a:lnTo>
                    <a:pt x="2674" y="2438"/>
                  </a:lnTo>
                  <a:lnTo>
                    <a:pt x="2724" y="2270"/>
                  </a:lnTo>
                  <a:lnTo>
                    <a:pt x="2758" y="2102"/>
                  </a:lnTo>
                  <a:lnTo>
                    <a:pt x="2775" y="1934"/>
                  </a:lnTo>
                  <a:lnTo>
                    <a:pt x="2791" y="1749"/>
                  </a:lnTo>
                  <a:lnTo>
                    <a:pt x="2775" y="1581"/>
                  </a:lnTo>
                  <a:lnTo>
                    <a:pt x="2758" y="1396"/>
                  </a:lnTo>
                  <a:lnTo>
                    <a:pt x="2724" y="1228"/>
                  </a:lnTo>
                  <a:lnTo>
                    <a:pt x="2674" y="1077"/>
                  </a:lnTo>
                  <a:lnTo>
                    <a:pt x="2623" y="925"/>
                  </a:lnTo>
                  <a:lnTo>
                    <a:pt x="2556" y="774"/>
                  </a:lnTo>
                  <a:lnTo>
                    <a:pt x="2472" y="640"/>
                  </a:lnTo>
                  <a:lnTo>
                    <a:pt x="2388" y="522"/>
                  </a:lnTo>
                  <a:lnTo>
                    <a:pt x="2287" y="404"/>
                  </a:lnTo>
                  <a:lnTo>
                    <a:pt x="2169" y="303"/>
                  </a:lnTo>
                  <a:lnTo>
                    <a:pt x="2069" y="219"/>
                  </a:lnTo>
                  <a:lnTo>
                    <a:pt x="1934" y="135"/>
                  </a:lnTo>
                  <a:lnTo>
                    <a:pt x="1816" y="85"/>
                  </a:lnTo>
                  <a:lnTo>
                    <a:pt x="1682" y="34"/>
                  </a:lnTo>
                  <a:lnTo>
                    <a:pt x="1547" y="18"/>
                  </a:lnTo>
                  <a:lnTo>
                    <a:pt x="1396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8" name="Google Shape;5968;p63"/>
            <p:cNvSpPr/>
            <p:nvPr/>
          </p:nvSpPr>
          <p:spPr>
            <a:xfrm>
              <a:off x="4550925" y="1873825"/>
              <a:ext cx="69375" cy="87875"/>
            </a:xfrm>
            <a:custGeom>
              <a:avLst/>
              <a:gdLst/>
              <a:ahLst/>
              <a:cxnLst/>
              <a:rect l="l" t="t" r="r" b="b"/>
              <a:pathLst>
                <a:path w="2775" h="3515" extrusionOk="0">
                  <a:moveTo>
                    <a:pt x="1396" y="1"/>
                  </a:moveTo>
                  <a:lnTo>
                    <a:pt x="1245" y="18"/>
                  </a:lnTo>
                  <a:lnTo>
                    <a:pt x="1110" y="34"/>
                  </a:lnTo>
                  <a:lnTo>
                    <a:pt x="976" y="85"/>
                  </a:lnTo>
                  <a:lnTo>
                    <a:pt x="841" y="135"/>
                  </a:lnTo>
                  <a:lnTo>
                    <a:pt x="724" y="219"/>
                  </a:lnTo>
                  <a:lnTo>
                    <a:pt x="606" y="303"/>
                  </a:lnTo>
                  <a:lnTo>
                    <a:pt x="505" y="404"/>
                  </a:lnTo>
                  <a:lnTo>
                    <a:pt x="404" y="522"/>
                  </a:lnTo>
                  <a:lnTo>
                    <a:pt x="320" y="640"/>
                  </a:lnTo>
                  <a:lnTo>
                    <a:pt x="236" y="774"/>
                  </a:lnTo>
                  <a:lnTo>
                    <a:pt x="169" y="925"/>
                  </a:lnTo>
                  <a:lnTo>
                    <a:pt x="102" y="1077"/>
                  </a:lnTo>
                  <a:lnTo>
                    <a:pt x="68" y="1228"/>
                  </a:lnTo>
                  <a:lnTo>
                    <a:pt x="34" y="1396"/>
                  </a:lnTo>
                  <a:lnTo>
                    <a:pt x="1" y="1581"/>
                  </a:lnTo>
                  <a:lnTo>
                    <a:pt x="1" y="1749"/>
                  </a:lnTo>
                  <a:lnTo>
                    <a:pt x="1" y="1934"/>
                  </a:lnTo>
                  <a:lnTo>
                    <a:pt x="34" y="2102"/>
                  </a:lnTo>
                  <a:lnTo>
                    <a:pt x="68" y="2270"/>
                  </a:lnTo>
                  <a:lnTo>
                    <a:pt x="102" y="2438"/>
                  </a:lnTo>
                  <a:lnTo>
                    <a:pt x="169" y="2590"/>
                  </a:lnTo>
                  <a:lnTo>
                    <a:pt x="236" y="2741"/>
                  </a:lnTo>
                  <a:lnTo>
                    <a:pt x="320" y="2875"/>
                  </a:lnTo>
                  <a:lnTo>
                    <a:pt x="404" y="2993"/>
                  </a:lnTo>
                  <a:lnTo>
                    <a:pt x="505" y="3111"/>
                  </a:lnTo>
                  <a:lnTo>
                    <a:pt x="606" y="3212"/>
                  </a:lnTo>
                  <a:lnTo>
                    <a:pt x="724" y="3296"/>
                  </a:lnTo>
                  <a:lnTo>
                    <a:pt x="841" y="3380"/>
                  </a:lnTo>
                  <a:lnTo>
                    <a:pt x="976" y="3430"/>
                  </a:lnTo>
                  <a:lnTo>
                    <a:pt x="1110" y="3481"/>
                  </a:lnTo>
                  <a:lnTo>
                    <a:pt x="1245" y="3497"/>
                  </a:lnTo>
                  <a:lnTo>
                    <a:pt x="1396" y="3514"/>
                  </a:lnTo>
                  <a:lnTo>
                    <a:pt x="1531" y="3497"/>
                  </a:lnTo>
                  <a:lnTo>
                    <a:pt x="1665" y="3481"/>
                  </a:lnTo>
                  <a:lnTo>
                    <a:pt x="1800" y="3430"/>
                  </a:lnTo>
                  <a:lnTo>
                    <a:pt x="1934" y="3380"/>
                  </a:lnTo>
                  <a:lnTo>
                    <a:pt x="2052" y="3296"/>
                  </a:lnTo>
                  <a:lnTo>
                    <a:pt x="2169" y="3212"/>
                  </a:lnTo>
                  <a:lnTo>
                    <a:pt x="2270" y="3111"/>
                  </a:lnTo>
                  <a:lnTo>
                    <a:pt x="2371" y="2993"/>
                  </a:lnTo>
                  <a:lnTo>
                    <a:pt x="2455" y="2875"/>
                  </a:lnTo>
                  <a:lnTo>
                    <a:pt x="2539" y="2741"/>
                  </a:lnTo>
                  <a:lnTo>
                    <a:pt x="2606" y="2590"/>
                  </a:lnTo>
                  <a:lnTo>
                    <a:pt x="2674" y="2438"/>
                  </a:lnTo>
                  <a:lnTo>
                    <a:pt x="2724" y="2270"/>
                  </a:lnTo>
                  <a:lnTo>
                    <a:pt x="2758" y="2102"/>
                  </a:lnTo>
                  <a:lnTo>
                    <a:pt x="2775" y="1934"/>
                  </a:lnTo>
                  <a:lnTo>
                    <a:pt x="2775" y="1749"/>
                  </a:lnTo>
                  <a:lnTo>
                    <a:pt x="2775" y="1581"/>
                  </a:lnTo>
                  <a:lnTo>
                    <a:pt x="2758" y="1396"/>
                  </a:lnTo>
                  <a:lnTo>
                    <a:pt x="2724" y="1228"/>
                  </a:lnTo>
                  <a:lnTo>
                    <a:pt x="2674" y="1077"/>
                  </a:lnTo>
                  <a:lnTo>
                    <a:pt x="2606" y="925"/>
                  </a:lnTo>
                  <a:lnTo>
                    <a:pt x="2539" y="774"/>
                  </a:lnTo>
                  <a:lnTo>
                    <a:pt x="2455" y="640"/>
                  </a:lnTo>
                  <a:lnTo>
                    <a:pt x="2371" y="522"/>
                  </a:lnTo>
                  <a:lnTo>
                    <a:pt x="2270" y="404"/>
                  </a:lnTo>
                  <a:lnTo>
                    <a:pt x="2169" y="303"/>
                  </a:lnTo>
                  <a:lnTo>
                    <a:pt x="2052" y="219"/>
                  </a:lnTo>
                  <a:lnTo>
                    <a:pt x="1934" y="135"/>
                  </a:lnTo>
                  <a:lnTo>
                    <a:pt x="1800" y="85"/>
                  </a:lnTo>
                  <a:lnTo>
                    <a:pt x="1665" y="34"/>
                  </a:lnTo>
                  <a:lnTo>
                    <a:pt x="1531" y="18"/>
                  </a:lnTo>
                  <a:lnTo>
                    <a:pt x="139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9" name="Google Shape;5969;p63"/>
            <p:cNvSpPr/>
            <p:nvPr/>
          </p:nvSpPr>
          <p:spPr>
            <a:xfrm>
              <a:off x="4183600" y="2114650"/>
              <a:ext cx="90400" cy="113925"/>
            </a:xfrm>
            <a:custGeom>
              <a:avLst/>
              <a:gdLst/>
              <a:ahLst/>
              <a:cxnLst/>
              <a:rect l="l" t="t" r="r" b="b"/>
              <a:pathLst>
                <a:path w="3616" h="4557" extrusionOk="0">
                  <a:moveTo>
                    <a:pt x="1800" y="0"/>
                  </a:moveTo>
                  <a:lnTo>
                    <a:pt x="1615" y="17"/>
                  </a:lnTo>
                  <a:lnTo>
                    <a:pt x="1447" y="51"/>
                  </a:lnTo>
                  <a:lnTo>
                    <a:pt x="1262" y="101"/>
                  </a:lnTo>
                  <a:lnTo>
                    <a:pt x="1094" y="185"/>
                  </a:lnTo>
                  <a:lnTo>
                    <a:pt x="942" y="269"/>
                  </a:lnTo>
                  <a:lnTo>
                    <a:pt x="791" y="387"/>
                  </a:lnTo>
                  <a:lnTo>
                    <a:pt x="657" y="522"/>
                  </a:lnTo>
                  <a:lnTo>
                    <a:pt x="522" y="673"/>
                  </a:lnTo>
                  <a:lnTo>
                    <a:pt x="404" y="824"/>
                  </a:lnTo>
                  <a:lnTo>
                    <a:pt x="304" y="1009"/>
                  </a:lnTo>
                  <a:lnTo>
                    <a:pt x="220" y="1194"/>
                  </a:lnTo>
                  <a:lnTo>
                    <a:pt x="135" y="1396"/>
                  </a:lnTo>
                  <a:lnTo>
                    <a:pt x="68" y="1597"/>
                  </a:lnTo>
                  <a:lnTo>
                    <a:pt x="35" y="1816"/>
                  </a:lnTo>
                  <a:lnTo>
                    <a:pt x="1" y="2051"/>
                  </a:lnTo>
                  <a:lnTo>
                    <a:pt x="1" y="2287"/>
                  </a:lnTo>
                  <a:lnTo>
                    <a:pt x="1" y="2522"/>
                  </a:lnTo>
                  <a:lnTo>
                    <a:pt x="35" y="2741"/>
                  </a:lnTo>
                  <a:lnTo>
                    <a:pt x="68" y="2959"/>
                  </a:lnTo>
                  <a:lnTo>
                    <a:pt x="135" y="3161"/>
                  </a:lnTo>
                  <a:lnTo>
                    <a:pt x="220" y="3363"/>
                  </a:lnTo>
                  <a:lnTo>
                    <a:pt x="304" y="3564"/>
                  </a:lnTo>
                  <a:lnTo>
                    <a:pt x="404" y="3732"/>
                  </a:lnTo>
                  <a:lnTo>
                    <a:pt x="522" y="3901"/>
                  </a:lnTo>
                  <a:lnTo>
                    <a:pt x="657" y="4035"/>
                  </a:lnTo>
                  <a:lnTo>
                    <a:pt x="791" y="4170"/>
                  </a:lnTo>
                  <a:lnTo>
                    <a:pt x="942" y="4287"/>
                  </a:lnTo>
                  <a:lnTo>
                    <a:pt x="1094" y="4388"/>
                  </a:lnTo>
                  <a:lnTo>
                    <a:pt x="1262" y="4455"/>
                  </a:lnTo>
                  <a:lnTo>
                    <a:pt x="1447" y="4523"/>
                  </a:lnTo>
                  <a:lnTo>
                    <a:pt x="1615" y="4556"/>
                  </a:lnTo>
                  <a:lnTo>
                    <a:pt x="1985" y="4556"/>
                  </a:lnTo>
                  <a:lnTo>
                    <a:pt x="2170" y="4523"/>
                  </a:lnTo>
                  <a:lnTo>
                    <a:pt x="2338" y="4455"/>
                  </a:lnTo>
                  <a:lnTo>
                    <a:pt x="2506" y="4388"/>
                  </a:lnTo>
                  <a:lnTo>
                    <a:pt x="2674" y="4287"/>
                  </a:lnTo>
                  <a:lnTo>
                    <a:pt x="2825" y="4170"/>
                  </a:lnTo>
                  <a:lnTo>
                    <a:pt x="2960" y="4035"/>
                  </a:lnTo>
                  <a:lnTo>
                    <a:pt x="3077" y="3901"/>
                  </a:lnTo>
                  <a:lnTo>
                    <a:pt x="3195" y="3732"/>
                  </a:lnTo>
                  <a:lnTo>
                    <a:pt x="3313" y="3564"/>
                  </a:lnTo>
                  <a:lnTo>
                    <a:pt x="3397" y="3363"/>
                  </a:lnTo>
                  <a:lnTo>
                    <a:pt x="3481" y="3161"/>
                  </a:lnTo>
                  <a:lnTo>
                    <a:pt x="3531" y="2959"/>
                  </a:lnTo>
                  <a:lnTo>
                    <a:pt x="3582" y="2741"/>
                  </a:lnTo>
                  <a:lnTo>
                    <a:pt x="3599" y="2522"/>
                  </a:lnTo>
                  <a:lnTo>
                    <a:pt x="3615" y="2287"/>
                  </a:lnTo>
                  <a:lnTo>
                    <a:pt x="3599" y="2051"/>
                  </a:lnTo>
                  <a:lnTo>
                    <a:pt x="3582" y="1816"/>
                  </a:lnTo>
                  <a:lnTo>
                    <a:pt x="3531" y="1597"/>
                  </a:lnTo>
                  <a:lnTo>
                    <a:pt x="3481" y="1396"/>
                  </a:lnTo>
                  <a:lnTo>
                    <a:pt x="3397" y="1194"/>
                  </a:lnTo>
                  <a:lnTo>
                    <a:pt x="3313" y="1009"/>
                  </a:lnTo>
                  <a:lnTo>
                    <a:pt x="3195" y="824"/>
                  </a:lnTo>
                  <a:lnTo>
                    <a:pt x="3077" y="673"/>
                  </a:lnTo>
                  <a:lnTo>
                    <a:pt x="2960" y="522"/>
                  </a:lnTo>
                  <a:lnTo>
                    <a:pt x="2825" y="387"/>
                  </a:lnTo>
                  <a:lnTo>
                    <a:pt x="2674" y="269"/>
                  </a:lnTo>
                  <a:lnTo>
                    <a:pt x="2506" y="185"/>
                  </a:lnTo>
                  <a:lnTo>
                    <a:pt x="2338" y="101"/>
                  </a:lnTo>
                  <a:lnTo>
                    <a:pt x="2170" y="51"/>
                  </a:lnTo>
                  <a:lnTo>
                    <a:pt x="1985" y="17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0" name="Google Shape;5970;p63"/>
            <p:cNvSpPr/>
            <p:nvPr/>
          </p:nvSpPr>
          <p:spPr>
            <a:xfrm>
              <a:off x="4197900" y="2114650"/>
              <a:ext cx="90800" cy="113925"/>
            </a:xfrm>
            <a:custGeom>
              <a:avLst/>
              <a:gdLst/>
              <a:ahLst/>
              <a:cxnLst/>
              <a:rect l="l" t="t" r="r" b="b"/>
              <a:pathLst>
                <a:path w="3632" h="4557" extrusionOk="0">
                  <a:moveTo>
                    <a:pt x="1816" y="0"/>
                  </a:moveTo>
                  <a:lnTo>
                    <a:pt x="1631" y="17"/>
                  </a:lnTo>
                  <a:lnTo>
                    <a:pt x="1446" y="51"/>
                  </a:lnTo>
                  <a:lnTo>
                    <a:pt x="1278" y="101"/>
                  </a:lnTo>
                  <a:lnTo>
                    <a:pt x="1110" y="185"/>
                  </a:lnTo>
                  <a:lnTo>
                    <a:pt x="942" y="269"/>
                  </a:lnTo>
                  <a:lnTo>
                    <a:pt x="807" y="387"/>
                  </a:lnTo>
                  <a:lnTo>
                    <a:pt x="656" y="522"/>
                  </a:lnTo>
                  <a:lnTo>
                    <a:pt x="538" y="673"/>
                  </a:lnTo>
                  <a:lnTo>
                    <a:pt x="421" y="824"/>
                  </a:lnTo>
                  <a:lnTo>
                    <a:pt x="320" y="1009"/>
                  </a:lnTo>
                  <a:lnTo>
                    <a:pt x="219" y="1194"/>
                  </a:lnTo>
                  <a:lnTo>
                    <a:pt x="152" y="1396"/>
                  </a:lnTo>
                  <a:lnTo>
                    <a:pt x="85" y="1597"/>
                  </a:lnTo>
                  <a:lnTo>
                    <a:pt x="34" y="1816"/>
                  </a:lnTo>
                  <a:lnTo>
                    <a:pt x="17" y="2051"/>
                  </a:lnTo>
                  <a:lnTo>
                    <a:pt x="1" y="2287"/>
                  </a:lnTo>
                  <a:lnTo>
                    <a:pt x="17" y="2522"/>
                  </a:lnTo>
                  <a:lnTo>
                    <a:pt x="34" y="2741"/>
                  </a:lnTo>
                  <a:lnTo>
                    <a:pt x="85" y="2959"/>
                  </a:lnTo>
                  <a:lnTo>
                    <a:pt x="152" y="3161"/>
                  </a:lnTo>
                  <a:lnTo>
                    <a:pt x="219" y="3363"/>
                  </a:lnTo>
                  <a:lnTo>
                    <a:pt x="320" y="3564"/>
                  </a:lnTo>
                  <a:lnTo>
                    <a:pt x="421" y="3732"/>
                  </a:lnTo>
                  <a:lnTo>
                    <a:pt x="538" y="3901"/>
                  </a:lnTo>
                  <a:lnTo>
                    <a:pt x="656" y="4035"/>
                  </a:lnTo>
                  <a:lnTo>
                    <a:pt x="807" y="4170"/>
                  </a:lnTo>
                  <a:lnTo>
                    <a:pt x="942" y="4287"/>
                  </a:lnTo>
                  <a:lnTo>
                    <a:pt x="1110" y="4388"/>
                  </a:lnTo>
                  <a:lnTo>
                    <a:pt x="1278" y="4455"/>
                  </a:lnTo>
                  <a:lnTo>
                    <a:pt x="1446" y="4523"/>
                  </a:lnTo>
                  <a:lnTo>
                    <a:pt x="1631" y="4556"/>
                  </a:lnTo>
                  <a:lnTo>
                    <a:pt x="2001" y="4556"/>
                  </a:lnTo>
                  <a:lnTo>
                    <a:pt x="2186" y="4523"/>
                  </a:lnTo>
                  <a:lnTo>
                    <a:pt x="2354" y="4455"/>
                  </a:lnTo>
                  <a:lnTo>
                    <a:pt x="2522" y="4388"/>
                  </a:lnTo>
                  <a:lnTo>
                    <a:pt x="2673" y="4287"/>
                  </a:lnTo>
                  <a:lnTo>
                    <a:pt x="2825" y="4170"/>
                  </a:lnTo>
                  <a:lnTo>
                    <a:pt x="2959" y="4035"/>
                  </a:lnTo>
                  <a:lnTo>
                    <a:pt x="3094" y="3901"/>
                  </a:lnTo>
                  <a:lnTo>
                    <a:pt x="3211" y="3732"/>
                  </a:lnTo>
                  <a:lnTo>
                    <a:pt x="3312" y="3564"/>
                  </a:lnTo>
                  <a:lnTo>
                    <a:pt x="3413" y="3363"/>
                  </a:lnTo>
                  <a:lnTo>
                    <a:pt x="3480" y="3161"/>
                  </a:lnTo>
                  <a:lnTo>
                    <a:pt x="3548" y="2959"/>
                  </a:lnTo>
                  <a:lnTo>
                    <a:pt x="3581" y="2741"/>
                  </a:lnTo>
                  <a:lnTo>
                    <a:pt x="3615" y="2522"/>
                  </a:lnTo>
                  <a:lnTo>
                    <a:pt x="3632" y="2287"/>
                  </a:lnTo>
                  <a:lnTo>
                    <a:pt x="3615" y="2051"/>
                  </a:lnTo>
                  <a:lnTo>
                    <a:pt x="3581" y="1816"/>
                  </a:lnTo>
                  <a:lnTo>
                    <a:pt x="3548" y="1597"/>
                  </a:lnTo>
                  <a:lnTo>
                    <a:pt x="3480" y="1396"/>
                  </a:lnTo>
                  <a:lnTo>
                    <a:pt x="3413" y="1194"/>
                  </a:lnTo>
                  <a:lnTo>
                    <a:pt x="3312" y="1009"/>
                  </a:lnTo>
                  <a:lnTo>
                    <a:pt x="3211" y="824"/>
                  </a:lnTo>
                  <a:lnTo>
                    <a:pt x="3094" y="673"/>
                  </a:lnTo>
                  <a:lnTo>
                    <a:pt x="2959" y="522"/>
                  </a:lnTo>
                  <a:lnTo>
                    <a:pt x="2825" y="387"/>
                  </a:lnTo>
                  <a:lnTo>
                    <a:pt x="2673" y="269"/>
                  </a:lnTo>
                  <a:lnTo>
                    <a:pt x="2522" y="185"/>
                  </a:lnTo>
                  <a:lnTo>
                    <a:pt x="2354" y="101"/>
                  </a:lnTo>
                  <a:lnTo>
                    <a:pt x="2186" y="51"/>
                  </a:lnTo>
                  <a:lnTo>
                    <a:pt x="2001" y="17"/>
                  </a:lnTo>
                  <a:lnTo>
                    <a:pt x="1816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1" name="Google Shape;5971;p63"/>
            <p:cNvSpPr/>
            <p:nvPr/>
          </p:nvSpPr>
          <p:spPr>
            <a:xfrm>
              <a:off x="2963975" y="1943175"/>
              <a:ext cx="311875" cy="284975"/>
            </a:xfrm>
            <a:custGeom>
              <a:avLst/>
              <a:gdLst/>
              <a:ahLst/>
              <a:cxnLst/>
              <a:rect l="l" t="t" r="r" b="b"/>
              <a:pathLst>
                <a:path w="12475" h="11399" extrusionOk="0">
                  <a:moveTo>
                    <a:pt x="841" y="1"/>
                  </a:moveTo>
                  <a:lnTo>
                    <a:pt x="690" y="1698"/>
                  </a:lnTo>
                  <a:lnTo>
                    <a:pt x="370" y="5447"/>
                  </a:lnTo>
                  <a:lnTo>
                    <a:pt x="202" y="7448"/>
                  </a:lnTo>
                  <a:lnTo>
                    <a:pt x="68" y="9213"/>
                  </a:lnTo>
                  <a:lnTo>
                    <a:pt x="1" y="10457"/>
                  </a:lnTo>
                  <a:lnTo>
                    <a:pt x="1" y="10827"/>
                  </a:lnTo>
                  <a:lnTo>
                    <a:pt x="1" y="10928"/>
                  </a:lnTo>
                  <a:lnTo>
                    <a:pt x="17" y="10961"/>
                  </a:lnTo>
                  <a:lnTo>
                    <a:pt x="85" y="10995"/>
                  </a:lnTo>
                  <a:lnTo>
                    <a:pt x="219" y="11012"/>
                  </a:lnTo>
                  <a:lnTo>
                    <a:pt x="639" y="11062"/>
                  </a:lnTo>
                  <a:lnTo>
                    <a:pt x="1261" y="11113"/>
                  </a:lnTo>
                  <a:lnTo>
                    <a:pt x="2051" y="11163"/>
                  </a:lnTo>
                  <a:lnTo>
                    <a:pt x="3985" y="11247"/>
                  </a:lnTo>
                  <a:lnTo>
                    <a:pt x="6170" y="11314"/>
                  </a:lnTo>
                  <a:lnTo>
                    <a:pt x="8339" y="11365"/>
                  </a:lnTo>
                  <a:lnTo>
                    <a:pt x="10272" y="11398"/>
                  </a:lnTo>
                  <a:lnTo>
                    <a:pt x="11667" y="11398"/>
                  </a:lnTo>
                  <a:lnTo>
                    <a:pt x="12104" y="11382"/>
                  </a:lnTo>
                  <a:lnTo>
                    <a:pt x="12306" y="11365"/>
                  </a:lnTo>
                  <a:lnTo>
                    <a:pt x="12357" y="11331"/>
                  </a:lnTo>
                  <a:lnTo>
                    <a:pt x="12407" y="11281"/>
                  </a:lnTo>
                  <a:lnTo>
                    <a:pt x="12441" y="11197"/>
                  </a:lnTo>
                  <a:lnTo>
                    <a:pt x="12474" y="11113"/>
                  </a:lnTo>
                  <a:lnTo>
                    <a:pt x="12474" y="11012"/>
                  </a:lnTo>
                  <a:lnTo>
                    <a:pt x="12474" y="10894"/>
                  </a:lnTo>
                  <a:lnTo>
                    <a:pt x="12424" y="10659"/>
                  </a:lnTo>
                  <a:lnTo>
                    <a:pt x="12340" y="10390"/>
                  </a:lnTo>
                  <a:lnTo>
                    <a:pt x="12239" y="10138"/>
                  </a:lnTo>
                  <a:lnTo>
                    <a:pt x="12172" y="10037"/>
                  </a:lnTo>
                  <a:lnTo>
                    <a:pt x="12104" y="9936"/>
                  </a:lnTo>
                  <a:lnTo>
                    <a:pt x="12020" y="9835"/>
                  </a:lnTo>
                  <a:lnTo>
                    <a:pt x="11953" y="9768"/>
                  </a:lnTo>
                  <a:lnTo>
                    <a:pt x="11819" y="9684"/>
                  </a:lnTo>
                  <a:lnTo>
                    <a:pt x="11617" y="9566"/>
                  </a:lnTo>
                  <a:lnTo>
                    <a:pt x="11029" y="9247"/>
                  </a:lnTo>
                  <a:lnTo>
                    <a:pt x="10289" y="8860"/>
                  </a:lnTo>
                  <a:lnTo>
                    <a:pt x="9448" y="8440"/>
                  </a:lnTo>
                  <a:lnTo>
                    <a:pt x="7952" y="7717"/>
                  </a:lnTo>
                  <a:lnTo>
                    <a:pt x="7280" y="7397"/>
                  </a:lnTo>
                  <a:lnTo>
                    <a:pt x="8103" y="135"/>
                  </a:lnTo>
                  <a:lnTo>
                    <a:pt x="841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2" name="Google Shape;5972;p63"/>
            <p:cNvSpPr/>
            <p:nvPr/>
          </p:nvSpPr>
          <p:spPr>
            <a:xfrm>
              <a:off x="2963550" y="2152900"/>
              <a:ext cx="312300" cy="75250"/>
            </a:xfrm>
            <a:custGeom>
              <a:avLst/>
              <a:gdLst/>
              <a:ahLst/>
              <a:cxnLst/>
              <a:rect l="l" t="t" r="r" b="b"/>
              <a:pathLst>
                <a:path w="12492" h="3010" extrusionOk="0">
                  <a:moveTo>
                    <a:pt x="152" y="0"/>
                  </a:moveTo>
                  <a:lnTo>
                    <a:pt x="85" y="521"/>
                  </a:lnTo>
                  <a:lnTo>
                    <a:pt x="51" y="1009"/>
                  </a:lnTo>
                  <a:lnTo>
                    <a:pt x="18" y="1446"/>
                  </a:lnTo>
                  <a:lnTo>
                    <a:pt x="1" y="1816"/>
                  </a:lnTo>
                  <a:lnTo>
                    <a:pt x="1" y="2354"/>
                  </a:lnTo>
                  <a:lnTo>
                    <a:pt x="18" y="2505"/>
                  </a:lnTo>
                  <a:lnTo>
                    <a:pt x="34" y="2572"/>
                  </a:lnTo>
                  <a:lnTo>
                    <a:pt x="102" y="2606"/>
                  </a:lnTo>
                  <a:lnTo>
                    <a:pt x="236" y="2623"/>
                  </a:lnTo>
                  <a:lnTo>
                    <a:pt x="656" y="2673"/>
                  </a:lnTo>
                  <a:lnTo>
                    <a:pt x="1278" y="2724"/>
                  </a:lnTo>
                  <a:lnTo>
                    <a:pt x="2068" y="2774"/>
                  </a:lnTo>
                  <a:lnTo>
                    <a:pt x="4002" y="2858"/>
                  </a:lnTo>
                  <a:lnTo>
                    <a:pt x="6187" y="2925"/>
                  </a:lnTo>
                  <a:lnTo>
                    <a:pt x="8356" y="2976"/>
                  </a:lnTo>
                  <a:lnTo>
                    <a:pt x="10289" y="3009"/>
                  </a:lnTo>
                  <a:lnTo>
                    <a:pt x="11684" y="3009"/>
                  </a:lnTo>
                  <a:lnTo>
                    <a:pt x="12121" y="2993"/>
                  </a:lnTo>
                  <a:lnTo>
                    <a:pt x="12323" y="2976"/>
                  </a:lnTo>
                  <a:lnTo>
                    <a:pt x="12374" y="2942"/>
                  </a:lnTo>
                  <a:lnTo>
                    <a:pt x="12424" y="2892"/>
                  </a:lnTo>
                  <a:lnTo>
                    <a:pt x="12458" y="2808"/>
                  </a:lnTo>
                  <a:lnTo>
                    <a:pt x="12491" y="2724"/>
                  </a:lnTo>
                  <a:lnTo>
                    <a:pt x="12491" y="2623"/>
                  </a:lnTo>
                  <a:lnTo>
                    <a:pt x="12491" y="2505"/>
                  </a:lnTo>
                  <a:lnTo>
                    <a:pt x="12441" y="2253"/>
                  </a:lnTo>
                  <a:lnTo>
                    <a:pt x="12357" y="2001"/>
                  </a:lnTo>
                  <a:lnTo>
                    <a:pt x="12256" y="1749"/>
                  </a:lnTo>
                  <a:lnTo>
                    <a:pt x="12189" y="1648"/>
                  </a:lnTo>
                  <a:lnTo>
                    <a:pt x="12105" y="1530"/>
                  </a:lnTo>
                  <a:lnTo>
                    <a:pt x="12037" y="1446"/>
                  </a:lnTo>
                  <a:lnTo>
                    <a:pt x="11953" y="1379"/>
                  </a:lnTo>
                  <a:lnTo>
                    <a:pt x="11852" y="1295"/>
                  </a:lnTo>
                  <a:lnTo>
                    <a:pt x="11701" y="1211"/>
                  </a:lnTo>
                  <a:lnTo>
                    <a:pt x="11247" y="958"/>
                  </a:lnTo>
                  <a:lnTo>
                    <a:pt x="9953" y="286"/>
                  </a:lnTo>
                  <a:lnTo>
                    <a:pt x="10070" y="387"/>
                  </a:lnTo>
                  <a:lnTo>
                    <a:pt x="10188" y="505"/>
                  </a:lnTo>
                  <a:lnTo>
                    <a:pt x="10289" y="622"/>
                  </a:lnTo>
                  <a:lnTo>
                    <a:pt x="10356" y="723"/>
                  </a:lnTo>
                  <a:lnTo>
                    <a:pt x="10407" y="841"/>
                  </a:lnTo>
                  <a:lnTo>
                    <a:pt x="10407" y="891"/>
                  </a:lnTo>
                  <a:lnTo>
                    <a:pt x="10407" y="958"/>
                  </a:lnTo>
                  <a:lnTo>
                    <a:pt x="10390" y="1009"/>
                  </a:lnTo>
                  <a:lnTo>
                    <a:pt x="10356" y="1059"/>
                  </a:lnTo>
                  <a:lnTo>
                    <a:pt x="10306" y="1110"/>
                  </a:lnTo>
                  <a:lnTo>
                    <a:pt x="10239" y="1143"/>
                  </a:lnTo>
                  <a:lnTo>
                    <a:pt x="10155" y="1177"/>
                  </a:lnTo>
                  <a:lnTo>
                    <a:pt x="10054" y="1194"/>
                  </a:lnTo>
                  <a:lnTo>
                    <a:pt x="9717" y="1211"/>
                  </a:lnTo>
                  <a:lnTo>
                    <a:pt x="9264" y="1194"/>
                  </a:lnTo>
                  <a:lnTo>
                    <a:pt x="8709" y="1160"/>
                  </a:lnTo>
                  <a:lnTo>
                    <a:pt x="8053" y="1110"/>
                  </a:lnTo>
                  <a:lnTo>
                    <a:pt x="7330" y="1026"/>
                  </a:lnTo>
                  <a:lnTo>
                    <a:pt x="5750" y="841"/>
                  </a:lnTo>
                  <a:lnTo>
                    <a:pt x="4103" y="605"/>
                  </a:lnTo>
                  <a:lnTo>
                    <a:pt x="2522" y="37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3" name="Google Shape;5973;p63"/>
            <p:cNvSpPr/>
            <p:nvPr/>
          </p:nvSpPr>
          <p:spPr>
            <a:xfrm>
              <a:off x="2877825" y="1138775"/>
              <a:ext cx="310600" cy="945650"/>
            </a:xfrm>
            <a:custGeom>
              <a:avLst/>
              <a:gdLst/>
              <a:ahLst/>
              <a:cxnLst/>
              <a:rect l="l" t="t" r="r" b="b"/>
              <a:pathLst>
                <a:path w="12424" h="37826" extrusionOk="0">
                  <a:moveTo>
                    <a:pt x="0" y="0"/>
                  </a:moveTo>
                  <a:lnTo>
                    <a:pt x="2556" y="9986"/>
                  </a:lnTo>
                  <a:lnTo>
                    <a:pt x="4304" y="16946"/>
                  </a:lnTo>
                  <a:lnTo>
                    <a:pt x="4909" y="19299"/>
                  </a:lnTo>
                  <a:lnTo>
                    <a:pt x="5144" y="20291"/>
                  </a:lnTo>
                  <a:lnTo>
                    <a:pt x="5144" y="20543"/>
                  </a:lnTo>
                  <a:lnTo>
                    <a:pt x="5111" y="21132"/>
                  </a:lnTo>
                  <a:lnTo>
                    <a:pt x="4960" y="23149"/>
                  </a:lnTo>
                  <a:lnTo>
                    <a:pt x="4489" y="29134"/>
                  </a:lnTo>
                  <a:lnTo>
                    <a:pt x="3800" y="37724"/>
                  </a:lnTo>
                  <a:lnTo>
                    <a:pt x="10927" y="37825"/>
                  </a:lnTo>
                  <a:lnTo>
                    <a:pt x="11213" y="35488"/>
                  </a:lnTo>
                  <a:lnTo>
                    <a:pt x="11482" y="33051"/>
                  </a:lnTo>
                  <a:lnTo>
                    <a:pt x="11785" y="30142"/>
                  </a:lnTo>
                  <a:lnTo>
                    <a:pt x="12071" y="27116"/>
                  </a:lnTo>
                  <a:lnTo>
                    <a:pt x="12188" y="25654"/>
                  </a:lnTo>
                  <a:lnTo>
                    <a:pt x="12289" y="24259"/>
                  </a:lnTo>
                  <a:lnTo>
                    <a:pt x="12373" y="22998"/>
                  </a:lnTo>
                  <a:lnTo>
                    <a:pt x="12424" y="21888"/>
                  </a:lnTo>
                  <a:lnTo>
                    <a:pt x="12424" y="20980"/>
                  </a:lnTo>
                  <a:lnTo>
                    <a:pt x="12407" y="20611"/>
                  </a:lnTo>
                  <a:lnTo>
                    <a:pt x="12390" y="20308"/>
                  </a:lnTo>
                  <a:lnTo>
                    <a:pt x="12356" y="20089"/>
                  </a:lnTo>
                  <a:lnTo>
                    <a:pt x="12289" y="19787"/>
                  </a:lnTo>
                  <a:lnTo>
                    <a:pt x="12104" y="18913"/>
                  </a:lnTo>
                  <a:lnTo>
                    <a:pt x="11802" y="17769"/>
                  </a:lnTo>
                  <a:lnTo>
                    <a:pt x="11432" y="16374"/>
                  </a:lnTo>
                  <a:lnTo>
                    <a:pt x="10541" y="13096"/>
                  </a:lnTo>
                  <a:lnTo>
                    <a:pt x="9532" y="9482"/>
                  </a:lnTo>
                  <a:lnTo>
                    <a:pt x="8540" y="5951"/>
                  </a:lnTo>
                  <a:lnTo>
                    <a:pt x="7666" y="2925"/>
                  </a:lnTo>
                  <a:lnTo>
                    <a:pt x="6826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4" name="Google Shape;5974;p63"/>
            <p:cNvSpPr/>
            <p:nvPr/>
          </p:nvSpPr>
          <p:spPr>
            <a:xfrm>
              <a:off x="2749225" y="1943600"/>
              <a:ext cx="312275" cy="284975"/>
            </a:xfrm>
            <a:custGeom>
              <a:avLst/>
              <a:gdLst/>
              <a:ahLst/>
              <a:cxnLst/>
              <a:rect l="l" t="t" r="r" b="b"/>
              <a:pathLst>
                <a:path w="12491" h="11399" extrusionOk="0">
                  <a:moveTo>
                    <a:pt x="471" y="0"/>
                  </a:moveTo>
                  <a:lnTo>
                    <a:pt x="387" y="1698"/>
                  </a:lnTo>
                  <a:lnTo>
                    <a:pt x="185" y="5447"/>
                  </a:lnTo>
                  <a:lnTo>
                    <a:pt x="101" y="7448"/>
                  </a:lnTo>
                  <a:lnTo>
                    <a:pt x="34" y="9213"/>
                  </a:lnTo>
                  <a:lnTo>
                    <a:pt x="0" y="10474"/>
                  </a:lnTo>
                  <a:lnTo>
                    <a:pt x="17" y="10827"/>
                  </a:lnTo>
                  <a:lnTo>
                    <a:pt x="17" y="10928"/>
                  </a:lnTo>
                  <a:lnTo>
                    <a:pt x="34" y="10978"/>
                  </a:lnTo>
                  <a:lnTo>
                    <a:pt x="101" y="10995"/>
                  </a:lnTo>
                  <a:lnTo>
                    <a:pt x="235" y="11028"/>
                  </a:lnTo>
                  <a:lnTo>
                    <a:pt x="673" y="11079"/>
                  </a:lnTo>
                  <a:lnTo>
                    <a:pt x="1295" y="11129"/>
                  </a:lnTo>
                  <a:lnTo>
                    <a:pt x="2068" y="11163"/>
                  </a:lnTo>
                  <a:lnTo>
                    <a:pt x="4001" y="11247"/>
                  </a:lnTo>
                  <a:lnTo>
                    <a:pt x="6187" y="11314"/>
                  </a:lnTo>
                  <a:lnTo>
                    <a:pt x="8372" y="11365"/>
                  </a:lnTo>
                  <a:lnTo>
                    <a:pt x="10288" y="11398"/>
                  </a:lnTo>
                  <a:lnTo>
                    <a:pt x="12121" y="11398"/>
                  </a:lnTo>
                  <a:lnTo>
                    <a:pt x="12323" y="11365"/>
                  </a:lnTo>
                  <a:lnTo>
                    <a:pt x="12390" y="11331"/>
                  </a:lnTo>
                  <a:lnTo>
                    <a:pt x="12440" y="11281"/>
                  </a:lnTo>
                  <a:lnTo>
                    <a:pt x="12474" y="11213"/>
                  </a:lnTo>
                  <a:lnTo>
                    <a:pt x="12491" y="11129"/>
                  </a:lnTo>
                  <a:lnTo>
                    <a:pt x="12491" y="11012"/>
                  </a:lnTo>
                  <a:lnTo>
                    <a:pt x="12491" y="10911"/>
                  </a:lnTo>
                  <a:lnTo>
                    <a:pt x="12457" y="10659"/>
                  </a:lnTo>
                  <a:lnTo>
                    <a:pt x="12373" y="10406"/>
                  </a:lnTo>
                  <a:lnTo>
                    <a:pt x="12255" y="10154"/>
                  </a:lnTo>
                  <a:lnTo>
                    <a:pt x="12188" y="10037"/>
                  </a:lnTo>
                  <a:lnTo>
                    <a:pt x="12121" y="9936"/>
                  </a:lnTo>
                  <a:lnTo>
                    <a:pt x="12037" y="9852"/>
                  </a:lnTo>
                  <a:lnTo>
                    <a:pt x="11970" y="9768"/>
                  </a:lnTo>
                  <a:lnTo>
                    <a:pt x="11852" y="9684"/>
                  </a:lnTo>
                  <a:lnTo>
                    <a:pt x="11650" y="9566"/>
                  </a:lnTo>
                  <a:lnTo>
                    <a:pt x="11062" y="9246"/>
                  </a:lnTo>
                  <a:lnTo>
                    <a:pt x="10305" y="8860"/>
                  </a:lnTo>
                  <a:lnTo>
                    <a:pt x="9482" y="8456"/>
                  </a:lnTo>
                  <a:lnTo>
                    <a:pt x="7969" y="7733"/>
                  </a:lnTo>
                  <a:lnTo>
                    <a:pt x="7313" y="7414"/>
                  </a:lnTo>
                  <a:lnTo>
                    <a:pt x="7649" y="135"/>
                  </a:lnTo>
                  <a:lnTo>
                    <a:pt x="471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5" name="Google Shape;5975;p63"/>
            <p:cNvSpPr/>
            <p:nvPr/>
          </p:nvSpPr>
          <p:spPr>
            <a:xfrm>
              <a:off x="2749225" y="2153725"/>
              <a:ext cx="312275" cy="74850"/>
            </a:xfrm>
            <a:custGeom>
              <a:avLst/>
              <a:gdLst/>
              <a:ahLst/>
              <a:cxnLst/>
              <a:rect l="l" t="t" r="r" b="b"/>
              <a:pathLst>
                <a:path w="12491" h="2994" extrusionOk="0">
                  <a:moveTo>
                    <a:pt x="34" y="1"/>
                  </a:moveTo>
                  <a:lnTo>
                    <a:pt x="17" y="1010"/>
                  </a:lnTo>
                  <a:lnTo>
                    <a:pt x="0" y="1816"/>
                  </a:lnTo>
                  <a:lnTo>
                    <a:pt x="0" y="2354"/>
                  </a:lnTo>
                  <a:lnTo>
                    <a:pt x="17" y="2506"/>
                  </a:lnTo>
                  <a:lnTo>
                    <a:pt x="34" y="2573"/>
                  </a:lnTo>
                  <a:lnTo>
                    <a:pt x="101" y="2590"/>
                  </a:lnTo>
                  <a:lnTo>
                    <a:pt x="235" y="2623"/>
                  </a:lnTo>
                  <a:lnTo>
                    <a:pt x="673" y="2674"/>
                  </a:lnTo>
                  <a:lnTo>
                    <a:pt x="1295" y="2724"/>
                  </a:lnTo>
                  <a:lnTo>
                    <a:pt x="2068" y="2758"/>
                  </a:lnTo>
                  <a:lnTo>
                    <a:pt x="4001" y="2842"/>
                  </a:lnTo>
                  <a:lnTo>
                    <a:pt x="6187" y="2909"/>
                  </a:lnTo>
                  <a:lnTo>
                    <a:pt x="8372" y="2960"/>
                  </a:lnTo>
                  <a:lnTo>
                    <a:pt x="10288" y="2993"/>
                  </a:lnTo>
                  <a:lnTo>
                    <a:pt x="12121" y="2993"/>
                  </a:lnTo>
                  <a:lnTo>
                    <a:pt x="12323" y="2960"/>
                  </a:lnTo>
                  <a:lnTo>
                    <a:pt x="12390" y="2926"/>
                  </a:lnTo>
                  <a:lnTo>
                    <a:pt x="12440" y="2876"/>
                  </a:lnTo>
                  <a:lnTo>
                    <a:pt x="12474" y="2808"/>
                  </a:lnTo>
                  <a:lnTo>
                    <a:pt x="12491" y="2724"/>
                  </a:lnTo>
                  <a:lnTo>
                    <a:pt x="12491" y="2607"/>
                  </a:lnTo>
                  <a:lnTo>
                    <a:pt x="12491" y="2506"/>
                  </a:lnTo>
                  <a:lnTo>
                    <a:pt x="12457" y="2254"/>
                  </a:lnTo>
                  <a:lnTo>
                    <a:pt x="12373" y="2001"/>
                  </a:lnTo>
                  <a:lnTo>
                    <a:pt x="12255" y="1749"/>
                  </a:lnTo>
                  <a:lnTo>
                    <a:pt x="12188" y="1632"/>
                  </a:lnTo>
                  <a:lnTo>
                    <a:pt x="12121" y="1531"/>
                  </a:lnTo>
                  <a:lnTo>
                    <a:pt x="12037" y="1447"/>
                  </a:lnTo>
                  <a:lnTo>
                    <a:pt x="11953" y="1363"/>
                  </a:lnTo>
                  <a:lnTo>
                    <a:pt x="11869" y="1295"/>
                  </a:lnTo>
                  <a:lnTo>
                    <a:pt x="11701" y="1194"/>
                  </a:lnTo>
                  <a:lnTo>
                    <a:pt x="11247" y="942"/>
                  </a:lnTo>
                  <a:lnTo>
                    <a:pt x="9952" y="287"/>
                  </a:lnTo>
                  <a:lnTo>
                    <a:pt x="10070" y="388"/>
                  </a:lnTo>
                  <a:lnTo>
                    <a:pt x="10188" y="488"/>
                  </a:lnTo>
                  <a:lnTo>
                    <a:pt x="10288" y="606"/>
                  </a:lnTo>
                  <a:lnTo>
                    <a:pt x="10372" y="724"/>
                  </a:lnTo>
                  <a:lnTo>
                    <a:pt x="10406" y="841"/>
                  </a:lnTo>
                  <a:lnTo>
                    <a:pt x="10423" y="892"/>
                  </a:lnTo>
                  <a:lnTo>
                    <a:pt x="10406" y="942"/>
                  </a:lnTo>
                  <a:lnTo>
                    <a:pt x="10389" y="993"/>
                  </a:lnTo>
                  <a:lnTo>
                    <a:pt x="10356" y="1043"/>
                  </a:lnTo>
                  <a:lnTo>
                    <a:pt x="10305" y="1094"/>
                  </a:lnTo>
                  <a:lnTo>
                    <a:pt x="10238" y="1144"/>
                  </a:lnTo>
                  <a:lnTo>
                    <a:pt x="10154" y="1178"/>
                  </a:lnTo>
                  <a:lnTo>
                    <a:pt x="10053" y="1194"/>
                  </a:lnTo>
                  <a:lnTo>
                    <a:pt x="9717" y="1211"/>
                  </a:lnTo>
                  <a:lnTo>
                    <a:pt x="9263" y="1194"/>
                  </a:lnTo>
                  <a:lnTo>
                    <a:pt x="8691" y="1161"/>
                  </a:lnTo>
                  <a:lnTo>
                    <a:pt x="8036" y="1094"/>
                  </a:lnTo>
                  <a:lnTo>
                    <a:pt x="7296" y="1026"/>
                  </a:lnTo>
                  <a:lnTo>
                    <a:pt x="5699" y="825"/>
                  </a:lnTo>
                  <a:lnTo>
                    <a:pt x="4018" y="606"/>
                  </a:lnTo>
                  <a:lnTo>
                    <a:pt x="2421" y="371"/>
                  </a:lnTo>
                  <a:lnTo>
                    <a:pt x="1042" y="152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6" name="Google Shape;5976;p63"/>
            <p:cNvSpPr/>
            <p:nvPr/>
          </p:nvSpPr>
          <p:spPr>
            <a:xfrm>
              <a:off x="2994650" y="2159200"/>
              <a:ext cx="67275" cy="62225"/>
            </a:xfrm>
            <a:custGeom>
              <a:avLst/>
              <a:gdLst/>
              <a:ahLst/>
              <a:cxnLst/>
              <a:rect l="l" t="t" r="r" b="b"/>
              <a:pathLst>
                <a:path w="2691" h="2489" extrusionOk="0">
                  <a:moveTo>
                    <a:pt x="1" y="0"/>
                  </a:moveTo>
                  <a:lnTo>
                    <a:pt x="18" y="17"/>
                  </a:lnTo>
                  <a:lnTo>
                    <a:pt x="471" y="253"/>
                  </a:lnTo>
                  <a:lnTo>
                    <a:pt x="909" y="522"/>
                  </a:lnTo>
                  <a:lnTo>
                    <a:pt x="1346" y="774"/>
                  </a:lnTo>
                  <a:lnTo>
                    <a:pt x="1783" y="1026"/>
                  </a:lnTo>
                  <a:lnTo>
                    <a:pt x="1984" y="1127"/>
                  </a:lnTo>
                  <a:lnTo>
                    <a:pt x="2169" y="1261"/>
                  </a:lnTo>
                  <a:lnTo>
                    <a:pt x="2321" y="1413"/>
                  </a:lnTo>
                  <a:lnTo>
                    <a:pt x="2455" y="1597"/>
                  </a:lnTo>
                  <a:lnTo>
                    <a:pt x="2539" y="1799"/>
                  </a:lnTo>
                  <a:lnTo>
                    <a:pt x="2606" y="2018"/>
                  </a:lnTo>
                  <a:lnTo>
                    <a:pt x="2640" y="2236"/>
                  </a:lnTo>
                  <a:lnTo>
                    <a:pt x="2674" y="2472"/>
                  </a:lnTo>
                  <a:lnTo>
                    <a:pt x="2690" y="2488"/>
                  </a:lnTo>
                  <a:lnTo>
                    <a:pt x="2690" y="2472"/>
                  </a:lnTo>
                  <a:lnTo>
                    <a:pt x="2690" y="2236"/>
                  </a:lnTo>
                  <a:lnTo>
                    <a:pt x="2674" y="2018"/>
                  </a:lnTo>
                  <a:lnTo>
                    <a:pt x="2623" y="1799"/>
                  </a:lnTo>
                  <a:lnTo>
                    <a:pt x="2573" y="1581"/>
                  </a:lnTo>
                  <a:lnTo>
                    <a:pt x="2472" y="1396"/>
                  </a:lnTo>
                  <a:lnTo>
                    <a:pt x="2337" y="1244"/>
                  </a:lnTo>
                  <a:lnTo>
                    <a:pt x="2169" y="1093"/>
                  </a:lnTo>
                  <a:lnTo>
                    <a:pt x="2001" y="992"/>
                  </a:lnTo>
                  <a:lnTo>
                    <a:pt x="1514" y="740"/>
                  </a:lnTo>
                  <a:lnTo>
                    <a:pt x="1043" y="488"/>
                  </a:lnTo>
                  <a:lnTo>
                    <a:pt x="555" y="253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7" name="Google Shape;5977;p63"/>
            <p:cNvSpPr/>
            <p:nvPr/>
          </p:nvSpPr>
          <p:spPr>
            <a:xfrm>
              <a:off x="2754250" y="1138775"/>
              <a:ext cx="288750" cy="942275"/>
            </a:xfrm>
            <a:custGeom>
              <a:avLst/>
              <a:gdLst/>
              <a:ahLst/>
              <a:cxnLst/>
              <a:rect l="l" t="t" r="r" b="b"/>
              <a:pathLst>
                <a:path w="11550" h="37691" extrusionOk="0">
                  <a:moveTo>
                    <a:pt x="2254" y="0"/>
                  </a:moveTo>
                  <a:lnTo>
                    <a:pt x="2018" y="2976"/>
                  </a:lnTo>
                  <a:lnTo>
                    <a:pt x="1497" y="9666"/>
                  </a:lnTo>
                  <a:lnTo>
                    <a:pt x="1228" y="13331"/>
                  </a:lnTo>
                  <a:lnTo>
                    <a:pt x="976" y="16660"/>
                  </a:lnTo>
                  <a:lnTo>
                    <a:pt x="808" y="19232"/>
                  </a:lnTo>
                  <a:lnTo>
                    <a:pt x="757" y="20089"/>
                  </a:lnTo>
                  <a:lnTo>
                    <a:pt x="741" y="20611"/>
                  </a:lnTo>
                  <a:lnTo>
                    <a:pt x="707" y="21636"/>
                  </a:lnTo>
                  <a:lnTo>
                    <a:pt x="623" y="23704"/>
                  </a:lnTo>
                  <a:lnTo>
                    <a:pt x="371" y="29504"/>
                  </a:lnTo>
                  <a:lnTo>
                    <a:pt x="1" y="37623"/>
                  </a:lnTo>
                  <a:lnTo>
                    <a:pt x="7196" y="37691"/>
                  </a:lnTo>
                  <a:lnTo>
                    <a:pt x="7314" y="35438"/>
                  </a:lnTo>
                  <a:lnTo>
                    <a:pt x="7566" y="30277"/>
                  </a:lnTo>
                  <a:lnTo>
                    <a:pt x="7700" y="27335"/>
                  </a:lnTo>
                  <a:lnTo>
                    <a:pt x="7801" y="24561"/>
                  </a:lnTo>
                  <a:lnTo>
                    <a:pt x="7885" y="22241"/>
                  </a:lnTo>
                  <a:lnTo>
                    <a:pt x="7902" y="21350"/>
                  </a:lnTo>
                  <a:lnTo>
                    <a:pt x="7902" y="20678"/>
                  </a:lnTo>
                  <a:lnTo>
                    <a:pt x="7919" y="19888"/>
                  </a:lnTo>
                  <a:lnTo>
                    <a:pt x="7986" y="18291"/>
                  </a:lnTo>
                  <a:lnTo>
                    <a:pt x="8137" y="13768"/>
                  </a:lnTo>
                  <a:lnTo>
                    <a:pt x="8390" y="7431"/>
                  </a:lnTo>
                  <a:lnTo>
                    <a:pt x="8860" y="7162"/>
                  </a:lnTo>
                  <a:lnTo>
                    <a:pt x="9348" y="6893"/>
                  </a:lnTo>
                  <a:lnTo>
                    <a:pt x="9852" y="6657"/>
                  </a:lnTo>
                  <a:lnTo>
                    <a:pt x="10373" y="6456"/>
                  </a:lnTo>
                  <a:lnTo>
                    <a:pt x="10575" y="5834"/>
                  </a:lnTo>
                  <a:lnTo>
                    <a:pt x="10709" y="5346"/>
                  </a:lnTo>
                  <a:lnTo>
                    <a:pt x="10827" y="4842"/>
                  </a:lnTo>
                  <a:lnTo>
                    <a:pt x="10945" y="4337"/>
                  </a:lnTo>
                  <a:lnTo>
                    <a:pt x="11046" y="3833"/>
                  </a:lnTo>
                  <a:lnTo>
                    <a:pt x="11214" y="2858"/>
                  </a:lnTo>
                  <a:lnTo>
                    <a:pt x="11348" y="1950"/>
                  </a:lnTo>
                  <a:lnTo>
                    <a:pt x="11432" y="1160"/>
                  </a:lnTo>
                  <a:lnTo>
                    <a:pt x="11500" y="538"/>
                  </a:lnTo>
                  <a:lnTo>
                    <a:pt x="11550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8" name="Google Shape;5978;p63"/>
            <p:cNvSpPr/>
            <p:nvPr/>
          </p:nvSpPr>
          <p:spPr>
            <a:xfrm>
              <a:off x="2764775" y="1138775"/>
              <a:ext cx="427425" cy="643050"/>
            </a:xfrm>
            <a:custGeom>
              <a:avLst/>
              <a:gdLst/>
              <a:ahLst/>
              <a:cxnLst/>
              <a:rect l="l" t="t" r="r" b="b"/>
              <a:pathLst>
                <a:path w="17097" h="25722" extrusionOk="0">
                  <a:moveTo>
                    <a:pt x="1833" y="0"/>
                  </a:moveTo>
                  <a:lnTo>
                    <a:pt x="1698" y="420"/>
                  </a:lnTo>
                  <a:lnTo>
                    <a:pt x="1580" y="824"/>
                  </a:lnTo>
                  <a:lnTo>
                    <a:pt x="1463" y="1261"/>
                  </a:lnTo>
                  <a:lnTo>
                    <a:pt x="1362" y="1681"/>
                  </a:lnTo>
                  <a:lnTo>
                    <a:pt x="1295" y="2102"/>
                  </a:lnTo>
                  <a:lnTo>
                    <a:pt x="1227" y="2539"/>
                  </a:lnTo>
                  <a:lnTo>
                    <a:pt x="1177" y="2976"/>
                  </a:lnTo>
                  <a:lnTo>
                    <a:pt x="1126" y="3396"/>
                  </a:lnTo>
                  <a:lnTo>
                    <a:pt x="1110" y="3833"/>
                  </a:lnTo>
                  <a:lnTo>
                    <a:pt x="1093" y="4270"/>
                  </a:lnTo>
                  <a:lnTo>
                    <a:pt x="1093" y="4707"/>
                  </a:lnTo>
                  <a:lnTo>
                    <a:pt x="1110" y="5144"/>
                  </a:lnTo>
                  <a:lnTo>
                    <a:pt x="1143" y="5565"/>
                  </a:lnTo>
                  <a:lnTo>
                    <a:pt x="1194" y="6002"/>
                  </a:lnTo>
                  <a:lnTo>
                    <a:pt x="1244" y="6439"/>
                  </a:lnTo>
                  <a:lnTo>
                    <a:pt x="1328" y="6876"/>
                  </a:lnTo>
                  <a:lnTo>
                    <a:pt x="0" y="24763"/>
                  </a:lnTo>
                  <a:lnTo>
                    <a:pt x="1059" y="24914"/>
                  </a:lnTo>
                  <a:lnTo>
                    <a:pt x="2236" y="25065"/>
                  </a:lnTo>
                  <a:lnTo>
                    <a:pt x="3699" y="25234"/>
                  </a:lnTo>
                  <a:lnTo>
                    <a:pt x="5346" y="25418"/>
                  </a:lnTo>
                  <a:lnTo>
                    <a:pt x="7078" y="25570"/>
                  </a:lnTo>
                  <a:lnTo>
                    <a:pt x="7952" y="25637"/>
                  </a:lnTo>
                  <a:lnTo>
                    <a:pt x="8792" y="25687"/>
                  </a:lnTo>
                  <a:lnTo>
                    <a:pt x="9599" y="25704"/>
                  </a:lnTo>
                  <a:lnTo>
                    <a:pt x="10372" y="25721"/>
                  </a:lnTo>
                  <a:lnTo>
                    <a:pt x="11095" y="25704"/>
                  </a:lnTo>
                  <a:lnTo>
                    <a:pt x="11785" y="25671"/>
                  </a:lnTo>
                  <a:lnTo>
                    <a:pt x="12457" y="25603"/>
                  </a:lnTo>
                  <a:lnTo>
                    <a:pt x="13079" y="25519"/>
                  </a:lnTo>
                  <a:lnTo>
                    <a:pt x="13667" y="25418"/>
                  </a:lnTo>
                  <a:lnTo>
                    <a:pt x="14222" y="25318"/>
                  </a:lnTo>
                  <a:lnTo>
                    <a:pt x="14743" y="25200"/>
                  </a:lnTo>
                  <a:lnTo>
                    <a:pt x="15214" y="25065"/>
                  </a:lnTo>
                  <a:lnTo>
                    <a:pt x="15634" y="24948"/>
                  </a:lnTo>
                  <a:lnTo>
                    <a:pt x="16004" y="24830"/>
                  </a:lnTo>
                  <a:lnTo>
                    <a:pt x="16609" y="24628"/>
                  </a:lnTo>
                  <a:lnTo>
                    <a:pt x="16979" y="24477"/>
                  </a:lnTo>
                  <a:lnTo>
                    <a:pt x="17097" y="24427"/>
                  </a:lnTo>
                  <a:lnTo>
                    <a:pt x="17097" y="23939"/>
                  </a:lnTo>
                  <a:lnTo>
                    <a:pt x="17097" y="22779"/>
                  </a:lnTo>
                  <a:lnTo>
                    <a:pt x="17080" y="21401"/>
                  </a:lnTo>
                  <a:lnTo>
                    <a:pt x="17046" y="20779"/>
                  </a:lnTo>
                  <a:lnTo>
                    <a:pt x="17013" y="20291"/>
                  </a:lnTo>
                  <a:lnTo>
                    <a:pt x="16996" y="20140"/>
                  </a:lnTo>
                  <a:lnTo>
                    <a:pt x="16929" y="19871"/>
                  </a:lnTo>
                  <a:lnTo>
                    <a:pt x="16744" y="19098"/>
                  </a:lnTo>
                  <a:lnTo>
                    <a:pt x="16088" y="16643"/>
                  </a:lnTo>
                  <a:lnTo>
                    <a:pt x="15180" y="13382"/>
                  </a:lnTo>
                  <a:lnTo>
                    <a:pt x="14138" y="9734"/>
                  </a:lnTo>
                  <a:lnTo>
                    <a:pt x="12222" y="3009"/>
                  </a:lnTo>
                  <a:lnTo>
                    <a:pt x="1134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9" name="Google Shape;5979;p63"/>
            <p:cNvSpPr/>
            <p:nvPr/>
          </p:nvSpPr>
          <p:spPr>
            <a:xfrm>
              <a:off x="2813100" y="670575"/>
              <a:ext cx="255975" cy="308100"/>
            </a:xfrm>
            <a:custGeom>
              <a:avLst/>
              <a:gdLst/>
              <a:ahLst/>
              <a:cxnLst/>
              <a:rect l="l" t="t" r="r" b="b"/>
              <a:pathLst>
                <a:path w="10239" h="12324" extrusionOk="0">
                  <a:moveTo>
                    <a:pt x="6254" y="1"/>
                  </a:moveTo>
                  <a:lnTo>
                    <a:pt x="6052" y="34"/>
                  </a:lnTo>
                  <a:lnTo>
                    <a:pt x="5851" y="68"/>
                  </a:lnTo>
                  <a:lnTo>
                    <a:pt x="5666" y="118"/>
                  </a:lnTo>
                  <a:lnTo>
                    <a:pt x="5464" y="186"/>
                  </a:lnTo>
                  <a:lnTo>
                    <a:pt x="5296" y="253"/>
                  </a:lnTo>
                  <a:lnTo>
                    <a:pt x="5111" y="354"/>
                  </a:lnTo>
                  <a:lnTo>
                    <a:pt x="4943" y="454"/>
                  </a:lnTo>
                  <a:lnTo>
                    <a:pt x="4775" y="572"/>
                  </a:lnTo>
                  <a:lnTo>
                    <a:pt x="4607" y="707"/>
                  </a:lnTo>
                  <a:lnTo>
                    <a:pt x="4472" y="757"/>
                  </a:lnTo>
                  <a:lnTo>
                    <a:pt x="4354" y="791"/>
                  </a:lnTo>
                  <a:lnTo>
                    <a:pt x="4237" y="858"/>
                  </a:lnTo>
                  <a:lnTo>
                    <a:pt x="4136" y="925"/>
                  </a:lnTo>
                  <a:lnTo>
                    <a:pt x="4035" y="992"/>
                  </a:lnTo>
                  <a:lnTo>
                    <a:pt x="3934" y="1077"/>
                  </a:lnTo>
                  <a:lnTo>
                    <a:pt x="3783" y="1261"/>
                  </a:lnTo>
                  <a:lnTo>
                    <a:pt x="3648" y="1480"/>
                  </a:lnTo>
                  <a:lnTo>
                    <a:pt x="3531" y="1715"/>
                  </a:lnTo>
                  <a:lnTo>
                    <a:pt x="3430" y="1951"/>
                  </a:lnTo>
                  <a:lnTo>
                    <a:pt x="3363" y="2220"/>
                  </a:lnTo>
                  <a:lnTo>
                    <a:pt x="3312" y="2489"/>
                  </a:lnTo>
                  <a:lnTo>
                    <a:pt x="3262" y="2758"/>
                  </a:lnTo>
                  <a:lnTo>
                    <a:pt x="3245" y="3027"/>
                  </a:lnTo>
                  <a:lnTo>
                    <a:pt x="3228" y="3296"/>
                  </a:lnTo>
                  <a:lnTo>
                    <a:pt x="3211" y="3817"/>
                  </a:lnTo>
                  <a:lnTo>
                    <a:pt x="3211" y="4287"/>
                  </a:lnTo>
                  <a:lnTo>
                    <a:pt x="3194" y="4540"/>
                  </a:lnTo>
                  <a:lnTo>
                    <a:pt x="3144" y="4758"/>
                  </a:lnTo>
                  <a:lnTo>
                    <a:pt x="3060" y="4960"/>
                  </a:lnTo>
                  <a:lnTo>
                    <a:pt x="2942" y="5162"/>
                  </a:lnTo>
                  <a:lnTo>
                    <a:pt x="2808" y="5330"/>
                  </a:lnTo>
                  <a:lnTo>
                    <a:pt x="2673" y="5515"/>
                  </a:lnTo>
                  <a:lnTo>
                    <a:pt x="2337" y="5851"/>
                  </a:lnTo>
                  <a:lnTo>
                    <a:pt x="1967" y="6204"/>
                  </a:lnTo>
                  <a:lnTo>
                    <a:pt x="1782" y="6406"/>
                  </a:lnTo>
                  <a:lnTo>
                    <a:pt x="1597" y="6624"/>
                  </a:lnTo>
                  <a:lnTo>
                    <a:pt x="1429" y="6860"/>
                  </a:lnTo>
                  <a:lnTo>
                    <a:pt x="1261" y="7128"/>
                  </a:lnTo>
                  <a:lnTo>
                    <a:pt x="1127" y="7414"/>
                  </a:lnTo>
                  <a:lnTo>
                    <a:pt x="992" y="7750"/>
                  </a:lnTo>
                  <a:lnTo>
                    <a:pt x="925" y="8019"/>
                  </a:lnTo>
                  <a:lnTo>
                    <a:pt x="875" y="8305"/>
                  </a:lnTo>
                  <a:lnTo>
                    <a:pt x="858" y="8557"/>
                  </a:lnTo>
                  <a:lnTo>
                    <a:pt x="858" y="8826"/>
                  </a:lnTo>
                  <a:lnTo>
                    <a:pt x="891" y="9331"/>
                  </a:lnTo>
                  <a:lnTo>
                    <a:pt x="925" y="9818"/>
                  </a:lnTo>
                  <a:lnTo>
                    <a:pt x="908" y="10070"/>
                  </a:lnTo>
                  <a:lnTo>
                    <a:pt x="891" y="10323"/>
                  </a:lnTo>
                  <a:lnTo>
                    <a:pt x="841" y="10592"/>
                  </a:lnTo>
                  <a:lnTo>
                    <a:pt x="757" y="10861"/>
                  </a:lnTo>
                  <a:lnTo>
                    <a:pt x="639" y="11130"/>
                  </a:lnTo>
                  <a:lnTo>
                    <a:pt x="488" y="11415"/>
                  </a:lnTo>
                  <a:lnTo>
                    <a:pt x="269" y="11718"/>
                  </a:lnTo>
                  <a:lnTo>
                    <a:pt x="0" y="12021"/>
                  </a:lnTo>
                  <a:lnTo>
                    <a:pt x="0" y="12037"/>
                  </a:lnTo>
                  <a:lnTo>
                    <a:pt x="17" y="12037"/>
                  </a:lnTo>
                  <a:lnTo>
                    <a:pt x="84" y="12054"/>
                  </a:lnTo>
                  <a:lnTo>
                    <a:pt x="421" y="12088"/>
                  </a:lnTo>
                  <a:lnTo>
                    <a:pt x="942" y="12121"/>
                  </a:lnTo>
                  <a:lnTo>
                    <a:pt x="1631" y="12155"/>
                  </a:lnTo>
                  <a:lnTo>
                    <a:pt x="1782" y="11836"/>
                  </a:lnTo>
                  <a:lnTo>
                    <a:pt x="1934" y="11516"/>
                  </a:lnTo>
                  <a:lnTo>
                    <a:pt x="2068" y="11197"/>
                  </a:lnTo>
                  <a:lnTo>
                    <a:pt x="2186" y="10877"/>
                  </a:lnTo>
                  <a:lnTo>
                    <a:pt x="2287" y="10541"/>
                  </a:lnTo>
                  <a:lnTo>
                    <a:pt x="2371" y="10205"/>
                  </a:lnTo>
                  <a:lnTo>
                    <a:pt x="2455" y="9869"/>
                  </a:lnTo>
                  <a:lnTo>
                    <a:pt x="2522" y="9516"/>
                  </a:lnTo>
                  <a:lnTo>
                    <a:pt x="2556" y="10188"/>
                  </a:lnTo>
                  <a:lnTo>
                    <a:pt x="2556" y="10844"/>
                  </a:lnTo>
                  <a:lnTo>
                    <a:pt x="2556" y="11516"/>
                  </a:lnTo>
                  <a:lnTo>
                    <a:pt x="2539" y="12172"/>
                  </a:lnTo>
                  <a:lnTo>
                    <a:pt x="3178" y="12189"/>
                  </a:lnTo>
                  <a:lnTo>
                    <a:pt x="3262" y="11903"/>
                  </a:lnTo>
                  <a:lnTo>
                    <a:pt x="3346" y="11600"/>
                  </a:lnTo>
                  <a:lnTo>
                    <a:pt x="3413" y="11298"/>
                  </a:lnTo>
                  <a:lnTo>
                    <a:pt x="3480" y="10995"/>
                  </a:lnTo>
                  <a:lnTo>
                    <a:pt x="3497" y="11365"/>
                  </a:lnTo>
                  <a:lnTo>
                    <a:pt x="3514" y="11752"/>
                  </a:lnTo>
                  <a:lnTo>
                    <a:pt x="3514" y="12205"/>
                  </a:lnTo>
                  <a:lnTo>
                    <a:pt x="6002" y="12256"/>
                  </a:lnTo>
                  <a:lnTo>
                    <a:pt x="8288" y="12289"/>
                  </a:lnTo>
                  <a:lnTo>
                    <a:pt x="8288" y="12289"/>
                  </a:lnTo>
                  <a:lnTo>
                    <a:pt x="8271" y="12021"/>
                  </a:lnTo>
                  <a:lnTo>
                    <a:pt x="8271" y="11752"/>
                  </a:lnTo>
                  <a:lnTo>
                    <a:pt x="8271" y="11516"/>
                  </a:lnTo>
                  <a:lnTo>
                    <a:pt x="8288" y="11281"/>
                  </a:lnTo>
                  <a:lnTo>
                    <a:pt x="8339" y="10844"/>
                  </a:lnTo>
                  <a:lnTo>
                    <a:pt x="8423" y="10491"/>
                  </a:lnTo>
                  <a:lnTo>
                    <a:pt x="8490" y="10222"/>
                  </a:lnTo>
                  <a:lnTo>
                    <a:pt x="8557" y="10037"/>
                  </a:lnTo>
                  <a:lnTo>
                    <a:pt x="8608" y="9936"/>
                  </a:lnTo>
                  <a:lnTo>
                    <a:pt x="8608" y="9953"/>
                  </a:lnTo>
                  <a:lnTo>
                    <a:pt x="8574" y="10255"/>
                  </a:lnTo>
                  <a:lnTo>
                    <a:pt x="8557" y="10558"/>
                  </a:lnTo>
                  <a:lnTo>
                    <a:pt x="8557" y="10861"/>
                  </a:lnTo>
                  <a:lnTo>
                    <a:pt x="8591" y="11146"/>
                  </a:lnTo>
                  <a:lnTo>
                    <a:pt x="8641" y="11449"/>
                  </a:lnTo>
                  <a:lnTo>
                    <a:pt x="8708" y="11735"/>
                  </a:lnTo>
                  <a:lnTo>
                    <a:pt x="8809" y="12021"/>
                  </a:lnTo>
                  <a:lnTo>
                    <a:pt x="8927" y="12306"/>
                  </a:lnTo>
                  <a:lnTo>
                    <a:pt x="10205" y="12323"/>
                  </a:lnTo>
                  <a:lnTo>
                    <a:pt x="10238" y="12306"/>
                  </a:lnTo>
                  <a:lnTo>
                    <a:pt x="10238" y="12289"/>
                  </a:lnTo>
                  <a:lnTo>
                    <a:pt x="10238" y="12239"/>
                  </a:lnTo>
                  <a:lnTo>
                    <a:pt x="10205" y="12172"/>
                  </a:lnTo>
                  <a:lnTo>
                    <a:pt x="9952" y="11802"/>
                  </a:lnTo>
                  <a:lnTo>
                    <a:pt x="9801" y="11550"/>
                  </a:lnTo>
                  <a:lnTo>
                    <a:pt x="9734" y="11415"/>
                  </a:lnTo>
                  <a:lnTo>
                    <a:pt x="9667" y="11281"/>
                  </a:lnTo>
                  <a:lnTo>
                    <a:pt x="9616" y="11130"/>
                  </a:lnTo>
                  <a:lnTo>
                    <a:pt x="9583" y="10978"/>
                  </a:lnTo>
                  <a:lnTo>
                    <a:pt x="9566" y="10827"/>
                  </a:lnTo>
                  <a:lnTo>
                    <a:pt x="9583" y="10692"/>
                  </a:lnTo>
                  <a:lnTo>
                    <a:pt x="9633" y="10390"/>
                  </a:lnTo>
                  <a:lnTo>
                    <a:pt x="9717" y="10087"/>
                  </a:lnTo>
                  <a:lnTo>
                    <a:pt x="9801" y="9785"/>
                  </a:lnTo>
                  <a:lnTo>
                    <a:pt x="9902" y="9465"/>
                  </a:lnTo>
                  <a:lnTo>
                    <a:pt x="9969" y="9129"/>
                  </a:lnTo>
                  <a:lnTo>
                    <a:pt x="9986" y="8944"/>
                  </a:lnTo>
                  <a:lnTo>
                    <a:pt x="10003" y="8759"/>
                  </a:lnTo>
                  <a:lnTo>
                    <a:pt x="10003" y="8574"/>
                  </a:lnTo>
                  <a:lnTo>
                    <a:pt x="9986" y="8373"/>
                  </a:lnTo>
                  <a:lnTo>
                    <a:pt x="9952" y="8171"/>
                  </a:lnTo>
                  <a:lnTo>
                    <a:pt x="9902" y="7952"/>
                  </a:lnTo>
                  <a:lnTo>
                    <a:pt x="9784" y="7549"/>
                  </a:lnTo>
                  <a:lnTo>
                    <a:pt x="9650" y="7196"/>
                  </a:lnTo>
                  <a:lnTo>
                    <a:pt x="9515" y="6893"/>
                  </a:lnTo>
                  <a:lnTo>
                    <a:pt x="9381" y="6607"/>
                  </a:lnTo>
                  <a:lnTo>
                    <a:pt x="9246" y="6338"/>
                  </a:lnTo>
                  <a:lnTo>
                    <a:pt x="9129" y="6053"/>
                  </a:lnTo>
                  <a:lnTo>
                    <a:pt x="9028" y="5733"/>
                  </a:lnTo>
                  <a:lnTo>
                    <a:pt x="8944" y="5380"/>
                  </a:lnTo>
                  <a:lnTo>
                    <a:pt x="8944" y="5212"/>
                  </a:lnTo>
                  <a:lnTo>
                    <a:pt x="8944" y="4993"/>
                  </a:lnTo>
                  <a:lnTo>
                    <a:pt x="8994" y="4405"/>
                  </a:lnTo>
                  <a:lnTo>
                    <a:pt x="9061" y="3699"/>
                  </a:lnTo>
                  <a:lnTo>
                    <a:pt x="9078" y="3312"/>
                  </a:lnTo>
                  <a:lnTo>
                    <a:pt x="9078" y="2909"/>
                  </a:lnTo>
                  <a:lnTo>
                    <a:pt x="9045" y="2505"/>
                  </a:lnTo>
                  <a:lnTo>
                    <a:pt x="8994" y="2102"/>
                  </a:lnTo>
                  <a:lnTo>
                    <a:pt x="8944" y="1917"/>
                  </a:lnTo>
                  <a:lnTo>
                    <a:pt x="8893" y="1715"/>
                  </a:lnTo>
                  <a:lnTo>
                    <a:pt x="8826" y="1530"/>
                  </a:lnTo>
                  <a:lnTo>
                    <a:pt x="8759" y="1362"/>
                  </a:lnTo>
                  <a:lnTo>
                    <a:pt x="8658" y="1177"/>
                  </a:lnTo>
                  <a:lnTo>
                    <a:pt x="8557" y="1026"/>
                  </a:lnTo>
                  <a:lnTo>
                    <a:pt x="8439" y="858"/>
                  </a:lnTo>
                  <a:lnTo>
                    <a:pt x="8322" y="723"/>
                  </a:lnTo>
                  <a:lnTo>
                    <a:pt x="8171" y="589"/>
                  </a:lnTo>
                  <a:lnTo>
                    <a:pt x="8002" y="454"/>
                  </a:lnTo>
                  <a:lnTo>
                    <a:pt x="7817" y="354"/>
                  </a:lnTo>
                  <a:lnTo>
                    <a:pt x="7616" y="253"/>
                  </a:lnTo>
                  <a:lnTo>
                    <a:pt x="7431" y="169"/>
                  </a:lnTo>
                  <a:lnTo>
                    <a:pt x="7246" y="101"/>
                  </a:lnTo>
                  <a:lnTo>
                    <a:pt x="7044" y="51"/>
                  </a:lnTo>
                  <a:lnTo>
                    <a:pt x="6842" y="17"/>
                  </a:lnTo>
                  <a:lnTo>
                    <a:pt x="66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0" name="Google Shape;5980;p63"/>
            <p:cNvSpPr/>
            <p:nvPr/>
          </p:nvSpPr>
          <p:spPr>
            <a:xfrm>
              <a:off x="2813100" y="670575"/>
              <a:ext cx="255975" cy="308100"/>
            </a:xfrm>
            <a:custGeom>
              <a:avLst/>
              <a:gdLst/>
              <a:ahLst/>
              <a:cxnLst/>
              <a:rect l="l" t="t" r="r" b="b"/>
              <a:pathLst>
                <a:path w="10239" h="12324" fill="none" extrusionOk="0">
                  <a:moveTo>
                    <a:pt x="10205" y="12323"/>
                  </a:moveTo>
                  <a:lnTo>
                    <a:pt x="8927" y="12306"/>
                  </a:lnTo>
                  <a:lnTo>
                    <a:pt x="8927" y="12306"/>
                  </a:lnTo>
                  <a:lnTo>
                    <a:pt x="8809" y="12021"/>
                  </a:lnTo>
                  <a:lnTo>
                    <a:pt x="8708" y="11735"/>
                  </a:lnTo>
                  <a:lnTo>
                    <a:pt x="8641" y="11449"/>
                  </a:lnTo>
                  <a:lnTo>
                    <a:pt x="8591" y="11146"/>
                  </a:lnTo>
                  <a:lnTo>
                    <a:pt x="8557" y="10861"/>
                  </a:lnTo>
                  <a:lnTo>
                    <a:pt x="8557" y="10558"/>
                  </a:lnTo>
                  <a:lnTo>
                    <a:pt x="8574" y="10255"/>
                  </a:lnTo>
                  <a:lnTo>
                    <a:pt x="8608" y="9953"/>
                  </a:lnTo>
                  <a:lnTo>
                    <a:pt x="8608" y="9953"/>
                  </a:lnTo>
                  <a:lnTo>
                    <a:pt x="8608" y="9936"/>
                  </a:lnTo>
                  <a:lnTo>
                    <a:pt x="8608" y="9936"/>
                  </a:lnTo>
                  <a:lnTo>
                    <a:pt x="8557" y="10037"/>
                  </a:lnTo>
                  <a:lnTo>
                    <a:pt x="8490" y="10222"/>
                  </a:lnTo>
                  <a:lnTo>
                    <a:pt x="8423" y="10491"/>
                  </a:lnTo>
                  <a:lnTo>
                    <a:pt x="8339" y="10844"/>
                  </a:lnTo>
                  <a:lnTo>
                    <a:pt x="8288" y="11281"/>
                  </a:lnTo>
                  <a:lnTo>
                    <a:pt x="8271" y="11516"/>
                  </a:lnTo>
                  <a:lnTo>
                    <a:pt x="8271" y="11752"/>
                  </a:lnTo>
                  <a:lnTo>
                    <a:pt x="8271" y="12021"/>
                  </a:lnTo>
                  <a:lnTo>
                    <a:pt x="8288" y="12289"/>
                  </a:lnTo>
                  <a:lnTo>
                    <a:pt x="8288" y="12289"/>
                  </a:lnTo>
                  <a:lnTo>
                    <a:pt x="6002" y="12256"/>
                  </a:lnTo>
                  <a:lnTo>
                    <a:pt x="3514" y="12205"/>
                  </a:lnTo>
                  <a:lnTo>
                    <a:pt x="3514" y="12205"/>
                  </a:lnTo>
                  <a:lnTo>
                    <a:pt x="3514" y="11752"/>
                  </a:lnTo>
                  <a:lnTo>
                    <a:pt x="3497" y="11365"/>
                  </a:lnTo>
                  <a:lnTo>
                    <a:pt x="3480" y="10995"/>
                  </a:lnTo>
                  <a:lnTo>
                    <a:pt x="3480" y="10995"/>
                  </a:lnTo>
                  <a:lnTo>
                    <a:pt x="3413" y="11298"/>
                  </a:lnTo>
                  <a:lnTo>
                    <a:pt x="3346" y="11600"/>
                  </a:lnTo>
                  <a:lnTo>
                    <a:pt x="3262" y="11903"/>
                  </a:lnTo>
                  <a:lnTo>
                    <a:pt x="3178" y="12189"/>
                  </a:lnTo>
                  <a:lnTo>
                    <a:pt x="2539" y="12172"/>
                  </a:lnTo>
                  <a:lnTo>
                    <a:pt x="2539" y="12172"/>
                  </a:lnTo>
                  <a:lnTo>
                    <a:pt x="2556" y="11516"/>
                  </a:lnTo>
                  <a:lnTo>
                    <a:pt x="2556" y="10844"/>
                  </a:lnTo>
                  <a:lnTo>
                    <a:pt x="2556" y="10188"/>
                  </a:lnTo>
                  <a:lnTo>
                    <a:pt x="2522" y="9516"/>
                  </a:lnTo>
                  <a:lnTo>
                    <a:pt x="2522" y="9516"/>
                  </a:lnTo>
                  <a:lnTo>
                    <a:pt x="2455" y="9869"/>
                  </a:lnTo>
                  <a:lnTo>
                    <a:pt x="2371" y="10205"/>
                  </a:lnTo>
                  <a:lnTo>
                    <a:pt x="2287" y="10541"/>
                  </a:lnTo>
                  <a:lnTo>
                    <a:pt x="2186" y="10877"/>
                  </a:lnTo>
                  <a:lnTo>
                    <a:pt x="2068" y="11197"/>
                  </a:lnTo>
                  <a:lnTo>
                    <a:pt x="1934" y="11516"/>
                  </a:lnTo>
                  <a:lnTo>
                    <a:pt x="1782" y="11836"/>
                  </a:lnTo>
                  <a:lnTo>
                    <a:pt x="1631" y="12155"/>
                  </a:lnTo>
                  <a:lnTo>
                    <a:pt x="1631" y="12155"/>
                  </a:lnTo>
                  <a:lnTo>
                    <a:pt x="942" y="12121"/>
                  </a:lnTo>
                  <a:lnTo>
                    <a:pt x="421" y="12088"/>
                  </a:lnTo>
                  <a:lnTo>
                    <a:pt x="84" y="12054"/>
                  </a:lnTo>
                  <a:lnTo>
                    <a:pt x="17" y="12037"/>
                  </a:lnTo>
                  <a:lnTo>
                    <a:pt x="0" y="12037"/>
                  </a:lnTo>
                  <a:lnTo>
                    <a:pt x="0" y="12021"/>
                  </a:lnTo>
                  <a:lnTo>
                    <a:pt x="0" y="12021"/>
                  </a:lnTo>
                  <a:lnTo>
                    <a:pt x="269" y="11718"/>
                  </a:lnTo>
                  <a:lnTo>
                    <a:pt x="488" y="11415"/>
                  </a:lnTo>
                  <a:lnTo>
                    <a:pt x="639" y="11130"/>
                  </a:lnTo>
                  <a:lnTo>
                    <a:pt x="757" y="10861"/>
                  </a:lnTo>
                  <a:lnTo>
                    <a:pt x="841" y="10592"/>
                  </a:lnTo>
                  <a:lnTo>
                    <a:pt x="891" y="10323"/>
                  </a:lnTo>
                  <a:lnTo>
                    <a:pt x="908" y="10070"/>
                  </a:lnTo>
                  <a:lnTo>
                    <a:pt x="925" y="9818"/>
                  </a:lnTo>
                  <a:lnTo>
                    <a:pt x="891" y="9331"/>
                  </a:lnTo>
                  <a:lnTo>
                    <a:pt x="858" y="8826"/>
                  </a:lnTo>
                  <a:lnTo>
                    <a:pt x="858" y="8557"/>
                  </a:lnTo>
                  <a:lnTo>
                    <a:pt x="875" y="8305"/>
                  </a:lnTo>
                  <a:lnTo>
                    <a:pt x="925" y="8019"/>
                  </a:lnTo>
                  <a:lnTo>
                    <a:pt x="992" y="7750"/>
                  </a:lnTo>
                  <a:lnTo>
                    <a:pt x="992" y="7750"/>
                  </a:lnTo>
                  <a:lnTo>
                    <a:pt x="1127" y="7414"/>
                  </a:lnTo>
                  <a:lnTo>
                    <a:pt x="1261" y="7128"/>
                  </a:lnTo>
                  <a:lnTo>
                    <a:pt x="1429" y="6860"/>
                  </a:lnTo>
                  <a:lnTo>
                    <a:pt x="1597" y="6624"/>
                  </a:lnTo>
                  <a:lnTo>
                    <a:pt x="1782" y="6406"/>
                  </a:lnTo>
                  <a:lnTo>
                    <a:pt x="1967" y="6204"/>
                  </a:lnTo>
                  <a:lnTo>
                    <a:pt x="2337" y="5851"/>
                  </a:lnTo>
                  <a:lnTo>
                    <a:pt x="2673" y="5515"/>
                  </a:lnTo>
                  <a:lnTo>
                    <a:pt x="2808" y="5330"/>
                  </a:lnTo>
                  <a:lnTo>
                    <a:pt x="2942" y="5162"/>
                  </a:lnTo>
                  <a:lnTo>
                    <a:pt x="3060" y="4960"/>
                  </a:lnTo>
                  <a:lnTo>
                    <a:pt x="3144" y="4758"/>
                  </a:lnTo>
                  <a:lnTo>
                    <a:pt x="3194" y="4540"/>
                  </a:lnTo>
                  <a:lnTo>
                    <a:pt x="3211" y="4287"/>
                  </a:lnTo>
                  <a:lnTo>
                    <a:pt x="3211" y="4287"/>
                  </a:lnTo>
                  <a:lnTo>
                    <a:pt x="3211" y="3817"/>
                  </a:lnTo>
                  <a:lnTo>
                    <a:pt x="3228" y="3296"/>
                  </a:lnTo>
                  <a:lnTo>
                    <a:pt x="3245" y="3027"/>
                  </a:lnTo>
                  <a:lnTo>
                    <a:pt x="3262" y="2758"/>
                  </a:lnTo>
                  <a:lnTo>
                    <a:pt x="3312" y="2489"/>
                  </a:lnTo>
                  <a:lnTo>
                    <a:pt x="3363" y="2220"/>
                  </a:lnTo>
                  <a:lnTo>
                    <a:pt x="3430" y="1951"/>
                  </a:lnTo>
                  <a:lnTo>
                    <a:pt x="3531" y="1715"/>
                  </a:lnTo>
                  <a:lnTo>
                    <a:pt x="3648" y="1480"/>
                  </a:lnTo>
                  <a:lnTo>
                    <a:pt x="3783" y="1261"/>
                  </a:lnTo>
                  <a:lnTo>
                    <a:pt x="3934" y="1077"/>
                  </a:lnTo>
                  <a:lnTo>
                    <a:pt x="4035" y="992"/>
                  </a:lnTo>
                  <a:lnTo>
                    <a:pt x="4136" y="925"/>
                  </a:lnTo>
                  <a:lnTo>
                    <a:pt x="4237" y="858"/>
                  </a:lnTo>
                  <a:lnTo>
                    <a:pt x="4354" y="791"/>
                  </a:lnTo>
                  <a:lnTo>
                    <a:pt x="4472" y="757"/>
                  </a:lnTo>
                  <a:lnTo>
                    <a:pt x="4607" y="707"/>
                  </a:lnTo>
                  <a:lnTo>
                    <a:pt x="4607" y="707"/>
                  </a:lnTo>
                  <a:lnTo>
                    <a:pt x="4775" y="572"/>
                  </a:lnTo>
                  <a:lnTo>
                    <a:pt x="4943" y="454"/>
                  </a:lnTo>
                  <a:lnTo>
                    <a:pt x="5111" y="354"/>
                  </a:lnTo>
                  <a:lnTo>
                    <a:pt x="5296" y="253"/>
                  </a:lnTo>
                  <a:lnTo>
                    <a:pt x="5464" y="186"/>
                  </a:lnTo>
                  <a:lnTo>
                    <a:pt x="5666" y="118"/>
                  </a:lnTo>
                  <a:lnTo>
                    <a:pt x="5851" y="68"/>
                  </a:lnTo>
                  <a:lnTo>
                    <a:pt x="6052" y="34"/>
                  </a:lnTo>
                  <a:lnTo>
                    <a:pt x="6254" y="1"/>
                  </a:lnTo>
                  <a:lnTo>
                    <a:pt x="6439" y="1"/>
                  </a:lnTo>
                  <a:lnTo>
                    <a:pt x="6641" y="1"/>
                  </a:lnTo>
                  <a:lnTo>
                    <a:pt x="6842" y="17"/>
                  </a:lnTo>
                  <a:lnTo>
                    <a:pt x="7044" y="51"/>
                  </a:lnTo>
                  <a:lnTo>
                    <a:pt x="7246" y="101"/>
                  </a:lnTo>
                  <a:lnTo>
                    <a:pt x="7431" y="169"/>
                  </a:lnTo>
                  <a:lnTo>
                    <a:pt x="7616" y="253"/>
                  </a:lnTo>
                  <a:lnTo>
                    <a:pt x="7616" y="253"/>
                  </a:lnTo>
                  <a:lnTo>
                    <a:pt x="7817" y="354"/>
                  </a:lnTo>
                  <a:lnTo>
                    <a:pt x="8002" y="454"/>
                  </a:lnTo>
                  <a:lnTo>
                    <a:pt x="8171" y="589"/>
                  </a:lnTo>
                  <a:lnTo>
                    <a:pt x="8322" y="723"/>
                  </a:lnTo>
                  <a:lnTo>
                    <a:pt x="8439" y="858"/>
                  </a:lnTo>
                  <a:lnTo>
                    <a:pt x="8557" y="1026"/>
                  </a:lnTo>
                  <a:lnTo>
                    <a:pt x="8658" y="1177"/>
                  </a:lnTo>
                  <a:lnTo>
                    <a:pt x="8759" y="1362"/>
                  </a:lnTo>
                  <a:lnTo>
                    <a:pt x="8826" y="1530"/>
                  </a:lnTo>
                  <a:lnTo>
                    <a:pt x="8893" y="1715"/>
                  </a:lnTo>
                  <a:lnTo>
                    <a:pt x="8944" y="1917"/>
                  </a:lnTo>
                  <a:lnTo>
                    <a:pt x="8994" y="2102"/>
                  </a:lnTo>
                  <a:lnTo>
                    <a:pt x="9045" y="2505"/>
                  </a:lnTo>
                  <a:lnTo>
                    <a:pt x="9078" y="2909"/>
                  </a:lnTo>
                  <a:lnTo>
                    <a:pt x="9078" y="3312"/>
                  </a:lnTo>
                  <a:lnTo>
                    <a:pt x="9061" y="3699"/>
                  </a:lnTo>
                  <a:lnTo>
                    <a:pt x="8994" y="4405"/>
                  </a:lnTo>
                  <a:lnTo>
                    <a:pt x="8944" y="4993"/>
                  </a:lnTo>
                  <a:lnTo>
                    <a:pt x="8944" y="5212"/>
                  </a:lnTo>
                  <a:lnTo>
                    <a:pt x="8944" y="5380"/>
                  </a:lnTo>
                  <a:lnTo>
                    <a:pt x="8944" y="5380"/>
                  </a:lnTo>
                  <a:lnTo>
                    <a:pt x="9028" y="5733"/>
                  </a:lnTo>
                  <a:lnTo>
                    <a:pt x="9129" y="6053"/>
                  </a:lnTo>
                  <a:lnTo>
                    <a:pt x="9246" y="6338"/>
                  </a:lnTo>
                  <a:lnTo>
                    <a:pt x="9381" y="6607"/>
                  </a:lnTo>
                  <a:lnTo>
                    <a:pt x="9515" y="6893"/>
                  </a:lnTo>
                  <a:lnTo>
                    <a:pt x="9650" y="7196"/>
                  </a:lnTo>
                  <a:lnTo>
                    <a:pt x="9784" y="7549"/>
                  </a:lnTo>
                  <a:lnTo>
                    <a:pt x="9902" y="7952"/>
                  </a:lnTo>
                  <a:lnTo>
                    <a:pt x="9902" y="7952"/>
                  </a:lnTo>
                  <a:lnTo>
                    <a:pt x="9952" y="8171"/>
                  </a:lnTo>
                  <a:lnTo>
                    <a:pt x="9986" y="8373"/>
                  </a:lnTo>
                  <a:lnTo>
                    <a:pt x="10003" y="8574"/>
                  </a:lnTo>
                  <a:lnTo>
                    <a:pt x="10003" y="8759"/>
                  </a:lnTo>
                  <a:lnTo>
                    <a:pt x="9986" y="8944"/>
                  </a:lnTo>
                  <a:lnTo>
                    <a:pt x="9969" y="9129"/>
                  </a:lnTo>
                  <a:lnTo>
                    <a:pt x="9902" y="9465"/>
                  </a:lnTo>
                  <a:lnTo>
                    <a:pt x="9801" y="9785"/>
                  </a:lnTo>
                  <a:lnTo>
                    <a:pt x="9717" y="10087"/>
                  </a:lnTo>
                  <a:lnTo>
                    <a:pt x="9633" y="10390"/>
                  </a:lnTo>
                  <a:lnTo>
                    <a:pt x="9583" y="10692"/>
                  </a:lnTo>
                  <a:lnTo>
                    <a:pt x="9583" y="10692"/>
                  </a:lnTo>
                  <a:lnTo>
                    <a:pt x="9566" y="10827"/>
                  </a:lnTo>
                  <a:lnTo>
                    <a:pt x="9583" y="10978"/>
                  </a:lnTo>
                  <a:lnTo>
                    <a:pt x="9616" y="11130"/>
                  </a:lnTo>
                  <a:lnTo>
                    <a:pt x="9667" y="11281"/>
                  </a:lnTo>
                  <a:lnTo>
                    <a:pt x="9734" y="11415"/>
                  </a:lnTo>
                  <a:lnTo>
                    <a:pt x="9801" y="11550"/>
                  </a:lnTo>
                  <a:lnTo>
                    <a:pt x="9952" y="11802"/>
                  </a:lnTo>
                  <a:lnTo>
                    <a:pt x="10205" y="12172"/>
                  </a:lnTo>
                  <a:lnTo>
                    <a:pt x="10238" y="12239"/>
                  </a:lnTo>
                  <a:lnTo>
                    <a:pt x="10238" y="12289"/>
                  </a:lnTo>
                  <a:lnTo>
                    <a:pt x="10238" y="12306"/>
                  </a:lnTo>
                  <a:lnTo>
                    <a:pt x="10205" y="123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1" name="Google Shape;5981;p63"/>
            <p:cNvSpPr/>
            <p:nvPr/>
          </p:nvSpPr>
          <p:spPr>
            <a:xfrm>
              <a:off x="2812250" y="771875"/>
              <a:ext cx="84925" cy="192925"/>
            </a:xfrm>
            <a:custGeom>
              <a:avLst/>
              <a:gdLst/>
              <a:ahLst/>
              <a:cxnLst/>
              <a:rect l="l" t="t" r="r" b="b"/>
              <a:pathLst>
                <a:path w="3397" h="7717" extrusionOk="0">
                  <a:moveTo>
                    <a:pt x="3397" y="0"/>
                  </a:moveTo>
                  <a:lnTo>
                    <a:pt x="3346" y="269"/>
                  </a:lnTo>
                  <a:lnTo>
                    <a:pt x="3245" y="521"/>
                  </a:lnTo>
                  <a:lnTo>
                    <a:pt x="3111" y="773"/>
                  </a:lnTo>
                  <a:lnTo>
                    <a:pt x="2959" y="992"/>
                  </a:lnTo>
                  <a:lnTo>
                    <a:pt x="2758" y="1194"/>
                  </a:lnTo>
                  <a:lnTo>
                    <a:pt x="2556" y="1379"/>
                  </a:lnTo>
                  <a:lnTo>
                    <a:pt x="2354" y="1547"/>
                  </a:lnTo>
                  <a:lnTo>
                    <a:pt x="2119" y="1715"/>
                  </a:lnTo>
                  <a:lnTo>
                    <a:pt x="1884" y="1883"/>
                  </a:lnTo>
                  <a:lnTo>
                    <a:pt x="1665" y="2051"/>
                  </a:lnTo>
                  <a:lnTo>
                    <a:pt x="1430" y="2219"/>
                  </a:lnTo>
                  <a:lnTo>
                    <a:pt x="1228" y="2421"/>
                  </a:lnTo>
                  <a:lnTo>
                    <a:pt x="1026" y="2639"/>
                  </a:lnTo>
                  <a:lnTo>
                    <a:pt x="841" y="2875"/>
                  </a:lnTo>
                  <a:lnTo>
                    <a:pt x="690" y="3127"/>
                  </a:lnTo>
                  <a:lnTo>
                    <a:pt x="572" y="3396"/>
                  </a:lnTo>
                  <a:lnTo>
                    <a:pt x="488" y="3682"/>
                  </a:lnTo>
                  <a:lnTo>
                    <a:pt x="438" y="3967"/>
                  </a:lnTo>
                  <a:lnTo>
                    <a:pt x="421" y="4270"/>
                  </a:lnTo>
                  <a:lnTo>
                    <a:pt x="421" y="4556"/>
                  </a:lnTo>
                  <a:lnTo>
                    <a:pt x="471" y="5127"/>
                  </a:lnTo>
                  <a:lnTo>
                    <a:pt x="556" y="5682"/>
                  </a:lnTo>
                  <a:lnTo>
                    <a:pt x="606" y="5951"/>
                  </a:lnTo>
                  <a:lnTo>
                    <a:pt x="606" y="6220"/>
                  </a:lnTo>
                  <a:lnTo>
                    <a:pt x="589" y="6489"/>
                  </a:lnTo>
                  <a:lnTo>
                    <a:pt x="522" y="6741"/>
                  </a:lnTo>
                  <a:lnTo>
                    <a:pt x="421" y="7010"/>
                  </a:lnTo>
                  <a:lnTo>
                    <a:pt x="287" y="7246"/>
                  </a:lnTo>
                  <a:lnTo>
                    <a:pt x="152" y="7498"/>
                  </a:lnTo>
                  <a:lnTo>
                    <a:pt x="1" y="7716"/>
                  </a:lnTo>
                  <a:lnTo>
                    <a:pt x="186" y="7515"/>
                  </a:lnTo>
                  <a:lnTo>
                    <a:pt x="371" y="7296"/>
                  </a:lnTo>
                  <a:lnTo>
                    <a:pt x="539" y="7061"/>
                  </a:lnTo>
                  <a:lnTo>
                    <a:pt x="673" y="6809"/>
                  </a:lnTo>
                  <a:lnTo>
                    <a:pt x="724" y="6674"/>
                  </a:lnTo>
                  <a:lnTo>
                    <a:pt x="774" y="6523"/>
                  </a:lnTo>
                  <a:lnTo>
                    <a:pt x="808" y="6388"/>
                  </a:lnTo>
                  <a:lnTo>
                    <a:pt x="825" y="6237"/>
                  </a:lnTo>
                  <a:lnTo>
                    <a:pt x="825" y="5951"/>
                  </a:lnTo>
                  <a:lnTo>
                    <a:pt x="808" y="5665"/>
                  </a:lnTo>
                  <a:lnTo>
                    <a:pt x="740" y="5094"/>
                  </a:lnTo>
                  <a:lnTo>
                    <a:pt x="724" y="4825"/>
                  </a:lnTo>
                  <a:lnTo>
                    <a:pt x="707" y="4556"/>
                  </a:lnTo>
                  <a:lnTo>
                    <a:pt x="707" y="4287"/>
                  </a:lnTo>
                  <a:lnTo>
                    <a:pt x="740" y="4018"/>
                  </a:lnTo>
                  <a:lnTo>
                    <a:pt x="791" y="3749"/>
                  </a:lnTo>
                  <a:lnTo>
                    <a:pt x="858" y="3497"/>
                  </a:lnTo>
                  <a:lnTo>
                    <a:pt x="959" y="3261"/>
                  </a:lnTo>
                  <a:lnTo>
                    <a:pt x="1093" y="3026"/>
                  </a:lnTo>
                  <a:lnTo>
                    <a:pt x="1245" y="2808"/>
                  </a:lnTo>
                  <a:lnTo>
                    <a:pt x="1430" y="2606"/>
                  </a:lnTo>
                  <a:lnTo>
                    <a:pt x="1833" y="2236"/>
                  </a:lnTo>
                  <a:lnTo>
                    <a:pt x="2253" y="1883"/>
                  </a:lnTo>
                  <a:lnTo>
                    <a:pt x="2489" y="1698"/>
                  </a:lnTo>
                  <a:lnTo>
                    <a:pt x="2691" y="1513"/>
                  </a:lnTo>
                  <a:lnTo>
                    <a:pt x="2892" y="1295"/>
                  </a:lnTo>
                  <a:lnTo>
                    <a:pt x="3060" y="1076"/>
                  </a:lnTo>
                  <a:lnTo>
                    <a:pt x="3144" y="958"/>
                  </a:lnTo>
                  <a:lnTo>
                    <a:pt x="3212" y="824"/>
                  </a:lnTo>
                  <a:lnTo>
                    <a:pt x="3262" y="689"/>
                  </a:lnTo>
                  <a:lnTo>
                    <a:pt x="3313" y="555"/>
                  </a:lnTo>
                  <a:lnTo>
                    <a:pt x="3346" y="420"/>
                  </a:lnTo>
                  <a:lnTo>
                    <a:pt x="3380" y="286"/>
                  </a:lnTo>
                  <a:lnTo>
                    <a:pt x="3397" y="135"/>
                  </a:lnTo>
                  <a:lnTo>
                    <a:pt x="33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2" name="Google Shape;5982;p63"/>
            <p:cNvSpPr/>
            <p:nvPr/>
          </p:nvSpPr>
          <p:spPr>
            <a:xfrm>
              <a:off x="3034575" y="710500"/>
              <a:ext cx="44150" cy="263950"/>
            </a:xfrm>
            <a:custGeom>
              <a:avLst/>
              <a:gdLst/>
              <a:ahLst/>
              <a:cxnLst/>
              <a:rect l="l" t="t" r="r" b="b"/>
              <a:pathLst>
                <a:path w="1766" h="10558" extrusionOk="0">
                  <a:moveTo>
                    <a:pt x="1" y="1"/>
                  </a:moveTo>
                  <a:lnTo>
                    <a:pt x="51" y="354"/>
                  </a:lnTo>
                  <a:lnTo>
                    <a:pt x="85" y="690"/>
                  </a:lnTo>
                  <a:lnTo>
                    <a:pt x="102" y="1043"/>
                  </a:lnTo>
                  <a:lnTo>
                    <a:pt x="102" y="1379"/>
                  </a:lnTo>
                  <a:lnTo>
                    <a:pt x="102" y="2068"/>
                  </a:lnTo>
                  <a:lnTo>
                    <a:pt x="85" y="2758"/>
                  </a:lnTo>
                  <a:lnTo>
                    <a:pt x="85" y="3447"/>
                  </a:lnTo>
                  <a:lnTo>
                    <a:pt x="102" y="3817"/>
                  </a:lnTo>
                  <a:lnTo>
                    <a:pt x="152" y="4170"/>
                  </a:lnTo>
                  <a:lnTo>
                    <a:pt x="186" y="4338"/>
                  </a:lnTo>
                  <a:lnTo>
                    <a:pt x="253" y="4523"/>
                  </a:lnTo>
                  <a:lnTo>
                    <a:pt x="320" y="4691"/>
                  </a:lnTo>
                  <a:lnTo>
                    <a:pt x="387" y="4859"/>
                  </a:lnTo>
                  <a:lnTo>
                    <a:pt x="556" y="5162"/>
                  </a:lnTo>
                  <a:lnTo>
                    <a:pt x="740" y="5447"/>
                  </a:lnTo>
                  <a:lnTo>
                    <a:pt x="925" y="5733"/>
                  </a:lnTo>
                  <a:lnTo>
                    <a:pt x="1077" y="6036"/>
                  </a:lnTo>
                  <a:lnTo>
                    <a:pt x="1194" y="6338"/>
                  </a:lnTo>
                  <a:lnTo>
                    <a:pt x="1295" y="6658"/>
                  </a:lnTo>
                  <a:lnTo>
                    <a:pt x="1346" y="6977"/>
                  </a:lnTo>
                  <a:lnTo>
                    <a:pt x="1379" y="7313"/>
                  </a:lnTo>
                  <a:lnTo>
                    <a:pt x="1379" y="7650"/>
                  </a:lnTo>
                  <a:lnTo>
                    <a:pt x="1346" y="7986"/>
                  </a:lnTo>
                  <a:lnTo>
                    <a:pt x="1278" y="8305"/>
                  </a:lnTo>
                  <a:lnTo>
                    <a:pt x="1194" y="8642"/>
                  </a:lnTo>
                  <a:lnTo>
                    <a:pt x="1127" y="8995"/>
                  </a:lnTo>
                  <a:lnTo>
                    <a:pt x="1110" y="9348"/>
                  </a:lnTo>
                  <a:lnTo>
                    <a:pt x="1127" y="9533"/>
                  </a:lnTo>
                  <a:lnTo>
                    <a:pt x="1161" y="9701"/>
                  </a:lnTo>
                  <a:lnTo>
                    <a:pt x="1211" y="9869"/>
                  </a:lnTo>
                  <a:lnTo>
                    <a:pt x="1278" y="10037"/>
                  </a:lnTo>
                  <a:lnTo>
                    <a:pt x="1379" y="10188"/>
                  </a:lnTo>
                  <a:lnTo>
                    <a:pt x="1497" y="10323"/>
                  </a:lnTo>
                  <a:lnTo>
                    <a:pt x="1615" y="10440"/>
                  </a:lnTo>
                  <a:lnTo>
                    <a:pt x="1766" y="10558"/>
                  </a:lnTo>
                  <a:lnTo>
                    <a:pt x="1766" y="10558"/>
                  </a:lnTo>
                  <a:lnTo>
                    <a:pt x="1631" y="10440"/>
                  </a:lnTo>
                  <a:lnTo>
                    <a:pt x="1531" y="10306"/>
                  </a:lnTo>
                  <a:lnTo>
                    <a:pt x="1430" y="10171"/>
                  </a:lnTo>
                  <a:lnTo>
                    <a:pt x="1346" y="10020"/>
                  </a:lnTo>
                  <a:lnTo>
                    <a:pt x="1295" y="9869"/>
                  </a:lnTo>
                  <a:lnTo>
                    <a:pt x="1262" y="9701"/>
                  </a:lnTo>
                  <a:lnTo>
                    <a:pt x="1228" y="9533"/>
                  </a:lnTo>
                  <a:lnTo>
                    <a:pt x="1245" y="9348"/>
                  </a:lnTo>
                  <a:lnTo>
                    <a:pt x="1278" y="9028"/>
                  </a:lnTo>
                  <a:lnTo>
                    <a:pt x="1362" y="8692"/>
                  </a:lnTo>
                  <a:lnTo>
                    <a:pt x="1480" y="8373"/>
                  </a:lnTo>
                  <a:lnTo>
                    <a:pt x="1564" y="8020"/>
                  </a:lnTo>
                  <a:lnTo>
                    <a:pt x="1598" y="7851"/>
                  </a:lnTo>
                  <a:lnTo>
                    <a:pt x="1631" y="7666"/>
                  </a:lnTo>
                  <a:lnTo>
                    <a:pt x="1631" y="7498"/>
                  </a:lnTo>
                  <a:lnTo>
                    <a:pt x="1631" y="7313"/>
                  </a:lnTo>
                  <a:lnTo>
                    <a:pt x="1615" y="6960"/>
                  </a:lnTo>
                  <a:lnTo>
                    <a:pt x="1564" y="6607"/>
                  </a:lnTo>
                  <a:lnTo>
                    <a:pt x="1463" y="6254"/>
                  </a:lnTo>
                  <a:lnTo>
                    <a:pt x="1346" y="5918"/>
                  </a:lnTo>
                  <a:lnTo>
                    <a:pt x="1178" y="5599"/>
                  </a:lnTo>
                  <a:lnTo>
                    <a:pt x="993" y="5296"/>
                  </a:lnTo>
                  <a:lnTo>
                    <a:pt x="808" y="5010"/>
                  </a:lnTo>
                  <a:lnTo>
                    <a:pt x="656" y="4725"/>
                  </a:lnTo>
                  <a:lnTo>
                    <a:pt x="522" y="4422"/>
                  </a:lnTo>
                  <a:lnTo>
                    <a:pt x="421" y="4103"/>
                  </a:lnTo>
                  <a:lnTo>
                    <a:pt x="371" y="3766"/>
                  </a:lnTo>
                  <a:lnTo>
                    <a:pt x="337" y="3447"/>
                  </a:lnTo>
                  <a:lnTo>
                    <a:pt x="320" y="2758"/>
                  </a:lnTo>
                  <a:lnTo>
                    <a:pt x="303" y="2068"/>
                  </a:lnTo>
                  <a:lnTo>
                    <a:pt x="253" y="1362"/>
                  </a:lnTo>
                  <a:lnTo>
                    <a:pt x="219" y="1026"/>
                  </a:lnTo>
                  <a:lnTo>
                    <a:pt x="169" y="673"/>
                  </a:lnTo>
                  <a:lnTo>
                    <a:pt x="85" y="3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3" name="Google Shape;5983;p63"/>
            <p:cNvSpPr/>
            <p:nvPr/>
          </p:nvSpPr>
          <p:spPr>
            <a:xfrm>
              <a:off x="3034575" y="710500"/>
              <a:ext cx="44150" cy="263950"/>
            </a:xfrm>
            <a:custGeom>
              <a:avLst/>
              <a:gdLst/>
              <a:ahLst/>
              <a:cxnLst/>
              <a:rect l="l" t="t" r="r" b="b"/>
              <a:pathLst>
                <a:path w="1766" h="1055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5" y="337"/>
                  </a:lnTo>
                  <a:lnTo>
                    <a:pt x="169" y="673"/>
                  </a:lnTo>
                  <a:lnTo>
                    <a:pt x="219" y="1026"/>
                  </a:lnTo>
                  <a:lnTo>
                    <a:pt x="253" y="1362"/>
                  </a:lnTo>
                  <a:lnTo>
                    <a:pt x="253" y="1362"/>
                  </a:lnTo>
                  <a:lnTo>
                    <a:pt x="303" y="2068"/>
                  </a:lnTo>
                  <a:lnTo>
                    <a:pt x="320" y="2758"/>
                  </a:lnTo>
                  <a:lnTo>
                    <a:pt x="337" y="3447"/>
                  </a:lnTo>
                  <a:lnTo>
                    <a:pt x="337" y="3447"/>
                  </a:lnTo>
                  <a:lnTo>
                    <a:pt x="371" y="3766"/>
                  </a:lnTo>
                  <a:lnTo>
                    <a:pt x="421" y="4103"/>
                  </a:lnTo>
                  <a:lnTo>
                    <a:pt x="421" y="4103"/>
                  </a:lnTo>
                  <a:lnTo>
                    <a:pt x="522" y="4422"/>
                  </a:lnTo>
                  <a:lnTo>
                    <a:pt x="656" y="4725"/>
                  </a:lnTo>
                  <a:lnTo>
                    <a:pt x="808" y="5010"/>
                  </a:lnTo>
                  <a:lnTo>
                    <a:pt x="993" y="5296"/>
                  </a:lnTo>
                  <a:lnTo>
                    <a:pt x="993" y="5296"/>
                  </a:lnTo>
                  <a:lnTo>
                    <a:pt x="1178" y="5599"/>
                  </a:lnTo>
                  <a:lnTo>
                    <a:pt x="1346" y="5918"/>
                  </a:lnTo>
                  <a:lnTo>
                    <a:pt x="1346" y="5918"/>
                  </a:lnTo>
                  <a:lnTo>
                    <a:pt x="1463" y="6254"/>
                  </a:lnTo>
                  <a:lnTo>
                    <a:pt x="1564" y="6607"/>
                  </a:lnTo>
                  <a:lnTo>
                    <a:pt x="1564" y="6607"/>
                  </a:lnTo>
                  <a:lnTo>
                    <a:pt x="1615" y="6960"/>
                  </a:lnTo>
                  <a:lnTo>
                    <a:pt x="1631" y="7313"/>
                  </a:lnTo>
                  <a:lnTo>
                    <a:pt x="1631" y="7313"/>
                  </a:lnTo>
                  <a:lnTo>
                    <a:pt x="1631" y="7498"/>
                  </a:lnTo>
                  <a:lnTo>
                    <a:pt x="1631" y="7666"/>
                  </a:lnTo>
                  <a:lnTo>
                    <a:pt x="1598" y="7851"/>
                  </a:lnTo>
                  <a:lnTo>
                    <a:pt x="1564" y="8020"/>
                  </a:lnTo>
                  <a:lnTo>
                    <a:pt x="1564" y="8020"/>
                  </a:lnTo>
                  <a:lnTo>
                    <a:pt x="1480" y="8373"/>
                  </a:lnTo>
                  <a:lnTo>
                    <a:pt x="1362" y="8692"/>
                  </a:lnTo>
                  <a:lnTo>
                    <a:pt x="1362" y="8692"/>
                  </a:lnTo>
                  <a:lnTo>
                    <a:pt x="1278" y="9028"/>
                  </a:lnTo>
                  <a:lnTo>
                    <a:pt x="1245" y="9348"/>
                  </a:lnTo>
                  <a:lnTo>
                    <a:pt x="1245" y="9348"/>
                  </a:lnTo>
                  <a:lnTo>
                    <a:pt x="1228" y="9533"/>
                  </a:lnTo>
                  <a:lnTo>
                    <a:pt x="1262" y="9701"/>
                  </a:lnTo>
                  <a:lnTo>
                    <a:pt x="1295" y="9869"/>
                  </a:lnTo>
                  <a:lnTo>
                    <a:pt x="1346" y="10020"/>
                  </a:lnTo>
                  <a:lnTo>
                    <a:pt x="1430" y="10171"/>
                  </a:lnTo>
                  <a:lnTo>
                    <a:pt x="1531" y="10306"/>
                  </a:lnTo>
                  <a:lnTo>
                    <a:pt x="1631" y="10440"/>
                  </a:lnTo>
                  <a:lnTo>
                    <a:pt x="1766" y="10558"/>
                  </a:lnTo>
                  <a:lnTo>
                    <a:pt x="1766" y="10558"/>
                  </a:lnTo>
                  <a:lnTo>
                    <a:pt x="1615" y="10440"/>
                  </a:lnTo>
                  <a:lnTo>
                    <a:pt x="1497" y="10323"/>
                  </a:lnTo>
                  <a:lnTo>
                    <a:pt x="1379" y="10188"/>
                  </a:lnTo>
                  <a:lnTo>
                    <a:pt x="1278" y="10037"/>
                  </a:lnTo>
                  <a:lnTo>
                    <a:pt x="1211" y="9869"/>
                  </a:lnTo>
                  <a:lnTo>
                    <a:pt x="1161" y="9701"/>
                  </a:lnTo>
                  <a:lnTo>
                    <a:pt x="1127" y="9533"/>
                  </a:lnTo>
                  <a:lnTo>
                    <a:pt x="1110" y="9348"/>
                  </a:lnTo>
                  <a:lnTo>
                    <a:pt x="1110" y="9348"/>
                  </a:lnTo>
                  <a:lnTo>
                    <a:pt x="1127" y="8995"/>
                  </a:lnTo>
                  <a:lnTo>
                    <a:pt x="1194" y="8642"/>
                  </a:lnTo>
                  <a:lnTo>
                    <a:pt x="1194" y="8642"/>
                  </a:lnTo>
                  <a:lnTo>
                    <a:pt x="1278" y="8305"/>
                  </a:lnTo>
                  <a:lnTo>
                    <a:pt x="1346" y="7986"/>
                  </a:lnTo>
                  <a:lnTo>
                    <a:pt x="1346" y="7986"/>
                  </a:lnTo>
                  <a:lnTo>
                    <a:pt x="1379" y="7650"/>
                  </a:lnTo>
                  <a:lnTo>
                    <a:pt x="1379" y="7313"/>
                  </a:lnTo>
                  <a:lnTo>
                    <a:pt x="1346" y="6977"/>
                  </a:lnTo>
                  <a:lnTo>
                    <a:pt x="1295" y="6658"/>
                  </a:lnTo>
                  <a:lnTo>
                    <a:pt x="1295" y="6658"/>
                  </a:lnTo>
                  <a:lnTo>
                    <a:pt x="1194" y="6338"/>
                  </a:lnTo>
                  <a:lnTo>
                    <a:pt x="1077" y="6036"/>
                  </a:lnTo>
                  <a:lnTo>
                    <a:pt x="1077" y="6036"/>
                  </a:lnTo>
                  <a:lnTo>
                    <a:pt x="925" y="5733"/>
                  </a:lnTo>
                  <a:lnTo>
                    <a:pt x="740" y="5447"/>
                  </a:lnTo>
                  <a:lnTo>
                    <a:pt x="740" y="5447"/>
                  </a:lnTo>
                  <a:lnTo>
                    <a:pt x="556" y="5162"/>
                  </a:lnTo>
                  <a:lnTo>
                    <a:pt x="387" y="4859"/>
                  </a:lnTo>
                  <a:lnTo>
                    <a:pt x="387" y="4859"/>
                  </a:lnTo>
                  <a:lnTo>
                    <a:pt x="320" y="4691"/>
                  </a:lnTo>
                  <a:lnTo>
                    <a:pt x="253" y="4523"/>
                  </a:lnTo>
                  <a:lnTo>
                    <a:pt x="186" y="4338"/>
                  </a:lnTo>
                  <a:lnTo>
                    <a:pt x="152" y="4170"/>
                  </a:lnTo>
                  <a:lnTo>
                    <a:pt x="152" y="4170"/>
                  </a:lnTo>
                  <a:lnTo>
                    <a:pt x="102" y="3817"/>
                  </a:lnTo>
                  <a:lnTo>
                    <a:pt x="85" y="3447"/>
                  </a:lnTo>
                  <a:lnTo>
                    <a:pt x="85" y="3447"/>
                  </a:lnTo>
                  <a:lnTo>
                    <a:pt x="85" y="2758"/>
                  </a:lnTo>
                  <a:lnTo>
                    <a:pt x="85" y="2758"/>
                  </a:lnTo>
                  <a:lnTo>
                    <a:pt x="102" y="2068"/>
                  </a:lnTo>
                  <a:lnTo>
                    <a:pt x="102" y="1379"/>
                  </a:lnTo>
                  <a:lnTo>
                    <a:pt x="102" y="1379"/>
                  </a:lnTo>
                  <a:lnTo>
                    <a:pt x="102" y="1043"/>
                  </a:lnTo>
                  <a:lnTo>
                    <a:pt x="85" y="690"/>
                  </a:lnTo>
                  <a:lnTo>
                    <a:pt x="51" y="35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4" name="Google Shape;5984;p63"/>
            <p:cNvSpPr/>
            <p:nvPr/>
          </p:nvSpPr>
          <p:spPr>
            <a:xfrm>
              <a:off x="2956000" y="858450"/>
              <a:ext cx="430800" cy="248400"/>
            </a:xfrm>
            <a:custGeom>
              <a:avLst/>
              <a:gdLst/>
              <a:ahLst/>
              <a:cxnLst/>
              <a:rect l="l" t="t" r="r" b="b"/>
              <a:pathLst>
                <a:path w="17232" h="9936" extrusionOk="0">
                  <a:moveTo>
                    <a:pt x="471" y="0"/>
                  </a:moveTo>
                  <a:lnTo>
                    <a:pt x="336" y="34"/>
                  </a:lnTo>
                  <a:lnTo>
                    <a:pt x="219" y="84"/>
                  </a:lnTo>
                  <a:lnTo>
                    <a:pt x="135" y="168"/>
                  </a:lnTo>
                  <a:lnTo>
                    <a:pt x="67" y="286"/>
                  </a:lnTo>
                  <a:lnTo>
                    <a:pt x="17" y="437"/>
                  </a:lnTo>
                  <a:lnTo>
                    <a:pt x="0" y="605"/>
                  </a:lnTo>
                  <a:lnTo>
                    <a:pt x="17" y="790"/>
                  </a:lnTo>
                  <a:lnTo>
                    <a:pt x="51" y="1009"/>
                  </a:lnTo>
                  <a:lnTo>
                    <a:pt x="101" y="1244"/>
                  </a:lnTo>
                  <a:lnTo>
                    <a:pt x="202" y="1513"/>
                  </a:lnTo>
                  <a:lnTo>
                    <a:pt x="320" y="1782"/>
                  </a:lnTo>
                  <a:lnTo>
                    <a:pt x="471" y="2102"/>
                  </a:lnTo>
                  <a:lnTo>
                    <a:pt x="723" y="2522"/>
                  </a:lnTo>
                  <a:lnTo>
                    <a:pt x="1042" y="3043"/>
                  </a:lnTo>
                  <a:lnTo>
                    <a:pt x="1429" y="3615"/>
                  </a:lnTo>
                  <a:lnTo>
                    <a:pt x="1883" y="4253"/>
                  </a:lnTo>
                  <a:lnTo>
                    <a:pt x="2370" y="4926"/>
                  </a:lnTo>
                  <a:lnTo>
                    <a:pt x="2908" y="5615"/>
                  </a:lnTo>
                  <a:lnTo>
                    <a:pt x="3480" y="6304"/>
                  </a:lnTo>
                  <a:lnTo>
                    <a:pt x="4052" y="6977"/>
                  </a:lnTo>
                  <a:lnTo>
                    <a:pt x="4657" y="7632"/>
                  </a:lnTo>
                  <a:lnTo>
                    <a:pt x="5245" y="8238"/>
                  </a:lnTo>
                  <a:lnTo>
                    <a:pt x="5548" y="8507"/>
                  </a:lnTo>
                  <a:lnTo>
                    <a:pt x="5834" y="8776"/>
                  </a:lnTo>
                  <a:lnTo>
                    <a:pt x="6136" y="9011"/>
                  </a:lnTo>
                  <a:lnTo>
                    <a:pt x="6422" y="9229"/>
                  </a:lnTo>
                  <a:lnTo>
                    <a:pt x="6691" y="9414"/>
                  </a:lnTo>
                  <a:lnTo>
                    <a:pt x="6960" y="9582"/>
                  </a:lnTo>
                  <a:lnTo>
                    <a:pt x="7229" y="9717"/>
                  </a:lnTo>
                  <a:lnTo>
                    <a:pt x="7464" y="9818"/>
                  </a:lnTo>
                  <a:lnTo>
                    <a:pt x="7716" y="9885"/>
                  </a:lnTo>
                  <a:lnTo>
                    <a:pt x="7935" y="9935"/>
                  </a:lnTo>
                  <a:lnTo>
                    <a:pt x="8187" y="9935"/>
                  </a:lnTo>
                  <a:lnTo>
                    <a:pt x="8439" y="9919"/>
                  </a:lnTo>
                  <a:lnTo>
                    <a:pt x="8708" y="9885"/>
                  </a:lnTo>
                  <a:lnTo>
                    <a:pt x="9011" y="9835"/>
                  </a:lnTo>
                  <a:lnTo>
                    <a:pt x="9313" y="9751"/>
                  </a:lnTo>
                  <a:lnTo>
                    <a:pt x="9633" y="9667"/>
                  </a:lnTo>
                  <a:lnTo>
                    <a:pt x="9952" y="9549"/>
                  </a:lnTo>
                  <a:lnTo>
                    <a:pt x="10288" y="9431"/>
                  </a:lnTo>
                  <a:lnTo>
                    <a:pt x="10994" y="9145"/>
                  </a:lnTo>
                  <a:lnTo>
                    <a:pt x="11701" y="8826"/>
                  </a:lnTo>
                  <a:lnTo>
                    <a:pt x="12423" y="8473"/>
                  </a:lnTo>
                  <a:lnTo>
                    <a:pt x="13129" y="8103"/>
                  </a:lnTo>
                  <a:lnTo>
                    <a:pt x="13802" y="7716"/>
                  </a:lnTo>
                  <a:lnTo>
                    <a:pt x="14458" y="7347"/>
                  </a:lnTo>
                  <a:lnTo>
                    <a:pt x="15601" y="6674"/>
                  </a:lnTo>
                  <a:lnTo>
                    <a:pt x="16895" y="5867"/>
                  </a:lnTo>
                  <a:lnTo>
                    <a:pt x="17030" y="5766"/>
                  </a:lnTo>
                  <a:lnTo>
                    <a:pt x="17114" y="5649"/>
                  </a:lnTo>
                  <a:lnTo>
                    <a:pt x="17181" y="5531"/>
                  </a:lnTo>
                  <a:lnTo>
                    <a:pt x="17215" y="5380"/>
                  </a:lnTo>
                  <a:lnTo>
                    <a:pt x="17231" y="5228"/>
                  </a:lnTo>
                  <a:lnTo>
                    <a:pt x="17215" y="5060"/>
                  </a:lnTo>
                  <a:lnTo>
                    <a:pt x="17181" y="4875"/>
                  </a:lnTo>
                  <a:lnTo>
                    <a:pt x="17114" y="4690"/>
                  </a:lnTo>
                  <a:lnTo>
                    <a:pt x="17030" y="4489"/>
                  </a:lnTo>
                  <a:lnTo>
                    <a:pt x="16929" y="4287"/>
                  </a:lnTo>
                  <a:lnTo>
                    <a:pt x="16811" y="4085"/>
                  </a:lnTo>
                  <a:lnTo>
                    <a:pt x="16677" y="3867"/>
                  </a:lnTo>
                  <a:lnTo>
                    <a:pt x="16374" y="3446"/>
                  </a:lnTo>
                  <a:lnTo>
                    <a:pt x="16021" y="3026"/>
                  </a:lnTo>
                  <a:lnTo>
                    <a:pt x="15651" y="2639"/>
                  </a:lnTo>
                  <a:lnTo>
                    <a:pt x="15264" y="2270"/>
                  </a:lnTo>
                  <a:lnTo>
                    <a:pt x="14878" y="1950"/>
                  </a:lnTo>
                  <a:lnTo>
                    <a:pt x="14508" y="1681"/>
                  </a:lnTo>
                  <a:lnTo>
                    <a:pt x="14323" y="1580"/>
                  </a:lnTo>
                  <a:lnTo>
                    <a:pt x="14155" y="1496"/>
                  </a:lnTo>
                  <a:lnTo>
                    <a:pt x="14004" y="1429"/>
                  </a:lnTo>
                  <a:lnTo>
                    <a:pt x="13852" y="1379"/>
                  </a:lnTo>
                  <a:lnTo>
                    <a:pt x="13718" y="1345"/>
                  </a:lnTo>
                  <a:lnTo>
                    <a:pt x="13600" y="1345"/>
                  </a:lnTo>
                  <a:lnTo>
                    <a:pt x="13499" y="1379"/>
                  </a:lnTo>
                  <a:lnTo>
                    <a:pt x="13432" y="1429"/>
                  </a:lnTo>
                  <a:lnTo>
                    <a:pt x="12877" y="1950"/>
                  </a:lnTo>
                  <a:lnTo>
                    <a:pt x="12222" y="2522"/>
                  </a:lnTo>
                  <a:lnTo>
                    <a:pt x="11482" y="3110"/>
                  </a:lnTo>
                  <a:lnTo>
                    <a:pt x="10726" y="3665"/>
                  </a:lnTo>
                  <a:lnTo>
                    <a:pt x="10356" y="3934"/>
                  </a:lnTo>
                  <a:lnTo>
                    <a:pt x="10003" y="4169"/>
                  </a:lnTo>
                  <a:lnTo>
                    <a:pt x="9666" y="4371"/>
                  </a:lnTo>
                  <a:lnTo>
                    <a:pt x="9347" y="4556"/>
                  </a:lnTo>
                  <a:lnTo>
                    <a:pt x="9061" y="4690"/>
                  </a:lnTo>
                  <a:lnTo>
                    <a:pt x="8809" y="4791"/>
                  </a:lnTo>
                  <a:lnTo>
                    <a:pt x="8591" y="4842"/>
                  </a:lnTo>
                  <a:lnTo>
                    <a:pt x="8506" y="4859"/>
                  </a:lnTo>
                  <a:lnTo>
                    <a:pt x="8439" y="4842"/>
                  </a:lnTo>
                  <a:lnTo>
                    <a:pt x="8288" y="4808"/>
                  </a:lnTo>
                  <a:lnTo>
                    <a:pt x="8120" y="4758"/>
                  </a:lnTo>
                  <a:lnTo>
                    <a:pt x="7784" y="4606"/>
                  </a:lnTo>
                  <a:lnTo>
                    <a:pt x="7414" y="4421"/>
                  </a:lnTo>
                  <a:lnTo>
                    <a:pt x="7027" y="4203"/>
                  </a:lnTo>
                  <a:lnTo>
                    <a:pt x="6590" y="3934"/>
                  </a:lnTo>
                  <a:lnTo>
                    <a:pt x="6153" y="3648"/>
                  </a:lnTo>
                  <a:lnTo>
                    <a:pt x="5228" y="3009"/>
                  </a:lnTo>
                  <a:lnTo>
                    <a:pt x="3312" y="1614"/>
                  </a:lnTo>
                  <a:lnTo>
                    <a:pt x="2370" y="942"/>
                  </a:lnTo>
                  <a:lnTo>
                    <a:pt x="1917" y="639"/>
                  </a:lnTo>
                  <a:lnTo>
                    <a:pt x="1496" y="353"/>
                  </a:lnTo>
                  <a:lnTo>
                    <a:pt x="1244" y="219"/>
                  </a:lnTo>
                  <a:lnTo>
                    <a:pt x="1026" y="118"/>
                  </a:lnTo>
                  <a:lnTo>
                    <a:pt x="824" y="34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5" name="Google Shape;5985;p63"/>
            <p:cNvSpPr/>
            <p:nvPr/>
          </p:nvSpPr>
          <p:spPr>
            <a:xfrm>
              <a:off x="2956000" y="858450"/>
              <a:ext cx="430800" cy="248400"/>
            </a:xfrm>
            <a:custGeom>
              <a:avLst/>
              <a:gdLst/>
              <a:ahLst/>
              <a:cxnLst/>
              <a:rect l="l" t="t" r="r" b="b"/>
              <a:pathLst>
                <a:path w="17232" h="9936" fill="none" extrusionOk="0">
                  <a:moveTo>
                    <a:pt x="320" y="1782"/>
                  </a:moveTo>
                  <a:lnTo>
                    <a:pt x="320" y="1782"/>
                  </a:lnTo>
                  <a:lnTo>
                    <a:pt x="471" y="2102"/>
                  </a:lnTo>
                  <a:lnTo>
                    <a:pt x="723" y="2522"/>
                  </a:lnTo>
                  <a:lnTo>
                    <a:pt x="1042" y="3043"/>
                  </a:lnTo>
                  <a:lnTo>
                    <a:pt x="1429" y="3615"/>
                  </a:lnTo>
                  <a:lnTo>
                    <a:pt x="1883" y="4253"/>
                  </a:lnTo>
                  <a:lnTo>
                    <a:pt x="2370" y="4926"/>
                  </a:lnTo>
                  <a:lnTo>
                    <a:pt x="2908" y="5615"/>
                  </a:lnTo>
                  <a:lnTo>
                    <a:pt x="3480" y="6304"/>
                  </a:lnTo>
                  <a:lnTo>
                    <a:pt x="4052" y="6977"/>
                  </a:lnTo>
                  <a:lnTo>
                    <a:pt x="4657" y="7632"/>
                  </a:lnTo>
                  <a:lnTo>
                    <a:pt x="5245" y="8238"/>
                  </a:lnTo>
                  <a:lnTo>
                    <a:pt x="5548" y="8507"/>
                  </a:lnTo>
                  <a:lnTo>
                    <a:pt x="5834" y="8776"/>
                  </a:lnTo>
                  <a:lnTo>
                    <a:pt x="6136" y="9011"/>
                  </a:lnTo>
                  <a:lnTo>
                    <a:pt x="6422" y="9229"/>
                  </a:lnTo>
                  <a:lnTo>
                    <a:pt x="6691" y="9414"/>
                  </a:lnTo>
                  <a:lnTo>
                    <a:pt x="6960" y="9582"/>
                  </a:lnTo>
                  <a:lnTo>
                    <a:pt x="7229" y="9717"/>
                  </a:lnTo>
                  <a:lnTo>
                    <a:pt x="7464" y="9818"/>
                  </a:lnTo>
                  <a:lnTo>
                    <a:pt x="7716" y="9885"/>
                  </a:lnTo>
                  <a:lnTo>
                    <a:pt x="7935" y="9935"/>
                  </a:lnTo>
                  <a:lnTo>
                    <a:pt x="7935" y="9935"/>
                  </a:lnTo>
                  <a:lnTo>
                    <a:pt x="8187" y="9935"/>
                  </a:lnTo>
                  <a:lnTo>
                    <a:pt x="8439" y="9919"/>
                  </a:lnTo>
                  <a:lnTo>
                    <a:pt x="8708" y="9885"/>
                  </a:lnTo>
                  <a:lnTo>
                    <a:pt x="9011" y="9835"/>
                  </a:lnTo>
                  <a:lnTo>
                    <a:pt x="9313" y="9751"/>
                  </a:lnTo>
                  <a:lnTo>
                    <a:pt x="9633" y="9667"/>
                  </a:lnTo>
                  <a:lnTo>
                    <a:pt x="9952" y="9549"/>
                  </a:lnTo>
                  <a:lnTo>
                    <a:pt x="10288" y="9431"/>
                  </a:lnTo>
                  <a:lnTo>
                    <a:pt x="10994" y="9145"/>
                  </a:lnTo>
                  <a:lnTo>
                    <a:pt x="11701" y="8826"/>
                  </a:lnTo>
                  <a:lnTo>
                    <a:pt x="12423" y="8473"/>
                  </a:lnTo>
                  <a:lnTo>
                    <a:pt x="13129" y="8103"/>
                  </a:lnTo>
                  <a:lnTo>
                    <a:pt x="13802" y="7716"/>
                  </a:lnTo>
                  <a:lnTo>
                    <a:pt x="14458" y="7347"/>
                  </a:lnTo>
                  <a:lnTo>
                    <a:pt x="15601" y="6674"/>
                  </a:lnTo>
                  <a:lnTo>
                    <a:pt x="16895" y="5867"/>
                  </a:lnTo>
                  <a:lnTo>
                    <a:pt x="16895" y="5867"/>
                  </a:lnTo>
                  <a:lnTo>
                    <a:pt x="17030" y="5766"/>
                  </a:lnTo>
                  <a:lnTo>
                    <a:pt x="17114" y="5649"/>
                  </a:lnTo>
                  <a:lnTo>
                    <a:pt x="17181" y="5531"/>
                  </a:lnTo>
                  <a:lnTo>
                    <a:pt x="17215" y="5380"/>
                  </a:lnTo>
                  <a:lnTo>
                    <a:pt x="17231" y="5228"/>
                  </a:lnTo>
                  <a:lnTo>
                    <a:pt x="17215" y="5060"/>
                  </a:lnTo>
                  <a:lnTo>
                    <a:pt x="17181" y="4875"/>
                  </a:lnTo>
                  <a:lnTo>
                    <a:pt x="17114" y="4690"/>
                  </a:lnTo>
                  <a:lnTo>
                    <a:pt x="17030" y="4489"/>
                  </a:lnTo>
                  <a:lnTo>
                    <a:pt x="16929" y="4287"/>
                  </a:lnTo>
                  <a:lnTo>
                    <a:pt x="16811" y="4085"/>
                  </a:lnTo>
                  <a:lnTo>
                    <a:pt x="16677" y="3867"/>
                  </a:lnTo>
                  <a:lnTo>
                    <a:pt x="16374" y="3446"/>
                  </a:lnTo>
                  <a:lnTo>
                    <a:pt x="16021" y="3026"/>
                  </a:lnTo>
                  <a:lnTo>
                    <a:pt x="15651" y="2639"/>
                  </a:lnTo>
                  <a:lnTo>
                    <a:pt x="15264" y="2270"/>
                  </a:lnTo>
                  <a:lnTo>
                    <a:pt x="14878" y="1950"/>
                  </a:lnTo>
                  <a:lnTo>
                    <a:pt x="14508" y="1681"/>
                  </a:lnTo>
                  <a:lnTo>
                    <a:pt x="14323" y="1580"/>
                  </a:lnTo>
                  <a:lnTo>
                    <a:pt x="14155" y="1496"/>
                  </a:lnTo>
                  <a:lnTo>
                    <a:pt x="14004" y="1429"/>
                  </a:lnTo>
                  <a:lnTo>
                    <a:pt x="13852" y="1379"/>
                  </a:lnTo>
                  <a:lnTo>
                    <a:pt x="13718" y="1345"/>
                  </a:lnTo>
                  <a:lnTo>
                    <a:pt x="13600" y="1345"/>
                  </a:lnTo>
                  <a:lnTo>
                    <a:pt x="13499" y="1379"/>
                  </a:lnTo>
                  <a:lnTo>
                    <a:pt x="13432" y="1429"/>
                  </a:lnTo>
                  <a:lnTo>
                    <a:pt x="13432" y="1429"/>
                  </a:lnTo>
                  <a:lnTo>
                    <a:pt x="12877" y="1950"/>
                  </a:lnTo>
                  <a:lnTo>
                    <a:pt x="12222" y="2522"/>
                  </a:lnTo>
                  <a:lnTo>
                    <a:pt x="11482" y="3110"/>
                  </a:lnTo>
                  <a:lnTo>
                    <a:pt x="10726" y="3665"/>
                  </a:lnTo>
                  <a:lnTo>
                    <a:pt x="10356" y="3934"/>
                  </a:lnTo>
                  <a:lnTo>
                    <a:pt x="10003" y="4169"/>
                  </a:lnTo>
                  <a:lnTo>
                    <a:pt x="9666" y="4371"/>
                  </a:lnTo>
                  <a:lnTo>
                    <a:pt x="9347" y="4556"/>
                  </a:lnTo>
                  <a:lnTo>
                    <a:pt x="9061" y="4690"/>
                  </a:lnTo>
                  <a:lnTo>
                    <a:pt x="8809" y="4791"/>
                  </a:lnTo>
                  <a:lnTo>
                    <a:pt x="8591" y="4842"/>
                  </a:lnTo>
                  <a:lnTo>
                    <a:pt x="8506" y="4859"/>
                  </a:lnTo>
                  <a:lnTo>
                    <a:pt x="8439" y="4842"/>
                  </a:lnTo>
                  <a:lnTo>
                    <a:pt x="8439" y="4842"/>
                  </a:lnTo>
                  <a:lnTo>
                    <a:pt x="8288" y="4808"/>
                  </a:lnTo>
                  <a:lnTo>
                    <a:pt x="8120" y="4758"/>
                  </a:lnTo>
                  <a:lnTo>
                    <a:pt x="7784" y="4606"/>
                  </a:lnTo>
                  <a:lnTo>
                    <a:pt x="7414" y="4421"/>
                  </a:lnTo>
                  <a:lnTo>
                    <a:pt x="7027" y="4203"/>
                  </a:lnTo>
                  <a:lnTo>
                    <a:pt x="6590" y="3934"/>
                  </a:lnTo>
                  <a:lnTo>
                    <a:pt x="6153" y="3648"/>
                  </a:lnTo>
                  <a:lnTo>
                    <a:pt x="5228" y="3009"/>
                  </a:lnTo>
                  <a:lnTo>
                    <a:pt x="3312" y="1614"/>
                  </a:lnTo>
                  <a:lnTo>
                    <a:pt x="2370" y="942"/>
                  </a:lnTo>
                  <a:lnTo>
                    <a:pt x="1917" y="639"/>
                  </a:lnTo>
                  <a:lnTo>
                    <a:pt x="1496" y="353"/>
                  </a:lnTo>
                  <a:lnTo>
                    <a:pt x="1496" y="353"/>
                  </a:lnTo>
                  <a:lnTo>
                    <a:pt x="1244" y="219"/>
                  </a:lnTo>
                  <a:lnTo>
                    <a:pt x="1026" y="118"/>
                  </a:lnTo>
                  <a:lnTo>
                    <a:pt x="824" y="34"/>
                  </a:lnTo>
                  <a:lnTo>
                    <a:pt x="639" y="0"/>
                  </a:lnTo>
                  <a:lnTo>
                    <a:pt x="471" y="0"/>
                  </a:lnTo>
                  <a:lnTo>
                    <a:pt x="336" y="34"/>
                  </a:lnTo>
                  <a:lnTo>
                    <a:pt x="219" y="84"/>
                  </a:lnTo>
                  <a:lnTo>
                    <a:pt x="135" y="168"/>
                  </a:lnTo>
                  <a:lnTo>
                    <a:pt x="67" y="286"/>
                  </a:lnTo>
                  <a:lnTo>
                    <a:pt x="17" y="437"/>
                  </a:lnTo>
                  <a:lnTo>
                    <a:pt x="0" y="605"/>
                  </a:lnTo>
                  <a:lnTo>
                    <a:pt x="17" y="790"/>
                  </a:lnTo>
                  <a:lnTo>
                    <a:pt x="51" y="1009"/>
                  </a:lnTo>
                  <a:lnTo>
                    <a:pt x="101" y="1244"/>
                  </a:lnTo>
                  <a:lnTo>
                    <a:pt x="202" y="1513"/>
                  </a:lnTo>
                  <a:lnTo>
                    <a:pt x="320" y="178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6" name="Google Shape;5986;p63"/>
            <p:cNvSpPr/>
            <p:nvPr/>
          </p:nvSpPr>
          <p:spPr>
            <a:xfrm>
              <a:off x="3288425" y="822300"/>
              <a:ext cx="190825" cy="187875"/>
            </a:xfrm>
            <a:custGeom>
              <a:avLst/>
              <a:gdLst/>
              <a:ahLst/>
              <a:cxnLst/>
              <a:rect l="l" t="t" r="r" b="b"/>
              <a:pathLst>
                <a:path w="7633" h="7515" extrusionOk="0">
                  <a:moveTo>
                    <a:pt x="4540" y="0"/>
                  </a:moveTo>
                  <a:lnTo>
                    <a:pt x="4439" y="17"/>
                  </a:lnTo>
                  <a:lnTo>
                    <a:pt x="4321" y="84"/>
                  </a:lnTo>
                  <a:lnTo>
                    <a:pt x="4220" y="169"/>
                  </a:lnTo>
                  <a:lnTo>
                    <a:pt x="4102" y="269"/>
                  </a:lnTo>
                  <a:lnTo>
                    <a:pt x="4002" y="387"/>
                  </a:lnTo>
                  <a:lnTo>
                    <a:pt x="3783" y="690"/>
                  </a:lnTo>
                  <a:lnTo>
                    <a:pt x="3346" y="1362"/>
                  </a:lnTo>
                  <a:lnTo>
                    <a:pt x="3127" y="1681"/>
                  </a:lnTo>
                  <a:lnTo>
                    <a:pt x="3027" y="1816"/>
                  </a:lnTo>
                  <a:lnTo>
                    <a:pt x="2909" y="1934"/>
                  </a:lnTo>
                  <a:lnTo>
                    <a:pt x="1413" y="3194"/>
                  </a:lnTo>
                  <a:lnTo>
                    <a:pt x="1" y="4371"/>
                  </a:lnTo>
                  <a:lnTo>
                    <a:pt x="3211" y="7515"/>
                  </a:lnTo>
                  <a:lnTo>
                    <a:pt x="3716" y="7212"/>
                  </a:lnTo>
                  <a:lnTo>
                    <a:pt x="4153" y="6960"/>
                  </a:lnTo>
                  <a:lnTo>
                    <a:pt x="4640" y="6641"/>
                  </a:lnTo>
                  <a:lnTo>
                    <a:pt x="5145" y="6271"/>
                  </a:lnTo>
                  <a:lnTo>
                    <a:pt x="5397" y="6086"/>
                  </a:lnTo>
                  <a:lnTo>
                    <a:pt x="5649" y="5884"/>
                  </a:lnTo>
                  <a:lnTo>
                    <a:pt x="5884" y="5666"/>
                  </a:lnTo>
                  <a:lnTo>
                    <a:pt x="6103" y="5464"/>
                  </a:lnTo>
                  <a:lnTo>
                    <a:pt x="6288" y="5245"/>
                  </a:lnTo>
                  <a:lnTo>
                    <a:pt x="6456" y="5027"/>
                  </a:lnTo>
                  <a:lnTo>
                    <a:pt x="6641" y="4758"/>
                  </a:lnTo>
                  <a:lnTo>
                    <a:pt x="6859" y="4405"/>
                  </a:lnTo>
                  <a:lnTo>
                    <a:pt x="7095" y="3985"/>
                  </a:lnTo>
                  <a:lnTo>
                    <a:pt x="7297" y="3564"/>
                  </a:lnTo>
                  <a:lnTo>
                    <a:pt x="7481" y="3161"/>
                  </a:lnTo>
                  <a:lnTo>
                    <a:pt x="7549" y="2959"/>
                  </a:lnTo>
                  <a:lnTo>
                    <a:pt x="7599" y="2791"/>
                  </a:lnTo>
                  <a:lnTo>
                    <a:pt x="7633" y="2640"/>
                  </a:lnTo>
                  <a:lnTo>
                    <a:pt x="7633" y="2505"/>
                  </a:lnTo>
                  <a:lnTo>
                    <a:pt x="7616" y="2404"/>
                  </a:lnTo>
                  <a:lnTo>
                    <a:pt x="7599" y="2354"/>
                  </a:lnTo>
                  <a:lnTo>
                    <a:pt x="7566" y="2320"/>
                  </a:lnTo>
                  <a:lnTo>
                    <a:pt x="7498" y="2270"/>
                  </a:lnTo>
                  <a:lnTo>
                    <a:pt x="7448" y="2236"/>
                  </a:lnTo>
                  <a:lnTo>
                    <a:pt x="7381" y="2219"/>
                  </a:lnTo>
                  <a:lnTo>
                    <a:pt x="7313" y="2219"/>
                  </a:lnTo>
                  <a:lnTo>
                    <a:pt x="7196" y="2236"/>
                  </a:lnTo>
                  <a:lnTo>
                    <a:pt x="7095" y="2287"/>
                  </a:lnTo>
                  <a:lnTo>
                    <a:pt x="6994" y="2337"/>
                  </a:lnTo>
                  <a:lnTo>
                    <a:pt x="6927" y="2404"/>
                  </a:lnTo>
                  <a:lnTo>
                    <a:pt x="6859" y="2455"/>
                  </a:lnTo>
                  <a:lnTo>
                    <a:pt x="6927" y="2337"/>
                  </a:lnTo>
                  <a:lnTo>
                    <a:pt x="6977" y="2186"/>
                  </a:lnTo>
                  <a:lnTo>
                    <a:pt x="7028" y="2018"/>
                  </a:lnTo>
                  <a:lnTo>
                    <a:pt x="7061" y="1816"/>
                  </a:lnTo>
                  <a:lnTo>
                    <a:pt x="7061" y="1715"/>
                  </a:lnTo>
                  <a:lnTo>
                    <a:pt x="7044" y="1614"/>
                  </a:lnTo>
                  <a:lnTo>
                    <a:pt x="7028" y="1530"/>
                  </a:lnTo>
                  <a:lnTo>
                    <a:pt x="6994" y="1429"/>
                  </a:lnTo>
                  <a:lnTo>
                    <a:pt x="6944" y="1345"/>
                  </a:lnTo>
                  <a:lnTo>
                    <a:pt x="6859" y="1261"/>
                  </a:lnTo>
                  <a:lnTo>
                    <a:pt x="6775" y="1211"/>
                  </a:lnTo>
                  <a:lnTo>
                    <a:pt x="6691" y="1177"/>
                  </a:lnTo>
                  <a:lnTo>
                    <a:pt x="6607" y="1160"/>
                  </a:lnTo>
                  <a:lnTo>
                    <a:pt x="6506" y="1160"/>
                  </a:lnTo>
                  <a:lnTo>
                    <a:pt x="6422" y="1177"/>
                  </a:lnTo>
                  <a:lnTo>
                    <a:pt x="6338" y="1211"/>
                  </a:lnTo>
                  <a:lnTo>
                    <a:pt x="6170" y="1312"/>
                  </a:lnTo>
                  <a:lnTo>
                    <a:pt x="6019" y="1413"/>
                  </a:lnTo>
                  <a:lnTo>
                    <a:pt x="5901" y="1513"/>
                  </a:lnTo>
                  <a:lnTo>
                    <a:pt x="5800" y="1631"/>
                  </a:lnTo>
                  <a:lnTo>
                    <a:pt x="5851" y="1497"/>
                  </a:lnTo>
                  <a:lnTo>
                    <a:pt x="5901" y="1345"/>
                  </a:lnTo>
                  <a:lnTo>
                    <a:pt x="5935" y="1160"/>
                  </a:lnTo>
                  <a:lnTo>
                    <a:pt x="5952" y="959"/>
                  </a:lnTo>
                  <a:lnTo>
                    <a:pt x="5952" y="858"/>
                  </a:lnTo>
                  <a:lnTo>
                    <a:pt x="5935" y="757"/>
                  </a:lnTo>
                  <a:lnTo>
                    <a:pt x="5901" y="656"/>
                  </a:lnTo>
                  <a:lnTo>
                    <a:pt x="5868" y="572"/>
                  </a:lnTo>
                  <a:lnTo>
                    <a:pt x="5817" y="488"/>
                  </a:lnTo>
                  <a:lnTo>
                    <a:pt x="5733" y="421"/>
                  </a:lnTo>
                  <a:lnTo>
                    <a:pt x="5649" y="353"/>
                  </a:lnTo>
                  <a:lnTo>
                    <a:pt x="5565" y="337"/>
                  </a:lnTo>
                  <a:lnTo>
                    <a:pt x="5397" y="337"/>
                  </a:lnTo>
                  <a:lnTo>
                    <a:pt x="5313" y="370"/>
                  </a:lnTo>
                  <a:lnTo>
                    <a:pt x="5229" y="421"/>
                  </a:lnTo>
                  <a:lnTo>
                    <a:pt x="5078" y="538"/>
                  </a:lnTo>
                  <a:lnTo>
                    <a:pt x="4960" y="673"/>
                  </a:lnTo>
                  <a:lnTo>
                    <a:pt x="4859" y="791"/>
                  </a:lnTo>
                  <a:lnTo>
                    <a:pt x="4775" y="925"/>
                  </a:lnTo>
                  <a:lnTo>
                    <a:pt x="4825" y="791"/>
                  </a:lnTo>
                  <a:lnTo>
                    <a:pt x="4859" y="673"/>
                  </a:lnTo>
                  <a:lnTo>
                    <a:pt x="4909" y="522"/>
                  </a:lnTo>
                  <a:lnTo>
                    <a:pt x="4909" y="353"/>
                  </a:lnTo>
                  <a:lnTo>
                    <a:pt x="4909" y="286"/>
                  </a:lnTo>
                  <a:lnTo>
                    <a:pt x="4893" y="219"/>
                  </a:lnTo>
                  <a:lnTo>
                    <a:pt x="4859" y="152"/>
                  </a:lnTo>
                  <a:lnTo>
                    <a:pt x="4809" y="84"/>
                  </a:lnTo>
                  <a:lnTo>
                    <a:pt x="4741" y="51"/>
                  </a:lnTo>
                  <a:lnTo>
                    <a:pt x="4657" y="17"/>
                  </a:lnTo>
                  <a:lnTo>
                    <a:pt x="4540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7" name="Google Shape;5987;p63"/>
            <p:cNvSpPr/>
            <p:nvPr/>
          </p:nvSpPr>
          <p:spPr>
            <a:xfrm>
              <a:off x="3364075" y="844575"/>
              <a:ext cx="44150" cy="57175"/>
            </a:xfrm>
            <a:custGeom>
              <a:avLst/>
              <a:gdLst/>
              <a:ahLst/>
              <a:cxnLst/>
              <a:rect l="l" t="t" r="r" b="b"/>
              <a:pathLst>
                <a:path w="1766" h="2287" extrusionOk="0">
                  <a:moveTo>
                    <a:pt x="1732" y="0"/>
                  </a:moveTo>
                  <a:lnTo>
                    <a:pt x="1715" y="34"/>
                  </a:lnTo>
                  <a:lnTo>
                    <a:pt x="1564" y="404"/>
                  </a:lnTo>
                  <a:lnTo>
                    <a:pt x="1396" y="740"/>
                  </a:lnTo>
                  <a:lnTo>
                    <a:pt x="1228" y="1026"/>
                  </a:lnTo>
                  <a:lnTo>
                    <a:pt x="1043" y="1295"/>
                  </a:lnTo>
                  <a:lnTo>
                    <a:pt x="841" y="1530"/>
                  </a:lnTo>
                  <a:lnTo>
                    <a:pt x="606" y="1766"/>
                  </a:lnTo>
                  <a:lnTo>
                    <a:pt x="320" y="2001"/>
                  </a:lnTo>
                  <a:lnTo>
                    <a:pt x="1" y="2253"/>
                  </a:lnTo>
                  <a:lnTo>
                    <a:pt x="1" y="2270"/>
                  </a:lnTo>
                  <a:lnTo>
                    <a:pt x="1" y="2287"/>
                  </a:lnTo>
                  <a:lnTo>
                    <a:pt x="17" y="2270"/>
                  </a:lnTo>
                  <a:lnTo>
                    <a:pt x="370" y="2051"/>
                  </a:lnTo>
                  <a:lnTo>
                    <a:pt x="673" y="1833"/>
                  </a:lnTo>
                  <a:lnTo>
                    <a:pt x="942" y="1614"/>
                  </a:lnTo>
                  <a:lnTo>
                    <a:pt x="1060" y="1497"/>
                  </a:lnTo>
                  <a:lnTo>
                    <a:pt x="1177" y="1379"/>
                  </a:lnTo>
                  <a:lnTo>
                    <a:pt x="1278" y="1244"/>
                  </a:lnTo>
                  <a:lnTo>
                    <a:pt x="1362" y="1110"/>
                  </a:lnTo>
                  <a:lnTo>
                    <a:pt x="1463" y="959"/>
                  </a:lnTo>
                  <a:lnTo>
                    <a:pt x="1530" y="807"/>
                  </a:lnTo>
                  <a:lnTo>
                    <a:pt x="1598" y="639"/>
                  </a:lnTo>
                  <a:lnTo>
                    <a:pt x="1665" y="454"/>
                  </a:lnTo>
                  <a:lnTo>
                    <a:pt x="1715" y="253"/>
                  </a:lnTo>
                  <a:lnTo>
                    <a:pt x="1766" y="51"/>
                  </a:lnTo>
                  <a:lnTo>
                    <a:pt x="1766" y="17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8" name="Google Shape;5988;p63"/>
            <p:cNvSpPr/>
            <p:nvPr/>
          </p:nvSpPr>
          <p:spPr>
            <a:xfrm>
              <a:off x="3386775" y="862225"/>
              <a:ext cx="47500" cy="60550"/>
            </a:xfrm>
            <a:custGeom>
              <a:avLst/>
              <a:gdLst/>
              <a:ahLst/>
              <a:cxnLst/>
              <a:rect l="l" t="t" r="r" b="b"/>
              <a:pathLst>
                <a:path w="1900" h="2422" extrusionOk="0">
                  <a:moveTo>
                    <a:pt x="1866" y="0"/>
                  </a:moveTo>
                  <a:lnTo>
                    <a:pt x="1833" y="34"/>
                  </a:lnTo>
                  <a:lnTo>
                    <a:pt x="1648" y="421"/>
                  </a:lnTo>
                  <a:lnTo>
                    <a:pt x="1463" y="757"/>
                  </a:lnTo>
                  <a:lnTo>
                    <a:pt x="1261" y="1060"/>
                  </a:lnTo>
                  <a:lnTo>
                    <a:pt x="1059" y="1329"/>
                  </a:lnTo>
                  <a:lnTo>
                    <a:pt x="841" y="1581"/>
                  </a:lnTo>
                  <a:lnTo>
                    <a:pt x="589" y="1850"/>
                  </a:lnTo>
                  <a:lnTo>
                    <a:pt x="320" y="2102"/>
                  </a:lnTo>
                  <a:lnTo>
                    <a:pt x="0" y="2404"/>
                  </a:lnTo>
                  <a:lnTo>
                    <a:pt x="0" y="2421"/>
                  </a:lnTo>
                  <a:lnTo>
                    <a:pt x="17" y="2421"/>
                  </a:lnTo>
                  <a:lnTo>
                    <a:pt x="353" y="2169"/>
                  </a:lnTo>
                  <a:lnTo>
                    <a:pt x="656" y="1917"/>
                  </a:lnTo>
                  <a:lnTo>
                    <a:pt x="925" y="1665"/>
                  </a:lnTo>
                  <a:lnTo>
                    <a:pt x="1177" y="1413"/>
                  </a:lnTo>
                  <a:lnTo>
                    <a:pt x="1379" y="1144"/>
                  </a:lnTo>
                  <a:lnTo>
                    <a:pt x="1581" y="824"/>
                  </a:lnTo>
                  <a:lnTo>
                    <a:pt x="1749" y="471"/>
                  </a:lnTo>
                  <a:lnTo>
                    <a:pt x="1900" y="68"/>
                  </a:lnTo>
                  <a:lnTo>
                    <a:pt x="1900" y="34"/>
                  </a:lnTo>
                  <a:lnTo>
                    <a:pt x="18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9" name="Google Shape;5989;p63"/>
            <p:cNvSpPr/>
            <p:nvPr/>
          </p:nvSpPr>
          <p:spPr>
            <a:xfrm>
              <a:off x="3408625" y="883650"/>
              <a:ext cx="51300" cy="57600"/>
            </a:xfrm>
            <a:custGeom>
              <a:avLst/>
              <a:gdLst/>
              <a:ahLst/>
              <a:cxnLst/>
              <a:rect l="l" t="t" r="r" b="b"/>
              <a:pathLst>
                <a:path w="2052" h="2304" extrusionOk="0">
                  <a:moveTo>
                    <a:pt x="2051" y="1"/>
                  </a:moveTo>
                  <a:lnTo>
                    <a:pt x="2035" y="18"/>
                  </a:lnTo>
                  <a:lnTo>
                    <a:pt x="2018" y="51"/>
                  </a:lnTo>
                  <a:lnTo>
                    <a:pt x="1799" y="421"/>
                  </a:lnTo>
                  <a:lnTo>
                    <a:pt x="1581" y="740"/>
                  </a:lnTo>
                  <a:lnTo>
                    <a:pt x="1379" y="1026"/>
                  </a:lnTo>
                  <a:lnTo>
                    <a:pt x="1160" y="1295"/>
                  </a:lnTo>
                  <a:lnTo>
                    <a:pt x="925" y="1547"/>
                  </a:lnTo>
                  <a:lnTo>
                    <a:pt x="656" y="1783"/>
                  </a:lnTo>
                  <a:lnTo>
                    <a:pt x="354" y="2018"/>
                  </a:lnTo>
                  <a:lnTo>
                    <a:pt x="1" y="2270"/>
                  </a:lnTo>
                  <a:lnTo>
                    <a:pt x="1" y="2287"/>
                  </a:lnTo>
                  <a:lnTo>
                    <a:pt x="1" y="2304"/>
                  </a:lnTo>
                  <a:lnTo>
                    <a:pt x="34" y="2304"/>
                  </a:lnTo>
                  <a:lnTo>
                    <a:pt x="404" y="2085"/>
                  </a:lnTo>
                  <a:lnTo>
                    <a:pt x="740" y="1850"/>
                  </a:lnTo>
                  <a:lnTo>
                    <a:pt x="1026" y="1615"/>
                  </a:lnTo>
                  <a:lnTo>
                    <a:pt x="1278" y="1346"/>
                  </a:lnTo>
                  <a:lnTo>
                    <a:pt x="1514" y="1077"/>
                  </a:lnTo>
                  <a:lnTo>
                    <a:pt x="1698" y="757"/>
                  </a:lnTo>
                  <a:lnTo>
                    <a:pt x="1883" y="438"/>
                  </a:lnTo>
                  <a:lnTo>
                    <a:pt x="2035" y="68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0" name="Google Shape;5990;p63"/>
            <p:cNvSpPr/>
            <p:nvPr/>
          </p:nvSpPr>
          <p:spPr>
            <a:xfrm>
              <a:off x="3265300" y="837000"/>
              <a:ext cx="102575" cy="119800"/>
            </a:xfrm>
            <a:custGeom>
              <a:avLst/>
              <a:gdLst/>
              <a:ahLst/>
              <a:cxnLst/>
              <a:rect l="l" t="t" r="r" b="b"/>
              <a:pathLst>
                <a:path w="4103" h="4792" extrusionOk="0">
                  <a:moveTo>
                    <a:pt x="3800" y="1"/>
                  </a:moveTo>
                  <a:lnTo>
                    <a:pt x="3649" y="18"/>
                  </a:lnTo>
                  <a:lnTo>
                    <a:pt x="3464" y="51"/>
                  </a:lnTo>
                  <a:lnTo>
                    <a:pt x="3246" y="118"/>
                  </a:lnTo>
                  <a:lnTo>
                    <a:pt x="3027" y="219"/>
                  </a:lnTo>
                  <a:lnTo>
                    <a:pt x="2792" y="337"/>
                  </a:lnTo>
                  <a:lnTo>
                    <a:pt x="2539" y="455"/>
                  </a:lnTo>
                  <a:lnTo>
                    <a:pt x="2069" y="757"/>
                  </a:lnTo>
                  <a:lnTo>
                    <a:pt x="1632" y="1060"/>
                  </a:lnTo>
                  <a:lnTo>
                    <a:pt x="1262" y="1346"/>
                  </a:lnTo>
                  <a:lnTo>
                    <a:pt x="1127" y="1463"/>
                  </a:lnTo>
                  <a:lnTo>
                    <a:pt x="1043" y="1564"/>
                  </a:lnTo>
                  <a:lnTo>
                    <a:pt x="875" y="1800"/>
                  </a:lnTo>
                  <a:lnTo>
                    <a:pt x="707" y="2085"/>
                  </a:lnTo>
                  <a:lnTo>
                    <a:pt x="371" y="2707"/>
                  </a:lnTo>
                  <a:lnTo>
                    <a:pt x="119" y="3229"/>
                  </a:lnTo>
                  <a:lnTo>
                    <a:pt x="1" y="3447"/>
                  </a:lnTo>
                  <a:lnTo>
                    <a:pt x="119" y="3531"/>
                  </a:lnTo>
                  <a:lnTo>
                    <a:pt x="388" y="3750"/>
                  </a:lnTo>
                  <a:lnTo>
                    <a:pt x="791" y="4035"/>
                  </a:lnTo>
                  <a:lnTo>
                    <a:pt x="1026" y="4187"/>
                  </a:lnTo>
                  <a:lnTo>
                    <a:pt x="1279" y="4355"/>
                  </a:lnTo>
                  <a:lnTo>
                    <a:pt x="1531" y="4489"/>
                  </a:lnTo>
                  <a:lnTo>
                    <a:pt x="1800" y="4607"/>
                  </a:lnTo>
                  <a:lnTo>
                    <a:pt x="2052" y="4708"/>
                  </a:lnTo>
                  <a:lnTo>
                    <a:pt x="2287" y="4775"/>
                  </a:lnTo>
                  <a:lnTo>
                    <a:pt x="2405" y="4792"/>
                  </a:lnTo>
                  <a:lnTo>
                    <a:pt x="2624" y="4792"/>
                  </a:lnTo>
                  <a:lnTo>
                    <a:pt x="2724" y="4775"/>
                  </a:lnTo>
                  <a:lnTo>
                    <a:pt x="2808" y="4742"/>
                  </a:lnTo>
                  <a:lnTo>
                    <a:pt x="2892" y="4691"/>
                  </a:lnTo>
                  <a:lnTo>
                    <a:pt x="2977" y="4624"/>
                  </a:lnTo>
                  <a:lnTo>
                    <a:pt x="3044" y="4540"/>
                  </a:lnTo>
                  <a:lnTo>
                    <a:pt x="3145" y="4355"/>
                  </a:lnTo>
                  <a:lnTo>
                    <a:pt x="3212" y="4170"/>
                  </a:lnTo>
                  <a:lnTo>
                    <a:pt x="3246" y="3985"/>
                  </a:lnTo>
                  <a:lnTo>
                    <a:pt x="3262" y="3783"/>
                  </a:lnTo>
                  <a:lnTo>
                    <a:pt x="3246" y="3582"/>
                  </a:lnTo>
                  <a:lnTo>
                    <a:pt x="3212" y="3397"/>
                  </a:lnTo>
                  <a:lnTo>
                    <a:pt x="3161" y="3212"/>
                  </a:lnTo>
                  <a:lnTo>
                    <a:pt x="3111" y="3027"/>
                  </a:lnTo>
                  <a:lnTo>
                    <a:pt x="2977" y="2707"/>
                  </a:lnTo>
                  <a:lnTo>
                    <a:pt x="2842" y="2438"/>
                  </a:lnTo>
                  <a:lnTo>
                    <a:pt x="2691" y="2220"/>
                  </a:lnTo>
                  <a:lnTo>
                    <a:pt x="2943" y="2018"/>
                  </a:lnTo>
                  <a:lnTo>
                    <a:pt x="3212" y="1783"/>
                  </a:lnTo>
                  <a:lnTo>
                    <a:pt x="3498" y="1497"/>
                  </a:lnTo>
                  <a:lnTo>
                    <a:pt x="3733" y="1211"/>
                  </a:lnTo>
                  <a:lnTo>
                    <a:pt x="3851" y="1060"/>
                  </a:lnTo>
                  <a:lnTo>
                    <a:pt x="3935" y="909"/>
                  </a:lnTo>
                  <a:lnTo>
                    <a:pt x="4019" y="757"/>
                  </a:lnTo>
                  <a:lnTo>
                    <a:pt x="4069" y="623"/>
                  </a:lnTo>
                  <a:lnTo>
                    <a:pt x="4103" y="471"/>
                  </a:lnTo>
                  <a:lnTo>
                    <a:pt x="4103" y="337"/>
                  </a:lnTo>
                  <a:lnTo>
                    <a:pt x="4069" y="203"/>
                  </a:lnTo>
                  <a:lnTo>
                    <a:pt x="4002" y="85"/>
                  </a:lnTo>
                  <a:lnTo>
                    <a:pt x="3968" y="51"/>
                  </a:lnTo>
                  <a:lnTo>
                    <a:pt x="3918" y="34"/>
                  </a:lnTo>
                  <a:lnTo>
                    <a:pt x="3868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1" name="Google Shape;5991;p63"/>
            <p:cNvSpPr/>
            <p:nvPr/>
          </p:nvSpPr>
          <p:spPr>
            <a:xfrm>
              <a:off x="3330875" y="844575"/>
              <a:ext cx="36600" cy="106350"/>
            </a:xfrm>
            <a:custGeom>
              <a:avLst/>
              <a:gdLst/>
              <a:ahLst/>
              <a:cxnLst/>
              <a:rect l="l" t="t" r="r" b="b"/>
              <a:pathLst>
                <a:path w="1464" h="4254" extrusionOk="0">
                  <a:moveTo>
                    <a:pt x="1446" y="0"/>
                  </a:moveTo>
                  <a:lnTo>
                    <a:pt x="1429" y="152"/>
                  </a:lnTo>
                  <a:lnTo>
                    <a:pt x="1413" y="286"/>
                  </a:lnTo>
                  <a:lnTo>
                    <a:pt x="1362" y="437"/>
                  </a:lnTo>
                  <a:lnTo>
                    <a:pt x="1312" y="572"/>
                  </a:lnTo>
                  <a:lnTo>
                    <a:pt x="1228" y="690"/>
                  </a:lnTo>
                  <a:lnTo>
                    <a:pt x="1144" y="824"/>
                  </a:lnTo>
                  <a:lnTo>
                    <a:pt x="942" y="1043"/>
                  </a:lnTo>
                  <a:lnTo>
                    <a:pt x="723" y="1261"/>
                  </a:lnTo>
                  <a:lnTo>
                    <a:pt x="488" y="1463"/>
                  </a:lnTo>
                  <a:lnTo>
                    <a:pt x="17" y="1850"/>
                  </a:lnTo>
                  <a:lnTo>
                    <a:pt x="1" y="1866"/>
                  </a:lnTo>
                  <a:lnTo>
                    <a:pt x="1" y="1900"/>
                  </a:lnTo>
                  <a:lnTo>
                    <a:pt x="1" y="1917"/>
                  </a:lnTo>
                  <a:lnTo>
                    <a:pt x="1" y="1950"/>
                  </a:lnTo>
                  <a:lnTo>
                    <a:pt x="17" y="1967"/>
                  </a:lnTo>
                  <a:lnTo>
                    <a:pt x="169" y="2203"/>
                  </a:lnTo>
                  <a:lnTo>
                    <a:pt x="286" y="2472"/>
                  </a:lnTo>
                  <a:lnTo>
                    <a:pt x="404" y="2757"/>
                  </a:lnTo>
                  <a:lnTo>
                    <a:pt x="488" y="3060"/>
                  </a:lnTo>
                  <a:lnTo>
                    <a:pt x="555" y="3363"/>
                  </a:lnTo>
                  <a:lnTo>
                    <a:pt x="572" y="3514"/>
                  </a:lnTo>
                  <a:lnTo>
                    <a:pt x="572" y="3665"/>
                  </a:lnTo>
                  <a:lnTo>
                    <a:pt x="555" y="3816"/>
                  </a:lnTo>
                  <a:lnTo>
                    <a:pt x="538" y="3968"/>
                  </a:lnTo>
                  <a:lnTo>
                    <a:pt x="505" y="4102"/>
                  </a:lnTo>
                  <a:lnTo>
                    <a:pt x="454" y="4237"/>
                  </a:lnTo>
                  <a:lnTo>
                    <a:pt x="454" y="4254"/>
                  </a:lnTo>
                  <a:lnTo>
                    <a:pt x="488" y="4254"/>
                  </a:lnTo>
                  <a:lnTo>
                    <a:pt x="555" y="4119"/>
                  </a:lnTo>
                  <a:lnTo>
                    <a:pt x="623" y="3968"/>
                  </a:lnTo>
                  <a:lnTo>
                    <a:pt x="656" y="3833"/>
                  </a:lnTo>
                  <a:lnTo>
                    <a:pt x="690" y="3682"/>
                  </a:lnTo>
                  <a:lnTo>
                    <a:pt x="690" y="3531"/>
                  </a:lnTo>
                  <a:lnTo>
                    <a:pt x="690" y="3379"/>
                  </a:lnTo>
                  <a:lnTo>
                    <a:pt x="690" y="3211"/>
                  </a:lnTo>
                  <a:lnTo>
                    <a:pt x="656" y="3060"/>
                  </a:lnTo>
                  <a:lnTo>
                    <a:pt x="589" y="2757"/>
                  </a:lnTo>
                  <a:lnTo>
                    <a:pt x="488" y="2455"/>
                  </a:lnTo>
                  <a:lnTo>
                    <a:pt x="337" y="2186"/>
                  </a:lnTo>
                  <a:lnTo>
                    <a:pt x="185" y="1934"/>
                  </a:lnTo>
                  <a:lnTo>
                    <a:pt x="656" y="1547"/>
                  </a:lnTo>
                  <a:lnTo>
                    <a:pt x="875" y="1328"/>
                  </a:lnTo>
                  <a:lnTo>
                    <a:pt x="1093" y="1093"/>
                  </a:lnTo>
                  <a:lnTo>
                    <a:pt x="1194" y="975"/>
                  </a:lnTo>
                  <a:lnTo>
                    <a:pt x="1278" y="858"/>
                  </a:lnTo>
                  <a:lnTo>
                    <a:pt x="1345" y="723"/>
                  </a:lnTo>
                  <a:lnTo>
                    <a:pt x="1396" y="589"/>
                  </a:lnTo>
                  <a:lnTo>
                    <a:pt x="1446" y="454"/>
                  </a:lnTo>
                  <a:lnTo>
                    <a:pt x="1463" y="303"/>
                  </a:lnTo>
                  <a:lnTo>
                    <a:pt x="1463" y="152"/>
                  </a:lnTo>
                  <a:lnTo>
                    <a:pt x="14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2" name="Google Shape;5992;p63"/>
            <p:cNvSpPr/>
            <p:nvPr/>
          </p:nvSpPr>
          <p:spPr>
            <a:xfrm>
              <a:off x="2953050" y="855925"/>
              <a:ext cx="391725" cy="254700"/>
            </a:xfrm>
            <a:custGeom>
              <a:avLst/>
              <a:gdLst/>
              <a:ahLst/>
              <a:cxnLst/>
              <a:rect l="l" t="t" r="r" b="b"/>
              <a:pathLst>
                <a:path w="15669" h="10188" extrusionOk="0">
                  <a:moveTo>
                    <a:pt x="488" y="0"/>
                  </a:moveTo>
                  <a:lnTo>
                    <a:pt x="404" y="34"/>
                  </a:lnTo>
                  <a:lnTo>
                    <a:pt x="337" y="51"/>
                  </a:lnTo>
                  <a:lnTo>
                    <a:pt x="269" y="101"/>
                  </a:lnTo>
                  <a:lnTo>
                    <a:pt x="202" y="135"/>
                  </a:lnTo>
                  <a:lnTo>
                    <a:pt x="152" y="202"/>
                  </a:lnTo>
                  <a:lnTo>
                    <a:pt x="101" y="269"/>
                  </a:lnTo>
                  <a:lnTo>
                    <a:pt x="68" y="336"/>
                  </a:lnTo>
                  <a:lnTo>
                    <a:pt x="34" y="421"/>
                  </a:lnTo>
                  <a:lnTo>
                    <a:pt x="17" y="521"/>
                  </a:lnTo>
                  <a:lnTo>
                    <a:pt x="0" y="622"/>
                  </a:lnTo>
                  <a:lnTo>
                    <a:pt x="17" y="858"/>
                  </a:lnTo>
                  <a:lnTo>
                    <a:pt x="68" y="1143"/>
                  </a:lnTo>
                  <a:lnTo>
                    <a:pt x="152" y="1480"/>
                  </a:lnTo>
                  <a:lnTo>
                    <a:pt x="303" y="1866"/>
                  </a:lnTo>
                  <a:lnTo>
                    <a:pt x="488" y="2287"/>
                  </a:lnTo>
                  <a:lnTo>
                    <a:pt x="656" y="2623"/>
                  </a:lnTo>
                  <a:lnTo>
                    <a:pt x="908" y="3043"/>
                  </a:lnTo>
                  <a:lnTo>
                    <a:pt x="1228" y="3547"/>
                  </a:lnTo>
                  <a:lnTo>
                    <a:pt x="1597" y="4119"/>
                  </a:lnTo>
                  <a:lnTo>
                    <a:pt x="2018" y="4741"/>
                  </a:lnTo>
                  <a:lnTo>
                    <a:pt x="2488" y="5397"/>
                  </a:lnTo>
                  <a:lnTo>
                    <a:pt x="2993" y="6069"/>
                  </a:lnTo>
                  <a:lnTo>
                    <a:pt x="3514" y="6742"/>
                  </a:lnTo>
                  <a:lnTo>
                    <a:pt x="4069" y="7397"/>
                  </a:lnTo>
                  <a:lnTo>
                    <a:pt x="4623" y="8019"/>
                  </a:lnTo>
                  <a:lnTo>
                    <a:pt x="5178" y="8591"/>
                  </a:lnTo>
                  <a:lnTo>
                    <a:pt x="5464" y="8860"/>
                  </a:lnTo>
                  <a:lnTo>
                    <a:pt x="5733" y="9112"/>
                  </a:lnTo>
                  <a:lnTo>
                    <a:pt x="6002" y="9330"/>
                  </a:lnTo>
                  <a:lnTo>
                    <a:pt x="6271" y="9532"/>
                  </a:lnTo>
                  <a:lnTo>
                    <a:pt x="6540" y="9717"/>
                  </a:lnTo>
                  <a:lnTo>
                    <a:pt x="6792" y="9868"/>
                  </a:lnTo>
                  <a:lnTo>
                    <a:pt x="7044" y="10003"/>
                  </a:lnTo>
                  <a:lnTo>
                    <a:pt x="7296" y="10087"/>
                  </a:lnTo>
                  <a:lnTo>
                    <a:pt x="7532" y="10154"/>
                  </a:lnTo>
                  <a:lnTo>
                    <a:pt x="7750" y="10188"/>
                  </a:lnTo>
                  <a:lnTo>
                    <a:pt x="7969" y="10188"/>
                  </a:lnTo>
                  <a:lnTo>
                    <a:pt x="8221" y="10171"/>
                  </a:lnTo>
                  <a:lnTo>
                    <a:pt x="8473" y="10137"/>
                  </a:lnTo>
                  <a:lnTo>
                    <a:pt x="8759" y="10087"/>
                  </a:lnTo>
                  <a:lnTo>
                    <a:pt x="9045" y="10020"/>
                  </a:lnTo>
                  <a:lnTo>
                    <a:pt x="9331" y="9936"/>
                  </a:lnTo>
                  <a:lnTo>
                    <a:pt x="9969" y="9734"/>
                  </a:lnTo>
                  <a:lnTo>
                    <a:pt x="10608" y="9499"/>
                  </a:lnTo>
                  <a:lnTo>
                    <a:pt x="11264" y="9230"/>
                  </a:lnTo>
                  <a:lnTo>
                    <a:pt x="11936" y="8944"/>
                  </a:lnTo>
                  <a:lnTo>
                    <a:pt x="12575" y="8641"/>
                  </a:lnTo>
                  <a:lnTo>
                    <a:pt x="13197" y="8339"/>
                  </a:lnTo>
                  <a:lnTo>
                    <a:pt x="13769" y="8053"/>
                  </a:lnTo>
                  <a:lnTo>
                    <a:pt x="14744" y="7515"/>
                  </a:lnTo>
                  <a:lnTo>
                    <a:pt x="15416" y="7145"/>
                  </a:lnTo>
                  <a:lnTo>
                    <a:pt x="15668" y="7010"/>
                  </a:lnTo>
                  <a:lnTo>
                    <a:pt x="12491" y="2371"/>
                  </a:lnTo>
                  <a:lnTo>
                    <a:pt x="11936" y="2740"/>
                  </a:lnTo>
                  <a:lnTo>
                    <a:pt x="10675" y="3531"/>
                  </a:lnTo>
                  <a:lnTo>
                    <a:pt x="9986" y="3951"/>
                  </a:lnTo>
                  <a:lnTo>
                    <a:pt x="9347" y="4338"/>
                  </a:lnTo>
                  <a:lnTo>
                    <a:pt x="8860" y="4590"/>
                  </a:lnTo>
                  <a:lnTo>
                    <a:pt x="8692" y="4674"/>
                  </a:lnTo>
                  <a:lnTo>
                    <a:pt x="8574" y="4691"/>
                  </a:lnTo>
                  <a:lnTo>
                    <a:pt x="8524" y="4691"/>
                  </a:lnTo>
                  <a:lnTo>
                    <a:pt x="8456" y="4657"/>
                  </a:lnTo>
                  <a:lnTo>
                    <a:pt x="8221" y="4539"/>
                  </a:lnTo>
                  <a:lnTo>
                    <a:pt x="7902" y="4371"/>
                  </a:lnTo>
                  <a:lnTo>
                    <a:pt x="7515" y="4136"/>
                  </a:lnTo>
                  <a:lnTo>
                    <a:pt x="6557" y="3531"/>
                  </a:lnTo>
                  <a:lnTo>
                    <a:pt x="5447" y="2825"/>
                  </a:lnTo>
                  <a:lnTo>
                    <a:pt x="3245" y="1379"/>
                  </a:lnTo>
                  <a:lnTo>
                    <a:pt x="1715" y="370"/>
                  </a:lnTo>
                  <a:lnTo>
                    <a:pt x="1480" y="236"/>
                  </a:lnTo>
                  <a:lnTo>
                    <a:pt x="1261" y="135"/>
                  </a:lnTo>
                  <a:lnTo>
                    <a:pt x="1043" y="68"/>
                  </a:lnTo>
                  <a:lnTo>
                    <a:pt x="841" y="17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3" name="Google Shape;5993;p63"/>
            <p:cNvSpPr/>
            <p:nvPr/>
          </p:nvSpPr>
          <p:spPr>
            <a:xfrm>
              <a:off x="2953050" y="855925"/>
              <a:ext cx="391725" cy="254700"/>
            </a:xfrm>
            <a:custGeom>
              <a:avLst/>
              <a:gdLst/>
              <a:ahLst/>
              <a:cxnLst/>
              <a:rect l="l" t="t" r="r" b="b"/>
              <a:pathLst>
                <a:path w="15669" h="10188" fill="none" extrusionOk="0">
                  <a:moveTo>
                    <a:pt x="488" y="2287"/>
                  </a:moveTo>
                  <a:lnTo>
                    <a:pt x="488" y="2287"/>
                  </a:lnTo>
                  <a:lnTo>
                    <a:pt x="656" y="2623"/>
                  </a:lnTo>
                  <a:lnTo>
                    <a:pt x="908" y="3043"/>
                  </a:lnTo>
                  <a:lnTo>
                    <a:pt x="1228" y="3547"/>
                  </a:lnTo>
                  <a:lnTo>
                    <a:pt x="1597" y="4119"/>
                  </a:lnTo>
                  <a:lnTo>
                    <a:pt x="2018" y="4741"/>
                  </a:lnTo>
                  <a:lnTo>
                    <a:pt x="2488" y="5397"/>
                  </a:lnTo>
                  <a:lnTo>
                    <a:pt x="2993" y="6069"/>
                  </a:lnTo>
                  <a:lnTo>
                    <a:pt x="3514" y="6742"/>
                  </a:lnTo>
                  <a:lnTo>
                    <a:pt x="4069" y="7397"/>
                  </a:lnTo>
                  <a:lnTo>
                    <a:pt x="4623" y="8019"/>
                  </a:lnTo>
                  <a:lnTo>
                    <a:pt x="5178" y="8591"/>
                  </a:lnTo>
                  <a:lnTo>
                    <a:pt x="5464" y="8860"/>
                  </a:lnTo>
                  <a:lnTo>
                    <a:pt x="5733" y="9112"/>
                  </a:lnTo>
                  <a:lnTo>
                    <a:pt x="6002" y="9330"/>
                  </a:lnTo>
                  <a:lnTo>
                    <a:pt x="6271" y="9532"/>
                  </a:lnTo>
                  <a:lnTo>
                    <a:pt x="6540" y="9717"/>
                  </a:lnTo>
                  <a:lnTo>
                    <a:pt x="6792" y="9868"/>
                  </a:lnTo>
                  <a:lnTo>
                    <a:pt x="7044" y="10003"/>
                  </a:lnTo>
                  <a:lnTo>
                    <a:pt x="7296" y="10087"/>
                  </a:lnTo>
                  <a:lnTo>
                    <a:pt x="7532" y="10154"/>
                  </a:lnTo>
                  <a:lnTo>
                    <a:pt x="7750" y="10188"/>
                  </a:lnTo>
                  <a:lnTo>
                    <a:pt x="7750" y="10188"/>
                  </a:lnTo>
                  <a:lnTo>
                    <a:pt x="7969" y="10188"/>
                  </a:lnTo>
                  <a:lnTo>
                    <a:pt x="8221" y="10171"/>
                  </a:lnTo>
                  <a:lnTo>
                    <a:pt x="8473" y="10137"/>
                  </a:lnTo>
                  <a:lnTo>
                    <a:pt x="8759" y="10087"/>
                  </a:lnTo>
                  <a:lnTo>
                    <a:pt x="9045" y="10020"/>
                  </a:lnTo>
                  <a:lnTo>
                    <a:pt x="9331" y="9936"/>
                  </a:lnTo>
                  <a:lnTo>
                    <a:pt x="9969" y="9734"/>
                  </a:lnTo>
                  <a:lnTo>
                    <a:pt x="10608" y="9499"/>
                  </a:lnTo>
                  <a:lnTo>
                    <a:pt x="11264" y="9230"/>
                  </a:lnTo>
                  <a:lnTo>
                    <a:pt x="11936" y="8944"/>
                  </a:lnTo>
                  <a:lnTo>
                    <a:pt x="12575" y="8641"/>
                  </a:lnTo>
                  <a:lnTo>
                    <a:pt x="13197" y="8339"/>
                  </a:lnTo>
                  <a:lnTo>
                    <a:pt x="13769" y="8053"/>
                  </a:lnTo>
                  <a:lnTo>
                    <a:pt x="14744" y="7515"/>
                  </a:lnTo>
                  <a:lnTo>
                    <a:pt x="15416" y="7145"/>
                  </a:lnTo>
                  <a:lnTo>
                    <a:pt x="15668" y="7010"/>
                  </a:lnTo>
                  <a:lnTo>
                    <a:pt x="12491" y="2371"/>
                  </a:lnTo>
                  <a:lnTo>
                    <a:pt x="12491" y="2371"/>
                  </a:lnTo>
                  <a:lnTo>
                    <a:pt x="11936" y="2740"/>
                  </a:lnTo>
                  <a:lnTo>
                    <a:pt x="10675" y="3531"/>
                  </a:lnTo>
                  <a:lnTo>
                    <a:pt x="9986" y="3951"/>
                  </a:lnTo>
                  <a:lnTo>
                    <a:pt x="9347" y="4338"/>
                  </a:lnTo>
                  <a:lnTo>
                    <a:pt x="8860" y="4590"/>
                  </a:lnTo>
                  <a:lnTo>
                    <a:pt x="8692" y="4674"/>
                  </a:lnTo>
                  <a:lnTo>
                    <a:pt x="8574" y="4691"/>
                  </a:lnTo>
                  <a:lnTo>
                    <a:pt x="8574" y="4691"/>
                  </a:lnTo>
                  <a:lnTo>
                    <a:pt x="8524" y="4691"/>
                  </a:lnTo>
                  <a:lnTo>
                    <a:pt x="8456" y="4657"/>
                  </a:lnTo>
                  <a:lnTo>
                    <a:pt x="8221" y="4539"/>
                  </a:lnTo>
                  <a:lnTo>
                    <a:pt x="7902" y="4371"/>
                  </a:lnTo>
                  <a:lnTo>
                    <a:pt x="7515" y="4136"/>
                  </a:lnTo>
                  <a:lnTo>
                    <a:pt x="6557" y="3531"/>
                  </a:lnTo>
                  <a:lnTo>
                    <a:pt x="5447" y="2825"/>
                  </a:lnTo>
                  <a:lnTo>
                    <a:pt x="3245" y="1379"/>
                  </a:lnTo>
                  <a:lnTo>
                    <a:pt x="1715" y="370"/>
                  </a:lnTo>
                  <a:lnTo>
                    <a:pt x="1715" y="370"/>
                  </a:lnTo>
                  <a:lnTo>
                    <a:pt x="1480" y="236"/>
                  </a:lnTo>
                  <a:lnTo>
                    <a:pt x="1261" y="135"/>
                  </a:lnTo>
                  <a:lnTo>
                    <a:pt x="1043" y="68"/>
                  </a:lnTo>
                  <a:lnTo>
                    <a:pt x="841" y="17"/>
                  </a:lnTo>
                  <a:lnTo>
                    <a:pt x="656" y="0"/>
                  </a:lnTo>
                  <a:lnTo>
                    <a:pt x="488" y="0"/>
                  </a:lnTo>
                  <a:lnTo>
                    <a:pt x="404" y="34"/>
                  </a:lnTo>
                  <a:lnTo>
                    <a:pt x="337" y="51"/>
                  </a:lnTo>
                  <a:lnTo>
                    <a:pt x="269" y="101"/>
                  </a:lnTo>
                  <a:lnTo>
                    <a:pt x="202" y="135"/>
                  </a:lnTo>
                  <a:lnTo>
                    <a:pt x="152" y="202"/>
                  </a:lnTo>
                  <a:lnTo>
                    <a:pt x="101" y="269"/>
                  </a:lnTo>
                  <a:lnTo>
                    <a:pt x="68" y="336"/>
                  </a:lnTo>
                  <a:lnTo>
                    <a:pt x="34" y="421"/>
                  </a:lnTo>
                  <a:lnTo>
                    <a:pt x="17" y="521"/>
                  </a:lnTo>
                  <a:lnTo>
                    <a:pt x="0" y="622"/>
                  </a:lnTo>
                  <a:lnTo>
                    <a:pt x="17" y="858"/>
                  </a:lnTo>
                  <a:lnTo>
                    <a:pt x="68" y="1143"/>
                  </a:lnTo>
                  <a:lnTo>
                    <a:pt x="152" y="1480"/>
                  </a:lnTo>
                  <a:lnTo>
                    <a:pt x="303" y="1866"/>
                  </a:lnTo>
                  <a:lnTo>
                    <a:pt x="488" y="22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4" name="Google Shape;5994;p63"/>
            <p:cNvSpPr/>
            <p:nvPr/>
          </p:nvSpPr>
          <p:spPr>
            <a:xfrm>
              <a:off x="2953050" y="855925"/>
              <a:ext cx="365250" cy="254700"/>
            </a:xfrm>
            <a:custGeom>
              <a:avLst/>
              <a:gdLst/>
              <a:ahLst/>
              <a:cxnLst/>
              <a:rect l="l" t="t" r="r" b="b"/>
              <a:pathLst>
                <a:path w="14610" h="10188" extrusionOk="0">
                  <a:moveTo>
                    <a:pt x="471" y="0"/>
                  </a:moveTo>
                  <a:lnTo>
                    <a:pt x="404" y="34"/>
                  </a:lnTo>
                  <a:lnTo>
                    <a:pt x="320" y="51"/>
                  </a:lnTo>
                  <a:lnTo>
                    <a:pt x="253" y="101"/>
                  </a:lnTo>
                  <a:lnTo>
                    <a:pt x="202" y="135"/>
                  </a:lnTo>
                  <a:lnTo>
                    <a:pt x="152" y="202"/>
                  </a:lnTo>
                  <a:lnTo>
                    <a:pt x="101" y="269"/>
                  </a:lnTo>
                  <a:lnTo>
                    <a:pt x="68" y="336"/>
                  </a:lnTo>
                  <a:lnTo>
                    <a:pt x="34" y="421"/>
                  </a:lnTo>
                  <a:lnTo>
                    <a:pt x="17" y="521"/>
                  </a:lnTo>
                  <a:lnTo>
                    <a:pt x="0" y="622"/>
                  </a:lnTo>
                  <a:lnTo>
                    <a:pt x="17" y="858"/>
                  </a:lnTo>
                  <a:lnTo>
                    <a:pt x="68" y="1143"/>
                  </a:lnTo>
                  <a:lnTo>
                    <a:pt x="152" y="1480"/>
                  </a:lnTo>
                  <a:lnTo>
                    <a:pt x="303" y="1866"/>
                  </a:lnTo>
                  <a:lnTo>
                    <a:pt x="488" y="2287"/>
                  </a:lnTo>
                  <a:lnTo>
                    <a:pt x="656" y="2623"/>
                  </a:lnTo>
                  <a:lnTo>
                    <a:pt x="908" y="3043"/>
                  </a:lnTo>
                  <a:lnTo>
                    <a:pt x="1228" y="3547"/>
                  </a:lnTo>
                  <a:lnTo>
                    <a:pt x="1597" y="4119"/>
                  </a:lnTo>
                  <a:lnTo>
                    <a:pt x="2018" y="4741"/>
                  </a:lnTo>
                  <a:lnTo>
                    <a:pt x="2488" y="5397"/>
                  </a:lnTo>
                  <a:lnTo>
                    <a:pt x="2993" y="6069"/>
                  </a:lnTo>
                  <a:lnTo>
                    <a:pt x="3514" y="6742"/>
                  </a:lnTo>
                  <a:lnTo>
                    <a:pt x="4069" y="7397"/>
                  </a:lnTo>
                  <a:lnTo>
                    <a:pt x="4623" y="8019"/>
                  </a:lnTo>
                  <a:lnTo>
                    <a:pt x="5178" y="8591"/>
                  </a:lnTo>
                  <a:lnTo>
                    <a:pt x="5464" y="8860"/>
                  </a:lnTo>
                  <a:lnTo>
                    <a:pt x="5733" y="9112"/>
                  </a:lnTo>
                  <a:lnTo>
                    <a:pt x="6002" y="9330"/>
                  </a:lnTo>
                  <a:lnTo>
                    <a:pt x="6271" y="9532"/>
                  </a:lnTo>
                  <a:lnTo>
                    <a:pt x="6540" y="9717"/>
                  </a:lnTo>
                  <a:lnTo>
                    <a:pt x="6792" y="9868"/>
                  </a:lnTo>
                  <a:lnTo>
                    <a:pt x="7044" y="10003"/>
                  </a:lnTo>
                  <a:lnTo>
                    <a:pt x="7296" y="10087"/>
                  </a:lnTo>
                  <a:lnTo>
                    <a:pt x="7532" y="10154"/>
                  </a:lnTo>
                  <a:lnTo>
                    <a:pt x="7750" y="10188"/>
                  </a:lnTo>
                  <a:lnTo>
                    <a:pt x="7969" y="10188"/>
                  </a:lnTo>
                  <a:lnTo>
                    <a:pt x="8204" y="10171"/>
                  </a:lnTo>
                  <a:lnTo>
                    <a:pt x="8456" y="10154"/>
                  </a:lnTo>
                  <a:lnTo>
                    <a:pt x="8709" y="10121"/>
                  </a:lnTo>
                  <a:lnTo>
                    <a:pt x="9246" y="10020"/>
                  </a:lnTo>
                  <a:lnTo>
                    <a:pt x="9801" y="9868"/>
                  </a:lnTo>
                  <a:lnTo>
                    <a:pt x="10373" y="9700"/>
                  </a:lnTo>
                  <a:lnTo>
                    <a:pt x="10944" y="9499"/>
                  </a:lnTo>
                  <a:lnTo>
                    <a:pt x="11499" y="9297"/>
                  </a:lnTo>
                  <a:lnTo>
                    <a:pt x="12054" y="9078"/>
                  </a:lnTo>
                  <a:lnTo>
                    <a:pt x="12558" y="8843"/>
                  </a:lnTo>
                  <a:lnTo>
                    <a:pt x="13046" y="8624"/>
                  </a:lnTo>
                  <a:lnTo>
                    <a:pt x="13869" y="8238"/>
                  </a:lnTo>
                  <a:lnTo>
                    <a:pt x="14407" y="7969"/>
                  </a:lnTo>
                  <a:lnTo>
                    <a:pt x="14609" y="7868"/>
                  </a:lnTo>
                  <a:lnTo>
                    <a:pt x="11398" y="2858"/>
                  </a:lnTo>
                  <a:lnTo>
                    <a:pt x="10995" y="3144"/>
                  </a:lnTo>
                  <a:lnTo>
                    <a:pt x="10087" y="3749"/>
                  </a:lnTo>
                  <a:lnTo>
                    <a:pt x="9583" y="4085"/>
                  </a:lnTo>
                  <a:lnTo>
                    <a:pt x="9112" y="4371"/>
                  </a:lnTo>
                  <a:lnTo>
                    <a:pt x="8725" y="4573"/>
                  </a:lnTo>
                  <a:lnTo>
                    <a:pt x="8591" y="4623"/>
                  </a:lnTo>
                  <a:lnTo>
                    <a:pt x="8490" y="4640"/>
                  </a:lnTo>
                  <a:lnTo>
                    <a:pt x="8440" y="4640"/>
                  </a:lnTo>
                  <a:lnTo>
                    <a:pt x="8372" y="4607"/>
                  </a:lnTo>
                  <a:lnTo>
                    <a:pt x="8137" y="4506"/>
                  </a:lnTo>
                  <a:lnTo>
                    <a:pt x="7834" y="4321"/>
                  </a:lnTo>
                  <a:lnTo>
                    <a:pt x="7448" y="4085"/>
                  </a:lnTo>
                  <a:lnTo>
                    <a:pt x="6489" y="3497"/>
                  </a:lnTo>
                  <a:lnTo>
                    <a:pt x="5414" y="2808"/>
                  </a:lnTo>
                  <a:lnTo>
                    <a:pt x="3228" y="1362"/>
                  </a:lnTo>
                  <a:lnTo>
                    <a:pt x="1698" y="370"/>
                  </a:lnTo>
                  <a:lnTo>
                    <a:pt x="1480" y="236"/>
                  </a:lnTo>
                  <a:lnTo>
                    <a:pt x="1261" y="135"/>
                  </a:lnTo>
                  <a:lnTo>
                    <a:pt x="1043" y="68"/>
                  </a:lnTo>
                  <a:lnTo>
                    <a:pt x="841" y="1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5" name="Google Shape;5995;p63"/>
            <p:cNvSpPr/>
            <p:nvPr/>
          </p:nvSpPr>
          <p:spPr>
            <a:xfrm>
              <a:off x="2953050" y="855925"/>
              <a:ext cx="365250" cy="254700"/>
            </a:xfrm>
            <a:custGeom>
              <a:avLst/>
              <a:gdLst/>
              <a:ahLst/>
              <a:cxnLst/>
              <a:rect l="l" t="t" r="r" b="b"/>
              <a:pathLst>
                <a:path w="14610" h="10188" fill="none" extrusionOk="0">
                  <a:moveTo>
                    <a:pt x="488" y="2287"/>
                  </a:moveTo>
                  <a:lnTo>
                    <a:pt x="488" y="2287"/>
                  </a:lnTo>
                  <a:lnTo>
                    <a:pt x="656" y="2623"/>
                  </a:lnTo>
                  <a:lnTo>
                    <a:pt x="908" y="3043"/>
                  </a:lnTo>
                  <a:lnTo>
                    <a:pt x="1228" y="3547"/>
                  </a:lnTo>
                  <a:lnTo>
                    <a:pt x="1597" y="4119"/>
                  </a:lnTo>
                  <a:lnTo>
                    <a:pt x="2018" y="4741"/>
                  </a:lnTo>
                  <a:lnTo>
                    <a:pt x="2488" y="5397"/>
                  </a:lnTo>
                  <a:lnTo>
                    <a:pt x="2993" y="6069"/>
                  </a:lnTo>
                  <a:lnTo>
                    <a:pt x="3514" y="6742"/>
                  </a:lnTo>
                  <a:lnTo>
                    <a:pt x="4069" y="7397"/>
                  </a:lnTo>
                  <a:lnTo>
                    <a:pt x="4623" y="8019"/>
                  </a:lnTo>
                  <a:lnTo>
                    <a:pt x="5178" y="8591"/>
                  </a:lnTo>
                  <a:lnTo>
                    <a:pt x="5464" y="8860"/>
                  </a:lnTo>
                  <a:lnTo>
                    <a:pt x="5733" y="9112"/>
                  </a:lnTo>
                  <a:lnTo>
                    <a:pt x="6002" y="9330"/>
                  </a:lnTo>
                  <a:lnTo>
                    <a:pt x="6271" y="9532"/>
                  </a:lnTo>
                  <a:lnTo>
                    <a:pt x="6540" y="9717"/>
                  </a:lnTo>
                  <a:lnTo>
                    <a:pt x="6792" y="9868"/>
                  </a:lnTo>
                  <a:lnTo>
                    <a:pt x="7044" y="10003"/>
                  </a:lnTo>
                  <a:lnTo>
                    <a:pt x="7296" y="10087"/>
                  </a:lnTo>
                  <a:lnTo>
                    <a:pt x="7532" y="10154"/>
                  </a:lnTo>
                  <a:lnTo>
                    <a:pt x="7750" y="10188"/>
                  </a:lnTo>
                  <a:lnTo>
                    <a:pt x="7750" y="10188"/>
                  </a:lnTo>
                  <a:lnTo>
                    <a:pt x="7969" y="10188"/>
                  </a:lnTo>
                  <a:lnTo>
                    <a:pt x="8204" y="10171"/>
                  </a:lnTo>
                  <a:lnTo>
                    <a:pt x="8456" y="10154"/>
                  </a:lnTo>
                  <a:lnTo>
                    <a:pt x="8709" y="10121"/>
                  </a:lnTo>
                  <a:lnTo>
                    <a:pt x="9246" y="10020"/>
                  </a:lnTo>
                  <a:lnTo>
                    <a:pt x="9801" y="9868"/>
                  </a:lnTo>
                  <a:lnTo>
                    <a:pt x="10373" y="9700"/>
                  </a:lnTo>
                  <a:lnTo>
                    <a:pt x="10944" y="9499"/>
                  </a:lnTo>
                  <a:lnTo>
                    <a:pt x="11499" y="9297"/>
                  </a:lnTo>
                  <a:lnTo>
                    <a:pt x="12054" y="9078"/>
                  </a:lnTo>
                  <a:lnTo>
                    <a:pt x="12558" y="8843"/>
                  </a:lnTo>
                  <a:lnTo>
                    <a:pt x="13046" y="8624"/>
                  </a:lnTo>
                  <a:lnTo>
                    <a:pt x="13869" y="8238"/>
                  </a:lnTo>
                  <a:lnTo>
                    <a:pt x="14407" y="7969"/>
                  </a:lnTo>
                  <a:lnTo>
                    <a:pt x="14609" y="7868"/>
                  </a:lnTo>
                  <a:lnTo>
                    <a:pt x="11398" y="2858"/>
                  </a:lnTo>
                  <a:lnTo>
                    <a:pt x="11398" y="2858"/>
                  </a:lnTo>
                  <a:lnTo>
                    <a:pt x="10995" y="3144"/>
                  </a:lnTo>
                  <a:lnTo>
                    <a:pt x="10087" y="3749"/>
                  </a:lnTo>
                  <a:lnTo>
                    <a:pt x="9583" y="4085"/>
                  </a:lnTo>
                  <a:lnTo>
                    <a:pt x="9112" y="4371"/>
                  </a:lnTo>
                  <a:lnTo>
                    <a:pt x="8725" y="4573"/>
                  </a:lnTo>
                  <a:lnTo>
                    <a:pt x="8591" y="4623"/>
                  </a:lnTo>
                  <a:lnTo>
                    <a:pt x="8490" y="4640"/>
                  </a:lnTo>
                  <a:lnTo>
                    <a:pt x="8490" y="4640"/>
                  </a:lnTo>
                  <a:lnTo>
                    <a:pt x="8440" y="4640"/>
                  </a:lnTo>
                  <a:lnTo>
                    <a:pt x="8372" y="4607"/>
                  </a:lnTo>
                  <a:lnTo>
                    <a:pt x="8137" y="4506"/>
                  </a:lnTo>
                  <a:lnTo>
                    <a:pt x="7834" y="4321"/>
                  </a:lnTo>
                  <a:lnTo>
                    <a:pt x="7448" y="4085"/>
                  </a:lnTo>
                  <a:lnTo>
                    <a:pt x="6489" y="3497"/>
                  </a:lnTo>
                  <a:lnTo>
                    <a:pt x="5414" y="2808"/>
                  </a:lnTo>
                  <a:lnTo>
                    <a:pt x="3228" y="1362"/>
                  </a:lnTo>
                  <a:lnTo>
                    <a:pt x="1698" y="370"/>
                  </a:lnTo>
                  <a:lnTo>
                    <a:pt x="1698" y="370"/>
                  </a:lnTo>
                  <a:lnTo>
                    <a:pt x="1480" y="236"/>
                  </a:lnTo>
                  <a:lnTo>
                    <a:pt x="1261" y="135"/>
                  </a:lnTo>
                  <a:lnTo>
                    <a:pt x="1043" y="68"/>
                  </a:lnTo>
                  <a:lnTo>
                    <a:pt x="841" y="17"/>
                  </a:lnTo>
                  <a:lnTo>
                    <a:pt x="639" y="0"/>
                  </a:lnTo>
                  <a:lnTo>
                    <a:pt x="471" y="0"/>
                  </a:lnTo>
                  <a:lnTo>
                    <a:pt x="404" y="34"/>
                  </a:lnTo>
                  <a:lnTo>
                    <a:pt x="320" y="51"/>
                  </a:lnTo>
                  <a:lnTo>
                    <a:pt x="253" y="101"/>
                  </a:lnTo>
                  <a:lnTo>
                    <a:pt x="202" y="135"/>
                  </a:lnTo>
                  <a:lnTo>
                    <a:pt x="152" y="202"/>
                  </a:lnTo>
                  <a:lnTo>
                    <a:pt x="101" y="269"/>
                  </a:lnTo>
                  <a:lnTo>
                    <a:pt x="68" y="336"/>
                  </a:lnTo>
                  <a:lnTo>
                    <a:pt x="34" y="421"/>
                  </a:lnTo>
                  <a:lnTo>
                    <a:pt x="17" y="521"/>
                  </a:lnTo>
                  <a:lnTo>
                    <a:pt x="0" y="622"/>
                  </a:lnTo>
                  <a:lnTo>
                    <a:pt x="17" y="858"/>
                  </a:lnTo>
                  <a:lnTo>
                    <a:pt x="68" y="1143"/>
                  </a:lnTo>
                  <a:lnTo>
                    <a:pt x="152" y="1480"/>
                  </a:lnTo>
                  <a:lnTo>
                    <a:pt x="303" y="1866"/>
                  </a:lnTo>
                  <a:lnTo>
                    <a:pt x="488" y="22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6" name="Google Shape;5996;p63"/>
            <p:cNvSpPr/>
            <p:nvPr/>
          </p:nvSpPr>
          <p:spPr>
            <a:xfrm>
              <a:off x="3006000" y="977800"/>
              <a:ext cx="63500" cy="79450"/>
            </a:xfrm>
            <a:custGeom>
              <a:avLst/>
              <a:gdLst/>
              <a:ahLst/>
              <a:cxnLst/>
              <a:rect l="l" t="t" r="r" b="b"/>
              <a:pathLst>
                <a:path w="2540" h="3178" extrusionOk="0">
                  <a:moveTo>
                    <a:pt x="1" y="0"/>
                  </a:moveTo>
                  <a:lnTo>
                    <a:pt x="1" y="0"/>
                  </a:lnTo>
                  <a:lnTo>
                    <a:pt x="572" y="791"/>
                  </a:lnTo>
                  <a:lnTo>
                    <a:pt x="1194" y="1614"/>
                  </a:lnTo>
                  <a:lnTo>
                    <a:pt x="1867" y="2421"/>
                  </a:lnTo>
                  <a:lnTo>
                    <a:pt x="2203" y="2808"/>
                  </a:lnTo>
                  <a:lnTo>
                    <a:pt x="2539" y="3178"/>
                  </a:lnTo>
                  <a:lnTo>
                    <a:pt x="2539" y="3178"/>
                  </a:lnTo>
                  <a:lnTo>
                    <a:pt x="2539" y="3178"/>
                  </a:lnTo>
                  <a:lnTo>
                    <a:pt x="2203" y="2808"/>
                  </a:lnTo>
                  <a:lnTo>
                    <a:pt x="1867" y="2421"/>
                  </a:lnTo>
                  <a:lnTo>
                    <a:pt x="1194" y="1614"/>
                  </a:lnTo>
                  <a:lnTo>
                    <a:pt x="572" y="79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7" name="Google Shape;5997;p63"/>
            <p:cNvSpPr/>
            <p:nvPr/>
          </p:nvSpPr>
          <p:spPr>
            <a:xfrm>
              <a:off x="3006000" y="977800"/>
              <a:ext cx="63500" cy="79450"/>
            </a:xfrm>
            <a:custGeom>
              <a:avLst/>
              <a:gdLst/>
              <a:ahLst/>
              <a:cxnLst/>
              <a:rect l="l" t="t" r="r" b="b"/>
              <a:pathLst>
                <a:path w="2540" h="3178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572" y="791"/>
                  </a:lnTo>
                  <a:lnTo>
                    <a:pt x="1194" y="1614"/>
                  </a:lnTo>
                  <a:lnTo>
                    <a:pt x="1867" y="2421"/>
                  </a:lnTo>
                  <a:lnTo>
                    <a:pt x="2203" y="2808"/>
                  </a:lnTo>
                  <a:lnTo>
                    <a:pt x="2539" y="3178"/>
                  </a:lnTo>
                  <a:lnTo>
                    <a:pt x="2539" y="3178"/>
                  </a:lnTo>
                  <a:lnTo>
                    <a:pt x="2539" y="3178"/>
                  </a:lnTo>
                  <a:lnTo>
                    <a:pt x="2203" y="2808"/>
                  </a:lnTo>
                  <a:lnTo>
                    <a:pt x="1867" y="2421"/>
                  </a:lnTo>
                  <a:lnTo>
                    <a:pt x="1194" y="1614"/>
                  </a:lnTo>
                  <a:lnTo>
                    <a:pt x="572" y="79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8" name="Google Shape;5998;p63"/>
            <p:cNvSpPr/>
            <p:nvPr/>
          </p:nvSpPr>
          <p:spPr>
            <a:xfrm>
              <a:off x="3069475" y="1057225"/>
              <a:ext cx="52125" cy="44575"/>
            </a:xfrm>
            <a:custGeom>
              <a:avLst/>
              <a:gdLst/>
              <a:ahLst/>
              <a:cxnLst/>
              <a:rect l="l" t="t" r="r" b="b"/>
              <a:pathLst>
                <a:path w="2085" h="178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538" y="556"/>
                  </a:lnTo>
                  <a:lnTo>
                    <a:pt x="807" y="808"/>
                  </a:lnTo>
                  <a:lnTo>
                    <a:pt x="1059" y="1043"/>
                  </a:lnTo>
                  <a:lnTo>
                    <a:pt x="1328" y="1262"/>
                  </a:lnTo>
                  <a:lnTo>
                    <a:pt x="1580" y="1463"/>
                  </a:lnTo>
                  <a:lnTo>
                    <a:pt x="1832" y="1631"/>
                  </a:lnTo>
                  <a:lnTo>
                    <a:pt x="2085" y="1783"/>
                  </a:lnTo>
                  <a:lnTo>
                    <a:pt x="2085" y="1783"/>
                  </a:lnTo>
                  <a:lnTo>
                    <a:pt x="1832" y="1631"/>
                  </a:lnTo>
                  <a:lnTo>
                    <a:pt x="1580" y="1463"/>
                  </a:lnTo>
                  <a:lnTo>
                    <a:pt x="1328" y="1262"/>
                  </a:lnTo>
                  <a:lnTo>
                    <a:pt x="1059" y="1043"/>
                  </a:lnTo>
                  <a:lnTo>
                    <a:pt x="807" y="808"/>
                  </a:lnTo>
                  <a:lnTo>
                    <a:pt x="538" y="5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9" name="Google Shape;5999;p63"/>
            <p:cNvSpPr/>
            <p:nvPr/>
          </p:nvSpPr>
          <p:spPr>
            <a:xfrm>
              <a:off x="3069475" y="1057225"/>
              <a:ext cx="52125" cy="44575"/>
            </a:xfrm>
            <a:custGeom>
              <a:avLst/>
              <a:gdLst/>
              <a:ahLst/>
              <a:cxnLst/>
              <a:rect l="l" t="t" r="r" b="b"/>
              <a:pathLst>
                <a:path w="2085" h="178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538" y="556"/>
                  </a:lnTo>
                  <a:lnTo>
                    <a:pt x="807" y="808"/>
                  </a:lnTo>
                  <a:lnTo>
                    <a:pt x="1059" y="1043"/>
                  </a:lnTo>
                  <a:lnTo>
                    <a:pt x="1328" y="1262"/>
                  </a:lnTo>
                  <a:lnTo>
                    <a:pt x="1580" y="1463"/>
                  </a:lnTo>
                  <a:lnTo>
                    <a:pt x="1832" y="1631"/>
                  </a:lnTo>
                  <a:lnTo>
                    <a:pt x="2085" y="1783"/>
                  </a:lnTo>
                  <a:lnTo>
                    <a:pt x="2085" y="1783"/>
                  </a:lnTo>
                  <a:lnTo>
                    <a:pt x="1832" y="1631"/>
                  </a:lnTo>
                  <a:lnTo>
                    <a:pt x="1580" y="1463"/>
                  </a:lnTo>
                  <a:lnTo>
                    <a:pt x="1328" y="1262"/>
                  </a:lnTo>
                  <a:lnTo>
                    <a:pt x="1059" y="1043"/>
                  </a:lnTo>
                  <a:lnTo>
                    <a:pt x="807" y="808"/>
                  </a:lnTo>
                  <a:lnTo>
                    <a:pt x="538" y="55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0" name="Google Shape;6000;p63"/>
            <p:cNvSpPr/>
            <p:nvPr/>
          </p:nvSpPr>
          <p:spPr>
            <a:xfrm>
              <a:off x="2965225" y="913075"/>
              <a:ext cx="40800" cy="64750"/>
            </a:xfrm>
            <a:custGeom>
              <a:avLst/>
              <a:gdLst/>
              <a:ahLst/>
              <a:cxnLst/>
              <a:rect l="l" t="t" r="r" b="b"/>
              <a:pathLst>
                <a:path w="1632" h="2590" extrusionOk="0">
                  <a:moveTo>
                    <a:pt x="1" y="1"/>
                  </a:moveTo>
                  <a:lnTo>
                    <a:pt x="1" y="1"/>
                  </a:lnTo>
                  <a:lnTo>
                    <a:pt x="236" y="454"/>
                  </a:lnTo>
                  <a:lnTo>
                    <a:pt x="606" y="1043"/>
                  </a:lnTo>
                  <a:lnTo>
                    <a:pt x="1077" y="1783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077" y="1783"/>
                  </a:lnTo>
                  <a:lnTo>
                    <a:pt x="606" y="1043"/>
                  </a:lnTo>
                  <a:lnTo>
                    <a:pt x="236" y="4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1" name="Google Shape;6001;p63"/>
            <p:cNvSpPr/>
            <p:nvPr/>
          </p:nvSpPr>
          <p:spPr>
            <a:xfrm>
              <a:off x="2965225" y="913075"/>
              <a:ext cx="40800" cy="64750"/>
            </a:xfrm>
            <a:custGeom>
              <a:avLst/>
              <a:gdLst/>
              <a:ahLst/>
              <a:cxnLst/>
              <a:rect l="l" t="t" r="r" b="b"/>
              <a:pathLst>
                <a:path w="1632" h="2590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36" y="454"/>
                  </a:lnTo>
                  <a:lnTo>
                    <a:pt x="606" y="1043"/>
                  </a:lnTo>
                  <a:lnTo>
                    <a:pt x="1077" y="1783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077" y="1783"/>
                  </a:lnTo>
                  <a:lnTo>
                    <a:pt x="606" y="1043"/>
                  </a:lnTo>
                  <a:lnTo>
                    <a:pt x="236" y="45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2" name="Google Shape;6002;p63"/>
            <p:cNvSpPr/>
            <p:nvPr/>
          </p:nvSpPr>
          <p:spPr>
            <a:xfrm>
              <a:off x="3121575" y="1093800"/>
              <a:ext cx="104250" cy="8000"/>
            </a:xfrm>
            <a:custGeom>
              <a:avLst/>
              <a:gdLst/>
              <a:ahLst/>
              <a:cxnLst/>
              <a:rect l="l" t="t" r="r" b="b"/>
              <a:pathLst>
                <a:path w="4170" h="320" extrusionOk="0">
                  <a:moveTo>
                    <a:pt x="1" y="320"/>
                  </a:moveTo>
                  <a:lnTo>
                    <a:pt x="1" y="320"/>
                  </a:lnTo>
                  <a:lnTo>
                    <a:pt x="1" y="320"/>
                  </a:lnTo>
                  <a:lnTo>
                    <a:pt x="1" y="320"/>
                  </a:lnTo>
                  <a:lnTo>
                    <a:pt x="1" y="320"/>
                  </a:lnTo>
                  <a:close/>
                  <a:moveTo>
                    <a:pt x="4170" y="0"/>
                  </a:moveTo>
                  <a:lnTo>
                    <a:pt x="4170" y="0"/>
                  </a:lnTo>
                  <a:lnTo>
                    <a:pt x="3396" y="253"/>
                  </a:lnTo>
                  <a:lnTo>
                    <a:pt x="3396" y="253"/>
                  </a:lnTo>
                  <a:lnTo>
                    <a:pt x="4170" y="0"/>
                  </a:lnTo>
                  <a:lnTo>
                    <a:pt x="4170" y="0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3" name="Google Shape;6003;p63"/>
            <p:cNvSpPr/>
            <p:nvPr/>
          </p:nvSpPr>
          <p:spPr>
            <a:xfrm>
              <a:off x="3121575" y="1101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4" name="Google Shape;6004;p63"/>
            <p:cNvSpPr/>
            <p:nvPr/>
          </p:nvSpPr>
          <p:spPr>
            <a:xfrm>
              <a:off x="3206475" y="1093800"/>
              <a:ext cx="19350" cy="6325"/>
            </a:xfrm>
            <a:custGeom>
              <a:avLst/>
              <a:gdLst/>
              <a:ahLst/>
              <a:cxnLst/>
              <a:rect l="l" t="t" r="r" b="b"/>
              <a:pathLst>
                <a:path w="774" h="253" fill="none" extrusionOk="0">
                  <a:moveTo>
                    <a:pt x="774" y="0"/>
                  </a:moveTo>
                  <a:lnTo>
                    <a:pt x="774" y="0"/>
                  </a:lnTo>
                  <a:lnTo>
                    <a:pt x="0" y="253"/>
                  </a:lnTo>
                  <a:lnTo>
                    <a:pt x="0" y="253"/>
                  </a:lnTo>
                  <a:lnTo>
                    <a:pt x="774" y="0"/>
                  </a:lnTo>
                  <a:lnTo>
                    <a:pt x="77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5" name="Google Shape;6005;p63"/>
            <p:cNvSpPr/>
            <p:nvPr/>
          </p:nvSpPr>
          <p:spPr>
            <a:xfrm>
              <a:off x="2953050" y="858025"/>
              <a:ext cx="272775" cy="252600"/>
            </a:xfrm>
            <a:custGeom>
              <a:avLst/>
              <a:gdLst/>
              <a:ahLst/>
              <a:cxnLst/>
              <a:rect l="l" t="t" r="r" b="b"/>
              <a:pathLst>
                <a:path w="10911" h="10104" extrusionOk="0">
                  <a:moveTo>
                    <a:pt x="269" y="0"/>
                  </a:moveTo>
                  <a:lnTo>
                    <a:pt x="219" y="51"/>
                  </a:lnTo>
                  <a:lnTo>
                    <a:pt x="169" y="101"/>
                  </a:lnTo>
                  <a:lnTo>
                    <a:pt x="118" y="168"/>
                  </a:lnTo>
                  <a:lnTo>
                    <a:pt x="84" y="236"/>
                  </a:lnTo>
                  <a:lnTo>
                    <a:pt x="51" y="303"/>
                  </a:lnTo>
                  <a:lnTo>
                    <a:pt x="34" y="404"/>
                  </a:lnTo>
                  <a:lnTo>
                    <a:pt x="0" y="606"/>
                  </a:lnTo>
                  <a:lnTo>
                    <a:pt x="17" y="841"/>
                  </a:lnTo>
                  <a:lnTo>
                    <a:pt x="68" y="1127"/>
                  </a:lnTo>
                  <a:lnTo>
                    <a:pt x="169" y="1429"/>
                  </a:lnTo>
                  <a:lnTo>
                    <a:pt x="303" y="1799"/>
                  </a:lnTo>
                  <a:lnTo>
                    <a:pt x="488" y="2186"/>
                  </a:lnTo>
                  <a:lnTo>
                    <a:pt x="488" y="2203"/>
                  </a:lnTo>
                  <a:lnTo>
                    <a:pt x="639" y="2488"/>
                  </a:lnTo>
                  <a:lnTo>
                    <a:pt x="841" y="2841"/>
                  </a:lnTo>
                  <a:lnTo>
                    <a:pt x="1093" y="3262"/>
                  </a:lnTo>
                  <a:lnTo>
                    <a:pt x="1396" y="3732"/>
                  </a:lnTo>
                  <a:lnTo>
                    <a:pt x="1732" y="4254"/>
                  </a:lnTo>
                  <a:lnTo>
                    <a:pt x="2119" y="4791"/>
                  </a:lnTo>
                  <a:lnTo>
                    <a:pt x="2522" y="5363"/>
                  </a:lnTo>
                  <a:lnTo>
                    <a:pt x="2959" y="5951"/>
                  </a:lnTo>
                  <a:lnTo>
                    <a:pt x="3413" y="6523"/>
                  </a:lnTo>
                  <a:lnTo>
                    <a:pt x="3884" y="7111"/>
                  </a:lnTo>
                  <a:lnTo>
                    <a:pt x="4371" y="7666"/>
                  </a:lnTo>
                  <a:lnTo>
                    <a:pt x="4859" y="8187"/>
                  </a:lnTo>
                  <a:lnTo>
                    <a:pt x="5346" y="8658"/>
                  </a:lnTo>
                  <a:lnTo>
                    <a:pt x="5817" y="9095"/>
                  </a:lnTo>
                  <a:lnTo>
                    <a:pt x="6052" y="9280"/>
                  </a:lnTo>
                  <a:lnTo>
                    <a:pt x="6288" y="9465"/>
                  </a:lnTo>
                  <a:lnTo>
                    <a:pt x="6523" y="9616"/>
                  </a:lnTo>
                  <a:lnTo>
                    <a:pt x="6742" y="9751"/>
                  </a:lnTo>
                  <a:lnTo>
                    <a:pt x="7011" y="9902"/>
                  </a:lnTo>
                  <a:lnTo>
                    <a:pt x="7263" y="10003"/>
                  </a:lnTo>
                  <a:lnTo>
                    <a:pt x="7515" y="10070"/>
                  </a:lnTo>
                  <a:lnTo>
                    <a:pt x="7750" y="10104"/>
                  </a:lnTo>
                  <a:lnTo>
                    <a:pt x="8171" y="10104"/>
                  </a:lnTo>
                  <a:lnTo>
                    <a:pt x="8423" y="10070"/>
                  </a:lnTo>
                  <a:lnTo>
                    <a:pt x="8692" y="10037"/>
                  </a:lnTo>
                  <a:lnTo>
                    <a:pt x="8977" y="9986"/>
                  </a:lnTo>
                  <a:lnTo>
                    <a:pt x="9549" y="9852"/>
                  </a:lnTo>
                  <a:lnTo>
                    <a:pt x="10137" y="9684"/>
                  </a:lnTo>
                  <a:lnTo>
                    <a:pt x="10911" y="9431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6" name="Google Shape;6006;p63"/>
            <p:cNvSpPr/>
            <p:nvPr/>
          </p:nvSpPr>
          <p:spPr>
            <a:xfrm>
              <a:off x="2953050" y="858025"/>
              <a:ext cx="272775" cy="252600"/>
            </a:xfrm>
            <a:custGeom>
              <a:avLst/>
              <a:gdLst/>
              <a:ahLst/>
              <a:cxnLst/>
              <a:rect l="l" t="t" r="r" b="b"/>
              <a:pathLst>
                <a:path w="10911" h="10104" fill="none" extrusionOk="0">
                  <a:moveTo>
                    <a:pt x="286" y="0"/>
                  </a:moveTo>
                  <a:lnTo>
                    <a:pt x="286" y="0"/>
                  </a:lnTo>
                  <a:lnTo>
                    <a:pt x="269" y="0"/>
                  </a:lnTo>
                  <a:lnTo>
                    <a:pt x="269" y="0"/>
                  </a:lnTo>
                  <a:lnTo>
                    <a:pt x="219" y="51"/>
                  </a:lnTo>
                  <a:lnTo>
                    <a:pt x="169" y="101"/>
                  </a:lnTo>
                  <a:lnTo>
                    <a:pt x="118" y="168"/>
                  </a:lnTo>
                  <a:lnTo>
                    <a:pt x="84" y="236"/>
                  </a:lnTo>
                  <a:lnTo>
                    <a:pt x="51" y="303"/>
                  </a:lnTo>
                  <a:lnTo>
                    <a:pt x="34" y="404"/>
                  </a:lnTo>
                  <a:lnTo>
                    <a:pt x="0" y="606"/>
                  </a:lnTo>
                  <a:lnTo>
                    <a:pt x="17" y="841"/>
                  </a:lnTo>
                  <a:lnTo>
                    <a:pt x="68" y="1127"/>
                  </a:lnTo>
                  <a:lnTo>
                    <a:pt x="169" y="1429"/>
                  </a:lnTo>
                  <a:lnTo>
                    <a:pt x="303" y="1799"/>
                  </a:lnTo>
                  <a:lnTo>
                    <a:pt x="303" y="1799"/>
                  </a:lnTo>
                  <a:lnTo>
                    <a:pt x="488" y="2186"/>
                  </a:lnTo>
                  <a:lnTo>
                    <a:pt x="488" y="2186"/>
                  </a:lnTo>
                  <a:lnTo>
                    <a:pt x="488" y="2203"/>
                  </a:lnTo>
                  <a:lnTo>
                    <a:pt x="488" y="2203"/>
                  </a:lnTo>
                  <a:lnTo>
                    <a:pt x="488" y="2203"/>
                  </a:lnTo>
                  <a:lnTo>
                    <a:pt x="639" y="2488"/>
                  </a:lnTo>
                  <a:lnTo>
                    <a:pt x="841" y="2841"/>
                  </a:lnTo>
                  <a:lnTo>
                    <a:pt x="1093" y="3262"/>
                  </a:lnTo>
                  <a:lnTo>
                    <a:pt x="1396" y="3732"/>
                  </a:lnTo>
                  <a:lnTo>
                    <a:pt x="1732" y="4254"/>
                  </a:lnTo>
                  <a:lnTo>
                    <a:pt x="2119" y="4791"/>
                  </a:lnTo>
                  <a:lnTo>
                    <a:pt x="2522" y="5363"/>
                  </a:lnTo>
                  <a:lnTo>
                    <a:pt x="2959" y="5951"/>
                  </a:lnTo>
                  <a:lnTo>
                    <a:pt x="3413" y="6523"/>
                  </a:lnTo>
                  <a:lnTo>
                    <a:pt x="3884" y="7111"/>
                  </a:lnTo>
                  <a:lnTo>
                    <a:pt x="4371" y="7666"/>
                  </a:lnTo>
                  <a:lnTo>
                    <a:pt x="4859" y="8187"/>
                  </a:lnTo>
                  <a:lnTo>
                    <a:pt x="5346" y="8658"/>
                  </a:lnTo>
                  <a:lnTo>
                    <a:pt x="5817" y="9095"/>
                  </a:lnTo>
                  <a:lnTo>
                    <a:pt x="6052" y="9280"/>
                  </a:lnTo>
                  <a:lnTo>
                    <a:pt x="6288" y="9465"/>
                  </a:lnTo>
                  <a:lnTo>
                    <a:pt x="6523" y="9616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7011" y="9902"/>
                  </a:lnTo>
                  <a:lnTo>
                    <a:pt x="7263" y="10003"/>
                  </a:lnTo>
                  <a:lnTo>
                    <a:pt x="7515" y="10070"/>
                  </a:lnTo>
                  <a:lnTo>
                    <a:pt x="7750" y="10104"/>
                  </a:lnTo>
                  <a:lnTo>
                    <a:pt x="7750" y="10104"/>
                  </a:lnTo>
                  <a:lnTo>
                    <a:pt x="7918" y="10104"/>
                  </a:lnTo>
                  <a:lnTo>
                    <a:pt x="7918" y="10104"/>
                  </a:lnTo>
                  <a:lnTo>
                    <a:pt x="8171" y="10104"/>
                  </a:lnTo>
                  <a:lnTo>
                    <a:pt x="8423" y="10070"/>
                  </a:lnTo>
                  <a:lnTo>
                    <a:pt x="8692" y="10037"/>
                  </a:lnTo>
                  <a:lnTo>
                    <a:pt x="8977" y="9986"/>
                  </a:lnTo>
                  <a:lnTo>
                    <a:pt x="9549" y="9852"/>
                  </a:lnTo>
                  <a:lnTo>
                    <a:pt x="10137" y="9684"/>
                  </a:lnTo>
                  <a:lnTo>
                    <a:pt x="10137" y="9684"/>
                  </a:lnTo>
                  <a:lnTo>
                    <a:pt x="10911" y="9431"/>
                  </a:lnTo>
                  <a:lnTo>
                    <a:pt x="2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7" name="Google Shape;6007;p63"/>
            <p:cNvSpPr/>
            <p:nvPr/>
          </p:nvSpPr>
          <p:spPr>
            <a:xfrm>
              <a:off x="3217825" y="950050"/>
              <a:ext cx="68100" cy="106375"/>
            </a:xfrm>
            <a:custGeom>
              <a:avLst/>
              <a:gdLst/>
              <a:ahLst/>
              <a:cxnLst/>
              <a:rect l="l" t="t" r="r" b="b"/>
              <a:pathLst>
                <a:path w="2724" h="4255" extrusionOk="0">
                  <a:moveTo>
                    <a:pt x="0" y="1"/>
                  </a:moveTo>
                  <a:lnTo>
                    <a:pt x="0" y="18"/>
                  </a:lnTo>
                  <a:lnTo>
                    <a:pt x="68" y="169"/>
                  </a:lnTo>
                  <a:lnTo>
                    <a:pt x="135" y="304"/>
                  </a:lnTo>
                  <a:lnTo>
                    <a:pt x="320" y="573"/>
                  </a:lnTo>
                  <a:lnTo>
                    <a:pt x="639" y="1127"/>
                  </a:lnTo>
                  <a:lnTo>
                    <a:pt x="1312" y="2153"/>
                  </a:lnTo>
                  <a:lnTo>
                    <a:pt x="1984" y="3178"/>
                  </a:lnTo>
                  <a:lnTo>
                    <a:pt x="2320" y="3716"/>
                  </a:lnTo>
                  <a:lnTo>
                    <a:pt x="2505" y="3985"/>
                  </a:lnTo>
                  <a:lnTo>
                    <a:pt x="2690" y="4254"/>
                  </a:lnTo>
                  <a:lnTo>
                    <a:pt x="2724" y="4254"/>
                  </a:lnTo>
                  <a:lnTo>
                    <a:pt x="2724" y="4237"/>
                  </a:lnTo>
                  <a:lnTo>
                    <a:pt x="2572" y="3952"/>
                  </a:lnTo>
                  <a:lnTo>
                    <a:pt x="2404" y="3683"/>
                  </a:lnTo>
                  <a:lnTo>
                    <a:pt x="2068" y="3145"/>
                  </a:lnTo>
                  <a:lnTo>
                    <a:pt x="1396" y="2069"/>
                  </a:lnTo>
                  <a:lnTo>
                    <a:pt x="723" y="1010"/>
                  </a:lnTo>
                  <a:lnTo>
                    <a:pt x="370" y="505"/>
                  </a:lnTo>
                  <a:lnTo>
                    <a:pt x="202" y="253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8" name="Google Shape;6008;p63"/>
            <p:cNvSpPr/>
            <p:nvPr/>
          </p:nvSpPr>
          <p:spPr>
            <a:xfrm>
              <a:off x="2789150" y="857600"/>
              <a:ext cx="290850" cy="363150"/>
            </a:xfrm>
            <a:custGeom>
              <a:avLst/>
              <a:gdLst/>
              <a:ahLst/>
              <a:cxnLst/>
              <a:rect l="l" t="t" r="r" b="b"/>
              <a:pathLst>
                <a:path w="11634" h="14526" extrusionOk="0">
                  <a:moveTo>
                    <a:pt x="6607" y="1"/>
                  </a:moveTo>
                  <a:lnTo>
                    <a:pt x="6355" y="17"/>
                  </a:lnTo>
                  <a:lnTo>
                    <a:pt x="6119" y="51"/>
                  </a:lnTo>
                  <a:lnTo>
                    <a:pt x="5867" y="135"/>
                  </a:lnTo>
                  <a:lnTo>
                    <a:pt x="5615" y="236"/>
                  </a:lnTo>
                  <a:lnTo>
                    <a:pt x="5380" y="370"/>
                  </a:lnTo>
                  <a:lnTo>
                    <a:pt x="5128" y="538"/>
                  </a:lnTo>
                  <a:lnTo>
                    <a:pt x="4892" y="740"/>
                  </a:lnTo>
                  <a:lnTo>
                    <a:pt x="4640" y="976"/>
                  </a:lnTo>
                  <a:lnTo>
                    <a:pt x="4405" y="1245"/>
                  </a:lnTo>
                  <a:lnTo>
                    <a:pt x="4169" y="1564"/>
                  </a:lnTo>
                  <a:lnTo>
                    <a:pt x="3951" y="1917"/>
                  </a:lnTo>
                  <a:lnTo>
                    <a:pt x="3715" y="2304"/>
                  </a:lnTo>
                  <a:lnTo>
                    <a:pt x="3497" y="2724"/>
                  </a:lnTo>
                  <a:lnTo>
                    <a:pt x="3278" y="3178"/>
                  </a:lnTo>
                  <a:lnTo>
                    <a:pt x="3060" y="3665"/>
                  </a:lnTo>
                  <a:lnTo>
                    <a:pt x="2841" y="4170"/>
                  </a:lnTo>
                  <a:lnTo>
                    <a:pt x="2639" y="4691"/>
                  </a:lnTo>
                  <a:lnTo>
                    <a:pt x="2438" y="5229"/>
                  </a:lnTo>
                  <a:lnTo>
                    <a:pt x="2051" y="6338"/>
                  </a:lnTo>
                  <a:lnTo>
                    <a:pt x="1698" y="7481"/>
                  </a:lnTo>
                  <a:lnTo>
                    <a:pt x="1379" y="8608"/>
                  </a:lnTo>
                  <a:lnTo>
                    <a:pt x="1076" y="9717"/>
                  </a:lnTo>
                  <a:lnTo>
                    <a:pt x="807" y="10760"/>
                  </a:lnTo>
                  <a:lnTo>
                    <a:pt x="572" y="11718"/>
                  </a:lnTo>
                  <a:lnTo>
                    <a:pt x="370" y="12558"/>
                  </a:lnTo>
                  <a:lnTo>
                    <a:pt x="101" y="13802"/>
                  </a:lnTo>
                  <a:lnTo>
                    <a:pt x="0" y="14273"/>
                  </a:lnTo>
                  <a:lnTo>
                    <a:pt x="521" y="14307"/>
                  </a:lnTo>
                  <a:lnTo>
                    <a:pt x="1160" y="14340"/>
                  </a:lnTo>
                  <a:lnTo>
                    <a:pt x="2791" y="14391"/>
                  </a:lnTo>
                  <a:lnTo>
                    <a:pt x="4690" y="14441"/>
                  </a:lnTo>
                  <a:lnTo>
                    <a:pt x="6674" y="14475"/>
                  </a:lnTo>
                  <a:lnTo>
                    <a:pt x="10137" y="14508"/>
                  </a:lnTo>
                  <a:lnTo>
                    <a:pt x="11633" y="14525"/>
                  </a:lnTo>
                  <a:lnTo>
                    <a:pt x="11633" y="14525"/>
                  </a:lnTo>
                  <a:lnTo>
                    <a:pt x="10910" y="8793"/>
                  </a:lnTo>
                  <a:lnTo>
                    <a:pt x="11045" y="8557"/>
                  </a:lnTo>
                  <a:lnTo>
                    <a:pt x="11163" y="8305"/>
                  </a:lnTo>
                  <a:lnTo>
                    <a:pt x="11297" y="7952"/>
                  </a:lnTo>
                  <a:lnTo>
                    <a:pt x="11432" y="7566"/>
                  </a:lnTo>
                  <a:lnTo>
                    <a:pt x="11482" y="7347"/>
                  </a:lnTo>
                  <a:lnTo>
                    <a:pt x="11516" y="7112"/>
                  </a:lnTo>
                  <a:lnTo>
                    <a:pt x="11549" y="6893"/>
                  </a:lnTo>
                  <a:lnTo>
                    <a:pt x="11566" y="6658"/>
                  </a:lnTo>
                  <a:lnTo>
                    <a:pt x="11549" y="6406"/>
                  </a:lnTo>
                  <a:lnTo>
                    <a:pt x="11516" y="6170"/>
                  </a:lnTo>
                  <a:lnTo>
                    <a:pt x="11432" y="5884"/>
                  </a:lnTo>
                  <a:lnTo>
                    <a:pt x="11314" y="5548"/>
                  </a:lnTo>
                  <a:lnTo>
                    <a:pt x="11146" y="5162"/>
                  </a:lnTo>
                  <a:lnTo>
                    <a:pt x="10927" y="4758"/>
                  </a:lnTo>
                  <a:lnTo>
                    <a:pt x="10692" y="4338"/>
                  </a:lnTo>
                  <a:lnTo>
                    <a:pt x="10440" y="3901"/>
                  </a:lnTo>
                  <a:lnTo>
                    <a:pt x="9885" y="3010"/>
                  </a:lnTo>
                  <a:lnTo>
                    <a:pt x="9330" y="2186"/>
                  </a:lnTo>
                  <a:lnTo>
                    <a:pt x="8843" y="1497"/>
                  </a:lnTo>
                  <a:lnTo>
                    <a:pt x="8473" y="976"/>
                  </a:lnTo>
                  <a:lnTo>
                    <a:pt x="8288" y="740"/>
                  </a:lnTo>
                  <a:lnTo>
                    <a:pt x="8103" y="572"/>
                  </a:lnTo>
                  <a:lnTo>
                    <a:pt x="7918" y="421"/>
                  </a:lnTo>
                  <a:lnTo>
                    <a:pt x="7716" y="286"/>
                  </a:lnTo>
                  <a:lnTo>
                    <a:pt x="7515" y="185"/>
                  </a:lnTo>
                  <a:lnTo>
                    <a:pt x="7296" y="101"/>
                  </a:lnTo>
                  <a:lnTo>
                    <a:pt x="7061" y="34"/>
                  </a:lnTo>
                  <a:lnTo>
                    <a:pt x="68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9" name="Google Shape;6009;p63"/>
            <p:cNvSpPr/>
            <p:nvPr/>
          </p:nvSpPr>
          <p:spPr>
            <a:xfrm>
              <a:off x="3029125" y="920650"/>
              <a:ext cx="50025" cy="137875"/>
            </a:xfrm>
            <a:custGeom>
              <a:avLst/>
              <a:gdLst/>
              <a:ahLst/>
              <a:cxnLst/>
              <a:rect l="l" t="t" r="r" b="b"/>
              <a:pathLst>
                <a:path w="2001" h="5515" extrusionOk="0">
                  <a:moveTo>
                    <a:pt x="0" y="0"/>
                  </a:moveTo>
                  <a:lnTo>
                    <a:pt x="370" y="673"/>
                  </a:lnTo>
                  <a:lnTo>
                    <a:pt x="757" y="1328"/>
                  </a:lnTo>
                  <a:lnTo>
                    <a:pt x="1127" y="2001"/>
                  </a:lnTo>
                  <a:lnTo>
                    <a:pt x="1480" y="2690"/>
                  </a:lnTo>
                  <a:lnTo>
                    <a:pt x="1614" y="3009"/>
                  </a:lnTo>
                  <a:lnTo>
                    <a:pt x="1732" y="3346"/>
                  </a:lnTo>
                  <a:lnTo>
                    <a:pt x="1816" y="3699"/>
                  </a:lnTo>
                  <a:lnTo>
                    <a:pt x="1849" y="4068"/>
                  </a:lnTo>
                  <a:lnTo>
                    <a:pt x="1866" y="4421"/>
                  </a:lnTo>
                  <a:lnTo>
                    <a:pt x="1833" y="4791"/>
                  </a:lnTo>
                  <a:lnTo>
                    <a:pt x="1782" y="5144"/>
                  </a:lnTo>
                  <a:lnTo>
                    <a:pt x="1681" y="5497"/>
                  </a:lnTo>
                  <a:lnTo>
                    <a:pt x="1698" y="5514"/>
                  </a:lnTo>
                  <a:lnTo>
                    <a:pt x="1715" y="5514"/>
                  </a:lnTo>
                  <a:lnTo>
                    <a:pt x="1799" y="5262"/>
                  </a:lnTo>
                  <a:lnTo>
                    <a:pt x="1883" y="4993"/>
                  </a:lnTo>
                  <a:lnTo>
                    <a:pt x="1950" y="4741"/>
                  </a:lnTo>
                  <a:lnTo>
                    <a:pt x="1984" y="4472"/>
                  </a:lnTo>
                  <a:lnTo>
                    <a:pt x="2001" y="4203"/>
                  </a:lnTo>
                  <a:lnTo>
                    <a:pt x="1984" y="3934"/>
                  </a:lnTo>
                  <a:lnTo>
                    <a:pt x="1950" y="3665"/>
                  </a:lnTo>
                  <a:lnTo>
                    <a:pt x="1883" y="3413"/>
                  </a:lnTo>
                  <a:lnTo>
                    <a:pt x="1799" y="3127"/>
                  </a:lnTo>
                  <a:lnTo>
                    <a:pt x="1681" y="2858"/>
                  </a:lnTo>
                  <a:lnTo>
                    <a:pt x="1564" y="2589"/>
                  </a:lnTo>
                  <a:lnTo>
                    <a:pt x="1412" y="2337"/>
                  </a:lnTo>
                  <a:lnTo>
                    <a:pt x="975" y="1580"/>
                  </a:lnTo>
                  <a:lnTo>
                    <a:pt x="858" y="1328"/>
                  </a:lnTo>
                  <a:lnTo>
                    <a:pt x="740" y="1093"/>
                  </a:lnTo>
                  <a:lnTo>
                    <a:pt x="488" y="605"/>
                  </a:lnTo>
                  <a:lnTo>
                    <a:pt x="471" y="605"/>
                  </a:lnTo>
                  <a:lnTo>
                    <a:pt x="572" y="858"/>
                  </a:lnTo>
                  <a:lnTo>
                    <a:pt x="689" y="1093"/>
                  </a:lnTo>
                  <a:lnTo>
                    <a:pt x="353" y="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0" name="Google Shape;6010;p63"/>
            <p:cNvSpPr/>
            <p:nvPr/>
          </p:nvSpPr>
          <p:spPr>
            <a:xfrm>
              <a:off x="2934125" y="791625"/>
              <a:ext cx="55925" cy="107200"/>
            </a:xfrm>
            <a:custGeom>
              <a:avLst/>
              <a:gdLst/>
              <a:ahLst/>
              <a:cxnLst/>
              <a:rect l="l" t="t" r="r" b="b"/>
              <a:pathLst>
                <a:path w="2237" h="4288" extrusionOk="0">
                  <a:moveTo>
                    <a:pt x="18" y="0"/>
                  </a:moveTo>
                  <a:lnTo>
                    <a:pt x="1" y="975"/>
                  </a:lnTo>
                  <a:lnTo>
                    <a:pt x="1" y="1059"/>
                  </a:lnTo>
                  <a:lnTo>
                    <a:pt x="1" y="1143"/>
                  </a:lnTo>
                  <a:lnTo>
                    <a:pt x="1" y="1396"/>
                  </a:lnTo>
                  <a:lnTo>
                    <a:pt x="1" y="1580"/>
                  </a:lnTo>
                  <a:lnTo>
                    <a:pt x="1" y="1782"/>
                  </a:lnTo>
                  <a:lnTo>
                    <a:pt x="1" y="2118"/>
                  </a:lnTo>
                  <a:lnTo>
                    <a:pt x="18" y="2471"/>
                  </a:lnTo>
                  <a:lnTo>
                    <a:pt x="51" y="2824"/>
                  </a:lnTo>
                  <a:lnTo>
                    <a:pt x="102" y="3161"/>
                  </a:lnTo>
                  <a:lnTo>
                    <a:pt x="169" y="3262"/>
                  </a:lnTo>
                  <a:lnTo>
                    <a:pt x="304" y="3430"/>
                  </a:lnTo>
                  <a:lnTo>
                    <a:pt x="505" y="3631"/>
                  </a:lnTo>
                  <a:lnTo>
                    <a:pt x="757" y="3833"/>
                  </a:lnTo>
                  <a:lnTo>
                    <a:pt x="909" y="3934"/>
                  </a:lnTo>
                  <a:lnTo>
                    <a:pt x="1060" y="4035"/>
                  </a:lnTo>
                  <a:lnTo>
                    <a:pt x="1211" y="4119"/>
                  </a:lnTo>
                  <a:lnTo>
                    <a:pt x="1363" y="4186"/>
                  </a:lnTo>
                  <a:lnTo>
                    <a:pt x="1531" y="4237"/>
                  </a:lnTo>
                  <a:lnTo>
                    <a:pt x="1682" y="4270"/>
                  </a:lnTo>
                  <a:lnTo>
                    <a:pt x="1850" y="4287"/>
                  </a:lnTo>
                  <a:lnTo>
                    <a:pt x="2001" y="4270"/>
                  </a:lnTo>
                  <a:lnTo>
                    <a:pt x="2052" y="4253"/>
                  </a:lnTo>
                  <a:lnTo>
                    <a:pt x="2086" y="4186"/>
                  </a:lnTo>
                  <a:lnTo>
                    <a:pt x="2102" y="4119"/>
                  </a:lnTo>
                  <a:lnTo>
                    <a:pt x="2136" y="4018"/>
                  </a:lnTo>
                  <a:lnTo>
                    <a:pt x="2153" y="3766"/>
                  </a:lnTo>
                  <a:lnTo>
                    <a:pt x="2136" y="3497"/>
                  </a:lnTo>
                  <a:lnTo>
                    <a:pt x="2102" y="2976"/>
                  </a:lnTo>
                  <a:lnTo>
                    <a:pt x="2086" y="2740"/>
                  </a:lnTo>
                  <a:lnTo>
                    <a:pt x="2086" y="2640"/>
                  </a:lnTo>
                  <a:lnTo>
                    <a:pt x="2237" y="1059"/>
                  </a:lnTo>
                  <a:lnTo>
                    <a:pt x="304" y="1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1" name="Google Shape;6011;p63"/>
            <p:cNvSpPr/>
            <p:nvPr/>
          </p:nvSpPr>
          <p:spPr>
            <a:xfrm>
              <a:off x="2934125" y="791625"/>
              <a:ext cx="56350" cy="66000"/>
            </a:xfrm>
            <a:custGeom>
              <a:avLst/>
              <a:gdLst/>
              <a:ahLst/>
              <a:cxnLst/>
              <a:rect l="l" t="t" r="r" b="b"/>
              <a:pathLst>
                <a:path w="2254" h="2640" extrusionOk="0">
                  <a:moveTo>
                    <a:pt x="35" y="0"/>
                  </a:moveTo>
                  <a:lnTo>
                    <a:pt x="1" y="975"/>
                  </a:lnTo>
                  <a:lnTo>
                    <a:pt x="169" y="1278"/>
                  </a:lnTo>
                  <a:lnTo>
                    <a:pt x="388" y="1564"/>
                  </a:lnTo>
                  <a:lnTo>
                    <a:pt x="606" y="1816"/>
                  </a:lnTo>
                  <a:lnTo>
                    <a:pt x="858" y="2034"/>
                  </a:lnTo>
                  <a:lnTo>
                    <a:pt x="1144" y="2236"/>
                  </a:lnTo>
                  <a:lnTo>
                    <a:pt x="1447" y="2404"/>
                  </a:lnTo>
                  <a:lnTo>
                    <a:pt x="1766" y="2539"/>
                  </a:lnTo>
                  <a:lnTo>
                    <a:pt x="2086" y="2640"/>
                  </a:lnTo>
                  <a:lnTo>
                    <a:pt x="2254" y="1059"/>
                  </a:lnTo>
                  <a:lnTo>
                    <a:pt x="304" y="118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2" name="Google Shape;6012;p63"/>
            <p:cNvSpPr/>
            <p:nvPr/>
          </p:nvSpPr>
          <p:spPr>
            <a:xfrm>
              <a:off x="2915225" y="678975"/>
              <a:ext cx="126100" cy="162675"/>
            </a:xfrm>
            <a:custGeom>
              <a:avLst/>
              <a:gdLst/>
              <a:ahLst/>
              <a:cxnLst/>
              <a:rect l="l" t="t" r="r" b="b"/>
              <a:pathLst>
                <a:path w="5044" h="6507" extrusionOk="0">
                  <a:moveTo>
                    <a:pt x="2320" y="1"/>
                  </a:moveTo>
                  <a:lnTo>
                    <a:pt x="2085" y="18"/>
                  </a:lnTo>
                  <a:lnTo>
                    <a:pt x="1850" y="51"/>
                  </a:lnTo>
                  <a:lnTo>
                    <a:pt x="1631" y="118"/>
                  </a:lnTo>
                  <a:lnTo>
                    <a:pt x="1396" y="203"/>
                  </a:lnTo>
                  <a:lnTo>
                    <a:pt x="1194" y="303"/>
                  </a:lnTo>
                  <a:lnTo>
                    <a:pt x="975" y="438"/>
                  </a:lnTo>
                  <a:lnTo>
                    <a:pt x="791" y="589"/>
                  </a:lnTo>
                  <a:lnTo>
                    <a:pt x="606" y="774"/>
                  </a:lnTo>
                  <a:lnTo>
                    <a:pt x="454" y="976"/>
                  </a:lnTo>
                  <a:lnTo>
                    <a:pt x="320" y="1228"/>
                  </a:lnTo>
                  <a:lnTo>
                    <a:pt x="202" y="1497"/>
                  </a:lnTo>
                  <a:lnTo>
                    <a:pt x="101" y="1800"/>
                  </a:lnTo>
                  <a:lnTo>
                    <a:pt x="34" y="2136"/>
                  </a:lnTo>
                  <a:lnTo>
                    <a:pt x="0" y="2522"/>
                  </a:lnTo>
                  <a:lnTo>
                    <a:pt x="0" y="2926"/>
                  </a:lnTo>
                  <a:lnTo>
                    <a:pt x="34" y="3380"/>
                  </a:lnTo>
                  <a:lnTo>
                    <a:pt x="118" y="3867"/>
                  </a:lnTo>
                  <a:lnTo>
                    <a:pt x="169" y="4120"/>
                  </a:lnTo>
                  <a:lnTo>
                    <a:pt x="219" y="4355"/>
                  </a:lnTo>
                  <a:lnTo>
                    <a:pt x="286" y="4573"/>
                  </a:lnTo>
                  <a:lnTo>
                    <a:pt x="353" y="4775"/>
                  </a:lnTo>
                  <a:lnTo>
                    <a:pt x="438" y="4960"/>
                  </a:lnTo>
                  <a:lnTo>
                    <a:pt x="522" y="5128"/>
                  </a:lnTo>
                  <a:lnTo>
                    <a:pt x="606" y="5296"/>
                  </a:lnTo>
                  <a:lnTo>
                    <a:pt x="690" y="5448"/>
                  </a:lnTo>
                  <a:lnTo>
                    <a:pt x="791" y="5582"/>
                  </a:lnTo>
                  <a:lnTo>
                    <a:pt x="891" y="5700"/>
                  </a:lnTo>
                  <a:lnTo>
                    <a:pt x="1093" y="5918"/>
                  </a:lnTo>
                  <a:lnTo>
                    <a:pt x="1312" y="6086"/>
                  </a:lnTo>
                  <a:lnTo>
                    <a:pt x="1530" y="6221"/>
                  </a:lnTo>
                  <a:lnTo>
                    <a:pt x="1749" y="6339"/>
                  </a:lnTo>
                  <a:lnTo>
                    <a:pt x="1967" y="6406"/>
                  </a:lnTo>
                  <a:lnTo>
                    <a:pt x="2186" y="6456"/>
                  </a:lnTo>
                  <a:lnTo>
                    <a:pt x="2388" y="6490"/>
                  </a:lnTo>
                  <a:lnTo>
                    <a:pt x="2573" y="6507"/>
                  </a:lnTo>
                  <a:lnTo>
                    <a:pt x="2993" y="6507"/>
                  </a:lnTo>
                  <a:lnTo>
                    <a:pt x="3110" y="6490"/>
                  </a:lnTo>
                  <a:lnTo>
                    <a:pt x="3262" y="6473"/>
                  </a:lnTo>
                  <a:lnTo>
                    <a:pt x="3413" y="6423"/>
                  </a:lnTo>
                  <a:lnTo>
                    <a:pt x="3581" y="6372"/>
                  </a:lnTo>
                  <a:lnTo>
                    <a:pt x="3766" y="6288"/>
                  </a:lnTo>
                  <a:lnTo>
                    <a:pt x="3951" y="6187"/>
                  </a:lnTo>
                  <a:lnTo>
                    <a:pt x="4136" y="6070"/>
                  </a:lnTo>
                  <a:lnTo>
                    <a:pt x="4304" y="5902"/>
                  </a:lnTo>
                  <a:lnTo>
                    <a:pt x="4472" y="5717"/>
                  </a:lnTo>
                  <a:lnTo>
                    <a:pt x="4623" y="5498"/>
                  </a:lnTo>
                  <a:lnTo>
                    <a:pt x="4758" y="5229"/>
                  </a:lnTo>
                  <a:lnTo>
                    <a:pt x="4876" y="4926"/>
                  </a:lnTo>
                  <a:lnTo>
                    <a:pt x="4960" y="4590"/>
                  </a:lnTo>
                  <a:lnTo>
                    <a:pt x="5010" y="4187"/>
                  </a:lnTo>
                  <a:lnTo>
                    <a:pt x="5044" y="3750"/>
                  </a:lnTo>
                  <a:lnTo>
                    <a:pt x="5027" y="3262"/>
                  </a:lnTo>
                  <a:lnTo>
                    <a:pt x="4976" y="2758"/>
                  </a:lnTo>
                  <a:lnTo>
                    <a:pt x="4892" y="2321"/>
                  </a:lnTo>
                  <a:lnTo>
                    <a:pt x="4775" y="1917"/>
                  </a:lnTo>
                  <a:lnTo>
                    <a:pt x="4657" y="1564"/>
                  </a:lnTo>
                  <a:lnTo>
                    <a:pt x="4506" y="1245"/>
                  </a:lnTo>
                  <a:lnTo>
                    <a:pt x="4321" y="976"/>
                  </a:lnTo>
                  <a:lnTo>
                    <a:pt x="4136" y="741"/>
                  </a:lnTo>
                  <a:lnTo>
                    <a:pt x="3934" y="539"/>
                  </a:lnTo>
                  <a:lnTo>
                    <a:pt x="3732" y="371"/>
                  </a:lnTo>
                  <a:lnTo>
                    <a:pt x="3497" y="253"/>
                  </a:lnTo>
                  <a:lnTo>
                    <a:pt x="3279" y="152"/>
                  </a:lnTo>
                  <a:lnTo>
                    <a:pt x="3043" y="68"/>
                  </a:lnTo>
                  <a:lnTo>
                    <a:pt x="2791" y="18"/>
                  </a:lnTo>
                  <a:lnTo>
                    <a:pt x="2556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3" name="Google Shape;6013;p63"/>
            <p:cNvSpPr/>
            <p:nvPr/>
          </p:nvSpPr>
          <p:spPr>
            <a:xfrm>
              <a:off x="3016500" y="738250"/>
              <a:ext cx="13075" cy="7575"/>
            </a:xfrm>
            <a:custGeom>
              <a:avLst/>
              <a:gdLst/>
              <a:ahLst/>
              <a:cxnLst/>
              <a:rect l="l" t="t" r="r" b="b"/>
              <a:pathLst>
                <a:path w="523" h="303" extrusionOk="0">
                  <a:moveTo>
                    <a:pt x="135" y="0"/>
                  </a:moveTo>
                  <a:lnTo>
                    <a:pt x="85" y="34"/>
                  </a:lnTo>
                  <a:lnTo>
                    <a:pt x="18" y="67"/>
                  </a:lnTo>
                  <a:lnTo>
                    <a:pt x="18" y="101"/>
                  </a:lnTo>
                  <a:lnTo>
                    <a:pt x="1" y="135"/>
                  </a:lnTo>
                  <a:lnTo>
                    <a:pt x="18" y="168"/>
                  </a:lnTo>
                  <a:lnTo>
                    <a:pt x="18" y="185"/>
                  </a:lnTo>
                  <a:lnTo>
                    <a:pt x="119" y="236"/>
                  </a:lnTo>
                  <a:lnTo>
                    <a:pt x="203" y="269"/>
                  </a:lnTo>
                  <a:lnTo>
                    <a:pt x="303" y="286"/>
                  </a:lnTo>
                  <a:lnTo>
                    <a:pt x="404" y="303"/>
                  </a:lnTo>
                  <a:lnTo>
                    <a:pt x="438" y="303"/>
                  </a:lnTo>
                  <a:lnTo>
                    <a:pt x="472" y="286"/>
                  </a:lnTo>
                  <a:lnTo>
                    <a:pt x="505" y="252"/>
                  </a:lnTo>
                  <a:lnTo>
                    <a:pt x="522" y="202"/>
                  </a:lnTo>
                  <a:lnTo>
                    <a:pt x="505" y="168"/>
                  </a:lnTo>
                  <a:lnTo>
                    <a:pt x="488" y="135"/>
                  </a:lnTo>
                  <a:lnTo>
                    <a:pt x="438" y="84"/>
                  </a:lnTo>
                  <a:lnTo>
                    <a:pt x="388" y="51"/>
                  </a:lnTo>
                  <a:lnTo>
                    <a:pt x="337" y="17"/>
                  </a:lnTo>
                  <a:lnTo>
                    <a:pt x="270" y="17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4" name="Google Shape;6014;p63"/>
            <p:cNvSpPr/>
            <p:nvPr/>
          </p:nvSpPr>
          <p:spPr>
            <a:xfrm>
              <a:off x="2979100" y="739075"/>
              <a:ext cx="12650" cy="7600"/>
            </a:xfrm>
            <a:custGeom>
              <a:avLst/>
              <a:gdLst/>
              <a:ahLst/>
              <a:cxnLst/>
              <a:rect l="l" t="t" r="r" b="b"/>
              <a:pathLst>
                <a:path w="506" h="304" extrusionOk="0">
                  <a:moveTo>
                    <a:pt x="236" y="1"/>
                  </a:moveTo>
                  <a:lnTo>
                    <a:pt x="186" y="18"/>
                  </a:lnTo>
                  <a:lnTo>
                    <a:pt x="118" y="51"/>
                  </a:lnTo>
                  <a:lnTo>
                    <a:pt x="68" y="85"/>
                  </a:lnTo>
                  <a:lnTo>
                    <a:pt x="18" y="135"/>
                  </a:lnTo>
                  <a:lnTo>
                    <a:pt x="1" y="186"/>
                  </a:lnTo>
                  <a:lnTo>
                    <a:pt x="1" y="219"/>
                  </a:lnTo>
                  <a:lnTo>
                    <a:pt x="18" y="253"/>
                  </a:lnTo>
                  <a:lnTo>
                    <a:pt x="51" y="287"/>
                  </a:lnTo>
                  <a:lnTo>
                    <a:pt x="85" y="303"/>
                  </a:lnTo>
                  <a:lnTo>
                    <a:pt x="118" y="303"/>
                  </a:lnTo>
                  <a:lnTo>
                    <a:pt x="202" y="287"/>
                  </a:lnTo>
                  <a:lnTo>
                    <a:pt x="303" y="270"/>
                  </a:lnTo>
                  <a:lnTo>
                    <a:pt x="404" y="236"/>
                  </a:lnTo>
                  <a:lnTo>
                    <a:pt x="488" y="186"/>
                  </a:lnTo>
                  <a:lnTo>
                    <a:pt x="505" y="152"/>
                  </a:lnTo>
                  <a:lnTo>
                    <a:pt x="505" y="118"/>
                  </a:lnTo>
                  <a:lnTo>
                    <a:pt x="505" y="85"/>
                  </a:lnTo>
                  <a:lnTo>
                    <a:pt x="488" y="68"/>
                  </a:lnTo>
                  <a:lnTo>
                    <a:pt x="438" y="18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5" name="Google Shape;6015;p63"/>
            <p:cNvSpPr/>
            <p:nvPr/>
          </p:nvSpPr>
          <p:spPr>
            <a:xfrm>
              <a:off x="2987100" y="763875"/>
              <a:ext cx="5050" cy="12625"/>
            </a:xfrm>
            <a:custGeom>
              <a:avLst/>
              <a:gdLst/>
              <a:ahLst/>
              <a:cxnLst/>
              <a:rect l="l" t="t" r="r" b="b"/>
              <a:pathLst>
                <a:path w="202" h="505" extrusionOk="0">
                  <a:moveTo>
                    <a:pt x="168" y="1"/>
                  </a:moveTo>
                  <a:lnTo>
                    <a:pt x="168" y="17"/>
                  </a:lnTo>
                  <a:lnTo>
                    <a:pt x="168" y="169"/>
                  </a:lnTo>
                  <a:lnTo>
                    <a:pt x="151" y="303"/>
                  </a:lnTo>
                  <a:lnTo>
                    <a:pt x="118" y="370"/>
                  </a:lnTo>
                  <a:lnTo>
                    <a:pt x="101" y="421"/>
                  </a:lnTo>
                  <a:lnTo>
                    <a:pt x="51" y="471"/>
                  </a:lnTo>
                  <a:lnTo>
                    <a:pt x="0" y="505"/>
                  </a:lnTo>
                  <a:lnTo>
                    <a:pt x="67" y="471"/>
                  </a:lnTo>
                  <a:lnTo>
                    <a:pt x="118" y="438"/>
                  </a:lnTo>
                  <a:lnTo>
                    <a:pt x="151" y="387"/>
                  </a:lnTo>
                  <a:lnTo>
                    <a:pt x="185" y="303"/>
                  </a:lnTo>
                  <a:lnTo>
                    <a:pt x="202" y="236"/>
                  </a:lnTo>
                  <a:lnTo>
                    <a:pt x="202" y="152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6" name="Google Shape;6016;p63"/>
            <p:cNvSpPr/>
            <p:nvPr/>
          </p:nvSpPr>
          <p:spPr>
            <a:xfrm>
              <a:off x="2981200" y="759250"/>
              <a:ext cx="10550" cy="15150"/>
            </a:xfrm>
            <a:custGeom>
              <a:avLst/>
              <a:gdLst/>
              <a:ahLst/>
              <a:cxnLst/>
              <a:rect l="l" t="t" r="r" b="b"/>
              <a:pathLst>
                <a:path w="422" h="606" extrusionOk="0">
                  <a:moveTo>
                    <a:pt x="186" y="1"/>
                  </a:moveTo>
                  <a:lnTo>
                    <a:pt x="135" y="18"/>
                  </a:lnTo>
                  <a:lnTo>
                    <a:pt x="102" y="51"/>
                  </a:lnTo>
                  <a:lnTo>
                    <a:pt x="68" y="85"/>
                  </a:lnTo>
                  <a:lnTo>
                    <a:pt x="18" y="186"/>
                  </a:lnTo>
                  <a:lnTo>
                    <a:pt x="1" y="303"/>
                  </a:lnTo>
                  <a:lnTo>
                    <a:pt x="18" y="404"/>
                  </a:lnTo>
                  <a:lnTo>
                    <a:pt x="51" y="505"/>
                  </a:lnTo>
                  <a:lnTo>
                    <a:pt x="85" y="539"/>
                  </a:lnTo>
                  <a:lnTo>
                    <a:pt x="118" y="572"/>
                  </a:lnTo>
                  <a:lnTo>
                    <a:pt x="169" y="589"/>
                  </a:lnTo>
                  <a:lnTo>
                    <a:pt x="219" y="606"/>
                  </a:lnTo>
                  <a:lnTo>
                    <a:pt x="270" y="589"/>
                  </a:lnTo>
                  <a:lnTo>
                    <a:pt x="303" y="572"/>
                  </a:lnTo>
                  <a:lnTo>
                    <a:pt x="337" y="555"/>
                  </a:lnTo>
                  <a:lnTo>
                    <a:pt x="371" y="505"/>
                  </a:lnTo>
                  <a:lnTo>
                    <a:pt x="421" y="421"/>
                  </a:lnTo>
                  <a:lnTo>
                    <a:pt x="421" y="303"/>
                  </a:lnTo>
                  <a:lnTo>
                    <a:pt x="421" y="202"/>
                  </a:lnTo>
                  <a:lnTo>
                    <a:pt x="371" y="102"/>
                  </a:lnTo>
                  <a:lnTo>
                    <a:pt x="354" y="68"/>
                  </a:lnTo>
                  <a:lnTo>
                    <a:pt x="320" y="34"/>
                  </a:lnTo>
                  <a:lnTo>
                    <a:pt x="287" y="1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7" name="Google Shape;6017;p63"/>
            <p:cNvSpPr/>
            <p:nvPr/>
          </p:nvSpPr>
          <p:spPr>
            <a:xfrm>
              <a:off x="2975325" y="759675"/>
              <a:ext cx="9700" cy="6325"/>
            </a:xfrm>
            <a:custGeom>
              <a:avLst/>
              <a:gdLst/>
              <a:ahLst/>
              <a:cxnLst/>
              <a:rect l="l" t="t" r="r" b="b"/>
              <a:pathLst>
                <a:path w="388" h="253" extrusionOk="0">
                  <a:moveTo>
                    <a:pt x="0" y="1"/>
                  </a:moveTo>
                  <a:lnTo>
                    <a:pt x="0" y="85"/>
                  </a:lnTo>
                  <a:lnTo>
                    <a:pt x="34" y="169"/>
                  </a:lnTo>
                  <a:lnTo>
                    <a:pt x="84" y="219"/>
                  </a:lnTo>
                  <a:lnTo>
                    <a:pt x="118" y="236"/>
                  </a:lnTo>
                  <a:lnTo>
                    <a:pt x="169" y="253"/>
                  </a:lnTo>
                  <a:lnTo>
                    <a:pt x="253" y="253"/>
                  </a:lnTo>
                  <a:lnTo>
                    <a:pt x="320" y="202"/>
                  </a:lnTo>
                  <a:lnTo>
                    <a:pt x="353" y="135"/>
                  </a:lnTo>
                  <a:lnTo>
                    <a:pt x="387" y="51"/>
                  </a:lnTo>
                  <a:lnTo>
                    <a:pt x="387" y="17"/>
                  </a:lnTo>
                  <a:lnTo>
                    <a:pt x="353" y="17"/>
                  </a:lnTo>
                  <a:lnTo>
                    <a:pt x="269" y="85"/>
                  </a:lnTo>
                  <a:lnTo>
                    <a:pt x="236" y="101"/>
                  </a:lnTo>
                  <a:lnTo>
                    <a:pt x="185" y="118"/>
                  </a:lnTo>
                  <a:lnTo>
                    <a:pt x="135" y="118"/>
                  </a:lnTo>
                  <a:lnTo>
                    <a:pt x="84" y="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8" name="Google Shape;6018;p63"/>
            <p:cNvSpPr/>
            <p:nvPr/>
          </p:nvSpPr>
          <p:spPr>
            <a:xfrm>
              <a:off x="3017350" y="763050"/>
              <a:ext cx="5500" cy="12200"/>
            </a:xfrm>
            <a:custGeom>
              <a:avLst/>
              <a:gdLst/>
              <a:ahLst/>
              <a:cxnLst/>
              <a:rect l="l" t="t" r="r" b="b"/>
              <a:pathLst>
                <a:path w="220" h="488" extrusionOk="0">
                  <a:moveTo>
                    <a:pt x="17" y="0"/>
                  </a:moveTo>
                  <a:lnTo>
                    <a:pt x="1" y="151"/>
                  </a:lnTo>
                  <a:lnTo>
                    <a:pt x="1" y="235"/>
                  </a:lnTo>
                  <a:lnTo>
                    <a:pt x="17" y="303"/>
                  </a:lnTo>
                  <a:lnTo>
                    <a:pt x="51" y="370"/>
                  </a:lnTo>
                  <a:lnTo>
                    <a:pt x="85" y="437"/>
                  </a:lnTo>
                  <a:lnTo>
                    <a:pt x="135" y="471"/>
                  </a:lnTo>
                  <a:lnTo>
                    <a:pt x="219" y="488"/>
                  </a:lnTo>
                  <a:lnTo>
                    <a:pt x="219" y="488"/>
                  </a:lnTo>
                  <a:lnTo>
                    <a:pt x="152" y="454"/>
                  </a:lnTo>
                  <a:lnTo>
                    <a:pt x="118" y="420"/>
                  </a:lnTo>
                  <a:lnTo>
                    <a:pt x="85" y="370"/>
                  </a:lnTo>
                  <a:lnTo>
                    <a:pt x="51" y="303"/>
                  </a:lnTo>
                  <a:lnTo>
                    <a:pt x="34" y="168"/>
                  </a:lnTo>
                  <a:lnTo>
                    <a:pt x="17" y="1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9" name="Google Shape;6019;p63"/>
            <p:cNvSpPr/>
            <p:nvPr/>
          </p:nvSpPr>
          <p:spPr>
            <a:xfrm>
              <a:off x="3017350" y="758425"/>
              <a:ext cx="10525" cy="15150"/>
            </a:xfrm>
            <a:custGeom>
              <a:avLst/>
              <a:gdLst/>
              <a:ahLst/>
              <a:cxnLst/>
              <a:rect l="l" t="t" r="r" b="b"/>
              <a:pathLst>
                <a:path w="421" h="606" extrusionOk="0">
                  <a:moveTo>
                    <a:pt x="185" y="0"/>
                  </a:moveTo>
                  <a:lnTo>
                    <a:pt x="135" y="17"/>
                  </a:lnTo>
                  <a:lnTo>
                    <a:pt x="101" y="34"/>
                  </a:lnTo>
                  <a:lnTo>
                    <a:pt x="68" y="67"/>
                  </a:lnTo>
                  <a:lnTo>
                    <a:pt x="34" y="101"/>
                  </a:lnTo>
                  <a:lnTo>
                    <a:pt x="1" y="202"/>
                  </a:lnTo>
                  <a:lnTo>
                    <a:pt x="1" y="320"/>
                  </a:lnTo>
                  <a:lnTo>
                    <a:pt x="17" y="420"/>
                  </a:lnTo>
                  <a:lnTo>
                    <a:pt x="68" y="521"/>
                  </a:lnTo>
                  <a:lnTo>
                    <a:pt x="101" y="555"/>
                  </a:lnTo>
                  <a:lnTo>
                    <a:pt x="135" y="588"/>
                  </a:lnTo>
                  <a:lnTo>
                    <a:pt x="169" y="605"/>
                  </a:lnTo>
                  <a:lnTo>
                    <a:pt x="269" y="605"/>
                  </a:lnTo>
                  <a:lnTo>
                    <a:pt x="320" y="572"/>
                  </a:lnTo>
                  <a:lnTo>
                    <a:pt x="354" y="538"/>
                  </a:lnTo>
                  <a:lnTo>
                    <a:pt x="370" y="504"/>
                  </a:lnTo>
                  <a:lnTo>
                    <a:pt x="421" y="404"/>
                  </a:lnTo>
                  <a:lnTo>
                    <a:pt x="421" y="286"/>
                  </a:lnTo>
                  <a:lnTo>
                    <a:pt x="404" y="185"/>
                  </a:lnTo>
                  <a:lnTo>
                    <a:pt x="354" y="84"/>
                  </a:lnTo>
                  <a:lnTo>
                    <a:pt x="320" y="51"/>
                  </a:lnTo>
                  <a:lnTo>
                    <a:pt x="286" y="17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0" name="Google Shape;6020;p63"/>
            <p:cNvSpPr/>
            <p:nvPr/>
          </p:nvSpPr>
          <p:spPr>
            <a:xfrm>
              <a:off x="3024500" y="758425"/>
              <a:ext cx="8425" cy="6750"/>
            </a:xfrm>
            <a:custGeom>
              <a:avLst/>
              <a:gdLst/>
              <a:ahLst/>
              <a:cxnLst/>
              <a:rect l="l" t="t" r="r" b="b"/>
              <a:pathLst>
                <a:path w="337" h="270" extrusionOk="0">
                  <a:moveTo>
                    <a:pt x="337" y="0"/>
                  </a:moveTo>
                  <a:lnTo>
                    <a:pt x="269" y="84"/>
                  </a:lnTo>
                  <a:lnTo>
                    <a:pt x="219" y="118"/>
                  </a:lnTo>
                  <a:lnTo>
                    <a:pt x="135" y="118"/>
                  </a:lnTo>
                  <a:lnTo>
                    <a:pt x="101" y="84"/>
                  </a:lnTo>
                  <a:lnTo>
                    <a:pt x="17" y="34"/>
                  </a:lnTo>
                  <a:lnTo>
                    <a:pt x="0" y="34"/>
                  </a:lnTo>
                  <a:lnTo>
                    <a:pt x="0" y="67"/>
                  </a:lnTo>
                  <a:lnTo>
                    <a:pt x="17" y="151"/>
                  </a:lnTo>
                  <a:lnTo>
                    <a:pt x="68" y="219"/>
                  </a:lnTo>
                  <a:lnTo>
                    <a:pt x="118" y="252"/>
                  </a:lnTo>
                  <a:lnTo>
                    <a:pt x="152" y="269"/>
                  </a:lnTo>
                  <a:lnTo>
                    <a:pt x="202" y="252"/>
                  </a:lnTo>
                  <a:lnTo>
                    <a:pt x="236" y="235"/>
                  </a:lnTo>
                  <a:lnTo>
                    <a:pt x="269" y="219"/>
                  </a:lnTo>
                  <a:lnTo>
                    <a:pt x="303" y="151"/>
                  </a:lnTo>
                  <a:lnTo>
                    <a:pt x="320" y="8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1" name="Google Shape;6021;p63"/>
            <p:cNvSpPr/>
            <p:nvPr/>
          </p:nvSpPr>
          <p:spPr>
            <a:xfrm>
              <a:off x="2989600" y="802550"/>
              <a:ext cx="9700" cy="4225"/>
            </a:xfrm>
            <a:custGeom>
              <a:avLst/>
              <a:gdLst/>
              <a:ahLst/>
              <a:cxnLst/>
              <a:rect l="l" t="t" r="r" b="b"/>
              <a:pathLst>
                <a:path w="388" h="169" extrusionOk="0">
                  <a:moveTo>
                    <a:pt x="1" y="0"/>
                  </a:moveTo>
                  <a:lnTo>
                    <a:pt x="18" y="51"/>
                  </a:lnTo>
                  <a:lnTo>
                    <a:pt x="51" y="101"/>
                  </a:lnTo>
                  <a:lnTo>
                    <a:pt x="85" y="135"/>
                  </a:lnTo>
                  <a:lnTo>
                    <a:pt x="152" y="168"/>
                  </a:lnTo>
                  <a:lnTo>
                    <a:pt x="220" y="168"/>
                  </a:lnTo>
                  <a:lnTo>
                    <a:pt x="287" y="152"/>
                  </a:lnTo>
                  <a:lnTo>
                    <a:pt x="337" y="118"/>
                  </a:lnTo>
                  <a:lnTo>
                    <a:pt x="388" y="68"/>
                  </a:lnTo>
                  <a:lnTo>
                    <a:pt x="287" y="101"/>
                  </a:lnTo>
                  <a:lnTo>
                    <a:pt x="186" y="118"/>
                  </a:lnTo>
                  <a:lnTo>
                    <a:pt x="135" y="101"/>
                  </a:lnTo>
                  <a:lnTo>
                    <a:pt x="102" y="68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2" name="Google Shape;6022;p63"/>
            <p:cNvSpPr/>
            <p:nvPr/>
          </p:nvSpPr>
          <p:spPr>
            <a:xfrm>
              <a:off x="2995500" y="738650"/>
              <a:ext cx="24400" cy="56775"/>
            </a:xfrm>
            <a:custGeom>
              <a:avLst/>
              <a:gdLst/>
              <a:ahLst/>
              <a:cxnLst/>
              <a:rect l="l" t="t" r="r" b="b"/>
              <a:pathLst>
                <a:path w="976" h="2271" extrusionOk="0">
                  <a:moveTo>
                    <a:pt x="538" y="1"/>
                  </a:moveTo>
                  <a:lnTo>
                    <a:pt x="589" y="438"/>
                  </a:lnTo>
                  <a:lnTo>
                    <a:pt x="673" y="875"/>
                  </a:lnTo>
                  <a:lnTo>
                    <a:pt x="757" y="1312"/>
                  </a:lnTo>
                  <a:lnTo>
                    <a:pt x="841" y="1749"/>
                  </a:lnTo>
                  <a:lnTo>
                    <a:pt x="690" y="1716"/>
                  </a:lnTo>
                  <a:lnTo>
                    <a:pt x="521" y="1699"/>
                  </a:lnTo>
                  <a:lnTo>
                    <a:pt x="538" y="1766"/>
                  </a:lnTo>
                  <a:lnTo>
                    <a:pt x="555" y="1917"/>
                  </a:lnTo>
                  <a:lnTo>
                    <a:pt x="606" y="2170"/>
                  </a:lnTo>
                  <a:lnTo>
                    <a:pt x="437" y="2170"/>
                  </a:lnTo>
                  <a:lnTo>
                    <a:pt x="303" y="2136"/>
                  </a:lnTo>
                  <a:lnTo>
                    <a:pt x="152" y="2086"/>
                  </a:lnTo>
                  <a:lnTo>
                    <a:pt x="17" y="2018"/>
                  </a:lnTo>
                  <a:lnTo>
                    <a:pt x="0" y="2018"/>
                  </a:lnTo>
                  <a:lnTo>
                    <a:pt x="0" y="2035"/>
                  </a:lnTo>
                  <a:lnTo>
                    <a:pt x="51" y="2102"/>
                  </a:lnTo>
                  <a:lnTo>
                    <a:pt x="118" y="2153"/>
                  </a:lnTo>
                  <a:lnTo>
                    <a:pt x="202" y="2203"/>
                  </a:lnTo>
                  <a:lnTo>
                    <a:pt x="269" y="2237"/>
                  </a:lnTo>
                  <a:lnTo>
                    <a:pt x="353" y="2254"/>
                  </a:lnTo>
                  <a:lnTo>
                    <a:pt x="437" y="2270"/>
                  </a:lnTo>
                  <a:lnTo>
                    <a:pt x="622" y="2270"/>
                  </a:lnTo>
                  <a:lnTo>
                    <a:pt x="673" y="2254"/>
                  </a:lnTo>
                  <a:lnTo>
                    <a:pt x="690" y="2237"/>
                  </a:lnTo>
                  <a:lnTo>
                    <a:pt x="673" y="1985"/>
                  </a:lnTo>
                  <a:lnTo>
                    <a:pt x="656" y="1817"/>
                  </a:lnTo>
                  <a:lnTo>
                    <a:pt x="824" y="1884"/>
                  </a:lnTo>
                  <a:lnTo>
                    <a:pt x="925" y="1901"/>
                  </a:lnTo>
                  <a:lnTo>
                    <a:pt x="959" y="1901"/>
                  </a:lnTo>
                  <a:lnTo>
                    <a:pt x="975" y="1884"/>
                  </a:lnTo>
                  <a:lnTo>
                    <a:pt x="908" y="1396"/>
                  </a:lnTo>
                  <a:lnTo>
                    <a:pt x="807" y="926"/>
                  </a:lnTo>
                  <a:lnTo>
                    <a:pt x="706" y="4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3" name="Google Shape;6023;p63"/>
            <p:cNvSpPr/>
            <p:nvPr/>
          </p:nvSpPr>
          <p:spPr>
            <a:xfrm>
              <a:off x="2993825" y="789525"/>
              <a:ext cx="15975" cy="11775"/>
            </a:xfrm>
            <a:custGeom>
              <a:avLst/>
              <a:gdLst/>
              <a:ahLst/>
              <a:cxnLst/>
              <a:rect l="l" t="t" r="r" b="b"/>
              <a:pathLst>
                <a:path w="639" h="471" extrusionOk="0">
                  <a:moveTo>
                    <a:pt x="67" y="0"/>
                  </a:moveTo>
                  <a:lnTo>
                    <a:pt x="34" y="84"/>
                  </a:lnTo>
                  <a:lnTo>
                    <a:pt x="17" y="185"/>
                  </a:lnTo>
                  <a:lnTo>
                    <a:pt x="0" y="269"/>
                  </a:lnTo>
                  <a:lnTo>
                    <a:pt x="17" y="353"/>
                  </a:lnTo>
                  <a:lnTo>
                    <a:pt x="34" y="387"/>
                  </a:lnTo>
                  <a:lnTo>
                    <a:pt x="51" y="420"/>
                  </a:lnTo>
                  <a:lnTo>
                    <a:pt x="101" y="454"/>
                  </a:lnTo>
                  <a:lnTo>
                    <a:pt x="151" y="471"/>
                  </a:lnTo>
                  <a:lnTo>
                    <a:pt x="252" y="471"/>
                  </a:lnTo>
                  <a:lnTo>
                    <a:pt x="353" y="454"/>
                  </a:lnTo>
                  <a:lnTo>
                    <a:pt x="437" y="404"/>
                  </a:lnTo>
                  <a:lnTo>
                    <a:pt x="504" y="353"/>
                  </a:lnTo>
                  <a:lnTo>
                    <a:pt x="588" y="286"/>
                  </a:lnTo>
                  <a:lnTo>
                    <a:pt x="639" y="202"/>
                  </a:lnTo>
                  <a:lnTo>
                    <a:pt x="488" y="185"/>
                  </a:lnTo>
                  <a:lnTo>
                    <a:pt x="336" y="151"/>
                  </a:lnTo>
                  <a:lnTo>
                    <a:pt x="202" y="8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4" name="Google Shape;6024;p63"/>
            <p:cNvSpPr/>
            <p:nvPr/>
          </p:nvSpPr>
          <p:spPr>
            <a:xfrm>
              <a:off x="2993825" y="794150"/>
              <a:ext cx="8850" cy="7150"/>
            </a:xfrm>
            <a:custGeom>
              <a:avLst/>
              <a:gdLst/>
              <a:ahLst/>
              <a:cxnLst/>
              <a:rect l="l" t="t" r="r" b="b"/>
              <a:pathLst>
                <a:path w="354" h="286" extrusionOk="0">
                  <a:moveTo>
                    <a:pt x="17" y="0"/>
                  </a:moveTo>
                  <a:lnTo>
                    <a:pt x="0" y="84"/>
                  </a:lnTo>
                  <a:lnTo>
                    <a:pt x="17" y="168"/>
                  </a:lnTo>
                  <a:lnTo>
                    <a:pt x="34" y="202"/>
                  </a:lnTo>
                  <a:lnTo>
                    <a:pt x="51" y="235"/>
                  </a:lnTo>
                  <a:lnTo>
                    <a:pt x="101" y="269"/>
                  </a:lnTo>
                  <a:lnTo>
                    <a:pt x="151" y="286"/>
                  </a:lnTo>
                  <a:lnTo>
                    <a:pt x="252" y="286"/>
                  </a:lnTo>
                  <a:lnTo>
                    <a:pt x="353" y="269"/>
                  </a:lnTo>
                  <a:lnTo>
                    <a:pt x="303" y="151"/>
                  </a:lnTo>
                  <a:lnTo>
                    <a:pt x="219" y="67"/>
                  </a:lnTo>
                  <a:lnTo>
                    <a:pt x="118" y="1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9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5" name="Google Shape;6025;p63"/>
            <p:cNvSpPr/>
            <p:nvPr/>
          </p:nvSpPr>
          <p:spPr>
            <a:xfrm>
              <a:off x="2904300" y="670575"/>
              <a:ext cx="133675" cy="101725"/>
            </a:xfrm>
            <a:custGeom>
              <a:avLst/>
              <a:gdLst/>
              <a:ahLst/>
              <a:cxnLst/>
              <a:rect l="l" t="t" r="r" b="b"/>
              <a:pathLst>
                <a:path w="5347" h="4069" extrusionOk="0">
                  <a:moveTo>
                    <a:pt x="3329" y="1"/>
                  </a:moveTo>
                  <a:lnTo>
                    <a:pt x="3094" y="17"/>
                  </a:lnTo>
                  <a:lnTo>
                    <a:pt x="2875" y="51"/>
                  </a:lnTo>
                  <a:lnTo>
                    <a:pt x="2640" y="101"/>
                  </a:lnTo>
                  <a:lnTo>
                    <a:pt x="2421" y="169"/>
                  </a:lnTo>
                  <a:lnTo>
                    <a:pt x="2203" y="253"/>
                  </a:lnTo>
                  <a:lnTo>
                    <a:pt x="2018" y="320"/>
                  </a:lnTo>
                  <a:lnTo>
                    <a:pt x="1833" y="421"/>
                  </a:lnTo>
                  <a:lnTo>
                    <a:pt x="1665" y="505"/>
                  </a:lnTo>
                  <a:lnTo>
                    <a:pt x="1513" y="589"/>
                  </a:lnTo>
                  <a:lnTo>
                    <a:pt x="1396" y="690"/>
                  </a:lnTo>
                  <a:lnTo>
                    <a:pt x="1295" y="774"/>
                  </a:lnTo>
                  <a:lnTo>
                    <a:pt x="1211" y="791"/>
                  </a:lnTo>
                  <a:lnTo>
                    <a:pt x="1110" y="824"/>
                  </a:lnTo>
                  <a:lnTo>
                    <a:pt x="975" y="908"/>
                  </a:lnTo>
                  <a:lnTo>
                    <a:pt x="807" y="1009"/>
                  </a:lnTo>
                  <a:lnTo>
                    <a:pt x="622" y="1161"/>
                  </a:lnTo>
                  <a:lnTo>
                    <a:pt x="421" y="1362"/>
                  </a:lnTo>
                  <a:lnTo>
                    <a:pt x="219" y="1614"/>
                  </a:lnTo>
                  <a:lnTo>
                    <a:pt x="118" y="1766"/>
                  </a:lnTo>
                  <a:lnTo>
                    <a:pt x="68" y="1934"/>
                  </a:lnTo>
                  <a:lnTo>
                    <a:pt x="17" y="2136"/>
                  </a:lnTo>
                  <a:lnTo>
                    <a:pt x="0" y="2321"/>
                  </a:lnTo>
                  <a:lnTo>
                    <a:pt x="0" y="2522"/>
                  </a:lnTo>
                  <a:lnTo>
                    <a:pt x="34" y="2741"/>
                  </a:lnTo>
                  <a:lnTo>
                    <a:pt x="68" y="2943"/>
                  </a:lnTo>
                  <a:lnTo>
                    <a:pt x="118" y="3144"/>
                  </a:lnTo>
                  <a:lnTo>
                    <a:pt x="168" y="3329"/>
                  </a:lnTo>
                  <a:lnTo>
                    <a:pt x="236" y="3514"/>
                  </a:lnTo>
                  <a:lnTo>
                    <a:pt x="303" y="3665"/>
                  </a:lnTo>
                  <a:lnTo>
                    <a:pt x="387" y="3800"/>
                  </a:lnTo>
                  <a:lnTo>
                    <a:pt x="471" y="3918"/>
                  </a:lnTo>
                  <a:lnTo>
                    <a:pt x="538" y="4002"/>
                  </a:lnTo>
                  <a:lnTo>
                    <a:pt x="606" y="4052"/>
                  </a:lnTo>
                  <a:lnTo>
                    <a:pt x="673" y="4069"/>
                  </a:lnTo>
                  <a:lnTo>
                    <a:pt x="740" y="4052"/>
                  </a:lnTo>
                  <a:lnTo>
                    <a:pt x="807" y="4035"/>
                  </a:lnTo>
                  <a:lnTo>
                    <a:pt x="891" y="3985"/>
                  </a:lnTo>
                  <a:lnTo>
                    <a:pt x="975" y="3918"/>
                  </a:lnTo>
                  <a:lnTo>
                    <a:pt x="1059" y="3817"/>
                  </a:lnTo>
                  <a:lnTo>
                    <a:pt x="1144" y="3716"/>
                  </a:lnTo>
                  <a:lnTo>
                    <a:pt x="1244" y="3598"/>
                  </a:lnTo>
                  <a:lnTo>
                    <a:pt x="1328" y="3464"/>
                  </a:lnTo>
                  <a:lnTo>
                    <a:pt x="1412" y="3312"/>
                  </a:lnTo>
                  <a:lnTo>
                    <a:pt x="1497" y="3144"/>
                  </a:lnTo>
                  <a:lnTo>
                    <a:pt x="1564" y="2959"/>
                  </a:lnTo>
                  <a:lnTo>
                    <a:pt x="1631" y="2758"/>
                  </a:lnTo>
                  <a:lnTo>
                    <a:pt x="1681" y="2539"/>
                  </a:lnTo>
                  <a:lnTo>
                    <a:pt x="1696" y="2470"/>
                  </a:lnTo>
                  <a:lnTo>
                    <a:pt x="1631" y="2959"/>
                  </a:lnTo>
                  <a:lnTo>
                    <a:pt x="1597" y="3161"/>
                  </a:lnTo>
                  <a:lnTo>
                    <a:pt x="1564" y="3279"/>
                  </a:lnTo>
                  <a:lnTo>
                    <a:pt x="1564" y="3296"/>
                  </a:lnTo>
                  <a:lnTo>
                    <a:pt x="1597" y="3262"/>
                  </a:lnTo>
                  <a:lnTo>
                    <a:pt x="1665" y="3144"/>
                  </a:lnTo>
                  <a:lnTo>
                    <a:pt x="1749" y="2959"/>
                  </a:lnTo>
                  <a:lnTo>
                    <a:pt x="1850" y="2724"/>
                  </a:lnTo>
                  <a:lnTo>
                    <a:pt x="1934" y="2421"/>
                  </a:lnTo>
                  <a:lnTo>
                    <a:pt x="2001" y="2052"/>
                  </a:lnTo>
                  <a:lnTo>
                    <a:pt x="2018" y="1850"/>
                  </a:lnTo>
                  <a:lnTo>
                    <a:pt x="2034" y="1648"/>
                  </a:lnTo>
                  <a:lnTo>
                    <a:pt x="2320" y="1833"/>
                  </a:lnTo>
                  <a:lnTo>
                    <a:pt x="2606" y="2001"/>
                  </a:lnTo>
                  <a:lnTo>
                    <a:pt x="2925" y="2136"/>
                  </a:lnTo>
                  <a:lnTo>
                    <a:pt x="3228" y="2253"/>
                  </a:lnTo>
                  <a:lnTo>
                    <a:pt x="3598" y="2337"/>
                  </a:lnTo>
                  <a:lnTo>
                    <a:pt x="3884" y="2388"/>
                  </a:lnTo>
                  <a:lnTo>
                    <a:pt x="4069" y="2388"/>
                  </a:lnTo>
                  <a:lnTo>
                    <a:pt x="4136" y="2371"/>
                  </a:lnTo>
                  <a:lnTo>
                    <a:pt x="4153" y="2371"/>
                  </a:lnTo>
                  <a:lnTo>
                    <a:pt x="4153" y="2354"/>
                  </a:lnTo>
                  <a:lnTo>
                    <a:pt x="4136" y="2337"/>
                  </a:lnTo>
                  <a:lnTo>
                    <a:pt x="4052" y="2304"/>
                  </a:lnTo>
                  <a:lnTo>
                    <a:pt x="3766" y="2169"/>
                  </a:lnTo>
                  <a:lnTo>
                    <a:pt x="3598" y="2102"/>
                  </a:lnTo>
                  <a:lnTo>
                    <a:pt x="3430" y="2001"/>
                  </a:lnTo>
                  <a:lnTo>
                    <a:pt x="3279" y="1917"/>
                  </a:lnTo>
                  <a:lnTo>
                    <a:pt x="3178" y="1816"/>
                  </a:lnTo>
                  <a:lnTo>
                    <a:pt x="3413" y="1934"/>
                  </a:lnTo>
                  <a:lnTo>
                    <a:pt x="3985" y="2169"/>
                  </a:lnTo>
                  <a:lnTo>
                    <a:pt x="4338" y="2287"/>
                  </a:lnTo>
                  <a:lnTo>
                    <a:pt x="4691" y="2405"/>
                  </a:lnTo>
                  <a:lnTo>
                    <a:pt x="5027" y="2505"/>
                  </a:lnTo>
                  <a:lnTo>
                    <a:pt x="5178" y="2522"/>
                  </a:lnTo>
                  <a:lnTo>
                    <a:pt x="5313" y="2539"/>
                  </a:lnTo>
                  <a:lnTo>
                    <a:pt x="5329" y="2522"/>
                  </a:lnTo>
                  <a:lnTo>
                    <a:pt x="5329" y="2472"/>
                  </a:lnTo>
                  <a:lnTo>
                    <a:pt x="5346" y="2287"/>
                  </a:lnTo>
                  <a:lnTo>
                    <a:pt x="5346" y="2001"/>
                  </a:lnTo>
                  <a:lnTo>
                    <a:pt x="5313" y="1833"/>
                  </a:lnTo>
                  <a:lnTo>
                    <a:pt x="5296" y="1665"/>
                  </a:lnTo>
                  <a:lnTo>
                    <a:pt x="5245" y="1480"/>
                  </a:lnTo>
                  <a:lnTo>
                    <a:pt x="5178" y="1278"/>
                  </a:lnTo>
                  <a:lnTo>
                    <a:pt x="5111" y="1093"/>
                  </a:lnTo>
                  <a:lnTo>
                    <a:pt x="5010" y="908"/>
                  </a:lnTo>
                  <a:lnTo>
                    <a:pt x="4909" y="723"/>
                  </a:lnTo>
                  <a:lnTo>
                    <a:pt x="4775" y="555"/>
                  </a:lnTo>
                  <a:lnTo>
                    <a:pt x="4607" y="404"/>
                  </a:lnTo>
                  <a:lnTo>
                    <a:pt x="4438" y="270"/>
                  </a:lnTo>
                  <a:lnTo>
                    <a:pt x="4237" y="169"/>
                  </a:lnTo>
                  <a:lnTo>
                    <a:pt x="4018" y="85"/>
                  </a:lnTo>
                  <a:lnTo>
                    <a:pt x="3800" y="34"/>
                  </a:lnTo>
                  <a:lnTo>
                    <a:pt x="356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6" name="Google Shape;6026;p63"/>
            <p:cNvSpPr/>
            <p:nvPr/>
          </p:nvSpPr>
          <p:spPr>
            <a:xfrm>
              <a:off x="2960625" y="747075"/>
              <a:ext cx="42875" cy="42875"/>
            </a:xfrm>
            <a:custGeom>
              <a:avLst/>
              <a:gdLst/>
              <a:ahLst/>
              <a:cxnLst/>
              <a:rect l="l" t="t" r="r" b="b"/>
              <a:pathLst>
                <a:path w="1715" h="1715" extrusionOk="0">
                  <a:moveTo>
                    <a:pt x="908" y="101"/>
                  </a:moveTo>
                  <a:lnTo>
                    <a:pt x="1042" y="135"/>
                  </a:lnTo>
                  <a:lnTo>
                    <a:pt x="1160" y="185"/>
                  </a:lnTo>
                  <a:lnTo>
                    <a:pt x="1261" y="236"/>
                  </a:lnTo>
                  <a:lnTo>
                    <a:pt x="1362" y="320"/>
                  </a:lnTo>
                  <a:lnTo>
                    <a:pt x="1429" y="420"/>
                  </a:lnTo>
                  <a:lnTo>
                    <a:pt x="1496" y="521"/>
                  </a:lnTo>
                  <a:lnTo>
                    <a:pt x="1547" y="639"/>
                  </a:lnTo>
                  <a:lnTo>
                    <a:pt x="1563" y="757"/>
                  </a:lnTo>
                  <a:lnTo>
                    <a:pt x="1580" y="908"/>
                  </a:lnTo>
                  <a:lnTo>
                    <a:pt x="1547" y="1059"/>
                  </a:lnTo>
                  <a:lnTo>
                    <a:pt x="1496" y="1194"/>
                  </a:lnTo>
                  <a:lnTo>
                    <a:pt x="1412" y="1311"/>
                  </a:lnTo>
                  <a:lnTo>
                    <a:pt x="1311" y="1429"/>
                  </a:lnTo>
                  <a:lnTo>
                    <a:pt x="1194" y="1513"/>
                  </a:lnTo>
                  <a:lnTo>
                    <a:pt x="1059" y="1564"/>
                  </a:lnTo>
                  <a:lnTo>
                    <a:pt x="908" y="1597"/>
                  </a:lnTo>
                  <a:lnTo>
                    <a:pt x="757" y="1597"/>
                  </a:lnTo>
                  <a:lnTo>
                    <a:pt x="622" y="1580"/>
                  </a:lnTo>
                  <a:lnTo>
                    <a:pt x="488" y="1530"/>
                  </a:lnTo>
                  <a:lnTo>
                    <a:pt x="353" y="1446"/>
                  </a:lnTo>
                  <a:lnTo>
                    <a:pt x="252" y="1345"/>
                  </a:lnTo>
                  <a:lnTo>
                    <a:pt x="168" y="1227"/>
                  </a:lnTo>
                  <a:lnTo>
                    <a:pt x="101" y="1093"/>
                  </a:lnTo>
                  <a:lnTo>
                    <a:pt x="67" y="942"/>
                  </a:lnTo>
                  <a:lnTo>
                    <a:pt x="67" y="790"/>
                  </a:lnTo>
                  <a:lnTo>
                    <a:pt x="101" y="656"/>
                  </a:lnTo>
                  <a:lnTo>
                    <a:pt x="151" y="521"/>
                  </a:lnTo>
                  <a:lnTo>
                    <a:pt x="235" y="387"/>
                  </a:lnTo>
                  <a:lnTo>
                    <a:pt x="319" y="286"/>
                  </a:lnTo>
                  <a:lnTo>
                    <a:pt x="437" y="202"/>
                  </a:lnTo>
                  <a:lnTo>
                    <a:pt x="572" y="135"/>
                  </a:lnTo>
                  <a:lnTo>
                    <a:pt x="723" y="101"/>
                  </a:lnTo>
                  <a:close/>
                  <a:moveTo>
                    <a:pt x="757" y="0"/>
                  </a:moveTo>
                  <a:lnTo>
                    <a:pt x="588" y="34"/>
                  </a:lnTo>
                  <a:lnTo>
                    <a:pt x="437" y="101"/>
                  </a:lnTo>
                  <a:lnTo>
                    <a:pt x="303" y="202"/>
                  </a:lnTo>
                  <a:lnTo>
                    <a:pt x="185" y="320"/>
                  </a:lnTo>
                  <a:lnTo>
                    <a:pt x="84" y="454"/>
                  </a:lnTo>
                  <a:lnTo>
                    <a:pt x="34" y="605"/>
                  </a:lnTo>
                  <a:lnTo>
                    <a:pt x="0" y="774"/>
                  </a:lnTo>
                  <a:lnTo>
                    <a:pt x="0" y="958"/>
                  </a:lnTo>
                  <a:lnTo>
                    <a:pt x="34" y="1127"/>
                  </a:lnTo>
                  <a:lnTo>
                    <a:pt x="101" y="1278"/>
                  </a:lnTo>
                  <a:lnTo>
                    <a:pt x="185" y="1412"/>
                  </a:lnTo>
                  <a:lnTo>
                    <a:pt x="303" y="1530"/>
                  </a:lnTo>
                  <a:lnTo>
                    <a:pt x="454" y="1614"/>
                  </a:lnTo>
                  <a:lnTo>
                    <a:pt x="605" y="1681"/>
                  </a:lnTo>
                  <a:lnTo>
                    <a:pt x="773" y="1715"/>
                  </a:lnTo>
                  <a:lnTo>
                    <a:pt x="891" y="1715"/>
                  </a:lnTo>
                  <a:lnTo>
                    <a:pt x="1009" y="1698"/>
                  </a:lnTo>
                  <a:lnTo>
                    <a:pt x="1177" y="1665"/>
                  </a:lnTo>
                  <a:lnTo>
                    <a:pt x="1311" y="1580"/>
                  </a:lnTo>
                  <a:lnTo>
                    <a:pt x="1446" y="1480"/>
                  </a:lnTo>
                  <a:lnTo>
                    <a:pt x="1563" y="1345"/>
                  </a:lnTo>
                  <a:lnTo>
                    <a:pt x="1631" y="1211"/>
                  </a:lnTo>
                  <a:lnTo>
                    <a:pt x="1698" y="1042"/>
                  </a:lnTo>
                  <a:lnTo>
                    <a:pt x="1715" y="874"/>
                  </a:lnTo>
                  <a:lnTo>
                    <a:pt x="1698" y="706"/>
                  </a:lnTo>
                  <a:lnTo>
                    <a:pt x="1664" y="572"/>
                  </a:lnTo>
                  <a:lnTo>
                    <a:pt x="1614" y="437"/>
                  </a:lnTo>
                  <a:lnTo>
                    <a:pt x="1530" y="320"/>
                  </a:lnTo>
                  <a:lnTo>
                    <a:pt x="1429" y="219"/>
                  </a:lnTo>
                  <a:lnTo>
                    <a:pt x="1328" y="135"/>
                  </a:lnTo>
                  <a:lnTo>
                    <a:pt x="1194" y="67"/>
                  </a:lnTo>
                  <a:lnTo>
                    <a:pt x="1076" y="17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7" name="Google Shape;6027;p63"/>
            <p:cNvSpPr/>
            <p:nvPr/>
          </p:nvSpPr>
          <p:spPr>
            <a:xfrm>
              <a:off x="3014400" y="745375"/>
              <a:ext cx="31975" cy="42900"/>
            </a:xfrm>
            <a:custGeom>
              <a:avLst/>
              <a:gdLst/>
              <a:ahLst/>
              <a:cxnLst/>
              <a:rect l="l" t="t" r="r" b="b"/>
              <a:pathLst>
                <a:path w="1279" h="1716" extrusionOk="0">
                  <a:moveTo>
                    <a:pt x="656" y="102"/>
                  </a:moveTo>
                  <a:lnTo>
                    <a:pt x="757" y="135"/>
                  </a:lnTo>
                  <a:lnTo>
                    <a:pt x="841" y="169"/>
                  </a:lnTo>
                  <a:lnTo>
                    <a:pt x="909" y="236"/>
                  </a:lnTo>
                  <a:lnTo>
                    <a:pt x="976" y="304"/>
                  </a:lnTo>
                  <a:lnTo>
                    <a:pt x="1060" y="421"/>
                  </a:lnTo>
                  <a:lnTo>
                    <a:pt x="1110" y="556"/>
                  </a:lnTo>
                  <a:lnTo>
                    <a:pt x="1144" y="690"/>
                  </a:lnTo>
                  <a:lnTo>
                    <a:pt x="1161" y="842"/>
                  </a:lnTo>
                  <a:lnTo>
                    <a:pt x="1144" y="976"/>
                  </a:lnTo>
                  <a:lnTo>
                    <a:pt x="1127" y="1127"/>
                  </a:lnTo>
                  <a:lnTo>
                    <a:pt x="1077" y="1245"/>
                  </a:lnTo>
                  <a:lnTo>
                    <a:pt x="1026" y="1363"/>
                  </a:lnTo>
                  <a:lnTo>
                    <a:pt x="942" y="1464"/>
                  </a:lnTo>
                  <a:lnTo>
                    <a:pt x="858" y="1531"/>
                  </a:lnTo>
                  <a:lnTo>
                    <a:pt x="757" y="1581"/>
                  </a:lnTo>
                  <a:lnTo>
                    <a:pt x="656" y="1598"/>
                  </a:lnTo>
                  <a:lnTo>
                    <a:pt x="556" y="1581"/>
                  </a:lnTo>
                  <a:lnTo>
                    <a:pt x="455" y="1548"/>
                  </a:lnTo>
                  <a:lnTo>
                    <a:pt x="354" y="1480"/>
                  </a:lnTo>
                  <a:lnTo>
                    <a:pt x="270" y="1396"/>
                  </a:lnTo>
                  <a:lnTo>
                    <a:pt x="203" y="1279"/>
                  </a:lnTo>
                  <a:lnTo>
                    <a:pt x="152" y="1161"/>
                  </a:lnTo>
                  <a:lnTo>
                    <a:pt x="119" y="1010"/>
                  </a:lnTo>
                  <a:lnTo>
                    <a:pt x="102" y="858"/>
                  </a:lnTo>
                  <a:lnTo>
                    <a:pt x="102" y="724"/>
                  </a:lnTo>
                  <a:lnTo>
                    <a:pt x="135" y="589"/>
                  </a:lnTo>
                  <a:lnTo>
                    <a:pt x="186" y="455"/>
                  </a:lnTo>
                  <a:lnTo>
                    <a:pt x="253" y="320"/>
                  </a:lnTo>
                  <a:lnTo>
                    <a:pt x="320" y="236"/>
                  </a:lnTo>
                  <a:lnTo>
                    <a:pt x="404" y="169"/>
                  </a:lnTo>
                  <a:lnTo>
                    <a:pt x="505" y="119"/>
                  </a:lnTo>
                  <a:lnTo>
                    <a:pt x="606" y="102"/>
                  </a:lnTo>
                  <a:close/>
                  <a:moveTo>
                    <a:pt x="589" y="1"/>
                  </a:moveTo>
                  <a:lnTo>
                    <a:pt x="488" y="18"/>
                  </a:lnTo>
                  <a:lnTo>
                    <a:pt x="387" y="51"/>
                  </a:lnTo>
                  <a:lnTo>
                    <a:pt x="303" y="102"/>
                  </a:lnTo>
                  <a:lnTo>
                    <a:pt x="219" y="186"/>
                  </a:lnTo>
                  <a:lnTo>
                    <a:pt x="169" y="270"/>
                  </a:lnTo>
                  <a:lnTo>
                    <a:pt x="85" y="404"/>
                  </a:lnTo>
                  <a:lnTo>
                    <a:pt x="34" y="556"/>
                  </a:lnTo>
                  <a:lnTo>
                    <a:pt x="1" y="707"/>
                  </a:lnTo>
                  <a:lnTo>
                    <a:pt x="1" y="875"/>
                  </a:lnTo>
                  <a:lnTo>
                    <a:pt x="18" y="1026"/>
                  </a:lnTo>
                  <a:lnTo>
                    <a:pt x="51" y="1195"/>
                  </a:lnTo>
                  <a:lnTo>
                    <a:pt x="102" y="1329"/>
                  </a:lnTo>
                  <a:lnTo>
                    <a:pt x="169" y="1447"/>
                  </a:lnTo>
                  <a:lnTo>
                    <a:pt x="270" y="1548"/>
                  </a:lnTo>
                  <a:lnTo>
                    <a:pt x="371" y="1632"/>
                  </a:lnTo>
                  <a:lnTo>
                    <a:pt x="488" y="1682"/>
                  </a:lnTo>
                  <a:lnTo>
                    <a:pt x="606" y="1716"/>
                  </a:lnTo>
                  <a:lnTo>
                    <a:pt x="673" y="1716"/>
                  </a:lnTo>
                  <a:lnTo>
                    <a:pt x="791" y="1699"/>
                  </a:lnTo>
                  <a:lnTo>
                    <a:pt x="909" y="1648"/>
                  </a:lnTo>
                  <a:lnTo>
                    <a:pt x="1026" y="1564"/>
                  </a:lnTo>
                  <a:lnTo>
                    <a:pt x="1110" y="1464"/>
                  </a:lnTo>
                  <a:lnTo>
                    <a:pt x="1194" y="1329"/>
                  </a:lnTo>
                  <a:lnTo>
                    <a:pt x="1245" y="1178"/>
                  </a:lnTo>
                  <a:lnTo>
                    <a:pt x="1278" y="1010"/>
                  </a:lnTo>
                  <a:lnTo>
                    <a:pt x="1278" y="842"/>
                  </a:lnTo>
                  <a:lnTo>
                    <a:pt x="1262" y="673"/>
                  </a:lnTo>
                  <a:lnTo>
                    <a:pt x="1228" y="522"/>
                  </a:lnTo>
                  <a:lnTo>
                    <a:pt x="1161" y="371"/>
                  </a:lnTo>
                  <a:lnTo>
                    <a:pt x="1077" y="236"/>
                  </a:lnTo>
                  <a:lnTo>
                    <a:pt x="993" y="135"/>
                  </a:lnTo>
                  <a:lnTo>
                    <a:pt x="892" y="68"/>
                  </a:lnTo>
                  <a:lnTo>
                    <a:pt x="791" y="18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8" name="Google Shape;6028;p63"/>
            <p:cNvSpPr/>
            <p:nvPr/>
          </p:nvSpPr>
          <p:spPr>
            <a:xfrm>
              <a:off x="3000550" y="761350"/>
              <a:ext cx="15975" cy="5925"/>
            </a:xfrm>
            <a:custGeom>
              <a:avLst/>
              <a:gdLst/>
              <a:ahLst/>
              <a:cxnLst/>
              <a:rect l="l" t="t" r="r" b="b"/>
              <a:pathLst>
                <a:path w="639" h="237" extrusionOk="0">
                  <a:moveTo>
                    <a:pt x="286" y="1"/>
                  </a:moveTo>
                  <a:lnTo>
                    <a:pt x="202" y="34"/>
                  </a:lnTo>
                  <a:lnTo>
                    <a:pt x="118" y="68"/>
                  </a:lnTo>
                  <a:lnTo>
                    <a:pt x="0" y="152"/>
                  </a:lnTo>
                  <a:lnTo>
                    <a:pt x="84" y="236"/>
                  </a:lnTo>
                  <a:lnTo>
                    <a:pt x="135" y="203"/>
                  </a:lnTo>
                  <a:lnTo>
                    <a:pt x="252" y="135"/>
                  </a:lnTo>
                  <a:lnTo>
                    <a:pt x="319" y="118"/>
                  </a:lnTo>
                  <a:lnTo>
                    <a:pt x="404" y="118"/>
                  </a:lnTo>
                  <a:lnTo>
                    <a:pt x="488" y="135"/>
                  </a:lnTo>
                  <a:lnTo>
                    <a:pt x="555" y="186"/>
                  </a:lnTo>
                  <a:lnTo>
                    <a:pt x="639" y="102"/>
                  </a:lnTo>
                  <a:lnTo>
                    <a:pt x="555" y="34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9" name="Google Shape;6029;p63"/>
            <p:cNvSpPr/>
            <p:nvPr/>
          </p:nvSpPr>
          <p:spPr>
            <a:xfrm>
              <a:off x="2904300" y="761350"/>
              <a:ext cx="58450" cy="14750"/>
            </a:xfrm>
            <a:custGeom>
              <a:avLst/>
              <a:gdLst/>
              <a:ahLst/>
              <a:cxnLst/>
              <a:rect l="l" t="t" r="r" b="b"/>
              <a:pathLst>
                <a:path w="2338" h="590" extrusionOk="0">
                  <a:moveTo>
                    <a:pt x="639" y="1"/>
                  </a:moveTo>
                  <a:lnTo>
                    <a:pt x="488" y="18"/>
                  </a:lnTo>
                  <a:lnTo>
                    <a:pt x="387" y="51"/>
                  </a:lnTo>
                  <a:lnTo>
                    <a:pt x="303" y="102"/>
                  </a:lnTo>
                  <a:lnTo>
                    <a:pt x="219" y="186"/>
                  </a:lnTo>
                  <a:lnTo>
                    <a:pt x="152" y="270"/>
                  </a:lnTo>
                  <a:lnTo>
                    <a:pt x="51" y="438"/>
                  </a:lnTo>
                  <a:lnTo>
                    <a:pt x="0" y="539"/>
                  </a:lnTo>
                  <a:lnTo>
                    <a:pt x="101" y="589"/>
                  </a:lnTo>
                  <a:lnTo>
                    <a:pt x="152" y="471"/>
                  </a:lnTo>
                  <a:lnTo>
                    <a:pt x="253" y="320"/>
                  </a:lnTo>
                  <a:lnTo>
                    <a:pt x="320" y="253"/>
                  </a:lnTo>
                  <a:lnTo>
                    <a:pt x="370" y="186"/>
                  </a:lnTo>
                  <a:lnTo>
                    <a:pt x="437" y="152"/>
                  </a:lnTo>
                  <a:lnTo>
                    <a:pt x="505" y="118"/>
                  </a:lnTo>
                  <a:lnTo>
                    <a:pt x="807" y="118"/>
                  </a:lnTo>
                  <a:lnTo>
                    <a:pt x="1328" y="135"/>
                  </a:lnTo>
                  <a:lnTo>
                    <a:pt x="2337" y="186"/>
                  </a:lnTo>
                  <a:lnTo>
                    <a:pt x="2337" y="68"/>
                  </a:lnTo>
                  <a:lnTo>
                    <a:pt x="1480" y="18"/>
                  </a:lnTo>
                  <a:lnTo>
                    <a:pt x="8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0" name="Google Shape;6030;p63"/>
            <p:cNvSpPr/>
            <p:nvPr/>
          </p:nvSpPr>
          <p:spPr>
            <a:xfrm>
              <a:off x="2900925" y="763050"/>
              <a:ext cx="32400" cy="42875"/>
            </a:xfrm>
            <a:custGeom>
              <a:avLst/>
              <a:gdLst/>
              <a:ahLst/>
              <a:cxnLst/>
              <a:rect l="l" t="t" r="r" b="b"/>
              <a:pathLst>
                <a:path w="1296" h="1715" extrusionOk="0">
                  <a:moveTo>
                    <a:pt x="219" y="0"/>
                  </a:moveTo>
                  <a:lnTo>
                    <a:pt x="152" y="34"/>
                  </a:lnTo>
                  <a:lnTo>
                    <a:pt x="85" y="84"/>
                  </a:lnTo>
                  <a:lnTo>
                    <a:pt x="51" y="151"/>
                  </a:lnTo>
                  <a:lnTo>
                    <a:pt x="18" y="235"/>
                  </a:lnTo>
                  <a:lnTo>
                    <a:pt x="1" y="353"/>
                  </a:lnTo>
                  <a:lnTo>
                    <a:pt x="1" y="471"/>
                  </a:lnTo>
                  <a:lnTo>
                    <a:pt x="18" y="588"/>
                  </a:lnTo>
                  <a:lnTo>
                    <a:pt x="51" y="723"/>
                  </a:lnTo>
                  <a:lnTo>
                    <a:pt x="85" y="857"/>
                  </a:lnTo>
                  <a:lnTo>
                    <a:pt x="186" y="1126"/>
                  </a:lnTo>
                  <a:lnTo>
                    <a:pt x="253" y="1261"/>
                  </a:lnTo>
                  <a:lnTo>
                    <a:pt x="320" y="1379"/>
                  </a:lnTo>
                  <a:lnTo>
                    <a:pt x="404" y="1479"/>
                  </a:lnTo>
                  <a:lnTo>
                    <a:pt x="488" y="1563"/>
                  </a:lnTo>
                  <a:lnTo>
                    <a:pt x="572" y="1631"/>
                  </a:lnTo>
                  <a:lnTo>
                    <a:pt x="657" y="1681"/>
                  </a:lnTo>
                  <a:lnTo>
                    <a:pt x="741" y="1715"/>
                  </a:lnTo>
                  <a:lnTo>
                    <a:pt x="925" y="1715"/>
                  </a:lnTo>
                  <a:lnTo>
                    <a:pt x="1010" y="1698"/>
                  </a:lnTo>
                  <a:lnTo>
                    <a:pt x="1094" y="1648"/>
                  </a:lnTo>
                  <a:lnTo>
                    <a:pt x="1161" y="1597"/>
                  </a:lnTo>
                  <a:lnTo>
                    <a:pt x="1228" y="1530"/>
                  </a:lnTo>
                  <a:lnTo>
                    <a:pt x="1279" y="1446"/>
                  </a:lnTo>
                  <a:lnTo>
                    <a:pt x="1295" y="1429"/>
                  </a:lnTo>
                  <a:lnTo>
                    <a:pt x="1144" y="689"/>
                  </a:lnTo>
                  <a:lnTo>
                    <a:pt x="1043" y="555"/>
                  </a:lnTo>
                  <a:lnTo>
                    <a:pt x="925" y="420"/>
                  </a:lnTo>
                  <a:lnTo>
                    <a:pt x="791" y="286"/>
                  </a:lnTo>
                  <a:lnTo>
                    <a:pt x="640" y="151"/>
                  </a:lnTo>
                  <a:lnTo>
                    <a:pt x="556" y="84"/>
                  </a:lnTo>
                  <a:lnTo>
                    <a:pt x="472" y="50"/>
                  </a:lnTo>
                  <a:lnTo>
                    <a:pt x="388" y="17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1" name="Google Shape;6031;p63"/>
            <p:cNvSpPr/>
            <p:nvPr/>
          </p:nvSpPr>
          <p:spPr>
            <a:xfrm>
              <a:off x="2908075" y="772700"/>
              <a:ext cx="18525" cy="26925"/>
            </a:xfrm>
            <a:custGeom>
              <a:avLst/>
              <a:gdLst/>
              <a:ahLst/>
              <a:cxnLst/>
              <a:rect l="l" t="t" r="r" b="b"/>
              <a:pathLst>
                <a:path w="741" h="1077" extrusionOk="0">
                  <a:moveTo>
                    <a:pt x="1" y="1"/>
                  </a:moveTo>
                  <a:lnTo>
                    <a:pt x="102" y="68"/>
                  </a:lnTo>
                  <a:lnTo>
                    <a:pt x="202" y="135"/>
                  </a:lnTo>
                  <a:lnTo>
                    <a:pt x="303" y="219"/>
                  </a:lnTo>
                  <a:lnTo>
                    <a:pt x="371" y="303"/>
                  </a:lnTo>
                  <a:lnTo>
                    <a:pt x="455" y="404"/>
                  </a:lnTo>
                  <a:lnTo>
                    <a:pt x="505" y="522"/>
                  </a:lnTo>
                  <a:lnTo>
                    <a:pt x="555" y="623"/>
                  </a:lnTo>
                  <a:lnTo>
                    <a:pt x="606" y="757"/>
                  </a:lnTo>
                  <a:lnTo>
                    <a:pt x="572" y="707"/>
                  </a:lnTo>
                  <a:lnTo>
                    <a:pt x="539" y="673"/>
                  </a:lnTo>
                  <a:lnTo>
                    <a:pt x="438" y="623"/>
                  </a:lnTo>
                  <a:lnTo>
                    <a:pt x="303" y="623"/>
                  </a:lnTo>
                  <a:lnTo>
                    <a:pt x="253" y="656"/>
                  </a:lnTo>
                  <a:lnTo>
                    <a:pt x="219" y="673"/>
                  </a:lnTo>
                  <a:lnTo>
                    <a:pt x="219" y="690"/>
                  </a:lnTo>
                  <a:lnTo>
                    <a:pt x="303" y="673"/>
                  </a:lnTo>
                  <a:lnTo>
                    <a:pt x="387" y="690"/>
                  </a:lnTo>
                  <a:lnTo>
                    <a:pt x="471" y="740"/>
                  </a:lnTo>
                  <a:lnTo>
                    <a:pt x="522" y="791"/>
                  </a:lnTo>
                  <a:lnTo>
                    <a:pt x="606" y="925"/>
                  </a:lnTo>
                  <a:lnTo>
                    <a:pt x="673" y="1060"/>
                  </a:lnTo>
                  <a:lnTo>
                    <a:pt x="690" y="1077"/>
                  </a:lnTo>
                  <a:lnTo>
                    <a:pt x="724" y="1077"/>
                  </a:lnTo>
                  <a:lnTo>
                    <a:pt x="740" y="1060"/>
                  </a:lnTo>
                  <a:lnTo>
                    <a:pt x="740" y="1043"/>
                  </a:lnTo>
                  <a:lnTo>
                    <a:pt x="724" y="875"/>
                  </a:lnTo>
                  <a:lnTo>
                    <a:pt x="690" y="707"/>
                  </a:lnTo>
                  <a:lnTo>
                    <a:pt x="623" y="539"/>
                  </a:lnTo>
                  <a:lnTo>
                    <a:pt x="539" y="387"/>
                  </a:lnTo>
                  <a:lnTo>
                    <a:pt x="438" y="236"/>
                  </a:lnTo>
                  <a:lnTo>
                    <a:pt x="303" y="118"/>
                  </a:lnTo>
                  <a:lnTo>
                    <a:pt x="236" y="85"/>
                  </a:lnTo>
                  <a:lnTo>
                    <a:pt x="152" y="34"/>
                  </a:lnTo>
                  <a:lnTo>
                    <a:pt x="85" y="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2" name="Google Shape;6032;p63"/>
            <p:cNvSpPr/>
            <p:nvPr/>
          </p:nvSpPr>
          <p:spPr>
            <a:xfrm>
              <a:off x="2901350" y="763050"/>
              <a:ext cx="31975" cy="42875"/>
            </a:xfrm>
            <a:custGeom>
              <a:avLst/>
              <a:gdLst/>
              <a:ahLst/>
              <a:cxnLst/>
              <a:rect l="l" t="t" r="r" b="b"/>
              <a:pathLst>
                <a:path w="1279" h="1715" extrusionOk="0">
                  <a:moveTo>
                    <a:pt x="236" y="0"/>
                  </a:moveTo>
                  <a:lnTo>
                    <a:pt x="152" y="34"/>
                  </a:lnTo>
                  <a:lnTo>
                    <a:pt x="85" y="84"/>
                  </a:lnTo>
                  <a:lnTo>
                    <a:pt x="34" y="151"/>
                  </a:lnTo>
                  <a:lnTo>
                    <a:pt x="18" y="235"/>
                  </a:lnTo>
                  <a:lnTo>
                    <a:pt x="1" y="353"/>
                  </a:lnTo>
                  <a:lnTo>
                    <a:pt x="1" y="471"/>
                  </a:lnTo>
                  <a:lnTo>
                    <a:pt x="18" y="588"/>
                  </a:lnTo>
                  <a:lnTo>
                    <a:pt x="34" y="723"/>
                  </a:lnTo>
                  <a:lnTo>
                    <a:pt x="85" y="857"/>
                  </a:lnTo>
                  <a:lnTo>
                    <a:pt x="186" y="1126"/>
                  </a:lnTo>
                  <a:lnTo>
                    <a:pt x="253" y="1261"/>
                  </a:lnTo>
                  <a:lnTo>
                    <a:pt x="320" y="1379"/>
                  </a:lnTo>
                  <a:lnTo>
                    <a:pt x="404" y="1479"/>
                  </a:lnTo>
                  <a:lnTo>
                    <a:pt x="488" y="1563"/>
                  </a:lnTo>
                  <a:lnTo>
                    <a:pt x="572" y="1631"/>
                  </a:lnTo>
                  <a:lnTo>
                    <a:pt x="656" y="1681"/>
                  </a:lnTo>
                  <a:lnTo>
                    <a:pt x="740" y="1698"/>
                  </a:lnTo>
                  <a:lnTo>
                    <a:pt x="841" y="1715"/>
                  </a:lnTo>
                  <a:lnTo>
                    <a:pt x="942" y="1698"/>
                  </a:lnTo>
                  <a:lnTo>
                    <a:pt x="1026" y="1664"/>
                  </a:lnTo>
                  <a:lnTo>
                    <a:pt x="1110" y="1631"/>
                  </a:lnTo>
                  <a:lnTo>
                    <a:pt x="1177" y="1563"/>
                  </a:lnTo>
                  <a:lnTo>
                    <a:pt x="1228" y="1496"/>
                  </a:lnTo>
                  <a:lnTo>
                    <a:pt x="1278" y="1429"/>
                  </a:lnTo>
                  <a:lnTo>
                    <a:pt x="1144" y="689"/>
                  </a:lnTo>
                  <a:lnTo>
                    <a:pt x="1043" y="555"/>
                  </a:lnTo>
                  <a:lnTo>
                    <a:pt x="925" y="420"/>
                  </a:lnTo>
                  <a:lnTo>
                    <a:pt x="791" y="286"/>
                  </a:lnTo>
                  <a:lnTo>
                    <a:pt x="640" y="151"/>
                  </a:lnTo>
                  <a:lnTo>
                    <a:pt x="555" y="84"/>
                  </a:lnTo>
                  <a:lnTo>
                    <a:pt x="471" y="50"/>
                  </a:lnTo>
                  <a:lnTo>
                    <a:pt x="387" y="17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3" name="Google Shape;6033;p63"/>
            <p:cNvSpPr/>
            <p:nvPr/>
          </p:nvSpPr>
          <p:spPr>
            <a:xfrm>
              <a:off x="2908075" y="772700"/>
              <a:ext cx="18525" cy="26925"/>
            </a:xfrm>
            <a:custGeom>
              <a:avLst/>
              <a:gdLst/>
              <a:ahLst/>
              <a:cxnLst/>
              <a:rect l="l" t="t" r="r" b="b"/>
              <a:pathLst>
                <a:path w="741" h="1077" extrusionOk="0">
                  <a:moveTo>
                    <a:pt x="1" y="1"/>
                  </a:moveTo>
                  <a:lnTo>
                    <a:pt x="102" y="68"/>
                  </a:lnTo>
                  <a:lnTo>
                    <a:pt x="202" y="135"/>
                  </a:lnTo>
                  <a:lnTo>
                    <a:pt x="303" y="219"/>
                  </a:lnTo>
                  <a:lnTo>
                    <a:pt x="371" y="303"/>
                  </a:lnTo>
                  <a:lnTo>
                    <a:pt x="455" y="404"/>
                  </a:lnTo>
                  <a:lnTo>
                    <a:pt x="505" y="522"/>
                  </a:lnTo>
                  <a:lnTo>
                    <a:pt x="555" y="623"/>
                  </a:lnTo>
                  <a:lnTo>
                    <a:pt x="606" y="757"/>
                  </a:lnTo>
                  <a:lnTo>
                    <a:pt x="572" y="707"/>
                  </a:lnTo>
                  <a:lnTo>
                    <a:pt x="539" y="673"/>
                  </a:lnTo>
                  <a:lnTo>
                    <a:pt x="438" y="623"/>
                  </a:lnTo>
                  <a:lnTo>
                    <a:pt x="303" y="623"/>
                  </a:lnTo>
                  <a:lnTo>
                    <a:pt x="253" y="656"/>
                  </a:lnTo>
                  <a:lnTo>
                    <a:pt x="219" y="673"/>
                  </a:lnTo>
                  <a:lnTo>
                    <a:pt x="219" y="690"/>
                  </a:lnTo>
                  <a:lnTo>
                    <a:pt x="303" y="673"/>
                  </a:lnTo>
                  <a:lnTo>
                    <a:pt x="387" y="690"/>
                  </a:lnTo>
                  <a:lnTo>
                    <a:pt x="471" y="740"/>
                  </a:lnTo>
                  <a:lnTo>
                    <a:pt x="522" y="791"/>
                  </a:lnTo>
                  <a:lnTo>
                    <a:pt x="606" y="925"/>
                  </a:lnTo>
                  <a:lnTo>
                    <a:pt x="673" y="1060"/>
                  </a:lnTo>
                  <a:lnTo>
                    <a:pt x="690" y="1077"/>
                  </a:lnTo>
                  <a:lnTo>
                    <a:pt x="724" y="1077"/>
                  </a:lnTo>
                  <a:lnTo>
                    <a:pt x="740" y="1060"/>
                  </a:lnTo>
                  <a:lnTo>
                    <a:pt x="740" y="1043"/>
                  </a:lnTo>
                  <a:lnTo>
                    <a:pt x="724" y="875"/>
                  </a:lnTo>
                  <a:lnTo>
                    <a:pt x="690" y="707"/>
                  </a:lnTo>
                  <a:lnTo>
                    <a:pt x="623" y="539"/>
                  </a:lnTo>
                  <a:lnTo>
                    <a:pt x="539" y="387"/>
                  </a:lnTo>
                  <a:lnTo>
                    <a:pt x="438" y="236"/>
                  </a:lnTo>
                  <a:lnTo>
                    <a:pt x="303" y="118"/>
                  </a:lnTo>
                  <a:lnTo>
                    <a:pt x="236" y="85"/>
                  </a:lnTo>
                  <a:lnTo>
                    <a:pt x="152" y="34"/>
                  </a:lnTo>
                  <a:lnTo>
                    <a:pt x="85" y="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4" name="Google Shape;6034;p63"/>
            <p:cNvSpPr/>
            <p:nvPr/>
          </p:nvSpPr>
          <p:spPr>
            <a:xfrm>
              <a:off x="2927000" y="860125"/>
              <a:ext cx="76075" cy="66000"/>
            </a:xfrm>
            <a:custGeom>
              <a:avLst/>
              <a:gdLst/>
              <a:ahLst/>
              <a:cxnLst/>
              <a:rect l="l" t="t" r="r" b="b"/>
              <a:pathLst>
                <a:path w="3043" h="2640" extrusionOk="0">
                  <a:moveTo>
                    <a:pt x="2354" y="0"/>
                  </a:moveTo>
                  <a:lnTo>
                    <a:pt x="2102" y="1295"/>
                  </a:lnTo>
                  <a:lnTo>
                    <a:pt x="336" y="51"/>
                  </a:lnTo>
                  <a:lnTo>
                    <a:pt x="0" y="622"/>
                  </a:lnTo>
                  <a:lnTo>
                    <a:pt x="958" y="1665"/>
                  </a:lnTo>
                  <a:lnTo>
                    <a:pt x="1614" y="2371"/>
                  </a:lnTo>
                  <a:lnTo>
                    <a:pt x="1833" y="2572"/>
                  </a:lnTo>
                  <a:lnTo>
                    <a:pt x="1883" y="2623"/>
                  </a:lnTo>
                  <a:lnTo>
                    <a:pt x="1900" y="2640"/>
                  </a:lnTo>
                  <a:lnTo>
                    <a:pt x="2202" y="1513"/>
                  </a:lnTo>
                  <a:lnTo>
                    <a:pt x="3043" y="2085"/>
                  </a:lnTo>
                  <a:lnTo>
                    <a:pt x="2656" y="303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5" name="Google Shape;6035;p63"/>
            <p:cNvSpPr/>
            <p:nvPr/>
          </p:nvSpPr>
          <p:spPr>
            <a:xfrm>
              <a:off x="2926575" y="868100"/>
              <a:ext cx="78200" cy="60550"/>
            </a:xfrm>
            <a:custGeom>
              <a:avLst/>
              <a:gdLst/>
              <a:ahLst/>
              <a:cxnLst/>
              <a:rect l="l" t="t" r="r" b="b"/>
              <a:pathLst>
                <a:path w="3128" h="2422" extrusionOk="0">
                  <a:moveTo>
                    <a:pt x="2656" y="1"/>
                  </a:moveTo>
                  <a:lnTo>
                    <a:pt x="2673" y="152"/>
                  </a:lnTo>
                  <a:lnTo>
                    <a:pt x="2707" y="354"/>
                  </a:lnTo>
                  <a:lnTo>
                    <a:pt x="2825" y="858"/>
                  </a:lnTo>
                  <a:lnTo>
                    <a:pt x="3010" y="1699"/>
                  </a:lnTo>
                  <a:lnTo>
                    <a:pt x="2606" y="1430"/>
                  </a:lnTo>
                  <a:lnTo>
                    <a:pt x="2219" y="1194"/>
                  </a:lnTo>
                  <a:lnTo>
                    <a:pt x="2152" y="1430"/>
                  </a:lnTo>
                  <a:lnTo>
                    <a:pt x="2051" y="1783"/>
                  </a:lnTo>
                  <a:lnTo>
                    <a:pt x="1917" y="2270"/>
                  </a:lnTo>
                  <a:lnTo>
                    <a:pt x="975" y="1278"/>
                  </a:lnTo>
                  <a:lnTo>
                    <a:pt x="404" y="690"/>
                  </a:lnTo>
                  <a:lnTo>
                    <a:pt x="17" y="303"/>
                  </a:lnTo>
                  <a:lnTo>
                    <a:pt x="0" y="303"/>
                  </a:lnTo>
                  <a:lnTo>
                    <a:pt x="0" y="320"/>
                  </a:lnTo>
                  <a:lnTo>
                    <a:pt x="421" y="808"/>
                  </a:lnTo>
                  <a:lnTo>
                    <a:pt x="1059" y="1514"/>
                  </a:lnTo>
                  <a:lnTo>
                    <a:pt x="1665" y="2153"/>
                  </a:lnTo>
                  <a:lnTo>
                    <a:pt x="1934" y="2422"/>
                  </a:lnTo>
                  <a:lnTo>
                    <a:pt x="2102" y="1833"/>
                  </a:lnTo>
                  <a:lnTo>
                    <a:pt x="2236" y="1245"/>
                  </a:lnTo>
                  <a:lnTo>
                    <a:pt x="2673" y="1564"/>
                  </a:lnTo>
                  <a:lnTo>
                    <a:pt x="3127" y="1867"/>
                  </a:lnTo>
                  <a:lnTo>
                    <a:pt x="3026" y="1362"/>
                  </a:lnTo>
                  <a:lnTo>
                    <a:pt x="2925" y="892"/>
                  </a:lnTo>
                  <a:lnTo>
                    <a:pt x="2808" y="438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6" name="Google Shape;6036;p63"/>
            <p:cNvSpPr/>
            <p:nvPr/>
          </p:nvSpPr>
          <p:spPr>
            <a:xfrm>
              <a:off x="3098050" y="1003425"/>
              <a:ext cx="185350" cy="226575"/>
            </a:xfrm>
            <a:custGeom>
              <a:avLst/>
              <a:gdLst/>
              <a:ahLst/>
              <a:cxnLst/>
              <a:rect l="l" t="t" r="r" b="b"/>
              <a:pathLst>
                <a:path w="7414" h="9063" extrusionOk="0">
                  <a:moveTo>
                    <a:pt x="7414" y="1"/>
                  </a:moveTo>
                  <a:lnTo>
                    <a:pt x="1076" y="85"/>
                  </a:lnTo>
                  <a:lnTo>
                    <a:pt x="0" y="9062"/>
                  </a:lnTo>
                  <a:lnTo>
                    <a:pt x="6338" y="8978"/>
                  </a:lnTo>
                  <a:lnTo>
                    <a:pt x="7414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7" name="Google Shape;6037;p63"/>
            <p:cNvSpPr/>
            <p:nvPr/>
          </p:nvSpPr>
          <p:spPr>
            <a:xfrm>
              <a:off x="3106025" y="1003425"/>
              <a:ext cx="184950" cy="226575"/>
            </a:xfrm>
            <a:custGeom>
              <a:avLst/>
              <a:gdLst/>
              <a:ahLst/>
              <a:cxnLst/>
              <a:rect l="l" t="t" r="r" b="b"/>
              <a:pathLst>
                <a:path w="7398" h="9063" extrusionOk="0">
                  <a:moveTo>
                    <a:pt x="7397" y="1"/>
                  </a:moveTo>
                  <a:lnTo>
                    <a:pt x="1077" y="85"/>
                  </a:lnTo>
                  <a:lnTo>
                    <a:pt x="1" y="9062"/>
                  </a:lnTo>
                  <a:lnTo>
                    <a:pt x="6322" y="8978"/>
                  </a:lnTo>
                  <a:lnTo>
                    <a:pt x="739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8" name="Google Shape;6038;p63"/>
            <p:cNvSpPr/>
            <p:nvPr/>
          </p:nvSpPr>
          <p:spPr>
            <a:xfrm>
              <a:off x="3188400" y="1091700"/>
              <a:ext cx="30700" cy="30700"/>
            </a:xfrm>
            <a:custGeom>
              <a:avLst/>
              <a:gdLst/>
              <a:ahLst/>
              <a:cxnLst/>
              <a:rect l="l" t="t" r="r" b="b"/>
              <a:pathLst>
                <a:path w="1228" h="1228" extrusionOk="0">
                  <a:moveTo>
                    <a:pt x="656" y="0"/>
                  </a:moveTo>
                  <a:lnTo>
                    <a:pt x="539" y="17"/>
                  </a:lnTo>
                  <a:lnTo>
                    <a:pt x="421" y="51"/>
                  </a:lnTo>
                  <a:lnTo>
                    <a:pt x="303" y="118"/>
                  </a:lnTo>
                  <a:lnTo>
                    <a:pt x="202" y="185"/>
                  </a:lnTo>
                  <a:lnTo>
                    <a:pt x="135" y="269"/>
                  </a:lnTo>
                  <a:lnTo>
                    <a:pt x="68" y="387"/>
                  </a:lnTo>
                  <a:lnTo>
                    <a:pt x="17" y="505"/>
                  </a:lnTo>
                  <a:lnTo>
                    <a:pt x="1" y="622"/>
                  </a:lnTo>
                  <a:lnTo>
                    <a:pt x="1" y="690"/>
                  </a:lnTo>
                  <a:lnTo>
                    <a:pt x="17" y="790"/>
                  </a:lnTo>
                  <a:lnTo>
                    <a:pt x="51" y="891"/>
                  </a:lnTo>
                  <a:lnTo>
                    <a:pt x="101" y="992"/>
                  </a:lnTo>
                  <a:lnTo>
                    <a:pt x="169" y="1076"/>
                  </a:lnTo>
                  <a:lnTo>
                    <a:pt x="253" y="1143"/>
                  </a:lnTo>
                  <a:lnTo>
                    <a:pt x="354" y="1194"/>
                  </a:lnTo>
                  <a:lnTo>
                    <a:pt x="454" y="1211"/>
                  </a:lnTo>
                  <a:lnTo>
                    <a:pt x="572" y="1227"/>
                  </a:lnTo>
                  <a:lnTo>
                    <a:pt x="690" y="1211"/>
                  </a:lnTo>
                  <a:lnTo>
                    <a:pt x="808" y="1177"/>
                  </a:lnTo>
                  <a:lnTo>
                    <a:pt x="925" y="1110"/>
                  </a:lnTo>
                  <a:lnTo>
                    <a:pt x="1026" y="1043"/>
                  </a:lnTo>
                  <a:lnTo>
                    <a:pt x="1093" y="942"/>
                  </a:lnTo>
                  <a:lnTo>
                    <a:pt x="1161" y="841"/>
                  </a:lnTo>
                  <a:lnTo>
                    <a:pt x="1211" y="723"/>
                  </a:lnTo>
                  <a:lnTo>
                    <a:pt x="1228" y="605"/>
                  </a:lnTo>
                  <a:lnTo>
                    <a:pt x="1228" y="538"/>
                  </a:lnTo>
                  <a:lnTo>
                    <a:pt x="1211" y="421"/>
                  </a:lnTo>
                  <a:lnTo>
                    <a:pt x="1177" y="320"/>
                  </a:lnTo>
                  <a:lnTo>
                    <a:pt x="1127" y="219"/>
                  </a:lnTo>
                  <a:lnTo>
                    <a:pt x="1060" y="152"/>
                  </a:lnTo>
                  <a:lnTo>
                    <a:pt x="976" y="84"/>
                  </a:lnTo>
                  <a:lnTo>
                    <a:pt x="875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9" name="Google Shape;6039;p63"/>
            <p:cNvSpPr/>
            <p:nvPr/>
          </p:nvSpPr>
          <p:spPr>
            <a:xfrm>
              <a:off x="2806375" y="888700"/>
              <a:ext cx="262700" cy="364825"/>
            </a:xfrm>
            <a:custGeom>
              <a:avLst/>
              <a:gdLst/>
              <a:ahLst/>
              <a:cxnLst/>
              <a:rect l="l" t="t" r="r" b="b"/>
              <a:pathLst>
                <a:path w="10508" h="14593" extrusionOk="0">
                  <a:moveTo>
                    <a:pt x="3985" y="1"/>
                  </a:moveTo>
                  <a:lnTo>
                    <a:pt x="3867" y="51"/>
                  </a:lnTo>
                  <a:lnTo>
                    <a:pt x="3749" y="135"/>
                  </a:lnTo>
                  <a:lnTo>
                    <a:pt x="3648" y="253"/>
                  </a:lnTo>
                  <a:lnTo>
                    <a:pt x="3548" y="387"/>
                  </a:lnTo>
                  <a:lnTo>
                    <a:pt x="3447" y="555"/>
                  </a:lnTo>
                  <a:lnTo>
                    <a:pt x="3161" y="1127"/>
                  </a:lnTo>
                  <a:lnTo>
                    <a:pt x="2858" y="1783"/>
                  </a:lnTo>
                  <a:lnTo>
                    <a:pt x="2522" y="2505"/>
                  </a:lnTo>
                  <a:lnTo>
                    <a:pt x="2186" y="3296"/>
                  </a:lnTo>
                  <a:lnTo>
                    <a:pt x="1833" y="4119"/>
                  </a:lnTo>
                  <a:lnTo>
                    <a:pt x="1497" y="4960"/>
                  </a:lnTo>
                  <a:lnTo>
                    <a:pt x="1160" y="5834"/>
                  </a:lnTo>
                  <a:lnTo>
                    <a:pt x="858" y="6691"/>
                  </a:lnTo>
                  <a:lnTo>
                    <a:pt x="589" y="7532"/>
                  </a:lnTo>
                  <a:lnTo>
                    <a:pt x="353" y="8339"/>
                  </a:lnTo>
                  <a:lnTo>
                    <a:pt x="253" y="8725"/>
                  </a:lnTo>
                  <a:lnTo>
                    <a:pt x="169" y="9095"/>
                  </a:lnTo>
                  <a:lnTo>
                    <a:pt x="101" y="9448"/>
                  </a:lnTo>
                  <a:lnTo>
                    <a:pt x="51" y="9785"/>
                  </a:lnTo>
                  <a:lnTo>
                    <a:pt x="17" y="10087"/>
                  </a:lnTo>
                  <a:lnTo>
                    <a:pt x="0" y="10390"/>
                  </a:lnTo>
                  <a:lnTo>
                    <a:pt x="0" y="10659"/>
                  </a:lnTo>
                  <a:lnTo>
                    <a:pt x="34" y="10894"/>
                  </a:lnTo>
                  <a:lnTo>
                    <a:pt x="68" y="11113"/>
                  </a:lnTo>
                  <a:lnTo>
                    <a:pt x="135" y="11298"/>
                  </a:lnTo>
                  <a:lnTo>
                    <a:pt x="236" y="11449"/>
                  </a:lnTo>
                  <a:lnTo>
                    <a:pt x="286" y="11516"/>
                  </a:lnTo>
                  <a:lnTo>
                    <a:pt x="353" y="11567"/>
                  </a:lnTo>
                  <a:lnTo>
                    <a:pt x="572" y="11735"/>
                  </a:lnTo>
                  <a:lnTo>
                    <a:pt x="791" y="11903"/>
                  </a:lnTo>
                  <a:lnTo>
                    <a:pt x="1043" y="12054"/>
                  </a:lnTo>
                  <a:lnTo>
                    <a:pt x="1312" y="12222"/>
                  </a:lnTo>
                  <a:lnTo>
                    <a:pt x="1850" y="12508"/>
                  </a:lnTo>
                  <a:lnTo>
                    <a:pt x="2438" y="12777"/>
                  </a:lnTo>
                  <a:lnTo>
                    <a:pt x="3043" y="13046"/>
                  </a:lnTo>
                  <a:lnTo>
                    <a:pt x="3682" y="13281"/>
                  </a:lnTo>
                  <a:lnTo>
                    <a:pt x="4321" y="13500"/>
                  </a:lnTo>
                  <a:lnTo>
                    <a:pt x="4943" y="13702"/>
                  </a:lnTo>
                  <a:lnTo>
                    <a:pt x="5582" y="13886"/>
                  </a:lnTo>
                  <a:lnTo>
                    <a:pt x="6187" y="14038"/>
                  </a:lnTo>
                  <a:lnTo>
                    <a:pt x="6775" y="14189"/>
                  </a:lnTo>
                  <a:lnTo>
                    <a:pt x="7330" y="14307"/>
                  </a:lnTo>
                  <a:lnTo>
                    <a:pt x="7834" y="14408"/>
                  </a:lnTo>
                  <a:lnTo>
                    <a:pt x="8271" y="14492"/>
                  </a:lnTo>
                  <a:lnTo>
                    <a:pt x="8675" y="14542"/>
                  </a:lnTo>
                  <a:lnTo>
                    <a:pt x="8994" y="14593"/>
                  </a:lnTo>
                  <a:lnTo>
                    <a:pt x="9045" y="14576"/>
                  </a:lnTo>
                  <a:lnTo>
                    <a:pt x="9112" y="14542"/>
                  </a:lnTo>
                  <a:lnTo>
                    <a:pt x="9179" y="14475"/>
                  </a:lnTo>
                  <a:lnTo>
                    <a:pt x="9263" y="14391"/>
                  </a:lnTo>
                  <a:lnTo>
                    <a:pt x="9415" y="14172"/>
                  </a:lnTo>
                  <a:lnTo>
                    <a:pt x="9566" y="13870"/>
                  </a:lnTo>
                  <a:lnTo>
                    <a:pt x="9717" y="13500"/>
                  </a:lnTo>
                  <a:lnTo>
                    <a:pt x="9868" y="13080"/>
                  </a:lnTo>
                  <a:lnTo>
                    <a:pt x="10020" y="12642"/>
                  </a:lnTo>
                  <a:lnTo>
                    <a:pt x="10154" y="12189"/>
                  </a:lnTo>
                  <a:lnTo>
                    <a:pt x="10272" y="11718"/>
                  </a:lnTo>
                  <a:lnTo>
                    <a:pt x="10373" y="11264"/>
                  </a:lnTo>
                  <a:lnTo>
                    <a:pt x="10440" y="10827"/>
                  </a:lnTo>
                  <a:lnTo>
                    <a:pt x="10490" y="10440"/>
                  </a:lnTo>
                  <a:lnTo>
                    <a:pt x="10507" y="10104"/>
                  </a:lnTo>
                  <a:lnTo>
                    <a:pt x="10507" y="9953"/>
                  </a:lnTo>
                  <a:lnTo>
                    <a:pt x="10490" y="9835"/>
                  </a:lnTo>
                  <a:lnTo>
                    <a:pt x="10474" y="9717"/>
                  </a:lnTo>
                  <a:lnTo>
                    <a:pt x="10440" y="9633"/>
                  </a:lnTo>
                  <a:lnTo>
                    <a:pt x="10406" y="9566"/>
                  </a:lnTo>
                  <a:lnTo>
                    <a:pt x="10339" y="9532"/>
                  </a:lnTo>
                  <a:lnTo>
                    <a:pt x="10154" y="9465"/>
                  </a:lnTo>
                  <a:lnTo>
                    <a:pt x="9885" y="9398"/>
                  </a:lnTo>
                  <a:lnTo>
                    <a:pt x="9146" y="9247"/>
                  </a:lnTo>
                  <a:lnTo>
                    <a:pt x="7229" y="8894"/>
                  </a:lnTo>
                  <a:lnTo>
                    <a:pt x="6288" y="8692"/>
                  </a:lnTo>
                  <a:lnTo>
                    <a:pt x="5851" y="8608"/>
                  </a:lnTo>
                  <a:lnTo>
                    <a:pt x="5464" y="8507"/>
                  </a:lnTo>
                  <a:lnTo>
                    <a:pt x="5145" y="8423"/>
                  </a:lnTo>
                  <a:lnTo>
                    <a:pt x="4892" y="8322"/>
                  </a:lnTo>
                  <a:lnTo>
                    <a:pt x="4808" y="8288"/>
                  </a:lnTo>
                  <a:lnTo>
                    <a:pt x="4741" y="8238"/>
                  </a:lnTo>
                  <a:lnTo>
                    <a:pt x="4691" y="8204"/>
                  </a:lnTo>
                  <a:lnTo>
                    <a:pt x="4674" y="8154"/>
                  </a:lnTo>
                  <a:lnTo>
                    <a:pt x="4674" y="7969"/>
                  </a:lnTo>
                  <a:lnTo>
                    <a:pt x="4674" y="7566"/>
                  </a:lnTo>
                  <a:lnTo>
                    <a:pt x="4707" y="6288"/>
                  </a:lnTo>
                  <a:lnTo>
                    <a:pt x="4758" y="4573"/>
                  </a:lnTo>
                  <a:lnTo>
                    <a:pt x="4792" y="2623"/>
                  </a:lnTo>
                  <a:lnTo>
                    <a:pt x="4775" y="2085"/>
                  </a:lnTo>
                  <a:lnTo>
                    <a:pt x="4758" y="1631"/>
                  </a:lnTo>
                  <a:lnTo>
                    <a:pt x="4707" y="1228"/>
                  </a:lnTo>
                  <a:lnTo>
                    <a:pt x="4657" y="892"/>
                  </a:lnTo>
                  <a:lnTo>
                    <a:pt x="4590" y="606"/>
                  </a:lnTo>
                  <a:lnTo>
                    <a:pt x="4506" y="387"/>
                  </a:lnTo>
                  <a:lnTo>
                    <a:pt x="4405" y="219"/>
                  </a:lnTo>
                  <a:lnTo>
                    <a:pt x="4304" y="101"/>
                  </a:lnTo>
                  <a:lnTo>
                    <a:pt x="4254" y="51"/>
                  </a:lnTo>
                  <a:lnTo>
                    <a:pt x="4203" y="17"/>
                  </a:lnTo>
                  <a:lnTo>
                    <a:pt x="4153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0" name="Google Shape;6040;p63"/>
            <p:cNvSpPr/>
            <p:nvPr/>
          </p:nvSpPr>
          <p:spPr>
            <a:xfrm>
              <a:off x="3007675" y="1076975"/>
              <a:ext cx="243800" cy="176975"/>
            </a:xfrm>
            <a:custGeom>
              <a:avLst/>
              <a:gdLst/>
              <a:ahLst/>
              <a:cxnLst/>
              <a:rect l="l" t="t" r="r" b="b"/>
              <a:pathLst>
                <a:path w="9752" h="7079" extrusionOk="0">
                  <a:moveTo>
                    <a:pt x="5364" y="1"/>
                  </a:moveTo>
                  <a:lnTo>
                    <a:pt x="5111" y="18"/>
                  </a:lnTo>
                  <a:lnTo>
                    <a:pt x="4826" y="68"/>
                  </a:lnTo>
                  <a:lnTo>
                    <a:pt x="4523" y="135"/>
                  </a:lnTo>
                  <a:lnTo>
                    <a:pt x="4187" y="236"/>
                  </a:lnTo>
                  <a:lnTo>
                    <a:pt x="3851" y="337"/>
                  </a:lnTo>
                  <a:lnTo>
                    <a:pt x="3531" y="455"/>
                  </a:lnTo>
                  <a:lnTo>
                    <a:pt x="2943" y="690"/>
                  </a:lnTo>
                  <a:lnTo>
                    <a:pt x="1985" y="1144"/>
                  </a:lnTo>
                  <a:lnTo>
                    <a:pt x="1026" y="1598"/>
                  </a:lnTo>
                  <a:lnTo>
                    <a:pt x="1" y="2119"/>
                  </a:lnTo>
                  <a:lnTo>
                    <a:pt x="85" y="2876"/>
                  </a:lnTo>
                  <a:lnTo>
                    <a:pt x="287" y="4557"/>
                  </a:lnTo>
                  <a:lnTo>
                    <a:pt x="404" y="5464"/>
                  </a:lnTo>
                  <a:lnTo>
                    <a:pt x="522" y="6255"/>
                  </a:lnTo>
                  <a:lnTo>
                    <a:pt x="589" y="6574"/>
                  </a:lnTo>
                  <a:lnTo>
                    <a:pt x="640" y="6826"/>
                  </a:lnTo>
                  <a:lnTo>
                    <a:pt x="690" y="6977"/>
                  </a:lnTo>
                  <a:lnTo>
                    <a:pt x="707" y="7028"/>
                  </a:lnTo>
                  <a:lnTo>
                    <a:pt x="741" y="7045"/>
                  </a:lnTo>
                  <a:lnTo>
                    <a:pt x="925" y="7062"/>
                  </a:lnTo>
                  <a:lnTo>
                    <a:pt x="1110" y="7078"/>
                  </a:lnTo>
                  <a:lnTo>
                    <a:pt x="1312" y="7062"/>
                  </a:lnTo>
                  <a:lnTo>
                    <a:pt x="1531" y="7028"/>
                  </a:lnTo>
                  <a:lnTo>
                    <a:pt x="1749" y="6961"/>
                  </a:lnTo>
                  <a:lnTo>
                    <a:pt x="1968" y="6893"/>
                  </a:lnTo>
                  <a:lnTo>
                    <a:pt x="2186" y="6793"/>
                  </a:lnTo>
                  <a:lnTo>
                    <a:pt x="2422" y="6675"/>
                  </a:lnTo>
                  <a:lnTo>
                    <a:pt x="2657" y="6524"/>
                  </a:lnTo>
                  <a:lnTo>
                    <a:pt x="2892" y="6355"/>
                  </a:lnTo>
                  <a:lnTo>
                    <a:pt x="3128" y="6171"/>
                  </a:lnTo>
                  <a:lnTo>
                    <a:pt x="3363" y="5969"/>
                  </a:lnTo>
                  <a:lnTo>
                    <a:pt x="3582" y="5733"/>
                  </a:lnTo>
                  <a:lnTo>
                    <a:pt x="3817" y="5464"/>
                  </a:lnTo>
                  <a:lnTo>
                    <a:pt x="4052" y="5179"/>
                  </a:lnTo>
                  <a:lnTo>
                    <a:pt x="4271" y="4876"/>
                  </a:lnTo>
                  <a:lnTo>
                    <a:pt x="4725" y="5011"/>
                  </a:lnTo>
                  <a:lnTo>
                    <a:pt x="5212" y="5111"/>
                  </a:lnTo>
                  <a:lnTo>
                    <a:pt x="5784" y="5229"/>
                  </a:lnTo>
                  <a:lnTo>
                    <a:pt x="6070" y="5263"/>
                  </a:lnTo>
                  <a:lnTo>
                    <a:pt x="6355" y="5296"/>
                  </a:lnTo>
                  <a:lnTo>
                    <a:pt x="6893" y="5296"/>
                  </a:lnTo>
                  <a:lnTo>
                    <a:pt x="7129" y="5263"/>
                  </a:lnTo>
                  <a:lnTo>
                    <a:pt x="7230" y="5229"/>
                  </a:lnTo>
                  <a:lnTo>
                    <a:pt x="7314" y="5196"/>
                  </a:lnTo>
                  <a:lnTo>
                    <a:pt x="7398" y="5145"/>
                  </a:lnTo>
                  <a:lnTo>
                    <a:pt x="7465" y="5095"/>
                  </a:lnTo>
                  <a:lnTo>
                    <a:pt x="7515" y="5044"/>
                  </a:lnTo>
                  <a:lnTo>
                    <a:pt x="7566" y="4977"/>
                  </a:lnTo>
                  <a:lnTo>
                    <a:pt x="7583" y="4910"/>
                  </a:lnTo>
                  <a:lnTo>
                    <a:pt x="7599" y="4842"/>
                  </a:lnTo>
                  <a:lnTo>
                    <a:pt x="7583" y="4775"/>
                  </a:lnTo>
                  <a:lnTo>
                    <a:pt x="7549" y="4708"/>
                  </a:lnTo>
                  <a:lnTo>
                    <a:pt x="7515" y="4641"/>
                  </a:lnTo>
                  <a:lnTo>
                    <a:pt x="7465" y="4574"/>
                  </a:lnTo>
                  <a:lnTo>
                    <a:pt x="7330" y="4439"/>
                  </a:lnTo>
                  <a:lnTo>
                    <a:pt x="7146" y="4321"/>
                  </a:lnTo>
                  <a:lnTo>
                    <a:pt x="6944" y="4220"/>
                  </a:lnTo>
                  <a:lnTo>
                    <a:pt x="6708" y="4103"/>
                  </a:lnTo>
                  <a:lnTo>
                    <a:pt x="6610" y="4061"/>
                  </a:lnTo>
                  <a:lnTo>
                    <a:pt x="6610" y="4061"/>
                  </a:lnTo>
                  <a:lnTo>
                    <a:pt x="6708" y="4086"/>
                  </a:lnTo>
                  <a:lnTo>
                    <a:pt x="7011" y="4170"/>
                  </a:lnTo>
                  <a:lnTo>
                    <a:pt x="7314" y="4220"/>
                  </a:lnTo>
                  <a:lnTo>
                    <a:pt x="7599" y="4271"/>
                  </a:lnTo>
                  <a:lnTo>
                    <a:pt x="7868" y="4288"/>
                  </a:lnTo>
                  <a:lnTo>
                    <a:pt x="8121" y="4288"/>
                  </a:lnTo>
                  <a:lnTo>
                    <a:pt x="8221" y="4271"/>
                  </a:lnTo>
                  <a:lnTo>
                    <a:pt x="8322" y="4254"/>
                  </a:lnTo>
                  <a:lnTo>
                    <a:pt x="8406" y="4220"/>
                  </a:lnTo>
                  <a:lnTo>
                    <a:pt x="8474" y="4187"/>
                  </a:lnTo>
                  <a:lnTo>
                    <a:pt x="8524" y="4136"/>
                  </a:lnTo>
                  <a:lnTo>
                    <a:pt x="8574" y="4069"/>
                  </a:lnTo>
                  <a:lnTo>
                    <a:pt x="8608" y="3985"/>
                  </a:lnTo>
                  <a:lnTo>
                    <a:pt x="8608" y="3901"/>
                  </a:lnTo>
                  <a:lnTo>
                    <a:pt x="8608" y="3817"/>
                  </a:lnTo>
                  <a:lnTo>
                    <a:pt x="8591" y="3733"/>
                  </a:lnTo>
                  <a:lnTo>
                    <a:pt x="8541" y="3649"/>
                  </a:lnTo>
                  <a:lnTo>
                    <a:pt x="8490" y="3582"/>
                  </a:lnTo>
                  <a:lnTo>
                    <a:pt x="8423" y="3498"/>
                  </a:lnTo>
                  <a:lnTo>
                    <a:pt x="8339" y="3430"/>
                  </a:lnTo>
                  <a:lnTo>
                    <a:pt x="8137" y="3279"/>
                  </a:lnTo>
                  <a:lnTo>
                    <a:pt x="7915" y="3152"/>
                  </a:lnTo>
                  <a:lnTo>
                    <a:pt x="7915" y="3152"/>
                  </a:lnTo>
                  <a:lnTo>
                    <a:pt x="8154" y="3212"/>
                  </a:lnTo>
                  <a:lnTo>
                    <a:pt x="8457" y="3245"/>
                  </a:lnTo>
                  <a:lnTo>
                    <a:pt x="8743" y="3279"/>
                  </a:lnTo>
                  <a:lnTo>
                    <a:pt x="8978" y="3262"/>
                  </a:lnTo>
                  <a:lnTo>
                    <a:pt x="9096" y="3245"/>
                  </a:lnTo>
                  <a:lnTo>
                    <a:pt x="9196" y="3212"/>
                  </a:lnTo>
                  <a:lnTo>
                    <a:pt x="9281" y="3161"/>
                  </a:lnTo>
                  <a:lnTo>
                    <a:pt x="9348" y="3111"/>
                  </a:lnTo>
                  <a:lnTo>
                    <a:pt x="9398" y="3044"/>
                  </a:lnTo>
                  <a:lnTo>
                    <a:pt x="9432" y="2960"/>
                  </a:lnTo>
                  <a:lnTo>
                    <a:pt x="9449" y="2876"/>
                  </a:lnTo>
                  <a:lnTo>
                    <a:pt x="9449" y="2792"/>
                  </a:lnTo>
                  <a:lnTo>
                    <a:pt x="9432" y="2707"/>
                  </a:lnTo>
                  <a:lnTo>
                    <a:pt x="9398" y="2623"/>
                  </a:lnTo>
                  <a:lnTo>
                    <a:pt x="9348" y="2539"/>
                  </a:lnTo>
                  <a:lnTo>
                    <a:pt x="9281" y="2472"/>
                  </a:lnTo>
                  <a:lnTo>
                    <a:pt x="9129" y="2321"/>
                  </a:lnTo>
                  <a:lnTo>
                    <a:pt x="8911" y="2170"/>
                  </a:lnTo>
                  <a:lnTo>
                    <a:pt x="8675" y="2052"/>
                  </a:lnTo>
                  <a:lnTo>
                    <a:pt x="8406" y="1934"/>
                  </a:lnTo>
                  <a:lnTo>
                    <a:pt x="8121" y="1816"/>
                  </a:lnTo>
                  <a:lnTo>
                    <a:pt x="7585" y="1638"/>
                  </a:lnTo>
                  <a:lnTo>
                    <a:pt x="8121" y="1732"/>
                  </a:lnTo>
                  <a:lnTo>
                    <a:pt x="8406" y="1783"/>
                  </a:lnTo>
                  <a:lnTo>
                    <a:pt x="8692" y="1800"/>
                  </a:lnTo>
                  <a:lnTo>
                    <a:pt x="8961" y="1816"/>
                  </a:lnTo>
                  <a:lnTo>
                    <a:pt x="9213" y="1800"/>
                  </a:lnTo>
                  <a:lnTo>
                    <a:pt x="9415" y="1766"/>
                  </a:lnTo>
                  <a:lnTo>
                    <a:pt x="9499" y="1749"/>
                  </a:lnTo>
                  <a:lnTo>
                    <a:pt x="9583" y="1716"/>
                  </a:lnTo>
                  <a:lnTo>
                    <a:pt x="9650" y="1665"/>
                  </a:lnTo>
                  <a:lnTo>
                    <a:pt x="9701" y="1615"/>
                  </a:lnTo>
                  <a:lnTo>
                    <a:pt x="9734" y="1548"/>
                  </a:lnTo>
                  <a:lnTo>
                    <a:pt x="9751" y="1480"/>
                  </a:lnTo>
                  <a:lnTo>
                    <a:pt x="9751" y="1396"/>
                  </a:lnTo>
                  <a:lnTo>
                    <a:pt x="9734" y="1312"/>
                  </a:lnTo>
                  <a:lnTo>
                    <a:pt x="9701" y="1245"/>
                  </a:lnTo>
                  <a:lnTo>
                    <a:pt x="9634" y="1161"/>
                  </a:lnTo>
                  <a:lnTo>
                    <a:pt x="9566" y="1094"/>
                  </a:lnTo>
                  <a:lnTo>
                    <a:pt x="9465" y="1026"/>
                  </a:lnTo>
                  <a:lnTo>
                    <a:pt x="9247" y="875"/>
                  </a:lnTo>
                  <a:lnTo>
                    <a:pt x="8961" y="741"/>
                  </a:lnTo>
                  <a:lnTo>
                    <a:pt x="8642" y="623"/>
                  </a:lnTo>
                  <a:lnTo>
                    <a:pt x="8305" y="522"/>
                  </a:lnTo>
                  <a:lnTo>
                    <a:pt x="7936" y="404"/>
                  </a:lnTo>
                  <a:lnTo>
                    <a:pt x="7549" y="320"/>
                  </a:lnTo>
                  <a:lnTo>
                    <a:pt x="7162" y="236"/>
                  </a:lnTo>
                  <a:lnTo>
                    <a:pt x="6423" y="102"/>
                  </a:lnTo>
                  <a:lnTo>
                    <a:pt x="5801" y="35"/>
                  </a:lnTo>
                  <a:lnTo>
                    <a:pt x="5548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1" name="Google Shape;6041;p63"/>
            <p:cNvSpPr/>
            <p:nvPr/>
          </p:nvSpPr>
          <p:spPr>
            <a:xfrm>
              <a:off x="3148475" y="1105150"/>
              <a:ext cx="85750" cy="28600"/>
            </a:xfrm>
            <a:custGeom>
              <a:avLst/>
              <a:gdLst/>
              <a:ahLst/>
              <a:cxnLst/>
              <a:rect l="l" t="t" r="r" b="b"/>
              <a:pathLst>
                <a:path w="3430" h="1144" extrusionOk="0">
                  <a:moveTo>
                    <a:pt x="17" y="0"/>
                  </a:moveTo>
                  <a:lnTo>
                    <a:pt x="1" y="17"/>
                  </a:lnTo>
                  <a:lnTo>
                    <a:pt x="488" y="135"/>
                  </a:lnTo>
                  <a:lnTo>
                    <a:pt x="959" y="269"/>
                  </a:lnTo>
                  <a:lnTo>
                    <a:pt x="1396" y="387"/>
                  </a:lnTo>
                  <a:lnTo>
                    <a:pt x="2035" y="589"/>
                  </a:lnTo>
                  <a:lnTo>
                    <a:pt x="2405" y="706"/>
                  </a:lnTo>
                  <a:lnTo>
                    <a:pt x="2758" y="841"/>
                  </a:lnTo>
                  <a:lnTo>
                    <a:pt x="3111" y="992"/>
                  </a:lnTo>
                  <a:lnTo>
                    <a:pt x="3430" y="1143"/>
                  </a:lnTo>
                  <a:lnTo>
                    <a:pt x="3430" y="1143"/>
                  </a:lnTo>
                  <a:lnTo>
                    <a:pt x="3396" y="1110"/>
                  </a:lnTo>
                  <a:lnTo>
                    <a:pt x="3245" y="1009"/>
                  </a:lnTo>
                  <a:lnTo>
                    <a:pt x="2993" y="858"/>
                  </a:lnTo>
                  <a:lnTo>
                    <a:pt x="2623" y="689"/>
                  </a:lnTo>
                  <a:lnTo>
                    <a:pt x="2152" y="488"/>
                  </a:lnTo>
                  <a:lnTo>
                    <a:pt x="1867" y="387"/>
                  </a:lnTo>
                  <a:lnTo>
                    <a:pt x="1564" y="303"/>
                  </a:lnTo>
                  <a:lnTo>
                    <a:pt x="1211" y="202"/>
                  </a:lnTo>
                  <a:lnTo>
                    <a:pt x="841" y="135"/>
                  </a:lnTo>
                  <a:lnTo>
                    <a:pt x="454" y="5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2" name="Google Shape;6042;p63"/>
            <p:cNvSpPr/>
            <p:nvPr/>
          </p:nvSpPr>
          <p:spPr>
            <a:xfrm>
              <a:off x="3135875" y="1137500"/>
              <a:ext cx="70200" cy="18525"/>
            </a:xfrm>
            <a:custGeom>
              <a:avLst/>
              <a:gdLst/>
              <a:ahLst/>
              <a:cxnLst/>
              <a:rect l="l" t="t" r="r" b="b"/>
              <a:pathLst>
                <a:path w="2808" h="741" extrusionOk="0">
                  <a:moveTo>
                    <a:pt x="0" y="1"/>
                  </a:moveTo>
                  <a:lnTo>
                    <a:pt x="1396" y="354"/>
                  </a:lnTo>
                  <a:lnTo>
                    <a:pt x="2774" y="740"/>
                  </a:lnTo>
                  <a:lnTo>
                    <a:pt x="2808" y="740"/>
                  </a:lnTo>
                  <a:lnTo>
                    <a:pt x="2791" y="724"/>
                  </a:lnTo>
                  <a:lnTo>
                    <a:pt x="2471" y="572"/>
                  </a:lnTo>
                  <a:lnTo>
                    <a:pt x="2118" y="438"/>
                  </a:lnTo>
                  <a:lnTo>
                    <a:pt x="1782" y="337"/>
                  </a:lnTo>
                  <a:lnTo>
                    <a:pt x="1429" y="236"/>
                  </a:lnTo>
                  <a:lnTo>
                    <a:pt x="1076" y="152"/>
                  </a:lnTo>
                  <a:lnTo>
                    <a:pt x="723" y="85"/>
                  </a:lnTo>
                  <a:lnTo>
                    <a:pt x="370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3" name="Google Shape;6043;p63"/>
            <p:cNvSpPr/>
            <p:nvPr/>
          </p:nvSpPr>
          <p:spPr>
            <a:xfrm>
              <a:off x="3122850" y="1164400"/>
              <a:ext cx="54225" cy="16000"/>
            </a:xfrm>
            <a:custGeom>
              <a:avLst/>
              <a:gdLst/>
              <a:ahLst/>
              <a:cxnLst/>
              <a:rect l="l" t="t" r="r" b="b"/>
              <a:pathLst>
                <a:path w="2169" h="640" extrusionOk="0">
                  <a:moveTo>
                    <a:pt x="0" y="1"/>
                  </a:moveTo>
                  <a:lnTo>
                    <a:pt x="0" y="17"/>
                  </a:lnTo>
                  <a:lnTo>
                    <a:pt x="605" y="186"/>
                  </a:lnTo>
                  <a:lnTo>
                    <a:pt x="1126" y="337"/>
                  </a:lnTo>
                  <a:lnTo>
                    <a:pt x="2118" y="639"/>
                  </a:lnTo>
                  <a:lnTo>
                    <a:pt x="2169" y="639"/>
                  </a:lnTo>
                  <a:lnTo>
                    <a:pt x="2152" y="623"/>
                  </a:lnTo>
                  <a:lnTo>
                    <a:pt x="1900" y="505"/>
                  </a:lnTo>
                  <a:lnTo>
                    <a:pt x="1648" y="387"/>
                  </a:lnTo>
                  <a:lnTo>
                    <a:pt x="1379" y="303"/>
                  </a:lnTo>
                  <a:lnTo>
                    <a:pt x="1110" y="219"/>
                  </a:lnTo>
                  <a:lnTo>
                    <a:pt x="841" y="135"/>
                  </a:lnTo>
                  <a:lnTo>
                    <a:pt x="572" y="85"/>
                  </a:lnTo>
                  <a:lnTo>
                    <a:pt x="286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4" name="Google Shape;6044;p63"/>
            <p:cNvSpPr/>
            <p:nvPr/>
          </p:nvSpPr>
          <p:spPr>
            <a:xfrm>
              <a:off x="2800900" y="881975"/>
              <a:ext cx="224050" cy="372400"/>
            </a:xfrm>
            <a:custGeom>
              <a:avLst/>
              <a:gdLst/>
              <a:ahLst/>
              <a:cxnLst/>
              <a:rect l="l" t="t" r="r" b="b"/>
              <a:pathLst>
                <a:path w="8962" h="14896" extrusionOk="0">
                  <a:moveTo>
                    <a:pt x="4439" y="1"/>
                  </a:moveTo>
                  <a:lnTo>
                    <a:pt x="4372" y="17"/>
                  </a:lnTo>
                  <a:lnTo>
                    <a:pt x="4304" y="34"/>
                  </a:lnTo>
                  <a:lnTo>
                    <a:pt x="4237" y="68"/>
                  </a:lnTo>
                  <a:lnTo>
                    <a:pt x="4153" y="118"/>
                  </a:lnTo>
                  <a:lnTo>
                    <a:pt x="4002" y="270"/>
                  </a:lnTo>
                  <a:lnTo>
                    <a:pt x="3851" y="438"/>
                  </a:lnTo>
                  <a:lnTo>
                    <a:pt x="3716" y="623"/>
                  </a:lnTo>
                  <a:lnTo>
                    <a:pt x="3582" y="807"/>
                  </a:lnTo>
                  <a:lnTo>
                    <a:pt x="3380" y="1127"/>
                  </a:lnTo>
                  <a:lnTo>
                    <a:pt x="3229" y="1430"/>
                  </a:lnTo>
                  <a:lnTo>
                    <a:pt x="3027" y="1850"/>
                  </a:lnTo>
                  <a:lnTo>
                    <a:pt x="2489" y="2993"/>
                  </a:lnTo>
                  <a:lnTo>
                    <a:pt x="2186" y="3682"/>
                  </a:lnTo>
                  <a:lnTo>
                    <a:pt x="1867" y="4439"/>
                  </a:lnTo>
                  <a:lnTo>
                    <a:pt x="1547" y="5229"/>
                  </a:lnTo>
                  <a:lnTo>
                    <a:pt x="1228" y="6053"/>
                  </a:lnTo>
                  <a:lnTo>
                    <a:pt x="942" y="6876"/>
                  </a:lnTo>
                  <a:lnTo>
                    <a:pt x="656" y="7683"/>
                  </a:lnTo>
                  <a:lnTo>
                    <a:pt x="421" y="8473"/>
                  </a:lnTo>
                  <a:lnTo>
                    <a:pt x="236" y="9213"/>
                  </a:lnTo>
                  <a:lnTo>
                    <a:pt x="152" y="9549"/>
                  </a:lnTo>
                  <a:lnTo>
                    <a:pt x="85" y="9885"/>
                  </a:lnTo>
                  <a:lnTo>
                    <a:pt x="51" y="10188"/>
                  </a:lnTo>
                  <a:lnTo>
                    <a:pt x="18" y="10491"/>
                  </a:lnTo>
                  <a:lnTo>
                    <a:pt x="1" y="10743"/>
                  </a:lnTo>
                  <a:lnTo>
                    <a:pt x="18" y="10995"/>
                  </a:lnTo>
                  <a:lnTo>
                    <a:pt x="51" y="11197"/>
                  </a:lnTo>
                  <a:lnTo>
                    <a:pt x="102" y="11382"/>
                  </a:lnTo>
                  <a:lnTo>
                    <a:pt x="186" y="11550"/>
                  </a:lnTo>
                  <a:lnTo>
                    <a:pt x="303" y="11718"/>
                  </a:lnTo>
                  <a:lnTo>
                    <a:pt x="455" y="11869"/>
                  </a:lnTo>
                  <a:lnTo>
                    <a:pt x="623" y="12037"/>
                  </a:lnTo>
                  <a:lnTo>
                    <a:pt x="825" y="12205"/>
                  </a:lnTo>
                  <a:lnTo>
                    <a:pt x="1060" y="12357"/>
                  </a:lnTo>
                  <a:lnTo>
                    <a:pt x="1312" y="12525"/>
                  </a:lnTo>
                  <a:lnTo>
                    <a:pt x="1581" y="12676"/>
                  </a:lnTo>
                  <a:lnTo>
                    <a:pt x="2169" y="12979"/>
                  </a:lnTo>
                  <a:lnTo>
                    <a:pt x="2808" y="13264"/>
                  </a:lnTo>
                  <a:lnTo>
                    <a:pt x="3481" y="13550"/>
                  </a:lnTo>
                  <a:lnTo>
                    <a:pt x="4153" y="13802"/>
                  </a:lnTo>
                  <a:lnTo>
                    <a:pt x="4826" y="14038"/>
                  </a:lnTo>
                  <a:lnTo>
                    <a:pt x="5481" y="14256"/>
                  </a:lnTo>
                  <a:lnTo>
                    <a:pt x="6608" y="14593"/>
                  </a:lnTo>
                  <a:lnTo>
                    <a:pt x="7398" y="14811"/>
                  </a:lnTo>
                  <a:lnTo>
                    <a:pt x="7700" y="14895"/>
                  </a:lnTo>
                  <a:lnTo>
                    <a:pt x="8961" y="9348"/>
                  </a:lnTo>
                  <a:lnTo>
                    <a:pt x="8373" y="9213"/>
                  </a:lnTo>
                  <a:lnTo>
                    <a:pt x="7061" y="8927"/>
                  </a:lnTo>
                  <a:lnTo>
                    <a:pt x="6355" y="8759"/>
                  </a:lnTo>
                  <a:lnTo>
                    <a:pt x="5717" y="8608"/>
                  </a:lnTo>
                  <a:lnTo>
                    <a:pt x="5263" y="8473"/>
                  </a:lnTo>
                  <a:lnTo>
                    <a:pt x="5128" y="8423"/>
                  </a:lnTo>
                  <a:lnTo>
                    <a:pt x="5061" y="8389"/>
                  </a:lnTo>
                  <a:lnTo>
                    <a:pt x="5044" y="8305"/>
                  </a:lnTo>
                  <a:lnTo>
                    <a:pt x="5027" y="8120"/>
                  </a:lnTo>
                  <a:lnTo>
                    <a:pt x="5044" y="7515"/>
                  </a:lnTo>
                  <a:lnTo>
                    <a:pt x="5128" y="5649"/>
                  </a:lnTo>
                  <a:lnTo>
                    <a:pt x="5179" y="4573"/>
                  </a:lnTo>
                  <a:lnTo>
                    <a:pt x="5195" y="3514"/>
                  </a:lnTo>
                  <a:lnTo>
                    <a:pt x="5179" y="3010"/>
                  </a:lnTo>
                  <a:lnTo>
                    <a:pt x="5162" y="2556"/>
                  </a:lnTo>
                  <a:lnTo>
                    <a:pt x="5145" y="2152"/>
                  </a:lnTo>
                  <a:lnTo>
                    <a:pt x="5095" y="1816"/>
                  </a:lnTo>
                  <a:lnTo>
                    <a:pt x="4960" y="1009"/>
                  </a:lnTo>
                  <a:lnTo>
                    <a:pt x="4893" y="707"/>
                  </a:lnTo>
                  <a:lnTo>
                    <a:pt x="4826" y="454"/>
                  </a:lnTo>
                  <a:lnTo>
                    <a:pt x="4758" y="253"/>
                  </a:lnTo>
                  <a:lnTo>
                    <a:pt x="4725" y="185"/>
                  </a:lnTo>
                  <a:lnTo>
                    <a:pt x="4674" y="118"/>
                  </a:lnTo>
                  <a:lnTo>
                    <a:pt x="4624" y="68"/>
                  </a:lnTo>
                  <a:lnTo>
                    <a:pt x="4573" y="34"/>
                  </a:lnTo>
                  <a:lnTo>
                    <a:pt x="4506" y="17"/>
                  </a:lnTo>
                  <a:lnTo>
                    <a:pt x="44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5" name="Google Shape;6045;p63"/>
            <p:cNvSpPr/>
            <p:nvPr/>
          </p:nvSpPr>
          <p:spPr>
            <a:xfrm>
              <a:off x="2801325" y="881975"/>
              <a:ext cx="192100" cy="365250"/>
            </a:xfrm>
            <a:custGeom>
              <a:avLst/>
              <a:gdLst/>
              <a:ahLst/>
              <a:cxnLst/>
              <a:rect l="l" t="t" r="r" b="b"/>
              <a:pathLst>
                <a:path w="7684" h="14610" extrusionOk="0">
                  <a:moveTo>
                    <a:pt x="4439" y="1"/>
                  </a:moveTo>
                  <a:lnTo>
                    <a:pt x="4372" y="17"/>
                  </a:lnTo>
                  <a:lnTo>
                    <a:pt x="4304" y="34"/>
                  </a:lnTo>
                  <a:lnTo>
                    <a:pt x="4237" y="68"/>
                  </a:lnTo>
                  <a:lnTo>
                    <a:pt x="4153" y="118"/>
                  </a:lnTo>
                  <a:lnTo>
                    <a:pt x="4002" y="270"/>
                  </a:lnTo>
                  <a:lnTo>
                    <a:pt x="3850" y="438"/>
                  </a:lnTo>
                  <a:lnTo>
                    <a:pt x="3716" y="623"/>
                  </a:lnTo>
                  <a:lnTo>
                    <a:pt x="3581" y="807"/>
                  </a:lnTo>
                  <a:lnTo>
                    <a:pt x="3380" y="1127"/>
                  </a:lnTo>
                  <a:lnTo>
                    <a:pt x="3228" y="1430"/>
                  </a:lnTo>
                  <a:lnTo>
                    <a:pt x="3010" y="1850"/>
                  </a:lnTo>
                  <a:lnTo>
                    <a:pt x="2489" y="2993"/>
                  </a:lnTo>
                  <a:lnTo>
                    <a:pt x="2186" y="3682"/>
                  </a:lnTo>
                  <a:lnTo>
                    <a:pt x="1867" y="4439"/>
                  </a:lnTo>
                  <a:lnTo>
                    <a:pt x="1547" y="5229"/>
                  </a:lnTo>
                  <a:lnTo>
                    <a:pt x="1228" y="6053"/>
                  </a:lnTo>
                  <a:lnTo>
                    <a:pt x="942" y="6876"/>
                  </a:lnTo>
                  <a:lnTo>
                    <a:pt x="656" y="7683"/>
                  </a:lnTo>
                  <a:lnTo>
                    <a:pt x="421" y="8473"/>
                  </a:lnTo>
                  <a:lnTo>
                    <a:pt x="236" y="9213"/>
                  </a:lnTo>
                  <a:lnTo>
                    <a:pt x="152" y="9549"/>
                  </a:lnTo>
                  <a:lnTo>
                    <a:pt x="102" y="9885"/>
                  </a:lnTo>
                  <a:lnTo>
                    <a:pt x="51" y="10188"/>
                  </a:lnTo>
                  <a:lnTo>
                    <a:pt x="17" y="10491"/>
                  </a:lnTo>
                  <a:lnTo>
                    <a:pt x="1" y="10743"/>
                  </a:lnTo>
                  <a:lnTo>
                    <a:pt x="17" y="10995"/>
                  </a:lnTo>
                  <a:lnTo>
                    <a:pt x="51" y="11197"/>
                  </a:lnTo>
                  <a:lnTo>
                    <a:pt x="102" y="11382"/>
                  </a:lnTo>
                  <a:lnTo>
                    <a:pt x="169" y="11550"/>
                  </a:lnTo>
                  <a:lnTo>
                    <a:pt x="286" y="11718"/>
                  </a:lnTo>
                  <a:lnTo>
                    <a:pt x="404" y="11869"/>
                  </a:lnTo>
                  <a:lnTo>
                    <a:pt x="555" y="12020"/>
                  </a:lnTo>
                  <a:lnTo>
                    <a:pt x="724" y="12189"/>
                  </a:lnTo>
                  <a:lnTo>
                    <a:pt x="908" y="12340"/>
                  </a:lnTo>
                  <a:lnTo>
                    <a:pt x="1110" y="12491"/>
                  </a:lnTo>
                  <a:lnTo>
                    <a:pt x="1329" y="12626"/>
                  </a:lnTo>
                  <a:lnTo>
                    <a:pt x="1816" y="12911"/>
                  </a:lnTo>
                  <a:lnTo>
                    <a:pt x="2321" y="13180"/>
                  </a:lnTo>
                  <a:lnTo>
                    <a:pt x="2859" y="13433"/>
                  </a:lnTo>
                  <a:lnTo>
                    <a:pt x="3396" y="13651"/>
                  </a:lnTo>
                  <a:lnTo>
                    <a:pt x="3934" y="13870"/>
                  </a:lnTo>
                  <a:lnTo>
                    <a:pt x="4439" y="14055"/>
                  </a:lnTo>
                  <a:lnTo>
                    <a:pt x="5330" y="14357"/>
                  </a:lnTo>
                  <a:lnTo>
                    <a:pt x="5969" y="14542"/>
                  </a:lnTo>
                  <a:lnTo>
                    <a:pt x="6187" y="14609"/>
                  </a:lnTo>
                  <a:lnTo>
                    <a:pt x="7683" y="8927"/>
                  </a:lnTo>
                  <a:lnTo>
                    <a:pt x="7297" y="8877"/>
                  </a:lnTo>
                  <a:lnTo>
                    <a:pt x="6422" y="8726"/>
                  </a:lnTo>
                  <a:lnTo>
                    <a:pt x="5952" y="8625"/>
                  </a:lnTo>
                  <a:lnTo>
                    <a:pt x="5515" y="8541"/>
                  </a:lnTo>
                  <a:lnTo>
                    <a:pt x="5212" y="8457"/>
                  </a:lnTo>
                  <a:lnTo>
                    <a:pt x="5111" y="8423"/>
                  </a:lnTo>
                  <a:lnTo>
                    <a:pt x="5061" y="8389"/>
                  </a:lnTo>
                  <a:lnTo>
                    <a:pt x="5044" y="8305"/>
                  </a:lnTo>
                  <a:lnTo>
                    <a:pt x="5027" y="8120"/>
                  </a:lnTo>
                  <a:lnTo>
                    <a:pt x="5044" y="7515"/>
                  </a:lnTo>
                  <a:lnTo>
                    <a:pt x="5128" y="5649"/>
                  </a:lnTo>
                  <a:lnTo>
                    <a:pt x="5162" y="4573"/>
                  </a:lnTo>
                  <a:lnTo>
                    <a:pt x="5178" y="3514"/>
                  </a:lnTo>
                  <a:lnTo>
                    <a:pt x="5178" y="3010"/>
                  </a:lnTo>
                  <a:lnTo>
                    <a:pt x="5162" y="2556"/>
                  </a:lnTo>
                  <a:lnTo>
                    <a:pt x="5128" y="2152"/>
                  </a:lnTo>
                  <a:lnTo>
                    <a:pt x="5094" y="1816"/>
                  </a:lnTo>
                  <a:lnTo>
                    <a:pt x="4960" y="1009"/>
                  </a:lnTo>
                  <a:lnTo>
                    <a:pt x="4893" y="707"/>
                  </a:lnTo>
                  <a:lnTo>
                    <a:pt x="4825" y="454"/>
                  </a:lnTo>
                  <a:lnTo>
                    <a:pt x="4758" y="253"/>
                  </a:lnTo>
                  <a:lnTo>
                    <a:pt x="4708" y="185"/>
                  </a:lnTo>
                  <a:lnTo>
                    <a:pt x="4674" y="118"/>
                  </a:lnTo>
                  <a:lnTo>
                    <a:pt x="4624" y="68"/>
                  </a:lnTo>
                  <a:lnTo>
                    <a:pt x="4573" y="34"/>
                  </a:lnTo>
                  <a:lnTo>
                    <a:pt x="4506" y="17"/>
                  </a:lnTo>
                  <a:lnTo>
                    <a:pt x="44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6" name="Google Shape;6046;p63"/>
            <p:cNvSpPr/>
            <p:nvPr/>
          </p:nvSpPr>
          <p:spPr>
            <a:xfrm>
              <a:off x="2924475" y="964350"/>
              <a:ext cx="68525" cy="142075"/>
            </a:xfrm>
            <a:custGeom>
              <a:avLst/>
              <a:gdLst/>
              <a:ahLst/>
              <a:cxnLst/>
              <a:rect l="l" t="t" r="r" b="b"/>
              <a:pathLst>
                <a:path w="2741" h="5683" extrusionOk="0">
                  <a:moveTo>
                    <a:pt x="236" y="1"/>
                  </a:moveTo>
                  <a:lnTo>
                    <a:pt x="219" y="320"/>
                  </a:lnTo>
                  <a:lnTo>
                    <a:pt x="202" y="639"/>
                  </a:lnTo>
                  <a:lnTo>
                    <a:pt x="152" y="1278"/>
                  </a:lnTo>
                  <a:lnTo>
                    <a:pt x="84" y="2539"/>
                  </a:lnTo>
                  <a:lnTo>
                    <a:pt x="34" y="3800"/>
                  </a:lnTo>
                  <a:lnTo>
                    <a:pt x="17" y="4136"/>
                  </a:lnTo>
                  <a:lnTo>
                    <a:pt x="0" y="4472"/>
                  </a:lnTo>
                  <a:lnTo>
                    <a:pt x="0" y="4808"/>
                  </a:lnTo>
                  <a:lnTo>
                    <a:pt x="17" y="5145"/>
                  </a:lnTo>
                  <a:lnTo>
                    <a:pt x="353" y="5229"/>
                  </a:lnTo>
                  <a:lnTo>
                    <a:pt x="1160" y="5380"/>
                  </a:lnTo>
                  <a:lnTo>
                    <a:pt x="2690" y="5683"/>
                  </a:lnTo>
                  <a:lnTo>
                    <a:pt x="2724" y="5683"/>
                  </a:lnTo>
                  <a:lnTo>
                    <a:pt x="2740" y="5666"/>
                  </a:lnTo>
                  <a:lnTo>
                    <a:pt x="2740" y="5632"/>
                  </a:lnTo>
                  <a:lnTo>
                    <a:pt x="2724" y="5615"/>
                  </a:lnTo>
                  <a:lnTo>
                    <a:pt x="2118" y="5464"/>
                  </a:lnTo>
                  <a:lnTo>
                    <a:pt x="1244" y="5262"/>
                  </a:lnTo>
                  <a:lnTo>
                    <a:pt x="118" y="5010"/>
                  </a:lnTo>
                  <a:lnTo>
                    <a:pt x="152" y="4540"/>
                  </a:lnTo>
                  <a:lnTo>
                    <a:pt x="202" y="3766"/>
                  </a:lnTo>
                  <a:lnTo>
                    <a:pt x="236" y="2505"/>
                  </a:lnTo>
                  <a:lnTo>
                    <a:pt x="252" y="2102"/>
                  </a:lnTo>
                  <a:lnTo>
                    <a:pt x="252" y="1698"/>
                  </a:lnTo>
                  <a:lnTo>
                    <a:pt x="387" y="1245"/>
                  </a:lnTo>
                  <a:lnTo>
                    <a:pt x="471" y="841"/>
                  </a:lnTo>
                  <a:lnTo>
                    <a:pt x="572" y="454"/>
                  </a:lnTo>
                  <a:lnTo>
                    <a:pt x="555" y="438"/>
                  </a:lnTo>
                  <a:lnTo>
                    <a:pt x="555" y="454"/>
                  </a:lnTo>
                  <a:lnTo>
                    <a:pt x="404" y="841"/>
                  </a:lnTo>
                  <a:lnTo>
                    <a:pt x="303" y="1228"/>
                  </a:lnTo>
                  <a:lnTo>
                    <a:pt x="269" y="1379"/>
                  </a:lnTo>
                  <a:lnTo>
                    <a:pt x="269" y="1245"/>
                  </a:lnTo>
                  <a:lnTo>
                    <a:pt x="269" y="606"/>
                  </a:lnTo>
                  <a:lnTo>
                    <a:pt x="269" y="30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7" name="Google Shape;6047;p63"/>
            <p:cNvSpPr/>
            <p:nvPr/>
          </p:nvSpPr>
          <p:spPr>
            <a:xfrm>
              <a:off x="2800900" y="1153475"/>
              <a:ext cx="79875" cy="67700"/>
            </a:xfrm>
            <a:custGeom>
              <a:avLst/>
              <a:gdLst/>
              <a:ahLst/>
              <a:cxnLst/>
              <a:rect l="l" t="t" r="r" b="b"/>
              <a:pathLst>
                <a:path w="3195" h="2708" extrusionOk="0">
                  <a:moveTo>
                    <a:pt x="18" y="1"/>
                  </a:moveTo>
                  <a:lnTo>
                    <a:pt x="1" y="135"/>
                  </a:lnTo>
                  <a:lnTo>
                    <a:pt x="18" y="269"/>
                  </a:lnTo>
                  <a:lnTo>
                    <a:pt x="51" y="404"/>
                  </a:lnTo>
                  <a:lnTo>
                    <a:pt x="85" y="522"/>
                  </a:lnTo>
                  <a:lnTo>
                    <a:pt x="135" y="656"/>
                  </a:lnTo>
                  <a:lnTo>
                    <a:pt x="186" y="774"/>
                  </a:lnTo>
                  <a:lnTo>
                    <a:pt x="253" y="892"/>
                  </a:lnTo>
                  <a:lnTo>
                    <a:pt x="421" y="1110"/>
                  </a:lnTo>
                  <a:lnTo>
                    <a:pt x="606" y="1312"/>
                  </a:lnTo>
                  <a:lnTo>
                    <a:pt x="808" y="1480"/>
                  </a:lnTo>
                  <a:lnTo>
                    <a:pt x="1026" y="1648"/>
                  </a:lnTo>
                  <a:lnTo>
                    <a:pt x="1547" y="1951"/>
                  </a:lnTo>
                  <a:lnTo>
                    <a:pt x="2085" y="2220"/>
                  </a:lnTo>
                  <a:lnTo>
                    <a:pt x="2623" y="2472"/>
                  </a:lnTo>
                  <a:lnTo>
                    <a:pt x="3178" y="2707"/>
                  </a:lnTo>
                  <a:lnTo>
                    <a:pt x="3195" y="2690"/>
                  </a:lnTo>
                  <a:lnTo>
                    <a:pt x="3178" y="2673"/>
                  </a:lnTo>
                  <a:lnTo>
                    <a:pt x="2657" y="2438"/>
                  </a:lnTo>
                  <a:lnTo>
                    <a:pt x="2153" y="2186"/>
                  </a:lnTo>
                  <a:lnTo>
                    <a:pt x="1665" y="1900"/>
                  </a:lnTo>
                  <a:lnTo>
                    <a:pt x="1194" y="1581"/>
                  </a:lnTo>
                  <a:lnTo>
                    <a:pt x="959" y="1429"/>
                  </a:lnTo>
                  <a:lnTo>
                    <a:pt x="741" y="1261"/>
                  </a:lnTo>
                  <a:lnTo>
                    <a:pt x="539" y="1076"/>
                  </a:lnTo>
                  <a:lnTo>
                    <a:pt x="354" y="875"/>
                  </a:lnTo>
                  <a:lnTo>
                    <a:pt x="287" y="757"/>
                  </a:lnTo>
                  <a:lnTo>
                    <a:pt x="203" y="639"/>
                  </a:lnTo>
                  <a:lnTo>
                    <a:pt x="152" y="522"/>
                  </a:lnTo>
                  <a:lnTo>
                    <a:pt x="102" y="404"/>
                  </a:lnTo>
                  <a:lnTo>
                    <a:pt x="68" y="269"/>
                  </a:lnTo>
                  <a:lnTo>
                    <a:pt x="34" y="135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8" name="Google Shape;6048;p63"/>
            <p:cNvSpPr/>
            <p:nvPr/>
          </p:nvSpPr>
          <p:spPr>
            <a:xfrm>
              <a:off x="2934125" y="1110175"/>
              <a:ext cx="33250" cy="122325"/>
            </a:xfrm>
            <a:custGeom>
              <a:avLst/>
              <a:gdLst/>
              <a:ahLst/>
              <a:cxnLst/>
              <a:rect l="l" t="t" r="r" b="b"/>
              <a:pathLst>
                <a:path w="1330" h="4893" extrusionOk="0">
                  <a:moveTo>
                    <a:pt x="1329" y="1"/>
                  </a:moveTo>
                  <a:lnTo>
                    <a:pt x="1312" y="18"/>
                  </a:lnTo>
                  <a:lnTo>
                    <a:pt x="1211" y="320"/>
                  </a:lnTo>
                  <a:lnTo>
                    <a:pt x="1110" y="640"/>
                  </a:lnTo>
                  <a:lnTo>
                    <a:pt x="942" y="1245"/>
                  </a:lnTo>
                  <a:lnTo>
                    <a:pt x="606" y="2455"/>
                  </a:lnTo>
                  <a:lnTo>
                    <a:pt x="287" y="3666"/>
                  </a:lnTo>
                  <a:lnTo>
                    <a:pt x="135" y="4254"/>
                  </a:lnTo>
                  <a:lnTo>
                    <a:pt x="68" y="4557"/>
                  </a:lnTo>
                  <a:lnTo>
                    <a:pt x="1" y="4859"/>
                  </a:lnTo>
                  <a:lnTo>
                    <a:pt x="18" y="4893"/>
                  </a:lnTo>
                  <a:lnTo>
                    <a:pt x="35" y="4876"/>
                  </a:lnTo>
                  <a:lnTo>
                    <a:pt x="135" y="4574"/>
                  </a:lnTo>
                  <a:lnTo>
                    <a:pt x="236" y="4271"/>
                  </a:lnTo>
                  <a:lnTo>
                    <a:pt x="320" y="3968"/>
                  </a:lnTo>
                  <a:lnTo>
                    <a:pt x="421" y="3666"/>
                  </a:lnTo>
                  <a:lnTo>
                    <a:pt x="724" y="2472"/>
                  </a:lnTo>
                  <a:lnTo>
                    <a:pt x="1026" y="1262"/>
                  </a:lnTo>
                  <a:lnTo>
                    <a:pt x="1195" y="657"/>
                  </a:lnTo>
                  <a:lnTo>
                    <a:pt x="1279" y="337"/>
                  </a:lnTo>
                  <a:lnTo>
                    <a:pt x="1329" y="18"/>
                  </a:lnTo>
                  <a:lnTo>
                    <a:pt x="13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9" name="Google Shape;6049;p63"/>
            <p:cNvSpPr/>
            <p:nvPr/>
          </p:nvSpPr>
          <p:spPr>
            <a:xfrm>
              <a:off x="3052650" y="1459025"/>
              <a:ext cx="135775" cy="789725"/>
            </a:xfrm>
            <a:custGeom>
              <a:avLst/>
              <a:gdLst/>
              <a:ahLst/>
              <a:cxnLst/>
              <a:rect l="l" t="t" r="r" b="b"/>
              <a:pathLst>
                <a:path w="5431" h="31589" extrusionOk="0">
                  <a:moveTo>
                    <a:pt x="2808" y="0"/>
                  </a:moveTo>
                  <a:lnTo>
                    <a:pt x="1" y="31588"/>
                  </a:lnTo>
                  <a:lnTo>
                    <a:pt x="892" y="31588"/>
                  </a:lnTo>
                  <a:lnTo>
                    <a:pt x="54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0" name="Google Shape;6050;p63"/>
            <p:cNvSpPr/>
            <p:nvPr/>
          </p:nvSpPr>
          <p:spPr>
            <a:xfrm>
              <a:off x="3116125" y="1459025"/>
              <a:ext cx="72300" cy="71050"/>
            </a:xfrm>
            <a:custGeom>
              <a:avLst/>
              <a:gdLst/>
              <a:ahLst/>
              <a:cxnLst/>
              <a:rect l="l" t="t" r="r" b="b"/>
              <a:pathLst>
                <a:path w="2892" h="2842" extrusionOk="0">
                  <a:moveTo>
                    <a:pt x="269" y="0"/>
                  </a:moveTo>
                  <a:lnTo>
                    <a:pt x="0" y="2841"/>
                  </a:lnTo>
                  <a:lnTo>
                    <a:pt x="2454" y="2841"/>
                  </a:lnTo>
                  <a:lnTo>
                    <a:pt x="28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1" name="Google Shape;6051;p63"/>
            <p:cNvSpPr/>
            <p:nvPr/>
          </p:nvSpPr>
          <p:spPr>
            <a:xfrm>
              <a:off x="4290775" y="1459025"/>
              <a:ext cx="135775" cy="789725"/>
            </a:xfrm>
            <a:custGeom>
              <a:avLst/>
              <a:gdLst/>
              <a:ahLst/>
              <a:cxnLst/>
              <a:rect l="l" t="t" r="r" b="b"/>
              <a:pathLst>
                <a:path w="5431" h="31589" extrusionOk="0">
                  <a:moveTo>
                    <a:pt x="1" y="0"/>
                  </a:moveTo>
                  <a:lnTo>
                    <a:pt x="4540" y="31588"/>
                  </a:lnTo>
                  <a:lnTo>
                    <a:pt x="5431" y="31588"/>
                  </a:lnTo>
                  <a:lnTo>
                    <a:pt x="26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2" name="Google Shape;6052;p63"/>
            <p:cNvSpPr/>
            <p:nvPr/>
          </p:nvSpPr>
          <p:spPr>
            <a:xfrm>
              <a:off x="4290775" y="1459025"/>
              <a:ext cx="72325" cy="71050"/>
            </a:xfrm>
            <a:custGeom>
              <a:avLst/>
              <a:gdLst/>
              <a:ahLst/>
              <a:cxnLst/>
              <a:rect l="l" t="t" r="r" b="b"/>
              <a:pathLst>
                <a:path w="2893" h="2842" extrusionOk="0">
                  <a:moveTo>
                    <a:pt x="1" y="0"/>
                  </a:moveTo>
                  <a:lnTo>
                    <a:pt x="438" y="2841"/>
                  </a:lnTo>
                  <a:lnTo>
                    <a:pt x="2892" y="2841"/>
                  </a:lnTo>
                  <a:lnTo>
                    <a:pt x="26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3" name="Google Shape;6053;p63"/>
            <p:cNvSpPr/>
            <p:nvPr/>
          </p:nvSpPr>
          <p:spPr>
            <a:xfrm>
              <a:off x="3010625" y="1406050"/>
              <a:ext cx="1457950" cy="37450"/>
            </a:xfrm>
            <a:custGeom>
              <a:avLst/>
              <a:gdLst/>
              <a:ahLst/>
              <a:cxnLst/>
              <a:rect l="l" t="t" r="r" b="b"/>
              <a:pathLst>
                <a:path w="58318" h="1498" extrusionOk="0">
                  <a:moveTo>
                    <a:pt x="1" y="1"/>
                  </a:moveTo>
                  <a:lnTo>
                    <a:pt x="1" y="1497"/>
                  </a:lnTo>
                  <a:lnTo>
                    <a:pt x="58318" y="1497"/>
                  </a:lnTo>
                  <a:lnTo>
                    <a:pt x="583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4" name="Google Shape;6054;p63"/>
            <p:cNvSpPr/>
            <p:nvPr/>
          </p:nvSpPr>
          <p:spPr>
            <a:xfrm>
              <a:off x="3031650" y="1443475"/>
              <a:ext cx="1415925" cy="15575"/>
            </a:xfrm>
            <a:custGeom>
              <a:avLst/>
              <a:gdLst/>
              <a:ahLst/>
              <a:cxnLst/>
              <a:rect l="l" t="t" r="r" b="b"/>
              <a:pathLst>
                <a:path w="56637" h="623" extrusionOk="0">
                  <a:moveTo>
                    <a:pt x="0" y="0"/>
                  </a:moveTo>
                  <a:lnTo>
                    <a:pt x="0" y="622"/>
                  </a:lnTo>
                  <a:lnTo>
                    <a:pt x="56636" y="622"/>
                  </a:lnTo>
                  <a:lnTo>
                    <a:pt x="566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5" name="Google Shape;6055;p63"/>
            <p:cNvSpPr/>
            <p:nvPr/>
          </p:nvSpPr>
          <p:spPr>
            <a:xfrm>
              <a:off x="3888150" y="1393875"/>
              <a:ext cx="276150" cy="12200"/>
            </a:xfrm>
            <a:custGeom>
              <a:avLst/>
              <a:gdLst/>
              <a:ahLst/>
              <a:cxnLst/>
              <a:rect l="l" t="t" r="r" b="b"/>
              <a:pathLst>
                <a:path w="11046" h="488" extrusionOk="0">
                  <a:moveTo>
                    <a:pt x="1" y="0"/>
                  </a:moveTo>
                  <a:lnTo>
                    <a:pt x="1" y="488"/>
                  </a:lnTo>
                  <a:lnTo>
                    <a:pt x="11046" y="488"/>
                  </a:lnTo>
                  <a:lnTo>
                    <a:pt x="1104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6" name="Google Shape;6056;p63"/>
            <p:cNvSpPr/>
            <p:nvPr/>
          </p:nvSpPr>
          <p:spPr>
            <a:xfrm>
              <a:off x="3888150" y="1393875"/>
              <a:ext cx="138725" cy="12200"/>
            </a:xfrm>
            <a:custGeom>
              <a:avLst/>
              <a:gdLst/>
              <a:ahLst/>
              <a:cxnLst/>
              <a:rect l="l" t="t" r="r" b="b"/>
              <a:pathLst>
                <a:path w="5549" h="488" extrusionOk="0">
                  <a:moveTo>
                    <a:pt x="1" y="0"/>
                  </a:moveTo>
                  <a:lnTo>
                    <a:pt x="1" y="488"/>
                  </a:lnTo>
                  <a:lnTo>
                    <a:pt x="5548" y="488"/>
                  </a:lnTo>
                  <a:lnTo>
                    <a:pt x="554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7" name="Google Shape;6057;p63"/>
            <p:cNvSpPr/>
            <p:nvPr/>
          </p:nvSpPr>
          <p:spPr>
            <a:xfrm>
              <a:off x="3707850" y="1223250"/>
              <a:ext cx="304325" cy="182825"/>
            </a:xfrm>
            <a:custGeom>
              <a:avLst/>
              <a:gdLst/>
              <a:ahLst/>
              <a:cxnLst/>
              <a:rect l="l" t="t" r="r" b="b"/>
              <a:pathLst>
                <a:path w="12173" h="7313" extrusionOk="0">
                  <a:moveTo>
                    <a:pt x="1" y="0"/>
                  </a:moveTo>
                  <a:lnTo>
                    <a:pt x="1413" y="7313"/>
                  </a:lnTo>
                  <a:lnTo>
                    <a:pt x="12172" y="7313"/>
                  </a:lnTo>
                  <a:lnTo>
                    <a:pt x="1076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8" name="Google Shape;6058;p63"/>
            <p:cNvSpPr/>
            <p:nvPr/>
          </p:nvSpPr>
          <p:spPr>
            <a:xfrm>
              <a:off x="3843600" y="1298475"/>
              <a:ext cx="32825" cy="32800"/>
            </a:xfrm>
            <a:custGeom>
              <a:avLst/>
              <a:gdLst/>
              <a:ahLst/>
              <a:cxnLst/>
              <a:rect l="l" t="t" r="r" b="b"/>
              <a:pathLst>
                <a:path w="1313" h="1312" extrusionOk="0">
                  <a:moveTo>
                    <a:pt x="522" y="0"/>
                  </a:moveTo>
                  <a:lnTo>
                    <a:pt x="404" y="17"/>
                  </a:lnTo>
                  <a:lnTo>
                    <a:pt x="303" y="68"/>
                  </a:lnTo>
                  <a:lnTo>
                    <a:pt x="203" y="135"/>
                  </a:lnTo>
                  <a:lnTo>
                    <a:pt x="135" y="219"/>
                  </a:lnTo>
                  <a:lnTo>
                    <a:pt x="68" y="303"/>
                  </a:lnTo>
                  <a:lnTo>
                    <a:pt x="18" y="421"/>
                  </a:lnTo>
                  <a:lnTo>
                    <a:pt x="1" y="538"/>
                  </a:lnTo>
                  <a:lnTo>
                    <a:pt x="1" y="656"/>
                  </a:lnTo>
                  <a:lnTo>
                    <a:pt x="35" y="790"/>
                  </a:lnTo>
                  <a:lnTo>
                    <a:pt x="85" y="908"/>
                  </a:lnTo>
                  <a:lnTo>
                    <a:pt x="152" y="1009"/>
                  </a:lnTo>
                  <a:lnTo>
                    <a:pt x="236" y="1110"/>
                  </a:lnTo>
                  <a:lnTo>
                    <a:pt x="337" y="1194"/>
                  </a:lnTo>
                  <a:lnTo>
                    <a:pt x="455" y="1244"/>
                  </a:lnTo>
                  <a:lnTo>
                    <a:pt x="572" y="1295"/>
                  </a:lnTo>
                  <a:lnTo>
                    <a:pt x="707" y="1312"/>
                  </a:lnTo>
                  <a:lnTo>
                    <a:pt x="791" y="1295"/>
                  </a:lnTo>
                  <a:lnTo>
                    <a:pt x="909" y="1278"/>
                  </a:lnTo>
                  <a:lnTo>
                    <a:pt x="1010" y="1228"/>
                  </a:lnTo>
                  <a:lnTo>
                    <a:pt x="1110" y="1160"/>
                  </a:lnTo>
                  <a:lnTo>
                    <a:pt x="1194" y="1076"/>
                  </a:lnTo>
                  <a:lnTo>
                    <a:pt x="1245" y="992"/>
                  </a:lnTo>
                  <a:lnTo>
                    <a:pt x="1295" y="891"/>
                  </a:lnTo>
                  <a:lnTo>
                    <a:pt x="1312" y="774"/>
                  </a:lnTo>
                  <a:lnTo>
                    <a:pt x="1312" y="656"/>
                  </a:lnTo>
                  <a:lnTo>
                    <a:pt x="1295" y="521"/>
                  </a:lnTo>
                  <a:lnTo>
                    <a:pt x="1245" y="387"/>
                  </a:lnTo>
                  <a:lnTo>
                    <a:pt x="1178" y="286"/>
                  </a:lnTo>
                  <a:lnTo>
                    <a:pt x="1077" y="185"/>
                  </a:lnTo>
                  <a:lnTo>
                    <a:pt x="976" y="101"/>
                  </a:lnTo>
                  <a:lnTo>
                    <a:pt x="858" y="51"/>
                  </a:lnTo>
                  <a:lnTo>
                    <a:pt x="741" y="17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9" name="Google Shape;6059;p63"/>
            <p:cNvSpPr/>
            <p:nvPr/>
          </p:nvSpPr>
          <p:spPr>
            <a:xfrm>
              <a:off x="4617325" y="1634275"/>
              <a:ext cx="193350" cy="276575"/>
            </a:xfrm>
            <a:custGeom>
              <a:avLst/>
              <a:gdLst/>
              <a:ahLst/>
              <a:cxnLst/>
              <a:rect l="l" t="t" r="r" b="b"/>
              <a:pathLst>
                <a:path w="7734" h="11063" extrusionOk="0">
                  <a:moveTo>
                    <a:pt x="4254" y="0"/>
                  </a:moveTo>
                  <a:lnTo>
                    <a:pt x="3884" y="34"/>
                  </a:lnTo>
                  <a:lnTo>
                    <a:pt x="3531" y="101"/>
                  </a:lnTo>
                  <a:lnTo>
                    <a:pt x="3195" y="202"/>
                  </a:lnTo>
                  <a:lnTo>
                    <a:pt x="2859" y="320"/>
                  </a:lnTo>
                  <a:lnTo>
                    <a:pt x="2523" y="488"/>
                  </a:lnTo>
                  <a:lnTo>
                    <a:pt x="2220" y="673"/>
                  </a:lnTo>
                  <a:lnTo>
                    <a:pt x="1951" y="891"/>
                  </a:lnTo>
                  <a:lnTo>
                    <a:pt x="1682" y="1127"/>
                  </a:lnTo>
                  <a:lnTo>
                    <a:pt x="1447" y="1379"/>
                  </a:lnTo>
                  <a:lnTo>
                    <a:pt x="1228" y="1665"/>
                  </a:lnTo>
                  <a:lnTo>
                    <a:pt x="1026" y="1967"/>
                  </a:lnTo>
                  <a:lnTo>
                    <a:pt x="841" y="2270"/>
                  </a:lnTo>
                  <a:lnTo>
                    <a:pt x="690" y="2606"/>
                  </a:lnTo>
                  <a:lnTo>
                    <a:pt x="539" y="2942"/>
                  </a:lnTo>
                  <a:lnTo>
                    <a:pt x="421" y="3279"/>
                  </a:lnTo>
                  <a:lnTo>
                    <a:pt x="303" y="3632"/>
                  </a:lnTo>
                  <a:lnTo>
                    <a:pt x="219" y="3968"/>
                  </a:lnTo>
                  <a:lnTo>
                    <a:pt x="135" y="4321"/>
                  </a:lnTo>
                  <a:lnTo>
                    <a:pt x="85" y="4674"/>
                  </a:lnTo>
                  <a:lnTo>
                    <a:pt x="35" y="5061"/>
                  </a:lnTo>
                  <a:lnTo>
                    <a:pt x="1" y="5464"/>
                  </a:lnTo>
                  <a:lnTo>
                    <a:pt x="1" y="5867"/>
                  </a:lnTo>
                  <a:lnTo>
                    <a:pt x="18" y="6271"/>
                  </a:lnTo>
                  <a:lnTo>
                    <a:pt x="35" y="6658"/>
                  </a:lnTo>
                  <a:lnTo>
                    <a:pt x="85" y="7061"/>
                  </a:lnTo>
                  <a:lnTo>
                    <a:pt x="152" y="7448"/>
                  </a:lnTo>
                  <a:lnTo>
                    <a:pt x="253" y="7851"/>
                  </a:lnTo>
                  <a:lnTo>
                    <a:pt x="337" y="8204"/>
                  </a:lnTo>
                  <a:lnTo>
                    <a:pt x="455" y="8557"/>
                  </a:lnTo>
                  <a:lnTo>
                    <a:pt x="589" y="8910"/>
                  </a:lnTo>
                  <a:lnTo>
                    <a:pt x="724" y="9246"/>
                  </a:lnTo>
                  <a:lnTo>
                    <a:pt x="909" y="9684"/>
                  </a:lnTo>
                  <a:lnTo>
                    <a:pt x="1010" y="9902"/>
                  </a:lnTo>
                  <a:lnTo>
                    <a:pt x="1077" y="10121"/>
                  </a:lnTo>
                  <a:lnTo>
                    <a:pt x="1127" y="10339"/>
                  </a:lnTo>
                  <a:lnTo>
                    <a:pt x="1178" y="10575"/>
                  </a:lnTo>
                  <a:lnTo>
                    <a:pt x="1194" y="10793"/>
                  </a:lnTo>
                  <a:lnTo>
                    <a:pt x="1178" y="11028"/>
                  </a:lnTo>
                  <a:lnTo>
                    <a:pt x="1178" y="11045"/>
                  </a:lnTo>
                  <a:lnTo>
                    <a:pt x="1178" y="11062"/>
                  </a:lnTo>
                  <a:lnTo>
                    <a:pt x="1228" y="11062"/>
                  </a:lnTo>
                  <a:lnTo>
                    <a:pt x="1312" y="11045"/>
                  </a:lnTo>
                  <a:lnTo>
                    <a:pt x="1329" y="11028"/>
                  </a:lnTo>
                  <a:lnTo>
                    <a:pt x="1346" y="11012"/>
                  </a:lnTo>
                  <a:lnTo>
                    <a:pt x="1665" y="10827"/>
                  </a:lnTo>
                  <a:lnTo>
                    <a:pt x="2001" y="10675"/>
                  </a:lnTo>
                  <a:lnTo>
                    <a:pt x="2338" y="10524"/>
                  </a:lnTo>
                  <a:lnTo>
                    <a:pt x="2691" y="10390"/>
                  </a:lnTo>
                  <a:lnTo>
                    <a:pt x="3380" y="10137"/>
                  </a:lnTo>
                  <a:lnTo>
                    <a:pt x="4086" y="9868"/>
                  </a:lnTo>
                  <a:lnTo>
                    <a:pt x="4422" y="9734"/>
                  </a:lnTo>
                  <a:lnTo>
                    <a:pt x="4758" y="9583"/>
                  </a:lnTo>
                  <a:lnTo>
                    <a:pt x="5078" y="9415"/>
                  </a:lnTo>
                  <a:lnTo>
                    <a:pt x="5397" y="9230"/>
                  </a:lnTo>
                  <a:lnTo>
                    <a:pt x="5700" y="9028"/>
                  </a:lnTo>
                  <a:lnTo>
                    <a:pt x="6002" y="8809"/>
                  </a:lnTo>
                  <a:lnTo>
                    <a:pt x="6271" y="8557"/>
                  </a:lnTo>
                  <a:lnTo>
                    <a:pt x="6524" y="8288"/>
                  </a:lnTo>
                  <a:lnTo>
                    <a:pt x="6742" y="7986"/>
                  </a:lnTo>
                  <a:lnTo>
                    <a:pt x="6927" y="7683"/>
                  </a:lnTo>
                  <a:lnTo>
                    <a:pt x="7095" y="7364"/>
                  </a:lnTo>
                  <a:lnTo>
                    <a:pt x="7246" y="7027"/>
                  </a:lnTo>
                  <a:lnTo>
                    <a:pt x="7364" y="6691"/>
                  </a:lnTo>
                  <a:lnTo>
                    <a:pt x="7465" y="6338"/>
                  </a:lnTo>
                  <a:lnTo>
                    <a:pt x="7532" y="5985"/>
                  </a:lnTo>
                  <a:lnTo>
                    <a:pt x="7599" y="5632"/>
                  </a:lnTo>
                  <a:lnTo>
                    <a:pt x="7650" y="5245"/>
                  </a:lnTo>
                  <a:lnTo>
                    <a:pt x="7700" y="4842"/>
                  </a:lnTo>
                  <a:lnTo>
                    <a:pt x="7717" y="4439"/>
                  </a:lnTo>
                  <a:lnTo>
                    <a:pt x="7734" y="4035"/>
                  </a:lnTo>
                  <a:lnTo>
                    <a:pt x="7717" y="3615"/>
                  </a:lnTo>
                  <a:lnTo>
                    <a:pt x="7683" y="3211"/>
                  </a:lnTo>
                  <a:lnTo>
                    <a:pt x="7633" y="2825"/>
                  </a:lnTo>
                  <a:lnTo>
                    <a:pt x="7549" y="2438"/>
                  </a:lnTo>
                  <a:lnTo>
                    <a:pt x="7448" y="2119"/>
                  </a:lnTo>
                  <a:lnTo>
                    <a:pt x="7314" y="1799"/>
                  </a:lnTo>
                  <a:lnTo>
                    <a:pt x="7179" y="1497"/>
                  </a:lnTo>
                  <a:lnTo>
                    <a:pt x="6994" y="1211"/>
                  </a:lnTo>
                  <a:lnTo>
                    <a:pt x="6793" y="942"/>
                  </a:lnTo>
                  <a:lnTo>
                    <a:pt x="6557" y="706"/>
                  </a:lnTo>
                  <a:lnTo>
                    <a:pt x="6423" y="606"/>
                  </a:lnTo>
                  <a:lnTo>
                    <a:pt x="6288" y="505"/>
                  </a:lnTo>
                  <a:lnTo>
                    <a:pt x="6154" y="404"/>
                  </a:lnTo>
                  <a:lnTo>
                    <a:pt x="6002" y="320"/>
                  </a:lnTo>
                  <a:lnTo>
                    <a:pt x="5851" y="253"/>
                  </a:lnTo>
                  <a:lnTo>
                    <a:pt x="5683" y="185"/>
                  </a:lnTo>
                  <a:lnTo>
                    <a:pt x="5515" y="135"/>
                  </a:lnTo>
                  <a:lnTo>
                    <a:pt x="5347" y="84"/>
                  </a:lnTo>
                  <a:lnTo>
                    <a:pt x="4994" y="17"/>
                  </a:lnTo>
                  <a:lnTo>
                    <a:pt x="46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0" name="Google Shape;6060;p63"/>
            <p:cNvSpPr/>
            <p:nvPr/>
          </p:nvSpPr>
          <p:spPr>
            <a:xfrm>
              <a:off x="4582025" y="1680925"/>
              <a:ext cx="192525" cy="440050"/>
            </a:xfrm>
            <a:custGeom>
              <a:avLst/>
              <a:gdLst/>
              <a:ahLst/>
              <a:cxnLst/>
              <a:rect l="l" t="t" r="r" b="b"/>
              <a:pathLst>
                <a:path w="7701" h="17602" extrusionOk="0">
                  <a:moveTo>
                    <a:pt x="5330" y="0"/>
                  </a:moveTo>
                  <a:lnTo>
                    <a:pt x="5313" y="17"/>
                  </a:lnTo>
                  <a:lnTo>
                    <a:pt x="5296" y="34"/>
                  </a:lnTo>
                  <a:lnTo>
                    <a:pt x="5363" y="639"/>
                  </a:lnTo>
                  <a:lnTo>
                    <a:pt x="5397" y="1244"/>
                  </a:lnTo>
                  <a:lnTo>
                    <a:pt x="5414" y="1850"/>
                  </a:lnTo>
                  <a:lnTo>
                    <a:pt x="5380" y="2472"/>
                  </a:lnTo>
                  <a:lnTo>
                    <a:pt x="5027" y="3195"/>
                  </a:lnTo>
                  <a:lnTo>
                    <a:pt x="4691" y="3917"/>
                  </a:lnTo>
                  <a:lnTo>
                    <a:pt x="4372" y="4640"/>
                  </a:lnTo>
                  <a:lnTo>
                    <a:pt x="4052" y="5380"/>
                  </a:lnTo>
                  <a:lnTo>
                    <a:pt x="4035" y="5195"/>
                  </a:lnTo>
                  <a:lnTo>
                    <a:pt x="4019" y="4993"/>
                  </a:lnTo>
                  <a:lnTo>
                    <a:pt x="3951" y="4590"/>
                  </a:lnTo>
                  <a:lnTo>
                    <a:pt x="3867" y="4186"/>
                  </a:lnTo>
                  <a:lnTo>
                    <a:pt x="3733" y="3783"/>
                  </a:lnTo>
                  <a:lnTo>
                    <a:pt x="3598" y="3396"/>
                  </a:lnTo>
                  <a:lnTo>
                    <a:pt x="3447" y="3026"/>
                  </a:lnTo>
                  <a:lnTo>
                    <a:pt x="3161" y="2304"/>
                  </a:lnTo>
                  <a:lnTo>
                    <a:pt x="3144" y="2287"/>
                  </a:lnTo>
                  <a:lnTo>
                    <a:pt x="3111" y="2287"/>
                  </a:lnTo>
                  <a:lnTo>
                    <a:pt x="3094" y="2304"/>
                  </a:lnTo>
                  <a:lnTo>
                    <a:pt x="3094" y="2337"/>
                  </a:lnTo>
                  <a:lnTo>
                    <a:pt x="3380" y="3295"/>
                  </a:lnTo>
                  <a:lnTo>
                    <a:pt x="3514" y="3783"/>
                  </a:lnTo>
                  <a:lnTo>
                    <a:pt x="3632" y="4270"/>
                  </a:lnTo>
                  <a:lnTo>
                    <a:pt x="3699" y="4674"/>
                  </a:lnTo>
                  <a:lnTo>
                    <a:pt x="3750" y="5094"/>
                  </a:lnTo>
                  <a:lnTo>
                    <a:pt x="3800" y="5498"/>
                  </a:lnTo>
                  <a:lnTo>
                    <a:pt x="3834" y="5918"/>
                  </a:lnTo>
                  <a:lnTo>
                    <a:pt x="3313" y="7229"/>
                  </a:lnTo>
                  <a:lnTo>
                    <a:pt x="2808" y="8557"/>
                  </a:lnTo>
                  <a:lnTo>
                    <a:pt x="2422" y="9684"/>
                  </a:lnTo>
                  <a:lnTo>
                    <a:pt x="2035" y="10810"/>
                  </a:lnTo>
                  <a:lnTo>
                    <a:pt x="1682" y="11936"/>
                  </a:lnTo>
                  <a:lnTo>
                    <a:pt x="1329" y="13063"/>
                  </a:lnTo>
                  <a:lnTo>
                    <a:pt x="623" y="15383"/>
                  </a:lnTo>
                  <a:lnTo>
                    <a:pt x="287" y="16458"/>
                  </a:lnTo>
                  <a:lnTo>
                    <a:pt x="135" y="16996"/>
                  </a:lnTo>
                  <a:lnTo>
                    <a:pt x="1" y="17534"/>
                  </a:lnTo>
                  <a:lnTo>
                    <a:pt x="1" y="17568"/>
                  </a:lnTo>
                  <a:lnTo>
                    <a:pt x="18" y="17585"/>
                  </a:lnTo>
                  <a:lnTo>
                    <a:pt x="51" y="17602"/>
                  </a:lnTo>
                  <a:lnTo>
                    <a:pt x="102" y="17602"/>
                  </a:lnTo>
                  <a:lnTo>
                    <a:pt x="118" y="17585"/>
                  </a:lnTo>
                  <a:lnTo>
                    <a:pt x="135" y="17568"/>
                  </a:lnTo>
                  <a:lnTo>
                    <a:pt x="253" y="17282"/>
                  </a:lnTo>
                  <a:lnTo>
                    <a:pt x="354" y="16996"/>
                  </a:lnTo>
                  <a:lnTo>
                    <a:pt x="539" y="16425"/>
                  </a:lnTo>
                  <a:lnTo>
                    <a:pt x="707" y="15836"/>
                  </a:lnTo>
                  <a:lnTo>
                    <a:pt x="875" y="15265"/>
                  </a:lnTo>
                  <a:lnTo>
                    <a:pt x="1547" y="13147"/>
                  </a:lnTo>
                  <a:lnTo>
                    <a:pt x="2270" y="10944"/>
                  </a:lnTo>
                  <a:lnTo>
                    <a:pt x="3044" y="8742"/>
                  </a:lnTo>
                  <a:lnTo>
                    <a:pt x="3464" y="7599"/>
                  </a:lnTo>
                  <a:lnTo>
                    <a:pt x="3935" y="7196"/>
                  </a:lnTo>
                  <a:lnTo>
                    <a:pt x="4405" y="6809"/>
                  </a:lnTo>
                  <a:lnTo>
                    <a:pt x="4893" y="6439"/>
                  </a:lnTo>
                  <a:lnTo>
                    <a:pt x="5380" y="6103"/>
                  </a:lnTo>
                  <a:lnTo>
                    <a:pt x="5901" y="5800"/>
                  </a:lnTo>
                  <a:lnTo>
                    <a:pt x="6170" y="5649"/>
                  </a:lnTo>
                  <a:lnTo>
                    <a:pt x="6439" y="5514"/>
                  </a:lnTo>
                  <a:lnTo>
                    <a:pt x="6725" y="5397"/>
                  </a:lnTo>
                  <a:lnTo>
                    <a:pt x="7011" y="5279"/>
                  </a:lnTo>
                  <a:lnTo>
                    <a:pt x="7297" y="5178"/>
                  </a:lnTo>
                  <a:lnTo>
                    <a:pt x="7599" y="5077"/>
                  </a:lnTo>
                  <a:lnTo>
                    <a:pt x="7616" y="5061"/>
                  </a:lnTo>
                  <a:lnTo>
                    <a:pt x="7633" y="5027"/>
                  </a:lnTo>
                  <a:lnTo>
                    <a:pt x="7616" y="5010"/>
                  </a:lnTo>
                  <a:lnTo>
                    <a:pt x="7583" y="5010"/>
                  </a:lnTo>
                  <a:lnTo>
                    <a:pt x="7061" y="5161"/>
                  </a:lnTo>
                  <a:lnTo>
                    <a:pt x="6523" y="5346"/>
                  </a:lnTo>
                  <a:lnTo>
                    <a:pt x="6002" y="5548"/>
                  </a:lnTo>
                  <a:lnTo>
                    <a:pt x="5498" y="5800"/>
                  </a:lnTo>
                  <a:lnTo>
                    <a:pt x="4994" y="6069"/>
                  </a:lnTo>
                  <a:lnTo>
                    <a:pt x="4758" y="6221"/>
                  </a:lnTo>
                  <a:lnTo>
                    <a:pt x="4523" y="6389"/>
                  </a:lnTo>
                  <a:lnTo>
                    <a:pt x="4304" y="6557"/>
                  </a:lnTo>
                  <a:lnTo>
                    <a:pt x="4069" y="6725"/>
                  </a:lnTo>
                  <a:lnTo>
                    <a:pt x="3867" y="6910"/>
                  </a:lnTo>
                  <a:lnTo>
                    <a:pt x="3666" y="7095"/>
                  </a:lnTo>
                  <a:lnTo>
                    <a:pt x="3666" y="7095"/>
                  </a:lnTo>
                  <a:lnTo>
                    <a:pt x="4220" y="5699"/>
                  </a:lnTo>
                  <a:lnTo>
                    <a:pt x="4809" y="4287"/>
                  </a:lnTo>
                  <a:lnTo>
                    <a:pt x="5128" y="4001"/>
                  </a:lnTo>
                  <a:lnTo>
                    <a:pt x="5464" y="3716"/>
                  </a:lnTo>
                  <a:lnTo>
                    <a:pt x="5801" y="3447"/>
                  </a:lnTo>
                  <a:lnTo>
                    <a:pt x="6154" y="3211"/>
                  </a:lnTo>
                  <a:lnTo>
                    <a:pt x="6523" y="2976"/>
                  </a:lnTo>
                  <a:lnTo>
                    <a:pt x="6893" y="2757"/>
                  </a:lnTo>
                  <a:lnTo>
                    <a:pt x="7280" y="2556"/>
                  </a:lnTo>
                  <a:lnTo>
                    <a:pt x="7683" y="2388"/>
                  </a:lnTo>
                  <a:lnTo>
                    <a:pt x="7700" y="2354"/>
                  </a:lnTo>
                  <a:lnTo>
                    <a:pt x="7700" y="2337"/>
                  </a:lnTo>
                  <a:lnTo>
                    <a:pt x="7683" y="2320"/>
                  </a:lnTo>
                  <a:lnTo>
                    <a:pt x="7650" y="2320"/>
                  </a:lnTo>
                  <a:lnTo>
                    <a:pt x="7297" y="2455"/>
                  </a:lnTo>
                  <a:lnTo>
                    <a:pt x="6927" y="2606"/>
                  </a:lnTo>
                  <a:lnTo>
                    <a:pt x="6591" y="2774"/>
                  </a:lnTo>
                  <a:lnTo>
                    <a:pt x="6254" y="2959"/>
                  </a:lnTo>
                  <a:lnTo>
                    <a:pt x="5918" y="3161"/>
                  </a:lnTo>
                  <a:lnTo>
                    <a:pt x="5599" y="3379"/>
                  </a:lnTo>
                  <a:lnTo>
                    <a:pt x="5296" y="3615"/>
                  </a:lnTo>
                  <a:lnTo>
                    <a:pt x="4994" y="3867"/>
                  </a:lnTo>
                  <a:lnTo>
                    <a:pt x="5414" y="2909"/>
                  </a:lnTo>
                  <a:lnTo>
                    <a:pt x="5851" y="1967"/>
                  </a:lnTo>
                  <a:lnTo>
                    <a:pt x="6305" y="1026"/>
                  </a:lnTo>
                  <a:lnTo>
                    <a:pt x="6776" y="101"/>
                  </a:lnTo>
                  <a:lnTo>
                    <a:pt x="6776" y="51"/>
                  </a:lnTo>
                  <a:lnTo>
                    <a:pt x="6759" y="17"/>
                  </a:lnTo>
                  <a:lnTo>
                    <a:pt x="6692" y="17"/>
                  </a:lnTo>
                  <a:lnTo>
                    <a:pt x="6675" y="34"/>
                  </a:lnTo>
                  <a:lnTo>
                    <a:pt x="6086" y="1093"/>
                  </a:lnTo>
                  <a:lnTo>
                    <a:pt x="5515" y="2169"/>
                  </a:lnTo>
                  <a:lnTo>
                    <a:pt x="5532" y="1631"/>
                  </a:lnTo>
                  <a:lnTo>
                    <a:pt x="5515" y="1093"/>
                  </a:lnTo>
                  <a:lnTo>
                    <a:pt x="5448" y="555"/>
                  </a:lnTo>
                  <a:lnTo>
                    <a:pt x="5363" y="17"/>
                  </a:lnTo>
                  <a:lnTo>
                    <a:pt x="5347" y="17"/>
                  </a:lnTo>
                  <a:lnTo>
                    <a:pt x="533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1" name="Google Shape;6061;p63"/>
            <p:cNvSpPr/>
            <p:nvPr/>
          </p:nvSpPr>
          <p:spPr>
            <a:xfrm>
              <a:off x="4666075" y="1713275"/>
              <a:ext cx="17275" cy="39125"/>
            </a:xfrm>
            <a:custGeom>
              <a:avLst/>
              <a:gdLst/>
              <a:ahLst/>
              <a:cxnLst/>
              <a:rect l="l" t="t" r="r" b="b"/>
              <a:pathLst>
                <a:path w="691" h="1565" extrusionOk="0">
                  <a:moveTo>
                    <a:pt x="18" y="1"/>
                  </a:moveTo>
                  <a:lnTo>
                    <a:pt x="1" y="18"/>
                  </a:lnTo>
                  <a:lnTo>
                    <a:pt x="1" y="51"/>
                  </a:lnTo>
                  <a:lnTo>
                    <a:pt x="186" y="421"/>
                  </a:lnTo>
                  <a:lnTo>
                    <a:pt x="354" y="791"/>
                  </a:lnTo>
                  <a:lnTo>
                    <a:pt x="522" y="1178"/>
                  </a:lnTo>
                  <a:lnTo>
                    <a:pt x="673" y="1547"/>
                  </a:lnTo>
                  <a:lnTo>
                    <a:pt x="673" y="1564"/>
                  </a:lnTo>
                  <a:lnTo>
                    <a:pt x="690" y="1547"/>
                  </a:lnTo>
                  <a:lnTo>
                    <a:pt x="657" y="1346"/>
                  </a:lnTo>
                  <a:lnTo>
                    <a:pt x="589" y="1144"/>
                  </a:lnTo>
                  <a:lnTo>
                    <a:pt x="539" y="942"/>
                  </a:lnTo>
                  <a:lnTo>
                    <a:pt x="455" y="757"/>
                  </a:lnTo>
                  <a:lnTo>
                    <a:pt x="371" y="556"/>
                  </a:lnTo>
                  <a:lnTo>
                    <a:pt x="287" y="371"/>
                  </a:lnTo>
                  <a:lnTo>
                    <a:pt x="186" y="203"/>
                  </a:lnTo>
                  <a:lnTo>
                    <a:pt x="85" y="18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2" name="Google Shape;6062;p63"/>
            <p:cNvSpPr/>
            <p:nvPr/>
          </p:nvSpPr>
          <p:spPr>
            <a:xfrm>
              <a:off x="4743425" y="1789350"/>
              <a:ext cx="38675" cy="14750"/>
            </a:xfrm>
            <a:custGeom>
              <a:avLst/>
              <a:gdLst/>
              <a:ahLst/>
              <a:cxnLst/>
              <a:rect l="l" t="t" r="r" b="b"/>
              <a:pathLst>
                <a:path w="1547" h="590" extrusionOk="0">
                  <a:moveTo>
                    <a:pt x="1547" y="1"/>
                  </a:moveTo>
                  <a:lnTo>
                    <a:pt x="1143" y="85"/>
                  </a:lnTo>
                  <a:lnTo>
                    <a:pt x="757" y="186"/>
                  </a:lnTo>
                  <a:lnTo>
                    <a:pt x="387" y="337"/>
                  </a:lnTo>
                  <a:lnTo>
                    <a:pt x="17" y="522"/>
                  </a:lnTo>
                  <a:lnTo>
                    <a:pt x="0" y="555"/>
                  </a:lnTo>
                  <a:lnTo>
                    <a:pt x="17" y="589"/>
                  </a:lnTo>
                  <a:lnTo>
                    <a:pt x="51" y="589"/>
                  </a:lnTo>
                  <a:lnTo>
                    <a:pt x="420" y="455"/>
                  </a:lnTo>
                  <a:lnTo>
                    <a:pt x="790" y="303"/>
                  </a:lnTo>
                  <a:lnTo>
                    <a:pt x="1160" y="169"/>
                  </a:lnTo>
                  <a:lnTo>
                    <a:pt x="1547" y="34"/>
                  </a:lnTo>
                  <a:lnTo>
                    <a:pt x="1547" y="17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3" name="Google Shape;6063;p63"/>
            <p:cNvSpPr/>
            <p:nvPr/>
          </p:nvSpPr>
          <p:spPr>
            <a:xfrm>
              <a:off x="4764850" y="1688075"/>
              <a:ext cx="13475" cy="9275"/>
            </a:xfrm>
            <a:custGeom>
              <a:avLst/>
              <a:gdLst/>
              <a:ahLst/>
              <a:cxnLst/>
              <a:rect l="l" t="t" r="r" b="b"/>
              <a:pathLst>
                <a:path w="539" h="371" extrusionOk="0">
                  <a:moveTo>
                    <a:pt x="505" y="0"/>
                  </a:moveTo>
                  <a:lnTo>
                    <a:pt x="253" y="151"/>
                  </a:lnTo>
                  <a:lnTo>
                    <a:pt x="17" y="320"/>
                  </a:lnTo>
                  <a:lnTo>
                    <a:pt x="1" y="336"/>
                  </a:lnTo>
                  <a:lnTo>
                    <a:pt x="1" y="353"/>
                  </a:lnTo>
                  <a:lnTo>
                    <a:pt x="17" y="370"/>
                  </a:lnTo>
                  <a:lnTo>
                    <a:pt x="51" y="370"/>
                  </a:lnTo>
                  <a:lnTo>
                    <a:pt x="303" y="219"/>
                  </a:lnTo>
                  <a:lnTo>
                    <a:pt x="538" y="51"/>
                  </a:lnTo>
                  <a:lnTo>
                    <a:pt x="538" y="17"/>
                  </a:lnTo>
                  <a:lnTo>
                    <a:pt x="522" y="17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4" name="Google Shape;6064;p63"/>
            <p:cNvSpPr/>
            <p:nvPr/>
          </p:nvSpPr>
          <p:spPr>
            <a:xfrm>
              <a:off x="4380725" y="1663275"/>
              <a:ext cx="227400" cy="258500"/>
            </a:xfrm>
            <a:custGeom>
              <a:avLst/>
              <a:gdLst/>
              <a:ahLst/>
              <a:cxnLst/>
              <a:rect l="l" t="t" r="r" b="b"/>
              <a:pathLst>
                <a:path w="9096" h="10340" extrusionOk="0">
                  <a:moveTo>
                    <a:pt x="2606" y="0"/>
                  </a:moveTo>
                  <a:lnTo>
                    <a:pt x="2253" y="17"/>
                  </a:lnTo>
                  <a:lnTo>
                    <a:pt x="2068" y="34"/>
                  </a:lnTo>
                  <a:lnTo>
                    <a:pt x="1900" y="68"/>
                  </a:lnTo>
                  <a:lnTo>
                    <a:pt x="1749" y="118"/>
                  </a:lnTo>
                  <a:lnTo>
                    <a:pt x="1597" y="168"/>
                  </a:lnTo>
                  <a:lnTo>
                    <a:pt x="1463" y="219"/>
                  </a:lnTo>
                  <a:lnTo>
                    <a:pt x="1328" y="303"/>
                  </a:lnTo>
                  <a:lnTo>
                    <a:pt x="1194" y="370"/>
                  </a:lnTo>
                  <a:lnTo>
                    <a:pt x="1076" y="471"/>
                  </a:lnTo>
                  <a:lnTo>
                    <a:pt x="858" y="673"/>
                  </a:lnTo>
                  <a:lnTo>
                    <a:pt x="656" y="891"/>
                  </a:lnTo>
                  <a:lnTo>
                    <a:pt x="488" y="1143"/>
                  </a:lnTo>
                  <a:lnTo>
                    <a:pt x="337" y="1412"/>
                  </a:lnTo>
                  <a:lnTo>
                    <a:pt x="236" y="1698"/>
                  </a:lnTo>
                  <a:lnTo>
                    <a:pt x="168" y="1900"/>
                  </a:lnTo>
                  <a:lnTo>
                    <a:pt x="118" y="2102"/>
                  </a:lnTo>
                  <a:lnTo>
                    <a:pt x="68" y="2303"/>
                  </a:lnTo>
                  <a:lnTo>
                    <a:pt x="34" y="2522"/>
                  </a:lnTo>
                  <a:lnTo>
                    <a:pt x="0" y="2942"/>
                  </a:lnTo>
                  <a:lnTo>
                    <a:pt x="0" y="3379"/>
                  </a:lnTo>
                  <a:lnTo>
                    <a:pt x="17" y="3816"/>
                  </a:lnTo>
                  <a:lnTo>
                    <a:pt x="51" y="4237"/>
                  </a:lnTo>
                  <a:lnTo>
                    <a:pt x="118" y="4657"/>
                  </a:lnTo>
                  <a:lnTo>
                    <a:pt x="185" y="5077"/>
                  </a:lnTo>
                  <a:lnTo>
                    <a:pt x="252" y="5447"/>
                  </a:lnTo>
                  <a:lnTo>
                    <a:pt x="353" y="5817"/>
                  </a:lnTo>
                  <a:lnTo>
                    <a:pt x="471" y="6170"/>
                  </a:lnTo>
                  <a:lnTo>
                    <a:pt x="605" y="6523"/>
                  </a:lnTo>
                  <a:lnTo>
                    <a:pt x="774" y="6859"/>
                  </a:lnTo>
                  <a:lnTo>
                    <a:pt x="959" y="7195"/>
                  </a:lnTo>
                  <a:lnTo>
                    <a:pt x="1160" y="7515"/>
                  </a:lnTo>
                  <a:lnTo>
                    <a:pt x="1396" y="7817"/>
                  </a:lnTo>
                  <a:lnTo>
                    <a:pt x="1648" y="8086"/>
                  </a:lnTo>
                  <a:lnTo>
                    <a:pt x="1900" y="8339"/>
                  </a:lnTo>
                  <a:lnTo>
                    <a:pt x="2186" y="8540"/>
                  </a:lnTo>
                  <a:lnTo>
                    <a:pt x="2488" y="8725"/>
                  </a:lnTo>
                  <a:lnTo>
                    <a:pt x="2808" y="8893"/>
                  </a:lnTo>
                  <a:lnTo>
                    <a:pt x="3127" y="9045"/>
                  </a:lnTo>
                  <a:lnTo>
                    <a:pt x="3463" y="9162"/>
                  </a:lnTo>
                  <a:lnTo>
                    <a:pt x="3816" y="9280"/>
                  </a:lnTo>
                  <a:lnTo>
                    <a:pt x="5666" y="9801"/>
                  </a:lnTo>
                  <a:lnTo>
                    <a:pt x="7498" y="10339"/>
                  </a:lnTo>
                  <a:lnTo>
                    <a:pt x="7532" y="10289"/>
                  </a:lnTo>
                  <a:lnTo>
                    <a:pt x="7616" y="10171"/>
                  </a:lnTo>
                  <a:lnTo>
                    <a:pt x="7733" y="9969"/>
                  </a:lnTo>
                  <a:lnTo>
                    <a:pt x="7868" y="9700"/>
                  </a:lnTo>
                  <a:lnTo>
                    <a:pt x="8019" y="9381"/>
                  </a:lnTo>
                  <a:lnTo>
                    <a:pt x="8187" y="8994"/>
                  </a:lnTo>
                  <a:lnTo>
                    <a:pt x="8355" y="8574"/>
                  </a:lnTo>
                  <a:lnTo>
                    <a:pt x="8523" y="8120"/>
                  </a:lnTo>
                  <a:lnTo>
                    <a:pt x="8692" y="7649"/>
                  </a:lnTo>
                  <a:lnTo>
                    <a:pt x="8826" y="7162"/>
                  </a:lnTo>
                  <a:lnTo>
                    <a:pt x="8944" y="6658"/>
                  </a:lnTo>
                  <a:lnTo>
                    <a:pt x="9028" y="6153"/>
                  </a:lnTo>
                  <a:lnTo>
                    <a:pt x="9061" y="5918"/>
                  </a:lnTo>
                  <a:lnTo>
                    <a:pt x="9078" y="5682"/>
                  </a:lnTo>
                  <a:lnTo>
                    <a:pt x="9095" y="5430"/>
                  </a:lnTo>
                  <a:lnTo>
                    <a:pt x="9078" y="5212"/>
                  </a:lnTo>
                  <a:lnTo>
                    <a:pt x="9061" y="4976"/>
                  </a:lnTo>
                  <a:lnTo>
                    <a:pt x="9028" y="4758"/>
                  </a:lnTo>
                  <a:lnTo>
                    <a:pt x="8994" y="4556"/>
                  </a:lnTo>
                  <a:lnTo>
                    <a:pt x="8927" y="4354"/>
                  </a:lnTo>
                  <a:lnTo>
                    <a:pt x="8776" y="4018"/>
                  </a:lnTo>
                  <a:lnTo>
                    <a:pt x="8624" y="3682"/>
                  </a:lnTo>
                  <a:lnTo>
                    <a:pt x="8439" y="3363"/>
                  </a:lnTo>
                  <a:lnTo>
                    <a:pt x="8238" y="3043"/>
                  </a:lnTo>
                  <a:lnTo>
                    <a:pt x="8019" y="2741"/>
                  </a:lnTo>
                  <a:lnTo>
                    <a:pt x="7801" y="2455"/>
                  </a:lnTo>
                  <a:lnTo>
                    <a:pt x="7548" y="2186"/>
                  </a:lnTo>
                  <a:lnTo>
                    <a:pt x="7296" y="1917"/>
                  </a:lnTo>
                  <a:lnTo>
                    <a:pt x="7010" y="1681"/>
                  </a:lnTo>
                  <a:lnTo>
                    <a:pt x="6725" y="1446"/>
                  </a:lnTo>
                  <a:lnTo>
                    <a:pt x="6439" y="1228"/>
                  </a:lnTo>
                  <a:lnTo>
                    <a:pt x="6119" y="1026"/>
                  </a:lnTo>
                  <a:lnTo>
                    <a:pt x="5800" y="858"/>
                  </a:lnTo>
                  <a:lnTo>
                    <a:pt x="5464" y="690"/>
                  </a:lnTo>
                  <a:lnTo>
                    <a:pt x="5111" y="538"/>
                  </a:lnTo>
                  <a:lnTo>
                    <a:pt x="4758" y="421"/>
                  </a:lnTo>
                  <a:lnTo>
                    <a:pt x="4422" y="303"/>
                  </a:lnTo>
                  <a:lnTo>
                    <a:pt x="4085" y="202"/>
                  </a:lnTo>
                  <a:lnTo>
                    <a:pt x="3716" y="118"/>
                  </a:lnTo>
                  <a:lnTo>
                    <a:pt x="3346" y="51"/>
                  </a:lnTo>
                  <a:lnTo>
                    <a:pt x="2976" y="17"/>
                  </a:lnTo>
                  <a:lnTo>
                    <a:pt x="26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5" name="Google Shape;6065;p63"/>
            <p:cNvSpPr/>
            <p:nvPr/>
          </p:nvSpPr>
          <p:spPr>
            <a:xfrm>
              <a:off x="4431575" y="1724200"/>
              <a:ext cx="182000" cy="409375"/>
            </a:xfrm>
            <a:custGeom>
              <a:avLst/>
              <a:gdLst/>
              <a:ahLst/>
              <a:cxnLst/>
              <a:rect l="l" t="t" r="r" b="b"/>
              <a:pathLst>
                <a:path w="7280" h="16375" extrusionOk="0">
                  <a:moveTo>
                    <a:pt x="118" y="1"/>
                  </a:moveTo>
                  <a:lnTo>
                    <a:pt x="118" y="35"/>
                  </a:lnTo>
                  <a:lnTo>
                    <a:pt x="118" y="51"/>
                  </a:lnTo>
                  <a:lnTo>
                    <a:pt x="353" y="253"/>
                  </a:lnTo>
                  <a:lnTo>
                    <a:pt x="606" y="438"/>
                  </a:lnTo>
                  <a:lnTo>
                    <a:pt x="875" y="606"/>
                  </a:lnTo>
                  <a:lnTo>
                    <a:pt x="1144" y="757"/>
                  </a:lnTo>
                  <a:lnTo>
                    <a:pt x="1446" y="892"/>
                  </a:lnTo>
                  <a:lnTo>
                    <a:pt x="1732" y="1010"/>
                  </a:lnTo>
                  <a:lnTo>
                    <a:pt x="2035" y="1110"/>
                  </a:lnTo>
                  <a:lnTo>
                    <a:pt x="2337" y="1195"/>
                  </a:lnTo>
                  <a:lnTo>
                    <a:pt x="2774" y="2035"/>
                  </a:lnTo>
                  <a:lnTo>
                    <a:pt x="3211" y="2892"/>
                  </a:lnTo>
                  <a:lnTo>
                    <a:pt x="3615" y="3733"/>
                  </a:lnTo>
                  <a:lnTo>
                    <a:pt x="4018" y="4607"/>
                  </a:lnTo>
                  <a:lnTo>
                    <a:pt x="4018" y="4607"/>
                  </a:lnTo>
                  <a:lnTo>
                    <a:pt x="3632" y="4422"/>
                  </a:lnTo>
                  <a:lnTo>
                    <a:pt x="3228" y="4271"/>
                  </a:lnTo>
                  <a:lnTo>
                    <a:pt x="2825" y="4136"/>
                  </a:lnTo>
                  <a:lnTo>
                    <a:pt x="2404" y="4019"/>
                  </a:lnTo>
                  <a:lnTo>
                    <a:pt x="1799" y="3817"/>
                  </a:lnTo>
                  <a:lnTo>
                    <a:pt x="1194" y="3599"/>
                  </a:lnTo>
                  <a:lnTo>
                    <a:pt x="606" y="3346"/>
                  </a:lnTo>
                  <a:lnTo>
                    <a:pt x="17" y="3077"/>
                  </a:lnTo>
                  <a:lnTo>
                    <a:pt x="0" y="3094"/>
                  </a:lnTo>
                  <a:lnTo>
                    <a:pt x="236" y="3262"/>
                  </a:lnTo>
                  <a:lnTo>
                    <a:pt x="471" y="3414"/>
                  </a:lnTo>
                  <a:lnTo>
                    <a:pt x="706" y="3548"/>
                  </a:lnTo>
                  <a:lnTo>
                    <a:pt x="959" y="3666"/>
                  </a:lnTo>
                  <a:lnTo>
                    <a:pt x="1211" y="3783"/>
                  </a:lnTo>
                  <a:lnTo>
                    <a:pt x="1463" y="3901"/>
                  </a:lnTo>
                  <a:lnTo>
                    <a:pt x="1732" y="3985"/>
                  </a:lnTo>
                  <a:lnTo>
                    <a:pt x="1984" y="4069"/>
                  </a:lnTo>
                  <a:lnTo>
                    <a:pt x="3060" y="4456"/>
                  </a:lnTo>
                  <a:lnTo>
                    <a:pt x="3598" y="4658"/>
                  </a:lnTo>
                  <a:lnTo>
                    <a:pt x="4136" y="4826"/>
                  </a:lnTo>
                  <a:lnTo>
                    <a:pt x="4472" y="5582"/>
                  </a:lnTo>
                  <a:lnTo>
                    <a:pt x="4775" y="6356"/>
                  </a:lnTo>
                  <a:lnTo>
                    <a:pt x="5077" y="7146"/>
                  </a:lnTo>
                  <a:lnTo>
                    <a:pt x="5346" y="7936"/>
                  </a:lnTo>
                  <a:lnTo>
                    <a:pt x="5666" y="8961"/>
                  </a:lnTo>
                  <a:lnTo>
                    <a:pt x="5968" y="10004"/>
                  </a:lnTo>
                  <a:lnTo>
                    <a:pt x="6237" y="11046"/>
                  </a:lnTo>
                  <a:lnTo>
                    <a:pt x="6473" y="12088"/>
                  </a:lnTo>
                  <a:lnTo>
                    <a:pt x="6691" y="13147"/>
                  </a:lnTo>
                  <a:lnTo>
                    <a:pt x="6876" y="14206"/>
                  </a:lnTo>
                  <a:lnTo>
                    <a:pt x="7027" y="15265"/>
                  </a:lnTo>
                  <a:lnTo>
                    <a:pt x="7162" y="16325"/>
                  </a:lnTo>
                  <a:lnTo>
                    <a:pt x="7179" y="16375"/>
                  </a:lnTo>
                  <a:lnTo>
                    <a:pt x="7263" y="16375"/>
                  </a:lnTo>
                  <a:lnTo>
                    <a:pt x="7280" y="16325"/>
                  </a:lnTo>
                  <a:lnTo>
                    <a:pt x="7196" y="15249"/>
                  </a:lnTo>
                  <a:lnTo>
                    <a:pt x="7078" y="14173"/>
                  </a:lnTo>
                  <a:lnTo>
                    <a:pt x="6927" y="13097"/>
                  </a:lnTo>
                  <a:lnTo>
                    <a:pt x="6742" y="12038"/>
                  </a:lnTo>
                  <a:lnTo>
                    <a:pt x="6523" y="10979"/>
                  </a:lnTo>
                  <a:lnTo>
                    <a:pt x="6271" y="9919"/>
                  </a:lnTo>
                  <a:lnTo>
                    <a:pt x="5985" y="8877"/>
                  </a:lnTo>
                  <a:lnTo>
                    <a:pt x="5649" y="7835"/>
                  </a:lnTo>
                  <a:lnTo>
                    <a:pt x="5363" y="7045"/>
                  </a:lnTo>
                  <a:lnTo>
                    <a:pt x="5077" y="6238"/>
                  </a:lnTo>
                  <a:lnTo>
                    <a:pt x="5262" y="5717"/>
                  </a:lnTo>
                  <a:lnTo>
                    <a:pt x="5414" y="5196"/>
                  </a:lnTo>
                  <a:lnTo>
                    <a:pt x="5531" y="4658"/>
                  </a:lnTo>
                  <a:lnTo>
                    <a:pt x="5615" y="4103"/>
                  </a:lnTo>
                  <a:lnTo>
                    <a:pt x="5666" y="3565"/>
                  </a:lnTo>
                  <a:lnTo>
                    <a:pt x="5666" y="3010"/>
                  </a:lnTo>
                  <a:lnTo>
                    <a:pt x="5649" y="2455"/>
                  </a:lnTo>
                  <a:lnTo>
                    <a:pt x="5582" y="1917"/>
                  </a:lnTo>
                  <a:lnTo>
                    <a:pt x="5582" y="1901"/>
                  </a:lnTo>
                  <a:lnTo>
                    <a:pt x="5548" y="1901"/>
                  </a:lnTo>
                  <a:lnTo>
                    <a:pt x="5548" y="1917"/>
                  </a:lnTo>
                  <a:lnTo>
                    <a:pt x="5565" y="2203"/>
                  </a:lnTo>
                  <a:lnTo>
                    <a:pt x="5582" y="2506"/>
                  </a:lnTo>
                  <a:lnTo>
                    <a:pt x="5565" y="2808"/>
                  </a:lnTo>
                  <a:lnTo>
                    <a:pt x="5565" y="3094"/>
                  </a:lnTo>
                  <a:lnTo>
                    <a:pt x="5531" y="3397"/>
                  </a:lnTo>
                  <a:lnTo>
                    <a:pt x="5481" y="3683"/>
                  </a:lnTo>
                  <a:lnTo>
                    <a:pt x="5430" y="3985"/>
                  </a:lnTo>
                  <a:lnTo>
                    <a:pt x="5380" y="4271"/>
                  </a:lnTo>
                  <a:lnTo>
                    <a:pt x="5279" y="4674"/>
                  </a:lnTo>
                  <a:lnTo>
                    <a:pt x="5161" y="5078"/>
                  </a:lnTo>
                  <a:lnTo>
                    <a:pt x="4926" y="5868"/>
                  </a:lnTo>
                  <a:lnTo>
                    <a:pt x="4657" y="5212"/>
                  </a:lnTo>
                  <a:lnTo>
                    <a:pt x="4371" y="4557"/>
                  </a:lnTo>
                  <a:lnTo>
                    <a:pt x="4069" y="3901"/>
                  </a:lnTo>
                  <a:lnTo>
                    <a:pt x="3766" y="3245"/>
                  </a:lnTo>
                  <a:lnTo>
                    <a:pt x="3817" y="2892"/>
                  </a:lnTo>
                  <a:lnTo>
                    <a:pt x="3867" y="2523"/>
                  </a:lnTo>
                  <a:lnTo>
                    <a:pt x="3884" y="2153"/>
                  </a:lnTo>
                  <a:lnTo>
                    <a:pt x="3901" y="1783"/>
                  </a:lnTo>
                  <a:lnTo>
                    <a:pt x="3901" y="1413"/>
                  </a:lnTo>
                  <a:lnTo>
                    <a:pt x="3867" y="1043"/>
                  </a:lnTo>
                  <a:lnTo>
                    <a:pt x="3833" y="673"/>
                  </a:lnTo>
                  <a:lnTo>
                    <a:pt x="3783" y="304"/>
                  </a:lnTo>
                  <a:lnTo>
                    <a:pt x="3766" y="287"/>
                  </a:lnTo>
                  <a:lnTo>
                    <a:pt x="3766" y="304"/>
                  </a:lnTo>
                  <a:lnTo>
                    <a:pt x="3749" y="304"/>
                  </a:lnTo>
                  <a:lnTo>
                    <a:pt x="3766" y="976"/>
                  </a:lnTo>
                  <a:lnTo>
                    <a:pt x="3766" y="1648"/>
                  </a:lnTo>
                  <a:lnTo>
                    <a:pt x="3716" y="2321"/>
                  </a:lnTo>
                  <a:lnTo>
                    <a:pt x="3632" y="2993"/>
                  </a:lnTo>
                  <a:lnTo>
                    <a:pt x="3228" y="2237"/>
                  </a:lnTo>
                  <a:lnTo>
                    <a:pt x="2808" y="1497"/>
                  </a:lnTo>
                  <a:lnTo>
                    <a:pt x="2354" y="774"/>
                  </a:lnTo>
                  <a:lnTo>
                    <a:pt x="1883" y="68"/>
                  </a:lnTo>
                  <a:lnTo>
                    <a:pt x="1866" y="51"/>
                  </a:lnTo>
                  <a:lnTo>
                    <a:pt x="1833" y="35"/>
                  </a:lnTo>
                  <a:lnTo>
                    <a:pt x="1816" y="35"/>
                  </a:lnTo>
                  <a:lnTo>
                    <a:pt x="1782" y="51"/>
                  </a:lnTo>
                  <a:lnTo>
                    <a:pt x="1766" y="85"/>
                  </a:lnTo>
                  <a:lnTo>
                    <a:pt x="1749" y="119"/>
                  </a:lnTo>
                  <a:lnTo>
                    <a:pt x="1766" y="152"/>
                  </a:lnTo>
                  <a:lnTo>
                    <a:pt x="2270" y="1060"/>
                  </a:lnTo>
                  <a:lnTo>
                    <a:pt x="1715" y="825"/>
                  </a:lnTo>
                  <a:lnTo>
                    <a:pt x="1194" y="589"/>
                  </a:lnTo>
                  <a:lnTo>
                    <a:pt x="925" y="455"/>
                  </a:lnTo>
                  <a:lnTo>
                    <a:pt x="673" y="320"/>
                  </a:lnTo>
                  <a:lnTo>
                    <a:pt x="421" y="16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6" name="Google Shape;6066;p63"/>
            <p:cNvSpPr/>
            <p:nvPr/>
          </p:nvSpPr>
          <p:spPr>
            <a:xfrm>
              <a:off x="4402575" y="1772125"/>
              <a:ext cx="56350" cy="24400"/>
            </a:xfrm>
            <a:custGeom>
              <a:avLst/>
              <a:gdLst/>
              <a:ahLst/>
              <a:cxnLst/>
              <a:rect l="l" t="t" r="r" b="b"/>
              <a:pathLst>
                <a:path w="2254" h="976" extrusionOk="0">
                  <a:moveTo>
                    <a:pt x="34" y="0"/>
                  </a:moveTo>
                  <a:lnTo>
                    <a:pt x="0" y="17"/>
                  </a:lnTo>
                  <a:lnTo>
                    <a:pt x="0" y="34"/>
                  </a:lnTo>
                  <a:lnTo>
                    <a:pt x="17" y="51"/>
                  </a:lnTo>
                  <a:lnTo>
                    <a:pt x="253" y="236"/>
                  </a:lnTo>
                  <a:lnTo>
                    <a:pt x="522" y="387"/>
                  </a:lnTo>
                  <a:lnTo>
                    <a:pt x="774" y="522"/>
                  </a:lnTo>
                  <a:lnTo>
                    <a:pt x="1060" y="639"/>
                  </a:lnTo>
                  <a:lnTo>
                    <a:pt x="1345" y="740"/>
                  </a:lnTo>
                  <a:lnTo>
                    <a:pt x="1631" y="824"/>
                  </a:lnTo>
                  <a:lnTo>
                    <a:pt x="1917" y="908"/>
                  </a:lnTo>
                  <a:lnTo>
                    <a:pt x="2220" y="975"/>
                  </a:lnTo>
                  <a:lnTo>
                    <a:pt x="2236" y="959"/>
                  </a:lnTo>
                  <a:lnTo>
                    <a:pt x="2253" y="942"/>
                  </a:lnTo>
                  <a:lnTo>
                    <a:pt x="2253" y="925"/>
                  </a:lnTo>
                  <a:lnTo>
                    <a:pt x="2236" y="908"/>
                  </a:lnTo>
                  <a:lnTo>
                    <a:pt x="1682" y="690"/>
                  </a:lnTo>
                  <a:lnTo>
                    <a:pt x="1144" y="454"/>
                  </a:lnTo>
                  <a:lnTo>
                    <a:pt x="589" y="219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7" name="Google Shape;6067;p63"/>
            <p:cNvSpPr/>
            <p:nvPr/>
          </p:nvSpPr>
          <p:spPr>
            <a:xfrm>
              <a:off x="4555975" y="1730925"/>
              <a:ext cx="7600" cy="54250"/>
            </a:xfrm>
            <a:custGeom>
              <a:avLst/>
              <a:gdLst/>
              <a:ahLst/>
              <a:cxnLst/>
              <a:rect l="l" t="t" r="r" b="b"/>
              <a:pathLst>
                <a:path w="304" h="2170" extrusionOk="0">
                  <a:moveTo>
                    <a:pt x="34" y="1"/>
                  </a:moveTo>
                  <a:lnTo>
                    <a:pt x="17" y="18"/>
                  </a:lnTo>
                  <a:lnTo>
                    <a:pt x="0" y="51"/>
                  </a:lnTo>
                  <a:lnTo>
                    <a:pt x="51" y="304"/>
                  </a:lnTo>
                  <a:lnTo>
                    <a:pt x="85" y="573"/>
                  </a:lnTo>
                  <a:lnTo>
                    <a:pt x="118" y="825"/>
                  </a:lnTo>
                  <a:lnTo>
                    <a:pt x="135" y="1094"/>
                  </a:lnTo>
                  <a:lnTo>
                    <a:pt x="135" y="1615"/>
                  </a:lnTo>
                  <a:lnTo>
                    <a:pt x="169" y="2153"/>
                  </a:lnTo>
                  <a:lnTo>
                    <a:pt x="169" y="2170"/>
                  </a:lnTo>
                  <a:lnTo>
                    <a:pt x="202" y="2170"/>
                  </a:lnTo>
                  <a:lnTo>
                    <a:pt x="219" y="2153"/>
                  </a:lnTo>
                  <a:lnTo>
                    <a:pt x="269" y="1884"/>
                  </a:lnTo>
                  <a:lnTo>
                    <a:pt x="303" y="1615"/>
                  </a:lnTo>
                  <a:lnTo>
                    <a:pt x="303" y="1346"/>
                  </a:lnTo>
                  <a:lnTo>
                    <a:pt x="286" y="1077"/>
                  </a:lnTo>
                  <a:lnTo>
                    <a:pt x="253" y="808"/>
                  </a:lnTo>
                  <a:lnTo>
                    <a:pt x="202" y="539"/>
                  </a:lnTo>
                  <a:lnTo>
                    <a:pt x="135" y="287"/>
                  </a:lnTo>
                  <a:lnTo>
                    <a:pt x="68" y="18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8" name="Google Shape;6068;p63"/>
            <p:cNvSpPr/>
            <p:nvPr/>
          </p:nvSpPr>
          <p:spPr>
            <a:xfrm>
              <a:off x="4476550" y="1691425"/>
              <a:ext cx="10525" cy="30300"/>
            </a:xfrm>
            <a:custGeom>
              <a:avLst/>
              <a:gdLst/>
              <a:ahLst/>
              <a:cxnLst/>
              <a:rect l="l" t="t" r="r" b="b"/>
              <a:pathLst>
                <a:path w="421" h="1212" extrusionOk="0">
                  <a:moveTo>
                    <a:pt x="34" y="1"/>
                  </a:moveTo>
                  <a:lnTo>
                    <a:pt x="0" y="17"/>
                  </a:lnTo>
                  <a:lnTo>
                    <a:pt x="0" y="68"/>
                  </a:lnTo>
                  <a:lnTo>
                    <a:pt x="185" y="623"/>
                  </a:lnTo>
                  <a:lnTo>
                    <a:pt x="286" y="908"/>
                  </a:lnTo>
                  <a:lnTo>
                    <a:pt x="353" y="1194"/>
                  </a:lnTo>
                  <a:lnTo>
                    <a:pt x="370" y="1211"/>
                  </a:lnTo>
                  <a:lnTo>
                    <a:pt x="404" y="1211"/>
                  </a:lnTo>
                  <a:lnTo>
                    <a:pt x="404" y="1194"/>
                  </a:lnTo>
                  <a:lnTo>
                    <a:pt x="420" y="1043"/>
                  </a:lnTo>
                  <a:lnTo>
                    <a:pt x="404" y="875"/>
                  </a:lnTo>
                  <a:lnTo>
                    <a:pt x="387" y="724"/>
                  </a:lnTo>
                  <a:lnTo>
                    <a:pt x="353" y="572"/>
                  </a:lnTo>
                  <a:lnTo>
                    <a:pt x="303" y="438"/>
                  </a:lnTo>
                  <a:lnTo>
                    <a:pt x="236" y="286"/>
                  </a:lnTo>
                  <a:lnTo>
                    <a:pt x="168" y="152"/>
                  </a:lnTo>
                  <a:lnTo>
                    <a:pt x="84" y="17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9" name="Google Shape;6069;p63"/>
            <p:cNvSpPr/>
            <p:nvPr/>
          </p:nvSpPr>
          <p:spPr>
            <a:xfrm>
              <a:off x="4639600" y="1877600"/>
              <a:ext cx="205975" cy="129475"/>
            </a:xfrm>
            <a:custGeom>
              <a:avLst/>
              <a:gdLst/>
              <a:ahLst/>
              <a:cxnLst/>
              <a:rect l="l" t="t" r="r" b="b"/>
              <a:pathLst>
                <a:path w="8239" h="5179" extrusionOk="0">
                  <a:moveTo>
                    <a:pt x="6372" y="1"/>
                  </a:moveTo>
                  <a:lnTo>
                    <a:pt x="6070" y="18"/>
                  </a:lnTo>
                  <a:lnTo>
                    <a:pt x="5750" y="51"/>
                  </a:lnTo>
                  <a:lnTo>
                    <a:pt x="5431" y="85"/>
                  </a:lnTo>
                  <a:lnTo>
                    <a:pt x="5128" y="135"/>
                  </a:lnTo>
                  <a:lnTo>
                    <a:pt x="4809" y="203"/>
                  </a:lnTo>
                  <a:lnTo>
                    <a:pt x="4506" y="270"/>
                  </a:lnTo>
                  <a:lnTo>
                    <a:pt x="3951" y="388"/>
                  </a:lnTo>
                  <a:lnTo>
                    <a:pt x="3413" y="505"/>
                  </a:lnTo>
                  <a:lnTo>
                    <a:pt x="3145" y="589"/>
                  </a:lnTo>
                  <a:lnTo>
                    <a:pt x="2876" y="690"/>
                  </a:lnTo>
                  <a:lnTo>
                    <a:pt x="2623" y="791"/>
                  </a:lnTo>
                  <a:lnTo>
                    <a:pt x="2388" y="926"/>
                  </a:lnTo>
                  <a:lnTo>
                    <a:pt x="2169" y="1060"/>
                  </a:lnTo>
                  <a:lnTo>
                    <a:pt x="1985" y="1211"/>
                  </a:lnTo>
                  <a:lnTo>
                    <a:pt x="1800" y="1346"/>
                  </a:lnTo>
                  <a:lnTo>
                    <a:pt x="1632" y="1497"/>
                  </a:lnTo>
                  <a:lnTo>
                    <a:pt x="1463" y="1665"/>
                  </a:lnTo>
                  <a:lnTo>
                    <a:pt x="1312" y="1833"/>
                  </a:lnTo>
                  <a:lnTo>
                    <a:pt x="1043" y="2170"/>
                  </a:lnTo>
                  <a:lnTo>
                    <a:pt x="808" y="2506"/>
                  </a:lnTo>
                  <a:lnTo>
                    <a:pt x="623" y="2859"/>
                  </a:lnTo>
                  <a:lnTo>
                    <a:pt x="455" y="3195"/>
                  </a:lnTo>
                  <a:lnTo>
                    <a:pt x="320" y="3531"/>
                  </a:lnTo>
                  <a:lnTo>
                    <a:pt x="219" y="3851"/>
                  </a:lnTo>
                  <a:lnTo>
                    <a:pt x="135" y="4153"/>
                  </a:lnTo>
                  <a:lnTo>
                    <a:pt x="68" y="4422"/>
                  </a:lnTo>
                  <a:lnTo>
                    <a:pt x="34" y="4658"/>
                  </a:lnTo>
                  <a:lnTo>
                    <a:pt x="1" y="4843"/>
                  </a:lnTo>
                  <a:lnTo>
                    <a:pt x="1" y="4994"/>
                  </a:lnTo>
                  <a:lnTo>
                    <a:pt x="1" y="5078"/>
                  </a:lnTo>
                  <a:lnTo>
                    <a:pt x="18" y="5112"/>
                  </a:lnTo>
                  <a:lnTo>
                    <a:pt x="707" y="5078"/>
                  </a:lnTo>
                  <a:lnTo>
                    <a:pt x="1413" y="5061"/>
                  </a:lnTo>
                  <a:lnTo>
                    <a:pt x="2119" y="5061"/>
                  </a:lnTo>
                  <a:lnTo>
                    <a:pt x="2825" y="5078"/>
                  </a:lnTo>
                  <a:lnTo>
                    <a:pt x="3481" y="5095"/>
                  </a:lnTo>
                  <a:lnTo>
                    <a:pt x="4136" y="5128"/>
                  </a:lnTo>
                  <a:lnTo>
                    <a:pt x="4792" y="5162"/>
                  </a:lnTo>
                  <a:lnTo>
                    <a:pt x="5448" y="5179"/>
                  </a:lnTo>
                  <a:lnTo>
                    <a:pt x="5700" y="5162"/>
                  </a:lnTo>
                  <a:lnTo>
                    <a:pt x="5935" y="5112"/>
                  </a:lnTo>
                  <a:lnTo>
                    <a:pt x="6170" y="5011"/>
                  </a:lnTo>
                  <a:lnTo>
                    <a:pt x="6372" y="4910"/>
                  </a:lnTo>
                  <a:lnTo>
                    <a:pt x="6574" y="4775"/>
                  </a:lnTo>
                  <a:lnTo>
                    <a:pt x="6759" y="4607"/>
                  </a:lnTo>
                  <a:lnTo>
                    <a:pt x="6944" y="4439"/>
                  </a:lnTo>
                  <a:lnTo>
                    <a:pt x="7112" y="4237"/>
                  </a:lnTo>
                  <a:lnTo>
                    <a:pt x="7263" y="4036"/>
                  </a:lnTo>
                  <a:lnTo>
                    <a:pt x="7398" y="3817"/>
                  </a:lnTo>
                  <a:lnTo>
                    <a:pt x="7532" y="3582"/>
                  </a:lnTo>
                  <a:lnTo>
                    <a:pt x="7650" y="3363"/>
                  </a:lnTo>
                  <a:lnTo>
                    <a:pt x="7768" y="3128"/>
                  </a:lnTo>
                  <a:lnTo>
                    <a:pt x="7852" y="2892"/>
                  </a:lnTo>
                  <a:lnTo>
                    <a:pt x="8020" y="2455"/>
                  </a:lnTo>
                  <a:lnTo>
                    <a:pt x="8087" y="2237"/>
                  </a:lnTo>
                  <a:lnTo>
                    <a:pt x="8137" y="2018"/>
                  </a:lnTo>
                  <a:lnTo>
                    <a:pt x="8188" y="1783"/>
                  </a:lnTo>
                  <a:lnTo>
                    <a:pt x="8221" y="1548"/>
                  </a:lnTo>
                  <a:lnTo>
                    <a:pt x="8238" y="1312"/>
                  </a:lnTo>
                  <a:lnTo>
                    <a:pt x="8221" y="1094"/>
                  </a:lnTo>
                  <a:lnTo>
                    <a:pt x="8205" y="875"/>
                  </a:lnTo>
                  <a:lnTo>
                    <a:pt x="8137" y="657"/>
                  </a:lnTo>
                  <a:lnTo>
                    <a:pt x="8070" y="489"/>
                  </a:lnTo>
                  <a:lnTo>
                    <a:pt x="7969" y="337"/>
                  </a:lnTo>
                  <a:lnTo>
                    <a:pt x="7835" y="220"/>
                  </a:lnTo>
                  <a:lnTo>
                    <a:pt x="7700" y="135"/>
                  </a:lnTo>
                  <a:lnTo>
                    <a:pt x="7549" y="68"/>
                  </a:lnTo>
                  <a:lnTo>
                    <a:pt x="7381" y="35"/>
                  </a:lnTo>
                  <a:lnTo>
                    <a:pt x="7196" y="18"/>
                  </a:lnTo>
                  <a:lnTo>
                    <a:pt x="7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0" name="Google Shape;6070;p63"/>
            <p:cNvSpPr/>
            <p:nvPr/>
          </p:nvSpPr>
          <p:spPr>
            <a:xfrm>
              <a:off x="4583300" y="1889800"/>
              <a:ext cx="234100" cy="252600"/>
            </a:xfrm>
            <a:custGeom>
              <a:avLst/>
              <a:gdLst/>
              <a:ahLst/>
              <a:cxnLst/>
              <a:rect l="l" t="t" r="r" b="b"/>
              <a:pathLst>
                <a:path w="9364" h="10104" extrusionOk="0">
                  <a:moveTo>
                    <a:pt x="8826" y="1"/>
                  </a:moveTo>
                  <a:lnTo>
                    <a:pt x="8641" y="101"/>
                  </a:lnTo>
                  <a:lnTo>
                    <a:pt x="8456" y="202"/>
                  </a:lnTo>
                  <a:lnTo>
                    <a:pt x="8271" y="320"/>
                  </a:lnTo>
                  <a:lnTo>
                    <a:pt x="8086" y="438"/>
                  </a:lnTo>
                  <a:lnTo>
                    <a:pt x="7935" y="572"/>
                  </a:lnTo>
                  <a:lnTo>
                    <a:pt x="7784" y="723"/>
                  </a:lnTo>
                  <a:lnTo>
                    <a:pt x="7632" y="891"/>
                  </a:lnTo>
                  <a:lnTo>
                    <a:pt x="7498" y="1060"/>
                  </a:lnTo>
                  <a:lnTo>
                    <a:pt x="6994" y="1228"/>
                  </a:lnTo>
                  <a:lnTo>
                    <a:pt x="6472" y="1413"/>
                  </a:lnTo>
                  <a:lnTo>
                    <a:pt x="5985" y="1598"/>
                  </a:lnTo>
                  <a:lnTo>
                    <a:pt x="5481" y="1799"/>
                  </a:lnTo>
                  <a:lnTo>
                    <a:pt x="5144" y="1951"/>
                  </a:lnTo>
                  <a:lnTo>
                    <a:pt x="4825" y="2102"/>
                  </a:lnTo>
                  <a:lnTo>
                    <a:pt x="4506" y="2287"/>
                  </a:lnTo>
                  <a:lnTo>
                    <a:pt x="4186" y="2472"/>
                  </a:lnTo>
                  <a:lnTo>
                    <a:pt x="4186" y="2472"/>
                  </a:lnTo>
                  <a:lnTo>
                    <a:pt x="4287" y="2270"/>
                  </a:lnTo>
                  <a:lnTo>
                    <a:pt x="4405" y="2068"/>
                  </a:lnTo>
                  <a:lnTo>
                    <a:pt x="4522" y="1867"/>
                  </a:lnTo>
                  <a:lnTo>
                    <a:pt x="4657" y="1665"/>
                  </a:lnTo>
                  <a:lnTo>
                    <a:pt x="4775" y="1530"/>
                  </a:lnTo>
                  <a:lnTo>
                    <a:pt x="4892" y="1396"/>
                  </a:lnTo>
                  <a:lnTo>
                    <a:pt x="5027" y="1295"/>
                  </a:lnTo>
                  <a:lnTo>
                    <a:pt x="5178" y="1177"/>
                  </a:lnTo>
                  <a:lnTo>
                    <a:pt x="5464" y="992"/>
                  </a:lnTo>
                  <a:lnTo>
                    <a:pt x="5750" y="791"/>
                  </a:lnTo>
                  <a:lnTo>
                    <a:pt x="5766" y="757"/>
                  </a:lnTo>
                  <a:lnTo>
                    <a:pt x="5750" y="740"/>
                  </a:lnTo>
                  <a:lnTo>
                    <a:pt x="5733" y="723"/>
                  </a:lnTo>
                  <a:lnTo>
                    <a:pt x="5716" y="723"/>
                  </a:lnTo>
                  <a:lnTo>
                    <a:pt x="5413" y="875"/>
                  </a:lnTo>
                  <a:lnTo>
                    <a:pt x="5128" y="1060"/>
                  </a:lnTo>
                  <a:lnTo>
                    <a:pt x="4875" y="1261"/>
                  </a:lnTo>
                  <a:lnTo>
                    <a:pt x="4640" y="1497"/>
                  </a:lnTo>
                  <a:lnTo>
                    <a:pt x="4421" y="1749"/>
                  </a:lnTo>
                  <a:lnTo>
                    <a:pt x="4237" y="2018"/>
                  </a:lnTo>
                  <a:lnTo>
                    <a:pt x="4085" y="2320"/>
                  </a:lnTo>
                  <a:lnTo>
                    <a:pt x="3951" y="2640"/>
                  </a:lnTo>
                  <a:lnTo>
                    <a:pt x="3615" y="2892"/>
                  </a:lnTo>
                  <a:lnTo>
                    <a:pt x="3278" y="3178"/>
                  </a:lnTo>
                  <a:lnTo>
                    <a:pt x="2976" y="3480"/>
                  </a:lnTo>
                  <a:lnTo>
                    <a:pt x="2673" y="3800"/>
                  </a:lnTo>
                  <a:lnTo>
                    <a:pt x="2404" y="4119"/>
                  </a:lnTo>
                  <a:lnTo>
                    <a:pt x="2135" y="4455"/>
                  </a:lnTo>
                  <a:lnTo>
                    <a:pt x="1883" y="4808"/>
                  </a:lnTo>
                  <a:lnTo>
                    <a:pt x="1631" y="5162"/>
                  </a:lnTo>
                  <a:lnTo>
                    <a:pt x="1396" y="5531"/>
                  </a:lnTo>
                  <a:lnTo>
                    <a:pt x="1177" y="5918"/>
                  </a:lnTo>
                  <a:lnTo>
                    <a:pt x="975" y="6305"/>
                  </a:lnTo>
                  <a:lnTo>
                    <a:pt x="790" y="6691"/>
                  </a:lnTo>
                  <a:lnTo>
                    <a:pt x="605" y="7095"/>
                  </a:lnTo>
                  <a:lnTo>
                    <a:pt x="454" y="7515"/>
                  </a:lnTo>
                  <a:lnTo>
                    <a:pt x="320" y="7919"/>
                  </a:lnTo>
                  <a:lnTo>
                    <a:pt x="219" y="8339"/>
                  </a:lnTo>
                  <a:lnTo>
                    <a:pt x="118" y="8759"/>
                  </a:lnTo>
                  <a:lnTo>
                    <a:pt x="51" y="9196"/>
                  </a:lnTo>
                  <a:lnTo>
                    <a:pt x="17" y="9616"/>
                  </a:lnTo>
                  <a:lnTo>
                    <a:pt x="0" y="10054"/>
                  </a:lnTo>
                  <a:lnTo>
                    <a:pt x="17" y="10087"/>
                  </a:lnTo>
                  <a:lnTo>
                    <a:pt x="51" y="10104"/>
                  </a:lnTo>
                  <a:lnTo>
                    <a:pt x="84" y="10104"/>
                  </a:lnTo>
                  <a:lnTo>
                    <a:pt x="101" y="10070"/>
                  </a:lnTo>
                  <a:lnTo>
                    <a:pt x="185" y="9650"/>
                  </a:lnTo>
                  <a:lnTo>
                    <a:pt x="269" y="9230"/>
                  </a:lnTo>
                  <a:lnTo>
                    <a:pt x="387" y="8810"/>
                  </a:lnTo>
                  <a:lnTo>
                    <a:pt x="505" y="8406"/>
                  </a:lnTo>
                  <a:lnTo>
                    <a:pt x="639" y="8003"/>
                  </a:lnTo>
                  <a:lnTo>
                    <a:pt x="773" y="7599"/>
                  </a:lnTo>
                  <a:lnTo>
                    <a:pt x="942" y="7212"/>
                  </a:lnTo>
                  <a:lnTo>
                    <a:pt x="1110" y="6809"/>
                  </a:lnTo>
                  <a:lnTo>
                    <a:pt x="1295" y="6439"/>
                  </a:lnTo>
                  <a:lnTo>
                    <a:pt x="1496" y="6052"/>
                  </a:lnTo>
                  <a:lnTo>
                    <a:pt x="1715" y="5683"/>
                  </a:lnTo>
                  <a:lnTo>
                    <a:pt x="1933" y="5330"/>
                  </a:lnTo>
                  <a:lnTo>
                    <a:pt x="2169" y="4960"/>
                  </a:lnTo>
                  <a:lnTo>
                    <a:pt x="2421" y="4624"/>
                  </a:lnTo>
                  <a:lnTo>
                    <a:pt x="2673" y="4287"/>
                  </a:lnTo>
                  <a:lnTo>
                    <a:pt x="2959" y="3951"/>
                  </a:lnTo>
                  <a:lnTo>
                    <a:pt x="3278" y="3581"/>
                  </a:lnTo>
                  <a:lnTo>
                    <a:pt x="3900" y="3531"/>
                  </a:lnTo>
                  <a:lnTo>
                    <a:pt x="4506" y="3497"/>
                  </a:lnTo>
                  <a:lnTo>
                    <a:pt x="4875" y="3514"/>
                  </a:lnTo>
                  <a:lnTo>
                    <a:pt x="5228" y="3531"/>
                  </a:lnTo>
                  <a:lnTo>
                    <a:pt x="5951" y="3615"/>
                  </a:lnTo>
                  <a:lnTo>
                    <a:pt x="6254" y="3632"/>
                  </a:lnTo>
                  <a:lnTo>
                    <a:pt x="6859" y="3632"/>
                  </a:lnTo>
                  <a:lnTo>
                    <a:pt x="7162" y="3615"/>
                  </a:lnTo>
                  <a:lnTo>
                    <a:pt x="7464" y="3581"/>
                  </a:lnTo>
                  <a:lnTo>
                    <a:pt x="7767" y="3514"/>
                  </a:lnTo>
                  <a:lnTo>
                    <a:pt x="8053" y="3413"/>
                  </a:lnTo>
                  <a:lnTo>
                    <a:pt x="8322" y="3279"/>
                  </a:lnTo>
                  <a:lnTo>
                    <a:pt x="8338" y="3262"/>
                  </a:lnTo>
                  <a:lnTo>
                    <a:pt x="8338" y="3245"/>
                  </a:lnTo>
                  <a:lnTo>
                    <a:pt x="8322" y="3228"/>
                  </a:lnTo>
                  <a:lnTo>
                    <a:pt x="8288" y="3228"/>
                  </a:lnTo>
                  <a:lnTo>
                    <a:pt x="8002" y="3312"/>
                  </a:lnTo>
                  <a:lnTo>
                    <a:pt x="7700" y="3380"/>
                  </a:lnTo>
                  <a:lnTo>
                    <a:pt x="7397" y="3430"/>
                  </a:lnTo>
                  <a:lnTo>
                    <a:pt x="7094" y="3447"/>
                  </a:lnTo>
                  <a:lnTo>
                    <a:pt x="6792" y="3464"/>
                  </a:lnTo>
                  <a:lnTo>
                    <a:pt x="6489" y="3447"/>
                  </a:lnTo>
                  <a:lnTo>
                    <a:pt x="5884" y="3413"/>
                  </a:lnTo>
                  <a:lnTo>
                    <a:pt x="5262" y="3363"/>
                  </a:lnTo>
                  <a:lnTo>
                    <a:pt x="4657" y="3329"/>
                  </a:lnTo>
                  <a:lnTo>
                    <a:pt x="4354" y="3312"/>
                  </a:lnTo>
                  <a:lnTo>
                    <a:pt x="4052" y="3329"/>
                  </a:lnTo>
                  <a:lnTo>
                    <a:pt x="3766" y="3363"/>
                  </a:lnTo>
                  <a:lnTo>
                    <a:pt x="3463" y="3413"/>
                  </a:lnTo>
                  <a:lnTo>
                    <a:pt x="3715" y="3178"/>
                  </a:lnTo>
                  <a:lnTo>
                    <a:pt x="3984" y="2959"/>
                  </a:lnTo>
                  <a:lnTo>
                    <a:pt x="4270" y="2741"/>
                  </a:lnTo>
                  <a:lnTo>
                    <a:pt x="4556" y="2556"/>
                  </a:lnTo>
                  <a:lnTo>
                    <a:pt x="4859" y="2371"/>
                  </a:lnTo>
                  <a:lnTo>
                    <a:pt x="5161" y="2203"/>
                  </a:lnTo>
                  <a:lnTo>
                    <a:pt x="5481" y="2035"/>
                  </a:lnTo>
                  <a:lnTo>
                    <a:pt x="5800" y="1900"/>
                  </a:lnTo>
                  <a:lnTo>
                    <a:pt x="5951" y="1850"/>
                  </a:lnTo>
                  <a:lnTo>
                    <a:pt x="6725" y="1951"/>
                  </a:lnTo>
                  <a:lnTo>
                    <a:pt x="7111" y="2001"/>
                  </a:lnTo>
                  <a:lnTo>
                    <a:pt x="7498" y="2051"/>
                  </a:lnTo>
                  <a:lnTo>
                    <a:pt x="7885" y="2068"/>
                  </a:lnTo>
                  <a:lnTo>
                    <a:pt x="8271" y="2051"/>
                  </a:lnTo>
                  <a:lnTo>
                    <a:pt x="8456" y="2035"/>
                  </a:lnTo>
                  <a:lnTo>
                    <a:pt x="8658" y="2001"/>
                  </a:lnTo>
                  <a:lnTo>
                    <a:pt x="8843" y="1951"/>
                  </a:lnTo>
                  <a:lnTo>
                    <a:pt x="9028" y="1900"/>
                  </a:lnTo>
                  <a:lnTo>
                    <a:pt x="9044" y="1883"/>
                  </a:lnTo>
                  <a:lnTo>
                    <a:pt x="9044" y="1867"/>
                  </a:lnTo>
                  <a:lnTo>
                    <a:pt x="9028" y="1850"/>
                  </a:lnTo>
                  <a:lnTo>
                    <a:pt x="9011" y="1850"/>
                  </a:lnTo>
                  <a:lnTo>
                    <a:pt x="8843" y="1900"/>
                  </a:lnTo>
                  <a:lnTo>
                    <a:pt x="8658" y="1917"/>
                  </a:lnTo>
                  <a:lnTo>
                    <a:pt x="8305" y="1951"/>
                  </a:lnTo>
                  <a:lnTo>
                    <a:pt x="7952" y="1934"/>
                  </a:lnTo>
                  <a:lnTo>
                    <a:pt x="7599" y="1900"/>
                  </a:lnTo>
                  <a:lnTo>
                    <a:pt x="6909" y="1816"/>
                  </a:lnTo>
                  <a:lnTo>
                    <a:pt x="6556" y="1782"/>
                  </a:lnTo>
                  <a:lnTo>
                    <a:pt x="6203" y="1749"/>
                  </a:lnTo>
                  <a:lnTo>
                    <a:pt x="6977" y="1463"/>
                  </a:lnTo>
                  <a:lnTo>
                    <a:pt x="7750" y="1194"/>
                  </a:lnTo>
                  <a:lnTo>
                    <a:pt x="8540" y="908"/>
                  </a:lnTo>
                  <a:lnTo>
                    <a:pt x="9313" y="623"/>
                  </a:lnTo>
                  <a:lnTo>
                    <a:pt x="9364" y="606"/>
                  </a:lnTo>
                  <a:lnTo>
                    <a:pt x="9364" y="555"/>
                  </a:lnTo>
                  <a:lnTo>
                    <a:pt x="9347" y="538"/>
                  </a:lnTo>
                  <a:lnTo>
                    <a:pt x="9297" y="538"/>
                  </a:lnTo>
                  <a:lnTo>
                    <a:pt x="8473" y="774"/>
                  </a:lnTo>
                  <a:lnTo>
                    <a:pt x="7649" y="1026"/>
                  </a:lnTo>
                  <a:lnTo>
                    <a:pt x="7868" y="791"/>
                  </a:lnTo>
                  <a:lnTo>
                    <a:pt x="8103" y="572"/>
                  </a:lnTo>
                  <a:lnTo>
                    <a:pt x="8288" y="438"/>
                  </a:lnTo>
                  <a:lnTo>
                    <a:pt x="8473" y="303"/>
                  </a:lnTo>
                  <a:lnTo>
                    <a:pt x="8860" y="51"/>
                  </a:lnTo>
                  <a:lnTo>
                    <a:pt x="8860" y="34"/>
                  </a:lnTo>
                  <a:lnTo>
                    <a:pt x="8860" y="17"/>
                  </a:lnTo>
                  <a:lnTo>
                    <a:pt x="88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1" name="Google Shape;6071;p63"/>
            <p:cNvSpPr/>
            <p:nvPr/>
          </p:nvSpPr>
          <p:spPr>
            <a:xfrm>
              <a:off x="4789650" y="1928475"/>
              <a:ext cx="37850" cy="4650"/>
            </a:xfrm>
            <a:custGeom>
              <a:avLst/>
              <a:gdLst/>
              <a:ahLst/>
              <a:cxnLst/>
              <a:rect l="l" t="t" r="r" b="b"/>
              <a:pathLst>
                <a:path w="1514" h="186" extrusionOk="0">
                  <a:moveTo>
                    <a:pt x="1497" y="0"/>
                  </a:moveTo>
                  <a:lnTo>
                    <a:pt x="1127" y="34"/>
                  </a:lnTo>
                  <a:lnTo>
                    <a:pt x="757" y="67"/>
                  </a:lnTo>
                  <a:lnTo>
                    <a:pt x="387" y="101"/>
                  </a:lnTo>
                  <a:lnTo>
                    <a:pt x="17" y="101"/>
                  </a:lnTo>
                  <a:lnTo>
                    <a:pt x="0" y="118"/>
                  </a:lnTo>
                  <a:lnTo>
                    <a:pt x="17" y="135"/>
                  </a:lnTo>
                  <a:lnTo>
                    <a:pt x="202" y="151"/>
                  </a:lnTo>
                  <a:lnTo>
                    <a:pt x="387" y="168"/>
                  </a:lnTo>
                  <a:lnTo>
                    <a:pt x="572" y="185"/>
                  </a:lnTo>
                  <a:lnTo>
                    <a:pt x="774" y="168"/>
                  </a:lnTo>
                  <a:lnTo>
                    <a:pt x="959" y="151"/>
                  </a:lnTo>
                  <a:lnTo>
                    <a:pt x="1144" y="118"/>
                  </a:lnTo>
                  <a:lnTo>
                    <a:pt x="1328" y="84"/>
                  </a:lnTo>
                  <a:lnTo>
                    <a:pt x="1513" y="34"/>
                  </a:lnTo>
                  <a:lnTo>
                    <a:pt x="1513" y="17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2" name="Google Shape;6072;p63"/>
            <p:cNvSpPr/>
            <p:nvPr/>
          </p:nvSpPr>
          <p:spPr>
            <a:xfrm>
              <a:off x="4724925" y="1904100"/>
              <a:ext cx="19775" cy="13875"/>
            </a:xfrm>
            <a:custGeom>
              <a:avLst/>
              <a:gdLst/>
              <a:ahLst/>
              <a:cxnLst/>
              <a:rect l="l" t="t" r="r" b="b"/>
              <a:pathLst>
                <a:path w="791" h="555" extrusionOk="0">
                  <a:moveTo>
                    <a:pt x="740" y="0"/>
                  </a:moveTo>
                  <a:lnTo>
                    <a:pt x="538" y="101"/>
                  </a:lnTo>
                  <a:lnTo>
                    <a:pt x="354" y="219"/>
                  </a:lnTo>
                  <a:lnTo>
                    <a:pt x="169" y="353"/>
                  </a:lnTo>
                  <a:lnTo>
                    <a:pt x="0" y="504"/>
                  </a:lnTo>
                  <a:lnTo>
                    <a:pt x="0" y="521"/>
                  </a:lnTo>
                  <a:lnTo>
                    <a:pt x="0" y="538"/>
                  </a:lnTo>
                  <a:lnTo>
                    <a:pt x="17" y="555"/>
                  </a:lnTo>
                  <a:lnTo>
                    <a:pt x="51" y="555"/>
                  </a:lnTo>
                  <a:lnTo>
                    <a:pt x="421" y="286"/>
                  </a:lnTo>
                  <a:lnTo>
                    <a:pt x="606" y="185"/>
                  </a:lnTo>
                  <a:lnTo>
                    <a:pt x="791" y="67"/>
                  </a:lnTo>
                  <a:lnTo>
                    <a:pt x="79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3" name="Google Shape;6073;p63"/>
            <p:cNvSpPr/>
            <p:nvPr/>
          </p:nvSpPr>
          <p:spPr>
            <a:xfrm>
              <a:off x="4387450" y="1904925"/>
              <a:ext cx="156775" cy="105100"/>
            </a:xfrm>
            <a:custGeom>
              <a:avLst/>
              <a:gdLst/>
              <a:ahLst/>
              <a:cxnLst/>
              <a:rect l="l" t="t" r="r" b="b"/>
              <a:pathLst>
                <a:path w="6271" h="4204" extrusionOk="0">
                  <a:moveTo>
                    <a:pt x="1396" y="1"/>
                  </a:moveTo>
                  <a:lnTo>
                    <a:pt x="1177" y="18"/>
                  </a:lnTo>
                  <a:lnTo>
                    <a:pt x="975" y="51"/>
                  </a:lnTo>
                  <a:lnTo>
                    <a:pt x="774" y="102"/>
                  </a:lnTo>
                  <a:lnTo>
                    <a:pt x="589" y="202"/>
                  </a:lnTo>
                  <a:lnTo>
                    <a:pt x="505" y="253"/>
                  </a:lnTo>
                  <a:lnTo>
                    <a:pt x="437" y="320"/>
                  </a:lnTo>
                  <a:lnTo>
                    <a:pt x="353" y="404"/>
                  </a:lnTo>
                  <a:lnTo>
                    <a:pt x="286" y="488"/>
                  </a:lnTo>
                  <a:lnTo>
                    <a:pt x="219" y="572"/>
                  </a:lnTo>
                  <a:lnTo>
                    <a:pt x="168" y="690"/>
                  </a:lnTo>
                  <a:lnTo>
                    <a:pt x="84" y="875"/>
                  </a:lnTo>
                  <a:lnTo>
                    <a:pt x="34" y="1077"/>
                  </a:lnTo>
                  <a:lnTo>
                    <a:pt x="0" y="1295"/>
                  </a:lnTo>
                  <a:lnTo>
                    <a:pt x="0" y="1514"/>
                  </a:lnTo>
                  <a:lnTo>
                    <a:pt x="0" y="1732"/>
                  </a:lnTo>
                  <a:lnTo>
                    <a:pt x="34" y="1968"/>
                  </a:lnTo>
                  <a:lnTo>
                    <a:pt x="84" y="2186"/>
                  </a:lnTo>
                  <a:lnTo>
                    <a:pt x="152" y="2422"/>
                  </a:lnTo>
                  <a:lnTo>
                    <a:pt x="236" y="2640"/>
                  </a:lnTo>
                  <a:lnTo>
                    <a:pt x="336" y="2842"/>
                  </a:lnTo>
                  <a:lnTo>
                    <a:pt x="437" y="3044"/>
                  </a:lnTo>
                  <a:lnTo>
                    <a:pt x="555" y="3245"/>
                  </a:lnTo>
                  <a:lnTo>
                    <a:pt x="690" y="3413"/>
                  </a:lnTo>
                  <a:lnTo>
                    <a:pt x="841" y="3581"/>
                  </a:lnTo>
                  <a:lnTo>
                    <a:pt x="992" y="3716"/>
                  </a:lnTo>
                  <a:lnTo>
                    <a:pt x="1160" y="3834"/>
                  </a:lnTo>
                  <a:lnTo>
                    <a:pt x="1278" y="3918"/>
                  </a:lnTo>
                  <a:lnTo>
                    <a:pt x="1412" y="3985"/>
                  </a:lnTo>
                  <a:lnTo>
                    <a:pt x="1681" y="4086"/>
                  </a:lnTo>
                  <a:lnTo>
                    <a:pt x="1967" y="4153"/>
                  </a:lnTo>
                  <a:lnTo>
                    <a:pt x="2253" y="4187"/>
                  </a:lnTo>
                  <a:lnTo>
                    <a:pt x="2539" y="4203"/>
                  </a:lnTo>
                  <a:lnTo>
                    <a:pt x="2841" y="4203"/>
                  </a:lnTo>
                  <a:lnTo>
                    <a:pt x="3413" y="4170"/>
                  </a:lnTo>
                  <a:lnTo>
                    <a:pt x="4119" y="4069"/>
                  </a:lnTo>
                  <a:lnTo>
                    <a:pt x="4808" y="3968"/>
                  </a:lnTo>
                  <a:lnTo>
                    <a:pt x="5497" y="3834"/>
                  </a:lnTo>
                  <a:lnTo>
                    <a:pt x="6170" y="3682"/>
                  </a:lnTo>
                  <a:lnTo>
                    <a:pt x="6204" y="3666"/>
                  </a:lnTo>
                  <a:lnTo>
                    <a:pt x="6237" y="3682"/>
                  </a:lnTo>
                  <a:lnTo>
                    <a:pt x="6254" y="3666"/>
                  </a:lnTo>
                  <a:lnTo>
                    <a:pt x="6271" y="3649"/>
                  </a:lnTo>
                  <a:lnTo>
                    <a:pt x="6271" y="3632"/>
                  </a:lnTo>
                  <a:lnTo>
                    <a:pt x="6153" y="3380"/>
                  </a:lnTo>
                  <a:lnTo>
                    <a:pt x="6019" y="3144"/>
                  </a:lnTo>
                  <a:lnTo>
                    <a:pt x="5884" y="2909"/>
                  </a:lnTo>
                  <a:lnTo>
                    <a:pt x="5733" y="2674"/>
                  </a:lnTo>
                  <a:lnTo>
                    <a:pt x="5582" y="2455"/>
                  </a:lnTo>
                  <a:lnTo>
                    <a:pt x="5413" y="2237"/>
                  </a:lnTo>
                  <a:lnTo>
                    <a:pt x="5228" y="2035"/>
                  </a:lnTo>
                  <a:lnTo>
                    <a:pt x="5044" y="1833"/>
                  </a:lnTo>
                  <a:lnTo>
                    <a:pt x="4859" y="1648"/>
                  </a:lnTo>
                  <a:lnTo>
                    <a:pt x="4657" y="1463"/>
                  </a:lnTo>
                  <a:lnTo>
                    <a:pt x="4455" y="1295"/>
                  </a:lnTo>
                  <a:lnTo>
                    <a:pt x="4237" y="1127"/>
                  </a:lnTo>
                  <a:lnTo>
                    <a:pt x="4018" y="976"/>
                  </a:lnTo>
                  <a:lnTo>
                    <a:pt x="3783" y="824"/>
                  </a:lnTo>
                  <a:lnTo>
                    <a:pt x="3547" y="690"/>
                  </a:lnTo>
                  <a:lnTo>
                    <a:pt x="3295" y="555"/>
                  </a:lnTo>
                  <a:lnTo>
                    <a:pt x="2942" y="404"/>
                  </a:lnTo>
                  <a:lnTo>
                    <a:pt x="2522" y="236"/>
                  </a:lnTo>
                  <a:lnTo>
                    <a:pt x="2303" y="169"/>
                  </a:lnTo>
                  <a:lnTo>
                    <a:pt x="2085" y="102"/>
                  </a:lnTo>
                  <a:lnTo>
                    <a:pt x="1849" y="51"/>
                  </a:lnTo>
                  <a:lnTo>
                    <a:pt x="1631" y="18"/>
                  </a:lnTo>
                  <a:lnTo>
                    <a:pt x="13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4" name="Google Shape;6074;p63"/>
            <p:cNvSpPr/>
            <p:nvPr/>
          </p:nvSpPr>
          <p:spPr>
            <a:xfrm>
              <a:off x="4412650" y="1922150"/>
              <a:ext cx="216900" cy="227400"/>
            </a:xfrm>
            <a:custGeom>
              <a:avLst/>
              <a:gdLst/>
              <a:ahLst/>
              <a:cxnLst/>
              <a:rect l="l" t="t" r="r" b="b"/>
              <a:pathLst>
                <a:path w="8676" h="9096" extrusionOk="0">
                  <a:moveTo>
                    <a:pt x="808" y="1"/>
                  </a:moveTo>
                  <a:lnTo>
                    <a:pt x="791" y="18"/>
                  </a:lnTo>
                  <a:lnTo>
                    <a:pt x="1077" y="253"/>
                  </a:lnTo>
                  <a:lnTo>
                    <a:pt x="1329" y="505"/>
                  </a:lnTo>
                  <a:lnTo>
                    <a:pt x="1581" y="791"/>
                  </a:lnTo>
                  <a:lnTo>
                    <a:pt x="1800" y="1077"/>
                  </a:lnTo>
                  <a:lnTo>
                    <a:pt x="1800" y="1077"/>
                  </a:lnTo>
                  <a:lnTo>
                    <a:pt x="1161" y="842"/>
                  </a:lnTo>
                  <a:lnTo>
                    <a:pt x="522" y="640"/>
                  </a:lnTo>
                  <a:lnTo>
                    <a:pt x="505" y="640"/>
                  </a:lnTo>
                  <a:lnTo>
                    <a:pt x="488" y="657"/>
                  </a:lnTo>
                  <a:lnTo>
                    <a:pt x="488" y="673"/>
                  </a:lnTo>
                  <a:lnTo>
                    <a:pt x="505" y="690"/>
                  </a:lnTo>
                  <a:lnTo>
                    <a:pt x="1648" y="1144"/>
                  </a:lnTo>
                  <a:lnTo>
                    <a:pt x="2220" y="1396"/>
                  </a:lnTo>
                  <a:lnTo>
                    <a:pt x="2792" y="1648"/>
                  </a:lnTo>
                  <a:lnTo>
                    <a:pt x="2439" y="1699"/>
                  </a:lnTo>
                  <a:lnTo>
                    <a:pt x="2102" y="1733"/>
                  </a:lnTo>
                  <a:lnTo>
                    <a:pt x="1749" y="1766"/>
                  </a:lnTo>
                  <a:lnTo>
                    <a:pt x="1060" y="1766"/>
                  </a:lnTo>
                  <a:lnTo>
                    <a:pt x="724" y="1733"/>
                  </a:lnTo>
                  <a:lnTo>
                    <a:pt x="371" y="1699"/>
                  </a:lnTo>
                  <a:lnTo>
                    <a:pt x="35" y="1648"/>
                  </a:lnTo>
                  <a:lnTo>
                    <a:pt x="18" y="1665"/>
                  </a:lnTo>
                  <a:lnTo>
                    <a:pt x="1" y="1665"/>
                  </a:lnTo>
                  <a:lnTo>
                    <a:pt x="1" y="1682"/>
                  </a:lnTo>
                  <a:lnTo>
                    <a:pt x="18" y="1699"/>
                  </a:lnTo>
                  <a:lnTo>
                    <a:pt x="388" y="1783"/>
                  </a:lnTo>
                  <a:lnTo>
                    <a:pt x="741" y="1850"/>
                  </a:lnTo>
                  <a:lnTo>
                    <a:pt x="1110" y="1901"/>
                  </a:lnTo>
                  <a:lnTo>
                    <a:pt x="1480" y="1917"/>
                  </a:lnTo>
                  <a:lnTo>
                    <a:pt x="1850" y="1917"/>
                  </a:lnTo>
                  <a:lnTo>
                    <a:pt x="2220" y="1884"/>
                  </a:lnTo>
                  <a:lnTo>
                    <a:pt x="2573" y="1817"/>
                  </a:lnTo>
                  <a:lnTo>
                    <a:pt x="2943" y="1733"/>
                  </a:lnTo>
                  <a:lnTo>
                    <a:pt x="3296" y="1917"/>
                  </a:lnTo>
                  <a:lnTo>
                    <a:pt x="3649" y="2102"/>
                  </a:lnTo>
                  <a:lnTo>
                    <a:pt x="3985" y="2304"/>
                  </a:lnTo>
                  <a:lnTo>
                    <a:pt x="4321" y="2506"/>
                  </a:lnTo>
                  <a:lnTo>
                    <a:pt x="4052" y="2506"/>
                  </a:lnTo>
                  <a:lnTo>
                    <a:pt x="3767" y="2523"/>
                  </a:lnTo>
                  <a:lnTo>
                    <a:pt x="3481" y="2556"/>
                  </a:lnTo>
                  <a:lnTo>
                    <a:pt x="3212" y="2607"/>
                  </a:lnTo>
                  <a:lnTo>
                    <a:pt x="2724" y="2708"/>
                  </a:lnTo>
                  <a:lnTo>
                    <a:pt x="2237" y="2775"/>
                  </a:lnTo>
                  <a:lnTo>
                    <a:pt x="1732" y="2825"/>
                  </a:lnTo>
                  <a:lnTo>
                    <a:pt x="1245" y="2825"/>
                  </a:lnTo>
                  <a:lnTo>
                    <a:pt x="1228" y="2842"/>
                  </a:lnTo>
                  <a:lnTo>
                    <a:pt x="1211" y="2842"/>
                  </a:lnTo>
                  <a:lnTo>
                    <a:pt x="1228" y="2859"/>
                  </a:lnTo>
                  <a:lnTo>
                    <a:pt x="1245" y="2876"/>
                  </a:lnTo>
                  <a:lnTo>
                    <a:pt x="1447" y="2909"/>
                  </a:lnTo>
                  <a:lnTo>
                    <a:pt x="1665" y="2909"/>
                  </a:lnTo>
                  <a:lnTo>
                    <a:pt x="1884" y="2926"/>
                  </a:lnTo>
                  <a:lnTo>
                    <a:pt x="2085" y="2909"/>
                  </a:lnTo>
                  <a:lnTo>
                    <a:pt x="2506" y="2859"/>
                  </a:lnTo>
                  <a:lnTo>
                    <a:pt x="2926" y="2808"/>
                  </a:lnTo>
                  <a:lnTo>
                    <a:pt x="3330" y="2741"/>
                  </a:lnTo>
                  <a:lnTo>
                    <a:pt x="3750" y="2691"/>
                  </a:lnTo>
                  <a:lnTo>
                    <a:pt x="4170" y="2657"/>
                  </a:lnTo>
                  <a:lnTo>
                    <a:pt x="4389" y="2674"/>
                  </a:lnTo>
                  <a:lnTo>
                    <a:pt x="4590" y="2691"/>
                  </a:lnTo>
                  <a:lnTo>
                    <a:pt x="5044" y="3027"/>
                  </a:lnTo>
                  <a:lnTo>
                    <a:pt x="5481" y="3380"/>
                  </a:lnTo>
                  <a:lnTo>
                    <a:pt x="5885" y="3767"/>
                  </a:lnTo>
                  <a:lnTo>
                    <a:pt x="6271" y="4187"/>
                  </a:lnTo>
                  <a:lnTo>
                    <a:pt x="6624" y="4624"/>
                  </a:lnTo>
                  <a:lnTo>
                    <a:pt x="6944" y="5078"/>
                  </a:lnTo>
                  <a:lnTo>
                    <a:pt x="7230" y="5565"/>
                  </a:lnTo>
                  <a:lnTo>
                    <a:pt x="7482" y="6070"/>
                  </a:lnTo>
                  <a:lnTo>
                    <a:pt x="7650" y="6440"/>
                  </a:lnTo>
                  <a:lnTo>
                    <a:pt x="7818" y="6809"/>
                  </a:lnTo>
                  <a:lnTo>
                    <a:pt x="8087" y="7566"/>
                  </a:lnTo>
                  <a:lnTo>
                    <a:pt x="8339" y="8322"/>
                  </a:lnTo>
                  <a:lnTo>
                    <a:pt x="8608" y="9062"/>
                  </a:lnTo>
                  <a:lnTo>
                    <a:pt x="8625" y="9096"/>
                  </a:lnTo>
                  <a:lnTo>
                    <a:pt x="8659" y="9096"/>
                  </a:lnTo>
                  <a:lnTo>
                    <a:pt x="8675" y="9079"/>
                  </a:lnTo>
                  <a:lnTo>
                    <a:pt x="8675" y="9045"/>
                  </a:lnTo>
                  <a:lnTo>
                    <a:pt x="8608" y="8675"/>
                  </a:lnTo>
                  <a:lnTo>
                    <a:pt x="8524" y="8306"/>
                  </a:lnTo>
                  <a:lnTo>
                    <a:pt x="8423" y="7919"/>
                  </a:lnTo>
                  <a:lnTo>
                    <a:pt x="8306" y="7549"/>
                  </a:lnTo>
                  <a:lnTo>
                    <a:pt x="8188" y="7162"/>
                  </a:lnTo>
                  <a:lnTo>
                    <a:pt x="8037" y="6793"/>
                  </a:lnTo>
                  <a:lnTo>
                    <a:pt x="7885" y="6423"/>
                  </a:lnTo>
                  <a:lnTo>
                    <a:pt x="7717" y="6053"/>
                  </a:lnTo>
                  <a:lnTo>
                    <a:pt x="7532" y="5700"/>
                  </a:lnTo>
                  <a:lnTo>
                    <a:pt x="7331" y="5347"/>
                  </a:lnTo>
                  <a:lnTo>
                    <a:pt x="7129" y="4994"/>
                  </a:lnTo>
                  <a:lnTo>
                    <a:pt x="6910" y="4674"/>
                  </a:lnTo>
                  <a:lnTo>
                    <a:pt x="6675" y="4355"/>
                  </a:lnTo>
                  <a:lnTo>
                    <a:pt x="6440" y="4052"/>
                  </a:lnTo>
                  <a:lnTo>
                    <a:pt x="6187" y="3750"/>
                  </a:lnTo>
                  <a:lnTo>
                    <a:pt x="5918" y="3481"/>
                  </a:lnTo>
                  <a:lnTo>
                    <a:pt x="5532" y="3128"/>
                  </a:lnTo>
                  <a:lnTo>
                    <a:pt x="5128" y="2808"/>
                  </a:lnTo>
                  <a:lnTo>
                    <a:pt x="4708" y="2506"/>
                  </a:lnTo>
                  <a:lnTo>
                    <a:pt x="4271" y="2237"/>
                  </a:lnTo>
                  <a:lnTo>
                    <a:pt x="4103" y="1985"/>
                  </a:lnTo>
                  <a:lnTo>
                    <a:pt x="3935" y="1733"/>
                  </a:lnTo>
                  <a:lnTo>
                    <a:pt x="3733" y="1514"/>
                  </a:lnTo>
                  <a:lnTo>
                    <a:pt x="3531" y="1295"/>
                  </a:lnTo>
                  <a:lnTo>
                    <a:pt x="3313" y="1077"/>
                  </a:lnTo>
                  <a:lnTo>
                    <a:pt x="3094" y="892"/>
                  </a:lnTo>
                  <a:lnTo>
                    <a:pt x="2859" y="707"/>
                  </a:lnTo>
                  <a:lnTo>
                    <a:pt x="2607" y="522"/>
                  </a:lnTo>
                  <a:lnTo>
                    <a:pt x="2590" y="522"/>
                  </a:lnTo>
                  <a:lnTo>
                    <a:pt x="2573" y="539"/>
                  </a:lnTo>
                  <a:lnTo>
                    <a:pt x="2556" y="556"/>
                  </a:lnTo>
                  <a:lnTo>
                    <a:pt x="2573" y="573"/>
                  </a:lnTo>
                  <a:lnTo>
                    <a:pt x="2960" y="909"/>
                  </a:lnTo>
                  <a:lnTo>
                    <a:pt x="3330" y="1279"/>
                  </a:lnTo>
                  <a:lnTo>
                    <a:pt x="3666" y="1648"/>
                  </a:lnTo>
                  <a:lnTo>
                    <a:pt x="3985" y="2052"/>
                  </a:lnTo>
                  <a:lnTo>
                    <a:pt x="3481" y="1800"/>
                  </a:lnTo>
                  <a:lnTo>
                    <a:pt x="2960" y="1548"/>
                  </a:lnTo>
                  <a:lnTo>
                    <a:pt x="2439" y="1329"/>
                  </a:lnTo>
                  <a:lnTo>
                    <a:pt x="1917" y="1127"/>
                  </a:lnTo>
                  <a:lnTo>
                    <a:pt x="1817" y="942"/>
                  </a:lnTo>
                  <a:lnTo>
                    <a:pt x="1699" y="791"/>
                  </a:lnTo>
                  <a:lnTo>
                    <a:pt x="1581" y="623"/>
                  </a:lnTo>
                  <a:lnTo>
                    <a:pt x="1447" y="488"/>
                  </a:lnTo>
                  <a:lnTo>
                    <a:pt x="1295" y="354"/>
                  </a:lnTo>
                  <a:lnTo>
                    <a:pt x="1144" y="220"/>
                  </a:lnTo>
                  <a:lnTo>
                    <a:pt x="976" y="119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5" name="Google Shape;6075;p63"/>
            <p:cNvSpPr/>
            <p:nvPr/>
          </p:nvSpPr>
          <p:spPr>
            <a:xfrm>
              <a:off x="4458475" y="1926375"/>
              <a:ext cx="16400" cy="15575"/>
            </a:xfrm>
            <a:custGeom>
              <a:avLst/>
              <a:gdLst/>
              <a:ahLst/>
              <a:cxnLst/>
              <a:rect l="l" t="t" r="r" b="b"/>
              <a:pathLst>
                <a:path w="656" h="623" extrusionOk="0">
                  <a:moveTo>
                    <a:pt x="0" y="0"/>
                  </a:moveTo>
                  <a:lnTo>
                    <a:pt x="0" y="17"/>
                  </a:lnTo>
                  <a:lnTo>
                    <a:pt x="84" y="101"/>
                  </a:lnTo>
                  <a:lnTo>
                    <a:pt x="168" y="168"/>
                  </a:lnTo>
                  <a:lnTo>
                    <a:pt x="337" y="303"/>
                  </a:lnTo>
                  <a:lnTo>
                    <a:pt x="471" y="471"/>
                  </a:lnTo>
                  <a:lnTo>
                    <a:pt x="622" y="622"/>
                  </a:lnTo>
                  <a:lnTo>
                    <a:pt x="639" y="622"/>
                  </a:lnTo>
                  <a:lnTo>
                    <a:pt x="656" y="605"/>
                  </a:lnTo>
                  <a:lnTo>
                    <a:pt x="589" y="504"/>
                  </a:lnTo>
                  <a:lnTo>
                    <a:pt x="521" y="420"/>
                  </a:lnTo>
                  <a:lnTo>
                    <a:pt x="437" y="336"/>
                  </a:lnTo>
                  <a:lnTo>
                    <a:pt x="353" y="252"/>
                  </a:lnTo>
                  <a:lnTo>
                    <a:pt x="202" y="118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6" name="Google Shape;6076;p63"/>
            <p:cNvSpPr/>
            <p:nvPr/>
          </p:nvSpPr>
          <p:spPr>
            <a:xfrm>
              <a:off x="4401325" y="1951150"/>
              <a:ext cx="26900" cy="7175"/>
            </a:xfrm>
            <a:custGeom>
              <a:avLst/>
              <a:gdLst/>
              <a:ahLst/>
              <a:cxnLst/>
              <a:rect l="l" t="t" r="r" b="b"/>
              <a:pathLst>
                <a:path w="1076" h="287" extrusionOk="0">
                  <a:moveTo>
                    <a:pt x="17" y="1"/>
                  </a:moveTo>
                  <a:lnTo>
                    <a:pt x="0" y="18"/>
                  </a:lnTo>
                  <a:lnTo>
                    <a:pt x="0" y="35"/>
                  </a:lnTo>
                  <a:lnTo>
                    <a:pt x="17" y="35"/>
                  </a:lnTo>
                  <a:lnTo>
                    <a:pt x="135" y="102"/>
                  </a:lnTo>
                  <a:lnTo>
                    <a:pt x="252" y="169"/>
                  </a:lnTo>
                  <a:lnTo>
                    <a:pt x="387" y="219"/>
                  </a:lnTo>
                  <a:lnTo>
                    <a:pt x="504" y="253"/>
                  </a:lnTo>
                  <a:lnTo>
                    <a:pt x="639" y="270"/>
                  </a:lnTo>
                  <a:lnTo>
                    <a:pt x="773" y="287"/>
                  </a:lnTo>
                  <a:lnTo>
                    <a:pt x="1059" y="287"/>
                  </a:lnTo>
                  <a:lnTo>
                    <a:pt x="1076" y="270"/>
                  </a:lnTo>
                  <a:lnTo>
                    <a:pt x="1076" y="253"/>
                  </a:lnTo>
                  <a:lnTo>
                    <a:pt x="1076" y="236"/>
                  </a:lnTo>
                  <a:lnTo>
                    <a:pt x="1059" y="236"/>
                  </a:lnTo>
                  <a:lnTo>
                    <a:pt x="925" y="203"/>
                  </a:lnTo>
                  <a:lnTo>
                    <a:pt x="790" y="186"/>
                  </a:lnTo>
                  <a:lnTo>
                    <a:pt x="538" y="152"/>
                  </a:lnTo>
                  <a:lnTo>
                    <a:pt x="269" y="85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7" name="Google Shape;6077;p63"/>
            <p:cNvSpPr/>
            <p:nvPr/>
          </p:nvSpPr>
          <p:spPr>
            <a:xfrm>
              <a:off x="4528650" y="2087325"/>
              <a:ext cx="149650" cy="186225"/>
            </a:xfrm>
            <a:custGeom>
              <a:avLst/>
              <a:gdLst/>
              <a:ahLst/>
              <a:cxnLst/>
              <a:rect l="l" t="t" r="r" b="b"/>
              <a:pathLst>
                <a:path w="5986" h="7449" extrusionOk="0">
                  <a:moveTo>
                    <a:pt x="1" y="1"/>
                  </a:moveTo>
                  <a:lnTo>
                    <a:pt x="186" y="1699"/>
                  </a:lnTo>
                  <a:lnTo>
                    <a:pt x="825" y="7448"/>
                  </a:lnTo>
                  <a:lnTo>
                    <a:pt x="5330" y="7448"/>
                  </a:lnTo>
                  <a:lnTo>
                    <a:pt x="5834" y="1699"/>
                  </a:lnTo>
                  <a:lnTo>
                    <a:pt x="59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8" name="Google Shape;6078;p63"/>
            <p:cNvSpPr/>
            <p:nvPr/>
          </p:nvSpPr>
          <p:spPr>
            <a:xfrm>
              <a:off x="4528650" y="2087325"/>
              <a:ext cx="149650" cy="42475"/>
            </a:xfrm>
            <a:custGeom>
              <a:avLst/>
              <a:gdLst/>
              <a:ahLst/>
              <a:cxnLst/>
              <a:rect l="l" t="t" r="r" b="b"/>
              <a:pathLst>
                <a:path w="5986" h="1699" extrusionOk="0">
                  <a:moveTo>
                    <a:pt x="1" y="1"/>
                  </a:moveTo>
                  <a:lnTo>
                    <a:pt x="186" y="1699"/>
                  </a:lnTo>
                  <a:lnTo>
                    <a:pt x="5834" y="1699"/>
                  </a:lnTo>
                  <a:lnTo>
                    <a:pt x="59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9" name="Google Shape;6079;p63"/>
            <p:cNvSpPr/>
            <p:nvPr/>
          </p:nvSpPr>
          <p:spPr>
            <a:xfrm>
              <a:off x="4517725" y="2075975"/>
              <a:ext cx="171925" cy="34500"/>
            </a:xfrm>
            <a:custGeom>
              <a:avLst/>
              <a:gdLst/>
              <a:ahLst/>
              <a:cxnLst/>
              <a:rect l="l" t="t" r="r" b="b"/>
              <a:pathLst>
                <a:path w="6877" h="1380" extrusionOk="0">
                  <a:moveTo>
                    <a:pt x="1" y="1"/>
                  </a:moveTo>
                  <a:lnTo>
                    <a:pt x="1" y="1379"/>
                  </a:lnTo>
                  <a:lnTo>
                    <a:pt x="6876" y="1379"/>
                  </a:lnTo>
                  <a:lnTo>
                    <a:pt x="68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89" name="Google Shape;1589;p52"/>
          <p:cNvSpPr txBox="1"/>
          <p:nvPr>
            <p:ph type="subTitle" idx="1"/>
          </p:nvPr>
        </p:nvSpPr>
        <p:spPr>
          <a:xfrm>
            <a:off x="441325" y="2922905"/>
            <a:ext cx="2362200" cy="19323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 b="1"/>
              <a:t>Owned Media</a:t>
            </a:r>
            <a:endParaRPr lang="en-GB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/>
              <a:t>This includes your website, blog, and email newsletters.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/>
              <a:t>You have full control over these channels and use them to distribute your content.</a:t>
            </a:r>
            <a:endParaRPr lang="en-GB"/>
          </a:p>
        </p:txBody>
      </p:sp>
      <p:sp>
        <p:nvSpPr>
          <p:cNvPr id="7" name="Google Shape;1589;p52"/>
          <p:cNvSpPr txBox="1"/>
          <p:nvPr/>
        </p:nvSpPr>
        <p:spPr>
          <a:xfrm>
            <a:off x="3312160" y="2922905"/>
            <a:ext cx="2362200" cy="19323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 b="1"/>
              <a:t>Earned Media</a:t>
            </a:r>
            <a:endParaRPr lang="en-GB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/>
              <a:t>Includes social shares, mentions, and backlinks.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/>
              <a:t>It reflects the credibility and reach of your content across the web.</a:t>
            </a:r>
            <a:endParaRPr lang="en-GB"/>
          </a:p>
        </p:txBody>
      </p:sp>
      <p:sp>
        <p:nvSpPr>
          <p:cNvPr id="8" name="Google Shape;1589;p52"/>
          <p:cNvSpPr txBox="1"/>
          <p:nvPr/>
        </p:nvSpPr>
        <p:spPr>
          <a:xfrm>
            <a:off x="6068695" y="2922905"/>
            <a:ext cx="2362200" cy="19323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 b="1"/>
              <a:t>Paid Media</a:t>
            </a:r>
            <a:endParaRPr lang="en-GB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/>
              <a:t>Includes sponsored content, PPC campaigns, and social media ads.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/>
              <a:t>These strategies help amplify your content and reach a broader audience.</a:t>
            </a: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52"/>
          <p:cNvSpPr txBox="1"/>
          <p:nvPr>
            <p:ph type="subTitle" idx="1"/>
          </p:nvPr>
        </p:nvSpPr>
        <p:spPr>
          <a:xfrm>
            <a:off x="324485" y="1040130"/>
            <a:ext cx="2934335" cy="33648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1"/>
              <a:t>Traffic and Page Views</a:t>
            </a:r>
            <a:endParaRPr lang="en-GB" sz="18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/>
              <a:t>Measure the number of visitors and </a:t>
            </a:r>
            <a:endParaRPr lang="en-GB"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/>
              <a:t>how they </a:t>
            </a:r>
            <a:endParaRPr lang="en-GB"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/>
              <a:t>interact with </a:t>
            </a:r>
            <a:endParaRPr lang="en-GB"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/>
              <a:t>your content.</a:t>
            </a:r>
            <a:endParaRPr lang="en-GB" sz="180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GB"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</a:pPr>
            <a:r>
              <a:rPr lang="en-GB" sz="1800" b="1"/>
              <a:t>Engagement Rates</a:t>
            </a:r>
            <a:endParaRPr lang="en-GB" sz="18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</a:pPr>
            <a:r>
              <a:rPr lang="en-GB" sz="1800"/>
              <a:t>Track likes, shares, comments, and other interactions on your content.</a:t>
            </a:r>
            <a:endParaRPr lang="en-GB" sz="180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GB" sz="1800"/>
          </a:p>
        </p:txBody>
      </p:sp>
      <p:sp>
        <p:nvSpPr>
          <p:cNvPr id="1592" name="Google Shape;1592;p52"/>
          <p:cNvSpPr txBox="1"/>
          <p:nvPr>
            <p:ph type="title"/>
          </p:nvPr>
        </p:nvSpPr>
        <p:spPr>
          <a:xfrm>
            <a:off x="691050" y="182620"/>
            <a:ext cx="776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Measuring Success in Content Marketing</a:t>
            </a:r>
            <a:endParaRPr lang="en-GB"/>
          </a:p>
        </p:txBody>
      </p:sp>
      <p:grpSp>
        <p:nvGrpSpPr>
          <p:cNvPr id="5743" name="Google Shape;5743;p63"/>
          <p:cNvGrpSpPr/>
          <p:nvPr/>
        </p:nvGrpSpPr>
        <p:grpSpPr>
          <a:xfrm>
            <a:off x="3312795" y="2080260"/>
            <a:ext cx="1853565" cy="1431290"/>
            <a:chOff x="2660550" y="238125"/>
            <a:chExt cx="2185025" cy="2124500"/>
          </a:xfrm>
        </p:grpSpPr>
        <p:sp>
          <p:nvSpPr>
            <p:cNvPr id="5744" name="Google Shape;5744;p63"/>
            <p:cNvSpPr/>
            <p:nvPr/>
          </p:nvSpPr>
          <p:spPr>
            <a:xfrm>
              <a:off x="3292625" y="1533400"/>
              <a:ext cx="356850" cy="358525"/>
            </a:xfrm>
            <a:custGeom>
              <a:avLst/>
              <a:gdLst/>
              <a:ahLst/>
              <a:cxnLst/>
              <a:rect l="l" t="t" r="r" b="b"/>
              <a:pathLst>
                <a:path w="14274" h="14341" extrusionOk="0">
                  <a:moveTo>
                    <a:pt x="6843" y="1"/>
                  </a:moveTo>
                  <a:lnTo>
                    <a:pt x="6523" y="18"/>
                  </a:lnTo>
                  <a:lnTo>
                    <a:pt x="6187" y="68"/>
                  </a:lnTo>
                  <a:lnTo>
                    <a:pt x="5868" y="118"/>
                  </a:lnTo>
                  <a:lnTo>
                    <a:pt x="5548" y="186"/>
                  </a:lnTo>
                  <a:lnTo>
                    <a:pt x="5246" y="253"/>
                  </a:lnTo>
                  <a:lnTo>
                    <a:pt x="4943" y="354"/>
                  </a:lnTo>
                  <a:lnTo>
                    <a:pt x="4641" y="455"/>
                  </a:lnTo>
                  <a:lnTo>
                    <a:pt x="4355" y="572"/>
                  </a:lnTo>
                  <a:lnTo>
                    <a:pt x="4052" y="707"/>
                  </a:lnTo>
                  <a:lnTo>
                    <a:pt x="3783" y="841"/>
                  </a:lnTo>
                  <a:lnTo>
                    <a:pt x="3497" y="1009"/>
                  </a:lnTo>
                  <a:lnTo>
                    <a:pt x="3245" y="1177"/>
                  </a:lnTo>
                  <a:lnTo>
                    <a:pt x="2976" y="1346"/>
                  </a:lnTo>
                  <a:lnTo>
                    <a:pt x="2724" y="1531"/>
                  </a:lnTo>
                  <a:lnTo>
                    <a:pt x="2489" y="1732"/>
                  </a:lnTo>
                  <a:lnTo>
                    <a:pt x="2253" y="1951"/>
                  </a:lnTo>
                  <a:lnTo>
                    <a:pt x="2035" y="2169"/>
                  </a:lnTo>
                  <a:lnTo>
                    <a:pt x="1816" y="2388"/>
                  </a:lnTo>
                  <a:lnTo>
                    <a:pt x="1615" y="2640"/>
                  </a:lnTo>
                  <a:lnTo>
                    <a:pt x="1430" y="2875"/>
                  </a:lnTo>
                  <a:lnTo>
                    <a:pt x="1245" y="3144"/>
                  </a:lnTo>
                  <a:lnTo>
                    <a:pt x="1060" y="3397"/>
                  </a:lnTo>
                  <a:lnTo>
                    <a:pt x="908" y="3682"/>
                  </a:lnTo>
                  <a:lnTo>
                    <a:pt x="757" y="3951"/>
                  </a:lnTo>
                  <a:lnTo>
                    <a:pt x="623" y="4237"/>
                  </a:lnTo>
                  <a:lnTo>
                    <a:pt x="505" y="4540"/>
                  </a:lnTo>
                  <a:lnTo>
                    <a:pt x="387" y="4842"/>
                  </a:lnTo>
                  <a:lnTo>
                    <a:pt x="286" y="5145"/>
                  </a:lnTo>
                  <a:lnTo>
                    <a:pt x="202" y="5464"/>
                  </a:lnTo>
                  <a:lnTo>
                    <a:pt x="135" y="5784"/>
                  </a:lnTo>
                  <a:lnTo>
                    <a:pt x="85" y="6120"/>
                  </a:lnTo>
                  <a:lnTo>
                    <a:pt x="34" y="6490"/>
                  </a:lnTo>
                  <a:lnTo>
                    <a:pt x="1" y="6843"/>
                  </a:lnTo>
                  <a:lnTo>
                    <a:pt x="1" y="7213"/>
                  </a:lnTo>
                  <a:lnTo>
                    <a:pt x="1" y="7566"/>
                  </a:lnTo>
                  <a:lnTo>
                    <a:pt x="34" y="7919"/>
                  </a:lnTo>
                  <a:lnTo>
                    <a:pt x="85" y="8272"/>
                  </a:lnTo>
                  <a:lnTo>
                    <a:pt x="152" y="8625"/>
                  </a:lnTo>
                  <a:lnTo>
                    <a:pt x="219" y="8961"/>
                  </a:lnTo>
                  <a:lnTo>
                    <a:pt x="320" y="9297"/>
                  </a:lnTo>
                  <a:lnTo>
                    <a:pt x="438" y="9633"/>
                  </a:lnTo>
                  <a:lnTo>
                    <a:pt x="555" y="9953"/>
                  </a:lnTo>
                  <a:lnTo>
                    <a:pt x="707" y="10272"/>
                  </a:lnTo>
                  <a:lnTo>
                    <a:pt x="858" y="10575"/>
                  </a:lnTo>
                  <a:lnTo>
                    <a:pt x="1026" y="10877"/>
                  </a:lnTo>
                  <a:lnTo>
                    <a:pt x="1211" y="11163"/>
                  </a:lnTo>
                  <a:lnTo>
                    <a:pt x="1413" y="11449"/>
                  </a:lnTo>
                  <a:lnTo>
                    <a:pt x="1615" y="11718"/>
                  </a:lnTo>
                  <a:lnTo>
                    <a:pt x="1850" y="11970"/>
                  </a:lnTo>
                  <a:lnTo>
                    <a:pt x="2085" y="12222"/>
                  </a:lnTo>
                  <a:lnTo>
                    <a:pt x="2337" y="12475"/>
                  </a:lnTo>
                  <a:lnTo>
                    <a:pt x="2590" y="12693"/>
                  </a:lnTo>
                  <a:lnTo>
                    <a:pt x="2859" y="12912"/>
                  </a:lnTo>
                  <a:lnTo>
                    <a:pt x="3144" y="13113"/>
                  </a:lnTo>
                  <a:lnTo>
                    <a:pt x="3447" y="13298"/>
                  </a:lnTo>
                  <a:lnTo>
                    <a:pt x="3750" y="13483"/>
                  </a:lnTo>
                  <a:lnTo>
                    <a:pt x="4052" y="13635"/>
                  </a:lnTo>
                  <a:lnTo>
                    <a:pt x="4388" y="13786"/>
                  </a:lnTo>
                  <a:lnTo>
                    <a:pt x="4708" y="13920"/>
                  </a:lnTo>
                  <a:lnTo>
                    <a:pt x="5044" y="14021"/>
                  </a:lnTo>
                  <a:lnTo>
                    <a:pt x="5397" y="14122"/>
                  </a:lnTo>
                  <a:lnTo>
                    <a:pt x="5750" y="14206"/>
                  </a:lnTo>
                  <a:lnTo>
                    <a:pt x="6120" y="14273"/>
                  </a:lnTo>
                  <a:lnTo>
                    <a:pt x="6490" y="14307"/>
                  </a:lnTo>
                  <a:lnTo>
                    <a:pt x="6860" y="14341"/>
                  </a:lnTo>
                  <a:lnTo>
                    <a:pt x="7566" y="14341"/>
                  </a:lnTo>
                  <a:lnTo>
                    <a:pt x="7935" y="14307"/>
                  </a:lnTo>
                  <a:lnTo>
                    <a:pt x="8272" y="14257"/>
                  </a:lnTo>
                  <a:lnTo>
                    <a:pt x="8625" y="14206"/>
                  </a:lnTo>
                  <a:lnTo>
                    <a:pt x="8961" y="14122"/>
                  </a:lnTo>
                  <a:lnTo>
                    <a:pt x="9297" y="14021"/>
                  </a:lnTo>
                  <a:lnTo>
                    <a:pt x="9633" y="13920"/>
                  </a:lnTo>
                  <a:lnTo>
                    <a:pt x="9953" y="13786"/>
                  </a:lnTo>
                  <a:lnTo>
                    <a:pt x="10272" y="13651"/>
                  </a:lnTo>
                  <a:lnTo>
                    <a:pt x="10575" y="13483"/>
                  </a:lnTo>
                  <a:lnTo>
                    <a:pt x="10877" y="13315"/>
                  </a:lnTo>
                  <a:lnTo>
                    <a:pt x="11163" y="13130"/>
                  </a:lnTo>
                  <a:lnTo>
                    <a:pt x="11449" y="12928"/>
                  </a:lnTo>
                  <a:lnTo>
                    <a:pt x="11718" y="12727"/>
                  </a:lnTo>
                  <a:lnTo>
                    <a:pt x="11987" y="12491"/>
                  </a:lnTo>
                  <a:lnTo>
                    <a:pt x="12239" y="12256"/>
                  </a:lnTo>
                  <a:lnTo>
                    <a:pt x="12474" y="12021"/>
                  </a:lnTo>
                  <a:lnTo>
                    <a:pt x="12693" y="11752"/>
                  </a:lnTo>
                  <a:lnTo>
                    <a:pt x="12912" y="11483"/>
                  </a:lnTo>
                  <a:lnTo>
                    <a:pt x="13113" y="11197"/>
                  </a:lnTo>
                  <a:lnTo>
                    <a:pt x="13298" y="10911"/>
                  </a:lnTo>
                  <a:lnTo>
                    <a:pt x="13483" y="10609"/>
                  </a:lnTo>
                  <a:lnTo>
                    <a:pt x="13634" y="10289"/>
                  </a:lnTo>
                  <a:lnTo>
                    <a:pt x="13786" y="9970"/>
                  </a:lnTo>
                  <a:lnTo>
                    <a:pt x="13920" y="9633"/>
                  </a:lnTo>
                  <a:lnTo>
                    <a:pt x="14038" y="9297"/>
                  </a:lnTo>
                  <a:lnTo>
                    <a:pt x="14122" y="8944"/>
                  </a:lnTo>
                  <a:lnTo>
                    <a:pt x="14206" y="8591"/>
                  </a:lnTo>
                  <a:lnTo>
                    <a:pt x="14273" y="8221"/>
                  </a:lnTo>
                  <a:lnTo>
                    <a:pt x="7179" y="7162"/>
                  </a:lnTo>
                  <a:lnTo>
                    <a:pt x="71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5" name="Google Shape;5745;p63"/>
            <p:cNvSpPr/>
            <p:nvPr/>
          </p:nvSpPr>
          <p:spPr>
            <a:xfrm>
              <a:off x="3508650" y="1496850"/>
              <a:ext cx="179475" cy="205525"/>
            </a:xfrm>
            <a:custGeom>
              <a:avLst/>
              <a:gdLst/>
              <a:ahLst/>
              <a:cxnLst/>
              <a:rect l="l" t="t" r="r" b="b"/>
              <a:pathLst>
                <a:path w="7179" h="8221" extrusionOk="0">
                  <a:moveTo>
                    <a:pt x="1" y="0"/>
                  </a:moveTo>
                  <a:lnTo>
                    <a:pt x="1" y="7178"/>
                  </a:lnTo>
                  <a:lnTo>
                    <a:pt x="7095" y="8221"/>
                  </a:lnTo>
                  <a:lnTo>
                    <a:pt x="7145" y="7700"/>
                  </a:lnTo>
                  <a:lnTo>
                    <a:pt x="7179" y="7178"/>
                  </a:lnTo>
                  <a:lnTo>
                    <a:pt x="7179" y="7162"/>
                  </a:lnTo>
                  <a:lnTo>
                    <a:pt x="7162" y="6792"/>
                  </a:lnTo>
                  <a:lnTo>
                    <a:pt x="7128" y="6422"/>
                  </a:lnTo>
                  <a:lnTo>
                    <a:pt x="7095" y="6069"/>
                  </a:lnTo>
                  <a:lnTo>
                    <a:pt x="7028" y="5716"/>
                  </a:lnTo>
                  <a:lnTo>
                    <a:pt x="6943" y="5363"/>
                  </a:lnTo>
                  <a:lnTo>
                    <a:pt x="6843" y="5027"/>
                  </a:lnTo>
                  <a:lnTo>
                    <a:pt x="6742" y="4690"/>
                  </a:lnTo>
                  <a:lnTo>
                    <a:pt x="6607" y="4371"/>
                  </a:lnTo>
                  <a:lnTo>
                    <a:pt x="6456" y="4052"/>
                  </a:lnTo>
                  <a:lnTo>
                    <a:pt x="6305" y="3749"/>
                  </a:lnTo>
                  <a:lnTo>
                    <a:pt x="6137" y="3446"/>
                  </a:lnTo>
                  <a:lnTo>
                    <a:pt x="5952" y="3161"/>
                  </a:lnTo>
                  <a:lnTo>
                    <a:pt x="5750" y="2875"/>
                  </a:lnTo>
                  <a:lnTo>
                    <a:pt x="5531" y="2606"/>
                  </a:lnTo>
                  <a:lnTo>
                    <a:pt x="5313" y="2337"/>
                  </a:lnTo>
                  <a:lnTo>
                    <a:pt x="5061" y="2102"/>
                  </a:lnTo>
                  <a:lnTo>
                    <a:pt x="4825" y="1849"/>
                  </a:lnTo>
                  <a:lnTo>
                    <a:pt x="4556" y="1631"/>
                  </a:lnTo>
                  <a:lnTo>
                    <a:pt x="4287" y="1412"/>
                  </a:lnTo>
                  <a:lnTo>
                    <a:pt x="4002" y="1227"/>
                  </a:lnTo>
                  <a:lnTo>
                    <a:pt x="3716" y="1042"/>
                  </a:lnTo>
                  <a:lnTo>
                    <a:pt x="3413" y="858"/>
                  </a:lnTo>
                  <a:lnTo>
                    <a:pt x="3111" y="706"/>
                  </a:lnTo>
                  <a:lnTo>
                    <a:pt x="2791" y="555"/>
                  </a:lnTo>
                  <a:lnTo>
                    <a:pt x="2455" y="437"/>
                  </a:lnTo>
                  <a:lnTo>
                    <a:pt x="2136" y="320"/>
                  </a:lnTo>
                  <a:lnTo>
                    <a:pt x="1783" y="219"/>
                  </a:lnTo>
                  <a:lnTo>
                    <a:pt x="1446" y="151"/>
                  </a:lnTo>
                  <a:lnTo>
                    <a:pt x="1093" y="84"/>
                  </a:lnTo>
                  <a:lnTo>
                    <a:pt x="723" y="34"/>
                  </a:lnTo>
                  <a:lnTo>
                    <a:pt x="370" y="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6" name="Google Shape;5746;p63"/>
            <p:cNvSpPr/>
            <p:nvPr/>
          </p:nvSpPr>
          <p:spPr>
            <a:xfrm>
              <a:off x="4450075" y="651250"/>
              <a:ext cx="147950" cy="260175"/>
            </a:xfrm>
            <a:custGeom>
              <a:avLst/>
              <a:gdLst/>
              <a:ahLst/>
              <a:cxnLst/>
              <a:rect l="l" t="t" r="r" b="b"/>
              <a:pathLst>
                <a:path w="5918" h="10407" extrusionOk="0">
                  <a:moveTo>
                    <a:pt x="5598" y="0"/>
                  </a:moveTo>
                  <a:lnTo>
                    <a:pt x="5279" y="34"/>
                  </a:lnTo>
                  <a:lnTo>
                    <a:pt x="4959" y="68"/>
                  </a:lnTo>
                  <a:lnTo>
                    <a:pt x="4640" y="135"/>
                  </a:lnTo>
                  <a:lnTo>
                    <a:pt x="4337" y="202"/>
                  </a:lnTo>
                  <a:lnTo>
                    <a:pt x="4035" y="303"/>
                  </a:lnTo>
                  <a:lnTo>
                    <a:pt x="3732" y="421"/>
                  </a:lnTo>
                  <a:lnTo>
                    <a:pt x="3446" y="538"/>
                  </a:lnTo>
                  <a:lnTo>
                    <a:pt x="3161" y="673"/>
                  </a:lnTo>
                  <a:lnTo>
                    <a:pt x="2875" y="841"/>
                  </a:lnTo>
                  <a:lnTo>
                    <a:pt x="2606" y="1009"/>
                  </a:lnTo>
                  <a:lnTo>
                    <a:pt x="2354" y="1194"/>
                  </a:lnTo>
                  <a:lnTo>
                    <a:pt x="2101" y="1396"/>
                  </a:lnTo>
                  <a:lnTo>
                    <a:pt x="1866" y="1597"/>
                  </a:lnTo>
                  <a:lnTo>
                    <a:pt x="1631" y="1833"/>
                  </a:lnTo>
                  <a:lnTo>
                    <a:pt x="1429" y="2068"/>
                  </a:lnTo>
                  <a:lnTo>
                    <a:pt x="1227" y="2303"/>
                  </a:lnTo>
                  <a:lnTo>
                    <a:pt x="1059" y="2556"/>
                  </a:lnTo>
                  <a:lnTo>
                    <a:pt x="891" y="2791"/>
                  </a:lnTo>
                  <a:lnTo>
                    <a:pt x="740" y="3060"/>
                  </a:lnTo>
                  <a:lnTo>
                    <a:pt x="605" y="3312"/>
                  </a:lnTo>
                  <a:lnTo>
                    <a:pt x="488" y="3581"/>
                  </a:lnTo>
                  <a:lnTo>
                    <a:pt x="370" y="3850"/>
                  </a:lnTo>
                  <a:lnTo>
                    <a:pt x="286" y="4119"/>
                  </a:lnTo>
                  <a:lnTo>
                    <a:pt x="202" y="4405"/>
                  </a:lnTo>
                  <a:lnTo>
                    <a:pt x="135" y="4674"/>
                  </a:lnTo>
                  <a:lnTo>
                    <a:pt x="84" y="4960"/>
                  </a:lnTo>
                  <a:lnTo>
                    <a:pt x="34" y="5245"/>
                  </a:lnTo>
                  <a:lnTo>
                    <a:pt x="17" y="5514"/>
                  </a:lnTo>
                  <a:lnTo>
                    <a:pt x="0" y="5800"/>
                  </a:lnTo>
                  <a:lnTo>
                    <a:pt x="0" y="6086"/>
                  </a:lnTo>
                  <a:lnTo>
                    <a:pt x="17" y="6372"/>
                  </a:lnTo>
                  <a:lnTo>
                    <a:pt x="51" y="6657"/>
                  </a:lnTo>
                  <a:lnTo>
                    <a:pt x="101" y="6943"/>
                  </a:lnTo>
                  <a:lnTo>
                    <a:pt x="151" y="7212"/>
                  </a:lnTo>
                  <a:lnTo>
                    <a:pt x="219" y="7498"/>
                  </a:lnTo>
                  <a:lnTo>
                    <a:pt x="303" y="7767"/>
                  </a:lnTo>
                  <a:lnTo>
                    <a:pt x="404" y="8036"/>
                  </a:lnTo>
                  <a:lnTo>
                    <a:pt x="504" y="8305"/>
                  </a:lnTo>
                  <a:lnTo>
                    <a:pt x="622" y="8557"/>
                  </a:lnTo>
                  <a:lnTo>
                    <a:pt x="757" y="8809"/>
                  </a:lnTo>
                  <a:lnTo>
                    <a:pt x="908" y="9061"/>
                  </a:lnTo>
                  <a:lnTo>
                    <a:pt x="1076" y="9314"/>
                  </a:lnTo>
                  <a:lnTo>
                    <a:pt x="1244" y="9549"/>
                  </a:lnTo>
                  <a:lnTo>
                    <a:pt x="1429" y="9768"/>
                  </a:lnTo>
                  <a:lnTo>
                    <a:pt x="1631" y="9986"/>
                  </a:lnTo>
                  <a:lnTo>
                    <a:pt x="1849" y="10205"/>
                  </a:lnTo>
                  <a:lnTo>
                    <a:pt x="2085" y="10406"/>
                  </a:lnTo>
                  <a:lnTo>
                    <a:pt x="5918" y="5901"/>
                  </a:lnTo>
                  <a:lnTo>
                    <a:pt x="5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7" name="Google Shape;5747;p63"/>
            <p:cNvSpPr/>
            <p:nvPr/>
          </p:nvSpPr>
          <p:spPr>
            <a:xfrm>
              <a:off x="4532025" y="665950"/>
              <a:ext cx="243775" cy="295900"/>
            </a:xfrm>
            <a:custGeom>
              <a:avLst/>
              <a:gdLst/>
              <a:ahLst/>
              <a:cxnLst/>
              <a:rect l="l" t="t" r="r" b="b"/>
              <a:pathLst>
                <a:path w="9751" h="11836" extrusionOk="0">
                  <a:moveTo>
                    <a:pt x="3850" y="1"/>
                  </a:moveTo>
                  <a:lnTo>
                    <a:pt x="3850" y="5918"/>
                  </a:lnTo>
                  <a:lnTo>
                    <a:pt x="0" y="10424"/>
                  </a:lnTo>
                  <a:lnTo>
                    <a:pt x="202" y="10592"/>
                  </a:lnTo>
                  <a:lnTo>
                    <a:pt x="421" y="10743"/>
                  </a:lnTo>
                  <a:lnTo>
                    <a:pt x="639" y="10894"/>
                  </a:lnTo>
                  <a:lnTo>
                    <a:pt x="858" y="11029"/>
                  </a:lnTo>
                  <a:lnTo>
                    <a:pt x="1076" y="11146"/>
                  </a:lnTo>
                  <a:lnTo>
                    <a:pt x="1312" y="11264"/>
                  </a:lnTo>
                  <a:lnTo>
                    <a:pt x="1547" y="11382"/>
                  </a:lnTo>
                  <a:lnTo>
                    <a:pt x="1799" y="11466"/>
                  </a:lnTo>
                  <a:lnTo>
                    <a:pt x="2034" y="11550"/>
                  </a:lnTo>
                  <a:lnTo>
                    <a:pt x="2287" y="11634"/>
                  </a:lnTo>
                  <a:lnTo>
                    <a:pt x="2539" y="11684"/>
                  </a:lnTo>
                  <a:lnTo>
                    <a:pt x="2791" y="11735"/>
                  </a:lnTo>
                  <a:lnTo>
                    <a:pt x="3060" y="11785"/>
                  </a:lnTo>
                  <a:lnTo>
                    <a:pt x="3312" y="11819"/>
                  </a:lnTo>
                  <a:lnTo>
                    <a:pt x="3581" y="11836"/>
                  </a:lnTo>
                  <a:lnTo>
                    <a:pt x="4136" y="11836"/>
                  </a:lnTo>
                  <a:lnTo>
                    <a:pt x="4438" y="11802"/>
                  </a:lnTo>
                  <a:lnTo>
                    <a:pt x="4741" y="11768"/>
                  </a:lnTo>
                  <a:lnTo>
                    <a:pt x="5027" y="11718"/>
                  </a:lnTo>
                  <a:lnTo>
                    <a:pt x="5313" y="11651"/>
                  </a:lnTo>
                  <a:lnTo>
                    <a:pt x="5598" y="11567"/>
                  </a:lnTo>
                  <a:lnTo>
                    <a:pt x="5867" y="11483"/>
                  </a:lnTo>
                  <a:lnTo>
                    <a:pt x="6136" y="11365"/>
                  </a:lnTo>
                  <a:lnTo>
                    <a:pt x="6405" y="11247"/>
                  </a:lnTo>
                  <a:lnTo>
                    <a:pt x="6657" y="11130"/>
                  </a:lnTo>
                  <a:lnTo>
                    <a:pt x="6910" y="10978"/>
                  </a:lnTo>
                  <a:lnTo>
                    <a:pt x="7145" y="10827"/>
                  </a:lnTo>
                  <a:lnTo>
                    <a:pt x="7380" y="10659"/>
                  </a:lnTo>
                  <a:lnTo>
                    <a:pt x="7599" y="10491"/>
                  </a:lnTo>
                  <a:lnTo>
                    <a:pt x="7817" y="10306"/>
                  </a:lnTo>
                  <a:lnTo>
                    <a:pt x="8019" y="10104"/>
                  </a:lnTo>
                  <a:lnTo>
                    <a:pt x="8221" y="9902"/>
                  </a:lnTo>
                  <a:lnTo>
                    <a:pt x="8406" y="9684"/>
                  </a:lnTo>
                  <a:lnTo>
                    <a:pt x="8574" y="9465"/>
                  </a:lnTo>
                  <a:lnTo>
                    <a:pt x="8742" y="9230"/>
                  </a:lnTo>
                  <a:lnTo>
                    <a:pt x="8893" y="8995"/>
                  </a:lnTo>
                  <a:lnTo>
                    <a:pt x="9045" y="8742"/>
                  </a:lnTo>
                  <a:lnTo>
                    <a:pt x="9179" y="8490"/>
                  </a:lnTo>
                  <a:lnTo>
                    <a:pt x="9297" y="8221"/>
                  </a:lnTo>
                  <a:lnTo>
                    <a:pt x="9398" y="7952"/>
                  </a:lnTo>
                  <a:lnTo>
                    <a:pt x="9498" y="7683"/>
                  </a:lnTo>
                  <a:lnTo>
                    <a:pt x="9566" y="7398"/>
                  </a:lnTo>
                  <a:lnTo>
                    <a:pt x="9633" y="7112"/>
                  </a:lnTo>
                  <a:lnTo>
                    <a:pt x="9683" y="6826"/>
                  </a:lnTo>
                  <a:lnTo>
                    <a:pt x="9734" y="6523"/>
                  </a:lnTo>
                  <a:lnTo>
                    <a:pt x="9751" y="6221"/>
                  </a:lnTo>
                  <a:lnTo>
                    <a:pt x="9751" y="5918"/>
                  </a:lnTo>
                  <a:lnTo>
                    <a:pt x="9751" y="5616"/>
                  </a:lnTo>
                  <a:lnTo>
                    <a:pt x="9734" y="5313"/>
                  </a:lnTo>
                  <a:lnTo>
                    <a:pt x="9683" y="5010"/>
                  </a:lnTo>
                  <a:lnTo>
                    <a:pt x="9633" y="4725"/>
                  </a:lnTo>
                  <a:lnTo>
                    <a:pt x="9566" y="4439"/>
                  </a:lnTo>
                  <a:lnTo>
                    <a:pt x="9482" y="4153"/>
                  </a:lnTo>
                  <a:lnTo>
                    <a:pt x="9398" y="3884"/>
                  </a:lnTo>
                  <a:lnTo>
                    <a:pt x="9297" y="3615"/>
                  </a:lnTo>
                  <a:lnTo>
                    <a:pt x="9179" y="3346"/>
                  </a:lnTo>
                  <a:lnTo>
                    <a:pt x="9045" y="3094"/>
                  </a:lnTo>
                  <a:lnTo>
                    <a:pt x="8893" y="2859"/>
                  </a:lnTo>
                  <a:lnTo>
                    <a:pt x="8742" y="2606"/>
                  </a:lnTo>
                  <a:lnTo>
                    <a:pt x="8574" y="2371"/>
                  </a:lnTo>
                  <a:lnTo>
                    <a:pt x="8406" y="2152"/>
                  </a:lnTo>
                  <a:lnTo>
                    <a:pt x="8221" y="1934"/>
                  </a:lnTo>
                  <a:lnTo>
                    <a:pt x="8019" y="1732"/>
                  </a:lnTo>
                  <a:lnTo>
                    <a:pt x="7817" y="1547"/>
                  </a:lnTo>
                  <a:lnTo>
                    <a:pt x="7599" y="1362"/>
                  </a:lnTo>
                  <a:lnTo>
                    <a:pt x="7380" y="1177"/>
                  </a:lnTo>
                  <a:lnTo>
                    <a:pt x="7145" y="1009"/>
                  </a:lnTo>
                  <a:lnTo>
                    <a:pt x="6910" y="858"/>
                  </a:lnTo>
                  <a:lnTo>
                    <a:pt x="6657" y="724"/>
                  </a:lnTo>
                  <a:lnTo>
                    <a:pt x="6405" y="589"/>
                  </a:lnTo>
                  <a:lnTo>
                    <a:pt x="6136" y="471"/>
                  </a:lnTo>
                  <a:lnTo>
                    <a:pt x="5867" y="371"/>
                  </a:lnTo>
                  <a:lnTo>
                    <a:pt x="5598" y="270"/>
                  </a:lnTo>
                  <a:lnTo>
                    <a:pt x="5313" y="186"/>
                  </a:lnTo>
                  <a:lnTo>
                    <a:pt x="5027" y="135"/>
                  </a:lnTo>
                  <a:lnTo>
                    <a:pt x="4741" y="68"/>
                  </a:lnTo>
                  <a:lnTo>
                    <a:pt x="4438" y="34"/>
                  </a:lnTo>
                  <a:lnTo>
                    <a:pt x="4153" y="17"/>
                  </a:lnTo>
                  <a:lnTo>
                    <a:pt x="38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8" name="Google Shape;5748;p63"/>
            <p:cNvSpPr/>
            <p:nvPr/>
          </p:nvSpPr>
          <p:spPr>
            <a:xfrm>
              <a:off x="4532025" y="665950"/>
              <a:ext cx="243775" cy="295900"/>
            </a:xfrm>
            <a:custGeom>
              <a:avLst/>
              <a:gdLst/>
              <a:ahLst/>
              <a:cxnLst/>
              <a:rect l="l" t="t" r="r" b="b"/>
              <a:pathLst>
                <a:path w="9751" h="11836" extrusionOk="0">
                  <a:moveTo>
                    <a:pt x="3850" y="1"/>
                  </a:moveTo>
                  <a:lnTo>
                    <a:pt x="3850" y="5918"/>
                  </a:lnTo>
                  <a:lnTo>
                    <a:pt x="0" y="10424"/>
                  </a:lnTo>
                  <a:lnTo>
                    <a:pt x="202" y="10592"/>
                  </a:lnTo>
                  <a:lnTo>
                    <a:pt x="421" y="10743"/>
                  </a:lnTo>
                  <a:lnTo>
                    <a:pt x="639" y="10894"/>
                  </a:lnTo>
                  <a:lnTo>
                    <a:pt x="858" y="11029"/>
                  </a:lnTo>
                  <a:lnTo>
                    <a:pt x="1076" y="11146"/>
                  </a:lnTo>
                  <a:lnTo>
                    <a:pt x="1312" y="11264"/>
                  </a:lnTo>
                  <a:lnTo>
                    <a:pt x="1547" y="11382"/>
                  </a:lnTo>
                  <a:lnTo>
                    <a:pt x="1799" y="11466"/>
                  </a:lnTo>
                  <a:lnTo>
                    <a:pt x="2034" y="11550"/>
                  </a:lnTo>
                  <a:lnTo>
                    <a:pt x="2287" y="11634"/>
                  </a:lnTo>
                  <a:lnTo>
                    <a:pt x="2539" y="11684"/>
                  </a:lnTo>
                  <a:lnTo>
                    <a:pt x="2791" y="11735"/>
                  </a:lnTo>
                  <a:lnTo>
                    <a:pt x="3060" y="11785"/>
                  </a:lnTo>
                  <a:lnTo>
                    <a:pt x="3312" y="11819"/>
                  </a:lnTo>
                  <a:lnTo>
                    <a:pt x="3581" y="11836"/>
                  </a:lnTo>
                  <a:lnTo>
                    <a:pt x="4136" y="11836"/>
                  </a:lnTo>
                  <a:lnTo>
                    <a:pt x="4438" y="11802"/>
                  </a:lnTo>
                  <a:lnTo>
                    <a:pt x="4741" y="11768"/>
                  </a:lnTo>
                  <a:lnTo>
                    <a:pt x="5027" y="11718"/>
                  </a:lnTo>
                  <a:lnTo>
                    <a:pt x="5313" y="11651"/>
                  </a:lnTo>
                  <a:lnTo>
                    <a:pt x="5598" y="11567"/>
                  </a:lnTo>
                  <a:lnTo>
                    <a:pt x="5867" y="11483"/>
                  </a:lnTo>
                  <a:lnTo>
                    <a:pt x="6136" y="11365"/>
                  </a:lnTo>
                  <a:lnTo>
                    <a:pt x="6405" y="11247"/>
                  </a:lnTo>
                  <a:lnTo>
                    <a:pt x="6657" y="11130"/>
                  </a:lnTo>
                  <a:lnTo>
                    <a:pt x="6910" y="10978"/>
                  </a:lnTo>
                  <a:lnTo>
                    <a:pt x="7145" y="10827"/>
                  </a:lnTo>
                  <a:lnTo>
                    <a:pt x="7380" y="10659"/>
                  </a:lnTo>
                  <a:lnTo>
                    <a:pt x="7599" y="10491"/>
                  </a:lnTo>
                  <a:lnTo>
                    <a:pt x="7817" y="10306"/>
                  </a:lnTo>
                  <a:lnTo>
                    <a:pt x="8019" y="10104"/>
                  </a:lnTo>
                  <a:lnTo>
                    <a:pt x="8221" y="9902"/>
                  </a:lnTo>
                  <a:lnTo>
                    <a:pt x="8406" y="9684"/>
                  </a:lnTo>
                  <a:lnTo>
                    <a:pt x="8574" y="9465"/>
                  </a:lnTo>
                  <a:lnTo>
                    <a:pt x="8742" y="9230"/>
                  </a:lnTo>
                  <a:lnTo>
                    <a:pt x="8893" y="8995"/>
                  </a:lnTo>
                  <a:lnTo>
                    <a:pt x="9045" y="8742"/>
                  </a:lnTo>
                  <a:lnTo>
                    <a:pt x="9179" y="8490"/>
                  </a:lnTo>
                  <a:lnTo>
                    <a:pt x="9297" y="8221"/>
                  </a:lnTo>
                  <a:lnTo>
                    <a:pt x="9398" y="7952"/>
                  </a:lnTo>
                  <a:lnTo>
                    <a:pt x="9498" y="7683"/>
                  </a:lnTo>
                  <a:lnTo>
                    <a:pt x="9566" y="7398"/>
                  </a:lnTo>
                  <a:lnTo>
                    <a:pt x="9633" y="7112"/>
                  </a:lnTo>
                  <a:lnTo>
                    <a:pt x="9683" y="6826"/>
                  </a:lnTo>
                  <a:lnTo>
                    <a:pt x="9734" y="6523"/>
                  </a:lnTo>
                  <a:lnTo>
                    <a:pt x="9751" y="6221"/>
                  </a:lnTo>
                  <a:lnTo>
                    <a:pt x="9751" y="5918"/>
                  </a:lnTo>
                  <a:lnTo>
                    <a:pt x="9751" y="5616"/>
                  </a:lnTo>
                  <a:lnTo>
                    <a:pt x="9734" y="5313"/>
                  </a:lnTo>
                  <a:lnTo>
                    <a:pt x="9683" y="5010"/>
                  </a:lnTo>
                  <a:lnTo>
                    <a:pt x="9633" y="4725"/>
                  </a:lnTo>
                  <a:lnTo>
                    <a:pt x="9566" y="4439"/>
                  </a:lnTo>
                  <a:lnTo>
                    <a:pt x="9482" y="4153"/>
                  </a:lnTo>
                  <a:lnTo>
                    <a:pt x="9398" y="3884"/>
                  </a:lnTo>
                  <a:lnTo>
                    <a:pt x="9297" y="3615"/>
                  </a:lnTo>
                  <a:lnTo>
                    <a:pt x="9179" y="3346"/>
                  </a:lnTo>
                  <a:lnTo>
                    <a:pt x="9045" y="3094"/>
                  </a:lnTo>
                  <a:lnTo>
                    <a:pt x="8893" y="2859"/>
                  </a:lnTo>
                  <a:lnTo>
                    <a:pt x="8742" y="2606"/>
                  </a:lnTo>
                  <a:lnTo>
                    <a:pt x="8574" y="2371"/>
                  </a:lnTo>
                  <a:lnTo>
                    <a:pt x="8406" y="2152"/>
                  </a:lnTo>
                  <a:lnTo>
                    <a:pt x="8221" y="1934"/>
                  </a:lnTo>
                  <a:lnTo>
                    <a:pt x="8019" y="1732"/>
                  </a:lnTo>
                  <a:lnTo>
                    <a:pt x="7817" y="1547"/>
                  </a:lnTo>
                  <a:lnTo>
                    <a:pt x="7599" y="1362"/>
                  </a:lnTo>
                  <a:lnTo>
                    <a:pt x="7380" y="1177"/>
                  </a:lnTo>
                  <a:lnTo>
                    <a:pt x="7145" y="1009"/>
                  </a:lnTo>
                  <a:lnTo>
                    <a:pt x="6910" y="858"/>
                  </a:lnTo>
                  <a:lnTo>
                    <a:pt x="6657" y="724"/>
                  </a:lnTo>
                  <a:lnTo>
                    <a:pt x="6405" y="589"/>
                  </a:lnTo>
                  <a:lnTo>
                    <a:pt x="6136" y="471"/>
                  </a:lnTo>
                  <a:lnTo>
                    <a:pt x="5867" y="371"/>
                  </a:lnTo>
                  <a:lnTo>
                    <a:pt x="5598" y="270"/>
                  </a:lnTo>
                  <a:lnTo>
                    <a:pt x="5313" y="186"/>
                  </a:lnTo>
                  <a:lnTo>
                    <a:pt x="5027" y="135"/>
                  </a:lnTo>
                  <a:lnTo>
                    <a:pt x="4741" y="68"/>
                  </a:lnTo>
                  <a:lnTo>
                    <a:pt x="4438" y="34"/>
                  </a:lnTo>
                  <a:lnTo>
                    <a:pt x="4153" y="17"/>
                  </a:lnTo>
                  <a:lnTo>
                    <a:pt x="385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9" name="Google Shape;5749;p63"/>
            <p:cNvSpPr/>
            <p:nvPr/>
          </p:nvSpPr>
          <p:spPr>
            <a:xfrm>
              <a:off x="4529500" y="536100"/>
              <a:ext cx="5075" cy="190825"/>
            </a:xfrm>
            <a:custGeom>
              <a:avLst/>
              <a:gdLst/>
              <a:ahLst/>
              <a:cxnLst/>
              <a:rect l="l" t="t" r="r" b="b"/>
              <a:pathLst>
                <a:path w="203" h="7633" extrusionOk="0">
                  <a:moveTo>
                    <a:pt x="0" y="0"/>
                  </a:moveTo>
                  <a:lnTo>
                    <a:pt x="0" y="7632"/>
                  </a:lnTo>
                  <a:lnTo>
                    <a:pt x="202" y="7632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0" name="Google Shape;5750;p63"/>
            <p:cNvSpPr/>
            <p:nvPr/>
          </p:nvSpPr>
          <p:spPr>
            <a:xfrm>
              <a:off x="4516050" y="506675"/>
              <a:ext cx="31975" cy="31950"/>
            </a:xfrm>
            <a:custGeom>
              <a:avLst/>
              <a:gdLst/>
              <a:ahLst/>
              <a:cxnLst/>
              <a:rect l="l" t="t" r="r" b="b"/>
              <a:pathLst>
                <a:path w="1279" h="1278" extrusionOk="0">
                  <a:moveTo>
                    <a:pt x="639" y="202"/>
                  </a:moveTo>
                  <a:lnTo>
                    <a:pt x="723" y="219"/>
                  </a:lnTo>
                  <a:lnTo>
                    <a:pt x="807" y="236"/>
                  </a:lnTo>
                  <a:lnTo>
                    <a:pt x="891" y="286"/>
                  </a:lnTo>
                  <a:lnTo>
                    <a:pt x="942" y="336"/>
                  </a:lnTo>
                  <a:lnTo>
                    <a:pt x="1009" y="404"/>
                  </a:lnTo>
                  <a:lnTo>
                    <a:pt x="1043" y="471"/>
                  </a:lnTo>
                  <a:lnTo>
                    <a:pt x="1060" y="555"/>
                  </a:lnTo>
                  <a:lnTo>
                    <a:pt x="1076" y="639"/>
                  </a:lnTo>
                  <a:lnTo>
                    <a:pt x="1060" y="740"/>
                  </a:lnTo>
                  <a:lnTo>
                    <a:pt x="1043" y="807"/>
                  </a:lnTo>
                  <a:lnTo>
                    <a:pt x="1009" y="891"/>
                  </a:lnTo>
                  <a:lnTo>
                    <a:pt x="942" y="959"/>
                  </a:lnTo>
                  <a:lnTo>
                    <a:pt x="875" y="1009"/>
                  </a:lnTo>
                  <a:lnTo>
                    <a:pt x="807" y="1043"/>
                  </a:lnTo>
                  <a:lnTo>
                    <a:pt x="723" y="1076"/>
                  </a:lnTo>
                  <a:lnTo>
                    <a:pt x="555" y="1076"/>
                  </a:lnTo>
                  <a:lnTo>
                    <a:pt x="471" y="1043"/>
                  </a:lnTo>
                  <a:lnTo>
                    <a:pt x="404" y="1009"/>
                  </a:lnTo>
                  <a:lnTo>
                    <a:pt x="337" y="959"/>
                  </a:lnTo>
                  <a:lnTo>
                    <a:pt x="286" y="891"/>
                  </a:lnTo>
                  <a:lnTo>
                    <a:pt x="236" y="807"/>
                  </a:lnTo>
                  <a:lnTo>
                    <a:pt x="219" y="723"/>
                  </a:lnTo>
                  <a:lnTo>
                    <a:pt x="202" y="639"/>
                  </a:lnTo>
                  <a:lnTo>
                    <a:pt x="219" y="555"/>
                  </a:lnTo>
                  <a:lnTo>
                    <a:pt x="236" y="471"/>
                  </a:lnTo>
                  <a:lnTo>
                    <a:pt x="286" y="404"/>
                  </a:lnTo>
                  <a:lnTo>
                    <a:pt x="337" y="336"/>
                  </a:lnTo>
                  <a:lnTo>
                    <a:pt x="404" y="286"/>
                  </a:lnTo>
                  <a:lnTo>
                    <a:pt x="471" y="236"/>
                  </a:lnTo>
                  <a:lnTo>
                    <a:pt x="555" y="219"/>
                  </a:lnTo>
                  <a:lnTo>
                    <a:pt x="639" y="202"/>
                  </a:lnTo>
                  <a:close/>
                  <a:moveTo>
                    <a:pt x="639" y="0"/>
                  </a:moveTo>
                  <a:lnTo>
                    <a:pt x="505" y="17"/>
                  </a:lnTo>
                  <a:lnTo>
                    <a:pt x="387" y="51"/>
                  </a:lnTo>
                  <a:lnTo>
                    <a:pt x="286" y="118"/>
                  </a:lnTo>
                  <a:lnTo>
                    <a:pt x="185" y="202"/>
                  </a:lnTo>
                  <a:lnTo>
                    <a:pt x="118" y="286"/>
                  </a:lnTo>
                  <a:lnTo>
                    <a:pt x="51" y="404"/>
                  </a:lnTo>
                  <a:lnTo>
                    <a:pt x="17" y="521"/>
                  </a:lnTo>
                  <a:lnTo>
                    <a:pt x="0" y="639"/>
                  </a:lnTo>
                  <a:lnTo>
                    <a:pt x="17" y="774"/>
                  </a:lnTo>
                  <a:lnTo>
                    <a:pt x="51" y="891"/>
                  </a:lnTo>
                  <a:lnTo>
                    <a:pt x="118" y="992"/>
                  </a:lnTo>
                  <a:lnTo>
                    <a:pt x="185" y="1093"/>
                  </a:lnTo>
                  <a:lnTo>
                    <a:pt x="286" y="1177"/>
                  </a:lnTo>
                  <a:lnTo>
                    <a:pt x="387" y="1227"/>
                  </a:lnTo>
                  <a:lnTo>
                    <a:pt x="522" y="1261"/>
                  </a:lnTo>
                  <a:lnTo>
                    <a:pt x="639" y="1278"/>
                  </a:lnTo>
                  <a:lnTo>
                    <a:pt x="774" y="1261"/>
                  </a:lnTo>
                  <a:lnTo>
                    <a:pt x="891" y="1227"/>
                  </a:lnTo>
                  <a:lnTo>
                    <a:pt x="992" y="1177"/>
                  </a:lnTo>
                  <a:lnTo>
                    <a:pt x="1093" y="1093"/>
                  </a:lnTo>
                  <a:lnTo>
                    <a:pt x="1160" y="992"/>
                  </a:lnTo>
                  <a:lnTo>
                    <a:pt x="1228" y="891"/>
                  </a:lnTo>
                  <a:lnTo>
                    <a:pt x="1261" y="774"/>
                  </a:lnTo>
                  <a:lnTo>
                    <a:pt x="1278" y="639"/>
                  </a:lnTo>
                  <a:lnTo>
                    <a:pt x="1261" y="505"/>
                  </a:lnTo>
                  <a:lnTo>
                    <a:pt x="1228" y="387"/>
                  </a:lnTo>
                  <a:lnTo>
                    <a:pt x="1160" y="286"/>
                  </a:lnTo>
                  <a:lnTo>
                    <a:pt x="1093" y="185"/>
                  </a:lnTo>
                  <a:lnTo>
                    <a:pt x="992" y="118"/>
                  </a:lnTo>
                  <a:lnTo>
                    <a:pt x="891" y="51"/>
                  </a:lnTo>
                  <a:lnTo>
                    <a:pt x="774" y="1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1" name="Google Shape;5751;p63"/>
            <p:cNvSpPr/>
            <p:nvPr/>
          </p:nvSpPr>
          <p:spPr>
            <a:xfrm>
              <a:off x="4572775" y="509200"/>
              <a:ext cx="147975" cy="6750"/>
            </a:xfrm>
            <a:custGeom>
              <a:avLst/>
              <a:gdLst/>
              <a:ahLst/>
              <a:cxnLst/>
              <a:rect l="l" t="t" r="r" b="b"/>
              <a:pathLst>
                <a:path w="5919" h="270" extrusionOk="0">
                  <a:moveTo>
                    <a:pt x="1" y="0"/>
                  </a:moveTo>
                  <a:lnTo>
                    <a:pt x="1" y="269"/>
                  </a:lnTo>
                  <a:lnTo>
                    <a:pt x="5918" y="269"/>
                  </a:lnTo>
                  <a:lnTo>
                    <a:pt x="591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2" name="Google Shape;5752;p63"/>
            <p:cNvSpPr/>
            <p:nvPr/>
          </p:nvSpPr>
          <p:spPr>
            <a:xfrm>
              <a:off x="4572775" y="522650"/>
              <a:ext cx="83675" cy="6750"/>
            </a:xfrm>
            <a:custGeom>
              <a:avLst/>
              <a:gdLst/>
              <a:ahLst/>
              <a:cxnLst/>
              <a:rect l="l" t="t" r="r" b="b"/>
              <a:pathLst>
                <a:path w="3347" h="270" extrusionOk="0">
                  <a:moveTo>
                    <a:pt x="1" y="0"/>
                  </a:moveTo>
                  <a:lnTo>
                    <a:pt x="1" y="269"/>
                  </a:lnTo>
                  <a:lnTo>
                    <a:pt x="3346" y="269"/>
                  </a:lnTo>
                  <a:lnTo>
                    <a:pt x="334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3" name="Google Shape;5753;p63"/>
            <p:cNvSpPr/>
            <p:nvPr/>
          </p:nvSpPr>
          <p:spPr>
            <a:xfrm>
              <a:off x="3562875" y="1809525"/>
              <a:ext cx="190825" cy="5075"/>
            </a:xfrm>
            <a:custGeom>
              <a:avLst/>
              <a:gdLst/>
              <a:ahLst/>
              <a:cxnLst/>
              <a:rect l="l" t="t" r="r" b="b"/>
              <a:pathLst>
                <a:path w="7633" h="203" extrusionOk="0">
                  <a:moveTo>
                    <a:pt x="0" y="1"/>
                  </a:moveTo>
                  <a:lnTo>
                    <a:pt x="0" y="202"/>
                  </a:lnTo>
                  <a:lnTo>
                    <a:pt x="7632" y="202"/>
                  </a:lnTo>
                  <a:lnTo>
                    <a:pt x="763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4" name="Google Shape;5754;p63"/>
            <p:cNvSpPr/>
            <p:nvPr/>
          </p:nvSpPr>
          <p:spPr>
            <a:xfrm>
              <a:off x="3751150" y="1796075"/>
              <a:ext cx="31975" cy="31975"/>
            </a:xfrm>
            <a:custGeom>
              <a:avLst/>
              <a:gdLst/>
              <a:ahLst/>
              <a:cxnLst/>
              <a:rect l="l" t="t" r="r" b="b"/>
              <a:pathLst>
                <a:path w="1279" h="1279" extrusionOk="0">
                  <a:moveTo>
                    <a:pt x="639" y="202"/>
                  </a:moveTo>
                  <a:lnTo>
                    <a:pt x="723" y="219"/>
                  </a:lnTo>
                  <a:lnTo>
                    <a:pt x="807" y="236"/>
                  </a:lnTo>
                  <a:lnTo>
                    <a:pt x="891" y="286"/>
                  </a:lnTo>
                  <a:lnTo>
                    <a:pt x="942" y="337"/>
                  </a:lnTo>
                  <a:lnTo>
                    <a:pt x="992" y="404"/>
                  </a:lnTo>
                  <a:lnTo>
                    <a:pt x="1043" y="471"/>
                  </a:lnTo>
                  <a:lnTo>
                    <a:pt x="1060" y="555"/>
                  </a:lnTo>
                  <a:lnTo>
                    <a:pt x="1076" y="639"/>
                  </a:lnTo>
                  <a:lnTo>
                    <a:pt x="1060" y="724"/>
                  </a:lnTo>
                  <a:lnTo>
                    <a:pt x="1043" y="808"/>
                  </a:lnTo>
                  <a:lnTo>
                    <a:pt x="992" y="892"/>
                  </a:lnTo>
                  <a:lnTo>
                    <a:pt x="942" y="942"/>
                  </a:lnTo>
                  <a:lnTo>
                    <a:pt x="875" y="1009"/>
                  </a:lnTo>
                  <a:lnTo>
                    <a:pt x="807" y="1043"/>
                  </a:lnTo>
                  <a:lnTo>
                    <a:pt x="723" y="1060"/>
                  </a:lnTo>
                  <a:lnTo>
                    <a:pt x="639" y="1077"/>
                  </a:lnTo>
                  <a:lnTo>
                    <a:pt x="555" y="1060"/>
                  </a:lnTo>
                  <a:lnTo>
                    <a:pt x="471" y="1043"/>
                  </a:lnTo>
                  <a:lnTo>
                    <a:pt x="387" y="992"/>
                  </a:lnTo>
                  <a:lnTo>
                    <a:pt x="337" y="942"/>
                  </a:lnTo>
                  <a:lnTo>
                    <a:pt x="269" y="875"/>
                  </a:lnTo>
                  <a:lnTo>
                    <a:pt x="236" y="808"/>
                  </a:lnTo>
                  <a:lnTo>
                    <a:pt x="219" y="724"/>
                  </a:lnTo>
                  <a:lnTo>
                    <a:pt x="202" y="639"/>
                  </a:lnTo>
                  <a:lnTo>
                    <a:pt x="219" y="555"/>
                  </a:lnTo>
                  <a:lnTo>
                    <a:pt x="236" y="471"/>
                  </a:lnTo>
                  <a:lnTo>
                    <a:pt x="286" y="387"/>
                  </a:lnTo>
                  <a:lnTo>
                    <a:pt x="337" y="337"/>
                  </a:lnTo>
                  <a:lnTo>
                    <a:pt x="404" y="270"/>
                  </a:lnTo>
                  <a:lnTo>
                    <a:pt x="471" y="236"/>
                  </a:lnTo>
                  <a:lnTo>
                    <a:pt x="555" y="219"/>
                  </a:lnTo>
                  <a:lnTo>
                    <a:pt x="639" y="202"/>
                  </a:lnTo>
                  <a:close/>
                  <a:moveTo>
                    <a:pt x="639" y="1"/>
                  </a:moveTo>
                  <a:lnTo>
                    <a:pt x="505" y="17"/>
                  </a:lnTo>
                  <a:lnTo>
                    <a:pt x="387" y="51"/>
                  </a:lnTo>
                  <a:lnTo>
                    <a:pt x="286" y="118"/>
                  </a:lnTo>
                  <a:lnTo>
                    <a:pt x="185" y="186"/>
                  </a:lnTo>
                  <a:lnTo>
                    <a:pt x="118" y="286"/>
                  </a:lnTo>
                  <a:lnTo>
                    <a:pt x="51" y="387"/>
                  </a:lnTo>
                  <a:lnTo>
                    <a:pt x="17" y="505"/>
                  </a:lnTo>
                  <a:lnTo>
                    <a:pt x="0" y="639"/>
                  </a:lnTo>
                  <a:lnTo>
                    <a:pt x="17" y="774"/>
                  </a:lnTo>
                  <a:lnTo>
                    <a:pt x="51" y="892"/>
                  </a:lnTo>
                  <a:lnTo>
                    <a:pt x="118" y="992"/>
                  </a:lnTo>
                  <a:lnTo>
                    <a:pt x="185" y="1093"/>
                  </a:lnTo>
                  <a:lnTo>
                    <a:pt x="286" y="1161"/>
                  </a:lnTo>
                  <a:lnTo>
                    <a:pt x="387" y="1228"/>
                  </a:lnTo>
                  <a:lnTo>
                    <a:pt x="505" y="1261"/>
                  </a:lnTo>
                  <a:lnTo>
                    <a:pt x="639" y="1278"/>
                  </a:lnTo>
                  <a:lnTo>
                    <a:pt x="774" y="1261"/>
                  </a:lnTo>
                  <a:lnTo>
                    <a:pt x="891" y="1228"/>
                  </a:lnTo>
                  <a:lnTo>
                    <a:pt x="992" y="1161"/>
                  </a:lnTo>
                  <a:lnTo>
                    <a:pt x="1093" y="1093"/>
                  </a:lnTo>
                  <a:lnTo>
                    <a:pt x="1160" y="992"/>
                  </a:lnTo>
                  <a:lnTo>
                    <a:pt x="1228" y="892"/>
                  </a:lnTo>
                  <a:lnTo>
                    <a:pt x="1261" y="774"/>
                  </a:lnTo>
                  <a:lnTo>
                    <a:pt x="1278" y="639"/>
                  </a:lnTo>
                  <a:lnTo>
                    <a:pt x="1261" y="505"/>
                  </a:lnTo>
                  <a:lnTo>
                    <a:pt x="1228" y="387"/>
                  </a:lnTo>
                  <a:lnTo>
                    <a:pt x="1160" y="286"/>
                  </a:lnTo>
                  <a:lnTo>
                    <a:pt x="1093" y="186"/>
                  </a:lnTo>
                  <a:lnTo>
                    <a:pt x="992" y="102"/>
                  </a:lnTo>
                  <a:lnTo>
                    <a:pt x="891" y="51"/>
                  </a:lnTo>
                  <a:lnTo>
                    <a:pt x="757" y="17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5" name="Google Shape;5755;p63"/>
            <p:cNvSpPr/>
            <p:nvPr/>
          </p:nvSpPr>
          <p:spPr>
            <a:xfrm>
              <a:off x="3815450" y="1801950"/>
              <a:ext cx="148375" cy="6750"/>
            </a:xfrm>
            <a:custGeom>
              <a:avLst/>
              <a:gdLst/>
              <a:ahLst/>
              <a:cxnLst/>
              <a:rect l="l" t="t" r="r" b="b"/>
              <a:pathLst>
                <a:path w="5935" h="270" extrusionOk="0">
                  <a:moveTo>
                    <a:pt x="1" y="1"/>
                  </a:moveTo>
                  <a:lnTo>
                    <a:pt x="1" y="270"/>
                  </a:lnTo>
                  <a:lnTo>
                    <a:pt x="5935" y="270"/>
                  </a:lnTo>
                  <a:lnTo>
                    <a:pt x="593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6" name="Google Shape;5756;p63"/>
            <p:cNvSpPr/>
            <p:nvPr/>
          </p:nvSpPr>
          <p:spPr>
            <a:xfrm>
              <a:off x="3815450" y="1815400"/>
              <a:ext cx="84075" cy="6750"/>
            </a:xfrm>
            <a:custGeom>
              <a:avLst/>
              <a:gdLst/>
              <a:ahLst/>
              <a:cxnLst/>
              <a:rect l="l" t="t" r="r" b="b"/>
              <a:pathLst>
                <a:path w="3363" h="270" extrusionOk="0">
                  <a:moveTo>
                    <a:pt x="1" y="1"/>
                  </a:moveTo>
                  <a:lnTo>
                    <a:pt x="1" y="270"/>
                  </a:lnTo>
                  <a:lnTo>
                    <a:pt x="3363" y="270"/>
                  </a:lnTo>
                  <a:lnTo>
                    <a:pt x="336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7" name="Google Shape;5757;p63"/>
            <p:cNvSpPr/>
            <p:nvPr/>
          </p:nvSpPr>
          <p:spPr>
            <a:xfrm>
              <a:off x="2660550" y="2155825"/>
              <a:ext cx="2150975" cy="206800"/>
            </a:xfrm>
            <a:custGeom>
              <a:avLst/>
              <a:gdLst/>
              <a:ahLst/>
              <a:cxnLst/>
              <a:rect l="l" t="t" r="r" b="b"/>
              <a:pathLst>
                <a:path w="86039" h="8272" extrusionOk="0">
                  <a:moveTo>
                    <a:pt x="43019" y="1"/>
                  </a:moveTo>
                  <a:lnTo>
                    <a:pt x="40800" y="18"/>
                  </a:lnTo>
                  <a:lnTo>
                    <a:pt x="38615" y="35"/>
                  </a:lnTo>
                  <a:lnTo>
                    <a:pt x="36463" y="51"/>
                  </a:lnTo>
                  <a:lnTo>
                    <a:pt x="34345" y="85"/>
                  </a:lnTo>
                  <a:lnTo>
                    <a:pt x="32260" y="135"/>
                  </a:lnTo>
                  <a:lnTo>
                    <a:pt x="30226" y="186"/>
                  </a:lnTo>
                  <a:lnTo>
                    <a:pt x="28226" y="253"/>
                  </a:lnTo>
                  <a:lnTo>
                    <a:pt x="26276" y="337"/>
                  </a:lnTo>
                  <a:lnTo>
                    <a:pt x="24376" y="421"/>
                  </a:lnTo>
                  <a:lnTo>
                    <a:pt x="22510" y="505"/>
                  </a:lnTo>
                  <a:lnTo>
                    <a:pt x="20711" y="606"/>
                  </a:lnTo>
                  <a:lnTo>
                    <a:pt x="18963" y="707"/>
                  </a:lnTo>
                  <a:lnTo>
                    <a:pt x="17282" y="825"/>
                  </a:lnTo>
                  <a:lnTo>
                    <a:pt x="15651" y="942"/>
                  </a:lnTo>
                  <a:lnTo>
                    <a:pt x="14088" y="1077"/>
                  </a:lnTo>
                  <a:lnTo>
                    <a:pt x="12591" y="1211"/>
                  </a:lnTo>
                  <a:lnTo>
                    <a:pt x="11179" y="1363"/>
                  </a:lnTo>
                  <a:lnTo>
                    <a:pt x="9818" y="1514"/>
                  </a:lnTo>
                  <a:lnTo>
                    <a:pt x="8540" y="1665"/>
                  </a:lnTo>
                  <a:lnTo>
                    <a:pt x="7346" y="1833"/>
                  </a:lnTo>
                  <a:lnTo>
                    <a:pt x="6220" y="2001"/>
                  </a:lnTo>
                  <a:lnTo>
                    <a:pt x="5195" y="2170"/>
                  </a:lnTo>
                  <a:lnTo>
                    <a:pt x="4236" y="2354"/>
                  </a:lnTo>
                  <a:lnTo>
                    <a:pt x="3379" y="2523"/>
                  </a:lnTo>
                  <a:lnTo>
                    <a:pt x="2606" y="2724"/>
                  </a:lnTo>
                  <a:lnTo>
                    <a:pt x="1933" y="2909"/>
                  </a:lnTo>
                  <a:lnTo>
                    <a:pt x="1362" y="3111"/>
                  </a:lnTo>
                  <a:lnTo>
                    <a:pt x="1110" y="3212"/>
                  </a:lnTo>
                  <a:lnTo>
                    <a:pt x="874" y="3313"/>
                  </a:lnTo>
                  <a:lnTo>
                    <a:pt x="672" y="3414"/>
                  </a:lnTo>
                  <a:lnTo>
                    <a:pt x="488" y="3514"/>
                  </a:lnTo>
                  <a:lnTo>
                    <a:pt x="353" y="3615"/>
                  </a:lnTo>
                  <a:lnTo>
                    <a:pt x="219" y="3716"/>
                  </a:lnTo>
                  <a:lnTo>
                    <a:pt x="118" y="3817"/>
                  </a:lnTo>
                  <a:lnTo>
                    <a:pt x="50" y="3918"/>
                  </a:lnTo>
                  <a:lnTo>
                    <a:pt x="17" y="4036"/>
                  </a:lnTo>
                  <a:lnTo>
                    <a:pt x="0" y="4136"/>
                  </a:lnTo>
                  <a:lnTo>
                    <a:pt x="17" y="4237"/>
                  </a:lnTo>
                  <a:lnTo>
                    <a:pt x="50" y="4355"/>
                  </a:lnTo>
                  <a:lnTo>
                    <a:pt x="118" y="4456"/>
                  </a:lnTo>
                  <a:lnTo>
                    <a:pt x="219" y="4557"/>
                  </a:lnTo>
                  <a:lnTo>
                    <a:pt x="353" y="4658"/>
                  </a:lnTo>
                  <a:lnTo>
                    <a:pt x="488" y="4758"/>
                  </a:lnTo>
                  <a:lnTo>
                    <a:pt x="672" y="4859"/>
                  </a:lnTo>
                  <a:lnTo>
                    <a:pt x="874" y="4960"/>
                  </a:lnTo>
                  <a:lnTo>
                    <a:pt x="1110" y="5061"/>
                  </a:lnTo>
                  <a:lnTo>
                    <a:pt x="1362" y="5162"/>
                  </a:lnTo>
                  <a:lnTo>
                    <a:pt x="1933" y="5364"/>
                  </a:lnTo>
                  <a:lnTo>
                    <a:pt x="2606" y="5549"/>
                  </a:lnTo>
                  <a:lnTo>
                    <a:pt x="3379" y="5750"/>
                  </a:lnTo>
                  <a:lnTo>
                    <a:pt x="4236" y="5918"/>
                  </a:lnTo>
                  <a:lnTo>
                    <a:pt x="5195" y="6103"/>
                  </a:lnTo>
                  <a:lnTo>
                    <a:pt x="6220" y="6271"/>
                  </a:lnTo>
                  <a:lnTo>
                    <a:pt x="7346" y="6440"/>
                  </a:lnTo>
                  <a:lnTo>
                    <a:pt x="8540" y="6608"/>
                  </a:lnTo>
                  <a:lnTo>
                    <a:pt x="9818" y="6759"/>
                  </a:lnTo>
                  <a:lnTo>
                    <a:pt x="11179" y="6910"/>
                  </a:lnTo>
                  <a:lnTo>
                    <a:pt x="12591" y="7062"/>
                  </a:lnTo>
                  <a:lnTo>
                    <a:pt x="14088" y="7196"/>
                  </a:lnTo>
                  <a:lnTo>
                    <a:pt x="15651" y="7331"/>
                  </a:lnTo>
                  <a:lnTo>
                    <a:pt x="17282" y="7448"/>
                  </a:lnTo>
                  <a:lnTo>
                    <a:pt x="18963" y="7566"/>
                  </a:lnTo>
                  <a:lnTo>
                    <a:pt x="20711" y="7667"/>
                  </a:lnTo>
                  <a:lnTo>
                    <a:pt x="22510" y="7768"/>
                  </a:lnTo>
                  <a:lnTo>
                    <a:pt x="24376" y="7852"/>
                  </a:lnTo>
                  <a:lnTo>
                    <a:pt x="26276" y="7936"/>
                  </a:lnTo>
                  <a:lnTo>
                    <a:pt x="28226" y="8020"/>
                  </a:lnTo>
                  <a:lnTo>
                    <a:pt x="30226" y="8087"/>
                  </a:lnTo>
                  <a:lnTo>
                    <a:pt x="32260" y="8137"/>
                  </a:lnTo>
                  <a:lnTo>
                    <a:pt x="34345" y="8188"/>
                  </a:lnTo>
                  <a:lnTo>
                    <a:pt x="36463" y="8222"/>
                  </a:lnTo>
                  <a:lnTo>
                    <a:pt x="38615" y="8238"/>
                  </a:lnTo>
                  <a:lnTo>
                    <a:pt x="40800" y="8255"/>
                  </a:lnTo>
                  <a:lnTo>
                    <a:pt x="43019" y="8272"/>
                  </a:lnTo>
                  <a:lnTo>
                    <a:pt x="45238" y="8255"/>
                  </a:lnTo>
                  <a:lnTo>
                    <a:pt x="47424" y="8238"/>
                  </a:lnTo>
                  <a:lnTo>
                    <a:pt x="49576" y="8222"/>
                  </a:lnTo>
                  <a:lnTo>
                    <a:pt x="51694" y="8188"/>
                  </a:lnTo>
                  <a:lnTo>
                    <a:pt x="53761" y="8137"/>
                  </a:lnTo>
                  <a:lnTo>
                    <a:pt x="55812" y="8087"/>
                  </a:lnTo>
                  <a:lnTo>
                    <a:pt x="57813" y="8020"/>
                  </a:lnTo>
                  <a:lnTo>
                    <a:pt x="59763" y="7936"/>
                  </a:lnTo>
                  <a:lnTo>
                    <a:pt x="61663" y="7852"/>
                  </a:lnTo>
                  <a:lnTo>
                    <a:pt x="63529" y="7768"/>
                  </a:lnTo>
                  <a:lnTo>
                    <a:pt x="65327" y="7667"/>
                  </a:lnTo>
                  <a:lnTo>
                    <a:pt x="67076" y="7566"/>
                  </a:lnTo>
                  <a:lnTo>
                    <a:pt x="68757" y="7448"/>
                  </a:lnTo>
                  <a:lnTo>
                    <a:pt x="70388" y="7331"/>
                  </a:lnTo>
                  <a:lnTo>
                    <a:pt x="71951" y="7196"/>
                  </a:lnTo>
                  <a:lnTo>
                    <a:pt x="73430" y="7062"/>
                  </a:lnTo>
                  <a:lnTo>
                    <a:pt x="74859" y="6910"/>
                  </a:lnTo>
                  <a:lnTo>
                    <a:pt x="76221" y="6759"/>
                  </a:lnTo>
                  <a:lnTo>
                    <a:pt x="77499" y="6608"/>
                  </a:lnTo>
                  <a:lnTo>
                    <a:pt x="78692" y="6440"/>
                  </a:lnTo>
                  <a:lnTo>
                    <a:pt x="79802" y="6271"/>
                  </a:lnTo>
                  <a:lnTo>
                    <a:pt x="80844" y="6103"/>
                  </a:lnTo>
                  <a:lnTo>
                    <a:pt x="81802" y="5918"/>
                  </a:lnTo>
                  <a:lnTo>
                    <a:pt x="82660" y="5750"/>
                  </a:lnTo>
                  <a:lnTo>
                    <a:pt x="83433" y="5549"/>
                  </a:lnTo>
                  <a:lnTo>
                    <a:pt x="84105" y="5364"/>
                  </a:lnTo>
                  <a:lnTo>
                    <a:pt x="84677" y="5162"/>
                  </a:lnTo>
                  <a:lnTo>
                    <a:pt x="84929" y="5061"/>
                  </a:lnTo>
                  <a:lnTo>
                    <a:pt x="85164" y="4960"/>
                  </a:lnTo>
                  <a:lnTo>
                    <a:pt x="85366" y="4859"/>
                  </a:lnTo>
                  <a:lnTo>
                    <a:pt x="85534" y="4758"/>
                  </a:lnTo>
                  <a:lnTo>
                    <a:pt x="85686" y="4658"/>
                  </a:lnTo>
                  <a:lnTo>
                    <a:pt x="85820" y="4557"/>
                  </a:lnTo>
                  <a:lnTo>
                    <a:pt x="85904" y="4456"/>
                  </a:lnTo>
                  <a:lnTo>
                    <a:pt x="85988" y="4355"/>
                  </a:lnTo>
                  <a:lnTo>
                    <a:pt x="86022" y="4237"/>
                  </a:lnTo>
                  <a:lnTo>
                    <a:pt x="86039" y="4136"/>
                  </a:lnTo>
                  <a:lnTo>
                    <a:pt x="86022" y="4036"/>
                  </a:lnTo>
                  <a:lnTo>
                    <a:pt x="85988" y="3918"/>
                  </a:lnTo>
                  <a:lnTo>
                    <a:pt x="85904" y="3817"/>
                  </a:lnTo>
                  <a:lnTo>
                    <a:pt x="85820" y="3716"/>
                  </a:lnTo>
                  <a:lnTo>
                    <a:pt x="85686" y="3615"/>
                  </a:lnTo>
                  <a:lnTo>
                    <a:pt x="85534" y="3514"/>
                  </a:lnTo>
                  <a:lnTo>
                    <a:pt x="85366" y="3414"/>
                  </a:lnTo>
                  <a:lnTo>
                    <a:pt x="85164" y="3313"/>
                  </a:lnTo>
                  <a:lnTo>
                    <a:pt x="84929" y="3212"/>
                  </a:lnTo>
                  <a:lnTo>
                    <a:pt x="84677" y="3111"/>
                  </a:lnTo>
                  <a:lnTo>
                    <a:pt x="84105" y="2909"/>
                  </a:lnTo>
                  <a:lnTo>
                    <a:pt x="83433" y="2724"/>
                  </a:lnTo>
                  <a:lnTo>
                    <a:pt x="82660" y="2523"/>
                  </a:lnTo>
                  <a:lnTo>
                    <a:pt x="81802" y="2354"/>
                  </a:lnTo>
                  <a:lnTo>
                    <a:pt x="80844" y="2170"/>
                  </a:lnTo>
                  <a:lnTo>
                    <a:pt x="79802" y="2001"/>
                  </a:lnTo>
                  <a:lnTo>
                    <a:pt x="78692" y="1833"/>
                  </a:lnTo>
                  <a:lnTo>
                    <a:pt x="77499" y="1665"/>
                  </a:lnTo>
                  <a:lnTo>
                    <a:pt x="76221" y="1514"/>
                  </a:lnTo>
                  <a:lnTo>
                    <a:pt x="74859" y="1363"/>
                  </a:lnTo>
                  <a:lnTo>
                    <a:pt x="73430" y="1211"/>
                  </a:lnTo>
                  <a:lnTo>
                    <a:pt x="71951" y="1077"/>
                  </a:lnTo>
                  <a:lnTo>
                    <a:pt x="70388" y="942"/>
                  </a:lnTo>
                  <a:lnTo>
                    <a:pt x="68757" y="825"/>
                  </a:lnTo>
                  <a:lnTo>
                    <a:pt x="67076" y="707"/>
                  </a:lnTo>
                  <a:lnTo>
                    <a:pt x="65327" y="606"/>
                  </a:lnTo>
                  <a:lnTo>
                    <a:pt x="63529" y="505"/>
                  </a:lnTo>
                  <a:lnTo>
                    <a:pt x="61663" y="421"/>
                  </a:lnTo>
                  <a:lnTo>
                    <a:pt x="59763" y="337"/>
                  </a:lnTo>
                  <a:lnTo>
                    <a:pt x="57813" y="253"/>
                  </a:lnTo>
                  <a:lnTo>
                    <a:pt x="55812" y="186"/>
                  </a:lnTo>
                  <a:lnTo>
                    <a:pt x="53761" y="135"/>
                  </a:lnTo>
                  <a:lnTo>
                    <a:pt x="51694" y="85"/>
                  </a:lnTo>
                  <a:lnTo>
                    <a:pt x="49576" y="51"/>
                  </a:lnTo>
                  <a:lnTo>
                    <a:pt x="47424" y="35"/>
                  </a:lnTo>
                  <a:lnTo>
                    <a:pt x="45238" y="18"/>
                  </a:lnTo>
                  <a:lnTo>
                    <a:pt x="430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8" name="Google Shape;5758;p63"/>
            <p:cNvSpPr/>
            <p:nvPr/>
          </p:nvSpPr>
          <p:spPr>
            <a:xfrm>
              <a:off x="2669375" y="2039425"/>
              <a:ext cx="2133325" cy="5050"/>
            </a:xfrm>
            <a:custGeom>
              <a:avLst/>
              <a:gdLst/>
              <a:ahLst/>
              <a:cxnLst/>
              <a:rect l="l" t="t" r="r" b="b"/>
              <a:pathLst>
                <a:path w="85333" h="202" extrusionOk="0">
                  <a:moveTo>
                    <a:pt x="42666" y="0"/>
                  </a:moveTo>
                  <a:lnTo>
                    <a:pt x="21333" y="34"/>
                  </a:lnTo>
                  <a:lnTo>
                    <a:pt x="10658" y="51"/>
                  </a:lnTo>
                  <a:lnTo>
                    <a:pt x="0" y="101"/>
                  </a:lnTo>
                  <a:lnTo>
                    <a:pt x="10658" y="152"/>
                  </a:lnTo>
                  <a:lnTo>
                    <a:pt x="21333" y="168"/>
                  </a:lnTo>
                  <a:lnTo>
                    <a:pt x="42666" y="202"/>
                  </a:lnTo>
                  <a:lnTo>
                    <a:pt x="63999" y="168"/>
                  </a:lnTo>
                  <a:lnTo>
                    <a:pt x="74658" y="152"/>
                  </a:lnTo>
                  <a:lnTo>
                    <a:pt x="85333" y="101"/>
                  </a:lnTo>
                  <a:lnTo>
                    <a:pt x="74658" y="51"/>
                  </a:lnTo>
                  <a:lnTo>
                    <a:pt x="63999" y="34"/>
                  </a:lnTo>
                  <a:lnTo>
                    <a:pt x="426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9" name="Google Shape;5759;p63"/>
            <p:cNvSpPr/>
            <p:nvPr/>
          </p:nvSpPr>
          <p:spPr>
            <a:xfrm>
              <a:off x="2669375" y="2039425"/>
              <a:ext cx="2133325" cy="5050"/>
            </a:xfrm>
            <a:custGeom>
              <a:avLst/>
              <a:gdLst/>
              <a:ahLst/>
              <a:cxnLst/>
              <a:rect l="l" t="t" r="r" b="b"/>
              <a:pathLst>
                <a:path w="85333" h="202" fill="none" extrusionOk="0">
                  <a:moveTo>
                    <a:pt x="0" y="101"/>
                  </a:moveTo>
                  <a:lnTo>
                    <a:pt x="10658" y="51"/>
                  </a:lnTo>
                  <a:lnTo>
                    <a:pt x="21333" y="34"/>
                  </a:lnTo>
                  <a:lnTo>
                    <a:pt x="42666" y="0"/>
                  </a:lnTo>
                  <a:lnTo>
                    <a:pt x="63999" y="34"/>
                  </a:lnTo>
                  <a:lnTo>
                    <a:pt x="74658" y="51"/>
                  </a:lnTo>
                  <a:lnTo>
                    <a:pt x="85333" y="101"/>
                  </a:lnTo>
                  <a:lnTo>
                    <a:pt x="74658" y="152"/>
                  </a:lnTo>
                  <a:lnTo>
                    <a:pt x="63999" y="168"/>
                  </a:lnTo>
                  <a:lnTo>
                    <a:pt x="42666" y="202"/>
                  </a:lnTo>
                  <a:lnTo>
                    <a:pt x="21333" y="168"/>
                  </a:lnTo>
                  <a:lnTo>
                    <a:pt x="10658" y="152"/>
                  </a:lnTo>
                  <a:lnTo>
                    <a:pt x="0" y="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0" name="Google Shape;5760;p63"/>
            <p:cNvSpPr/>
            <p:nvPr/>
          </p:nvSpPr>
          <p:spPr>
            <a:xfrm>
              <a:off x="3069475" y="277625"/>
              <a:ext cx="1333125" cy="983475"/>
            </a:xfrm>
            <a:custGeom>
              <a:avLst/>
              <a:gdLst/>
              <a:ahLst/>
              <a:cxnLst/>
              <a:rect l="l" t="t" r="r" b="b"/>
              <a:pathLst>
                <a:path w="53325" h="39339" extrusionOk="0">
                  <a:moveTo>
                    <a:pt x="0" y="0"/>
                  </a:moveTo>
                  <a:lnTo>
                    <a:pt x="0" y="39338"/>
                  </a:lnTo>
                  <a:lnTo>
                    <a:pt x="53324" y="39338"/>
                  </a:lnTo>
                  <a:lnTo>
                    <a:pt x="53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1" name="Google Shape;5761;p63"/>
            <p:cNvSpPr/>
            <p:nvPr/>
          </p:nvSpPr>
          <p:spPr>
            <a:xfrm>
              <a:off x="3069475" y="277625"/>
              <a:ext cx="1333125" cy="983475"/>
            </a:xfrm>
            <a:custGeom>
              <a:avLst/>
              <a:gdLst/>
              <a:ahLst/>
              <a:cxnLst/>
              <a:rect l="l" t="t" r="r" b="b"/>
              <a:pathLst>
                <a:path w="53325" h="39339" fill="none" extrusionOk="0">
                  <a:moveTo>
                    <a:pt x="0" y="0"/>
                  </a:moveTo>
                  <a:lnTo>
                    <a:pt x="53324" y="0"/>
                  </a:lnTo>
                  <a:lnTo>
                    <a:pt x="53324" y="39338"/>
                  </a:lnTo>
                  <a:lnTo>
                    <a:pt x="0" y="3933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2" name="Google Shape;5762;p63"/>
            <p:cNvSpPr/>
            <p:nvPr/>
          </p:nvSpPr>
          <p:spPr>
            <a:xfrm>
              <a:off x="4412250" y="274675"/>
              <a:ext cx="5050" cy="704000"/>
            </a:xfrm>
            <a:custGeom>
              <a:avLst/>
              <a:gdLst/>
              <a:ahLst/>
              <a:cxnLst/>
              <a:rect l="l" t="t" r="r" b="b"/>
              <a:pathLst>
                <a:path w="202" h="28160" extrusionOk="0">
                  <a:moveTo>
                    <a:pt x="0" y="1"/>
                  </a:moveTo>
                  <a:lnTo>
                    <a:pt x="0" y="28159"/>
                  </a:lnTo>
                  <a:lnTo>
                    <a:pt x="202" y="28159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3" name="Google Shape;5763;p63"/>
            <p:cNvSpPr/>
            <p:nvPr/>
          </p:nvSpPr>
          <p:spPr>
            <a:xfrm>
              <a:off x="4405525" y="976550"/>
              <a:ext cx="18100" cy="26075"/>
            </a:xfrm>
            <a:custGeom>
              <a:avLst/>
              <a:gdLst/>
              <a:ahLst/>
              <a:cxnLst/>
              <a:rect l="l" t="t" r="r" b="b"/>
              <a:pathLst>
                <a:path w="724" h="1043" extrusionOk="0">
                  <a:moveTo>
                    <a:pt x="185" y="0"/>
                  </a:moveTo>
                  <a:lnTo>
                    <a:pt x="0" y="1042"/>
                  </a:lnTo>
                  <a:lnTo>
                    <a:pt x="723" y="1042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4" name="Google Shape;5764;p63"/>
            <p:cNvSpPr/>
            <p:nvPr/>
          </p:nvSpPr>
          <p:spPr>
            <a:xfrm>
              <a:off x="4430300" y="274675"/>
              <a:ext cx="5075" cy="569925"/>
            </a:xfrm>
            <a:custGeom>
              <a:avLst/>
              <a:gdLst/>
              <a:ahLst/>
              <a:cxnLst/>
              <a:rect l="l" t="t" r="r" b="b"/>
              <a:pathLst>
                <a:path w="203" h="22797" extrusionOk="0">
                  <a:moveTo>
                    <a:pt x="1" y="1"/>
                  </a:moveTo>
                  <a:lnTo>
                    <a:pt x="1" y="22796"/>
                  </a:lnTo>
                  <a:lnTo>
                    <a:pt x="203" y="2279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5" name="Google Shape;5765;p63"/>
            <p:cNvSpPr/>
            <p:nvPr/>
          </p:nvSpPr>
          <p:spPr>
            <a:xfrm>
              <a:off x="4424000" y="837850"/>
              <a:ext cx="18100" cy="26075"/>
            </a:xfrm>
            <a:custGeom>
              <a:avLst/>
              <a:gdLst/>
              <a:ahLst/>
              <a:cxnLst/>
              <a:rect l="l" t="t" r="r" b="b"/>
              <a:pathLst>
                <a:path w="724" h="1043" extrusionOk="0">
                  <a:moveTo>
                    <a:pt x="186" y="0"/>
                  </a:moveTo>
                  <a:lnTo>
                    <a:pt x="1" y="1043"/>
                  </a:lnTo>
                  <a:lnTo>
                    <a:pt x="724" y="1043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6" name="Google Shape;5766;p63"/>
            <p:cNvSpPr/>
            <p:nvPr/>
          </p:nvSpPr>
          <p:spPr>
            <a:xfrm>
              <a:off x="3020725" y="238125"/>
              <a:ext cx="1430625" cy="73150"/>
            </a:xfrm>
            <a:custGeom>
              <a:avLst/>
              <a:gdLst/>
              <a:ahLst/>
              <a:cxnLst/>
              <a:rect l="l" t="t" r="r" b="b"/>
              <a:pathLst>
                <a:path w="57225" h="2926" extrusionOk="0">
                  <a:moveTo>
                    <a:pt x="0" y="0"/>
                  </a:moveTo>
                  <a:lnTo>
                    <a:pt x="0" y="2925"/>
                  </a:lnTo>
                  <a:lnTo>
                    <a:pt x="57225" y="2925"/>
                  </a:lnTo>
                  <a:lnTo>
                    <a:pt x="5722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7" name="Google Shape;5767;p63"/>
            <p:cNvSpPr/>
            <p:nvPr/>
          </p:nvSpPr>
          <p:spPr>
            <a:xfrm>
              <a:off x="3462000" y="403700"/>
              <a:ext cx="548075" cy="12225"/>
            </a:xfrm>
            <a:custGeom>
              <a:avLst/>
              <a:gdLst/>
              <a:ahLst/>
              <a:cxnLst/>
              <a:rect l="l" t="t" r="r" b="b"/>
              <a:pathLst>
                <a:path w="21923" h="489" extrusionOk="0">
                  <a:moveTo>
                    <a:pt x="1" y="1"/>
                  </a:moveTo>
                  <a:lnTo>
                    <a:pt x="1" y="488"/>
                  </a:lnTo>
                  <a:lnTo>
                    <a:pt x="21922" y="488"/>
                  </a:lnTo>
                  <a:lnTo>
                    <a:pt x="2192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8" name="Google Shape;5768;p63"/>
            <p:cNvSpPr/>
            <p:nvPr/>
          </p:nvSpPr>
          <p:spPr>
            <a:xfrm>
              <a:off x="3555725" y="428925"/>
              <a:ext cx="360625" cy="12200"/>
            </a:xfrm>
            <a:custGeom>
              <a:avLst/>
              <a:gdLst/>
              <a:ahLst/>
              <a:cxnLst/>
              <a:rect l="l" t="t" r="r" b="b"/>
              <a:pathLst>
                <a:path w="14425" h="488" extrusionOk="0">
                  <a:moveTo>
                    <a:pt x="0" y="0"/>
                  </a:moveTo>
                  <a:lnTo>
                    <a:pt x="0" y="488"/>
                  </a:lnTo>
                  <a:lnTo>
                    <a:pt x="14424" y="488"/>
                  </a:lnTo>
                  <a:lnTo>
                    <a:pt x="1442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9" name="Google Shape;5769;p63"/>
            <p:cNvSpPr/>
            <p:nvPr/>
          </p:nvSpPr>
          <p:spPr>
            <a:xfrm>
              <a:off x="3770900" y="534400"/>
              <a:ext cx="129475" cy="174875"/>
            </a:xfrm>
            <a:custGeom>
              <a:avLst/>
              <a:gdLst/>
              <a:ahLst/>
              <a:cxnLst/>
              <a:rect l="l" t="t" r="r" b="b"/>
              <a:pathLst>
                <a:path w="5179" h="6995" extrusionOk="0">
                  <a:moveTo>
                    <a:pt x="3497" y="1"/>
                  </a:moveTo>
                  <a:lnTo>
                    <a:pt x="3279" y="18"/>
                  </a:lnTo>
                  <a:lnTo>
                    <a:pt x="3060" y="34"/>
                  </a:lnTo>
                  <a:lnTo>
                    <a:pt x="2842" y="68"/>
                  </a:lnTo>
                  <a:lnTo>
                    <a:pt x="2623" y="118"/>
                  </a:lnTo>
                  <a:lnTo>
                    <a:pt x="2421" y="186"/>
                  </a:lnTo>
                  <a:lnTo>
                    <a:pt x="2203" y="253"/>
                  </a:lnTo>
                  <a:lnTo>
                    <a:pt x="2001" y="337"/>
                  </a:lnTo>
                  <a:lnTo>
                    <a:pt x="1816" y="438"/>
                  </a:lnTo>
                  <a:lnTo>
                    <a:pt x="1514" y="623"/>
                  </a:lnTo>
                  <a:lnTo>
                    <a:pt x="1228" y="841"/>
                  </a:lnTo>
                  <a:lnTo>
                    <a:pt x="976" y="1077"/>
                  </a:lnTo>
                  <a:lnTo>
                    <a:pt x="757" y="1329"/>
                  </a:lnTo>
                  <a:lnTo>
                    <a:pt x="555" y="1615"/>
                  </a:lnTo>
                  <a:lnTo>
                    <a:pt x="387" y="1900"/>
                  </a:lnTo>
                  <a:lnTo>
                    <a:pt x="253" y="2203"/>
                  </a:lnTo>
                  <a:lnTo>
                    <a:pt x="135" y="2522"/>
                  </a:lnTo>
                  <a:lnTo>
                    <a:pt x="68" y="2842"/>
                  </a:lnTo>
                  <a:lnTo>
                    <a:pt x="17" y="3178"/>
                  </a:lnTo>
                  <a:lnTo>
                    <a:pt x="1" y="3514"/>
                  </a:lnTo>
                  <a:lnTo>
                    <a:pt x="17" y="3851"/>
                  </a:lnTo>
                  <a:lnTo>
                    <a:pt x="68" y="4187"/>
                  </a:lnTo>
                  <a:lnTo>
                    <a:pt x="152" y="4523"/>
                  </a:lnTo>
                  <a:lnTo>
                    <a:pt x="270" y="4859"/>
                  </a:lnTo>
                  <a:lnTo>
                    <a:pt x="438" y="5179"/>
                  </a:lnTo>
                  <a:lnTo>
                    <a:pt x="623" y="5481"/>
                  </a:lnTo>
                  <a:lnTo>
                    <a:pt x="841" y="5767"/>
                  </a:lnTo>
                  <a:lnTo>
                    <a:pt x="1076" y="6019"/>
                  </a:lnTo>
                  <a:lnTo>
                    <a:pt x="1329" y="6238"/>
                  </a:lnTo>
                  <a:lnTo>
                    <a:pt x="1598" y="6439"/>
                  </a:lnTo>
                  <a:lnTo>
                    <a:pt x="1900" y="6608"/>
                  </a:lnTo>
                  <a:lnTo>
                    <a:pt x="2203" y="6742"/>
                  </a:lnTo>
                  <a:lnTo>
                    <a:pt x="2522" y="6843"/>
                  </a:lnTo>
                  <a:lnTo>
                    <a:pt x="2842" y="6927"/>
                  </a:lnTo>
                  <a:lnTo>
                    <a:pt x="3178" y="6977"/>
                  </a:lnTo>
                  <a:lnTo>
                    <a:pt x="3514" y="6994"/>
                  </a:lnTo>
                  <a:lnTo>
                    <a:pt x="3850" y="6977"/>
                  </a:lnTo>
                  <a:lnTo>
                    <a:pt x="4187" y="6927"/>
                  </a:lnTo>
                  <a:lnTo>
                    <a:pt x="4523" y="6826"/>
                  </a:lnTo>
                  <a:lnTo>
                    <a:pt x="4859" y="6708"/>
                  </a:lnTo>
                  <a:lnTo>
                    <a:pt x="5178" y="6557"/>
                  </a:lnTo>
                  <a:lnTo>
                    <a:pt x="3497" y="3498"/>
                  </a:lnTo>
                  <a:lnTo>
                    <a:pt x="34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0" name="Google Shape;5770;p63"/>
            <p:cNvSpPr/>
            <p:nvPr/>
          </p:nvSpPr>
          <p:spPr>
            <a:xfrm>
              <a:off x="3858325" y="534400"/>
              <a:ext cx="51725" cy="87450"/>
            </a:xfrm>
            <a:custGeom>
              <a:avLst/>
              <a:gdLst/>
              <a:ahLst/>
              <a:cxnLst/>
              <a:rect l="l" t="t" r="r" b="b"/>
              <a:pathLst>
                <a:path w="2069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2068" y="673"/>
                  </a:lnTo>
                  <a:lnTo>
                    <a:pt x="1833" y="522"/>
                  </a:lnTo>
                  <a:lnTo>
                    <a:pt x="1597" y="387"/>
                  </a:lnTo>
                  <a:lnTo>
                    <a:pt x="1345" y="270"/>
                  </a:lnTo>
                  <a:lnTo>
                    <a:pt x="1076" y="169"/>
                  </a:lnTo>
                  <a:lnTo>
                    <a:pt x="824" y="102"/>
                  </a:lnTo>
                  <a:lnTo>
                    <a:pt x="555" y="51"/>
                  </a:lnTo>
                  <a:lnTo>
                    <a:pt x="269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1" name="Google Shape;5771;p63"/>
            <p:cNvSpPr/>
            <p:nvPr/>
          </p:nvSpPr>
          <p:spPr>
            <a:xfrm>
              <a:off x="3858325" y="551225"/>
              <a:ext cx="87025" cy="129475"/>
            </a:xfrm>
            <a:custGeom>
              <a:avLst/>
              <a:gdLst/>
              <a:ahLst/>
              <a:cxnLst/>
              <a:rect l="l" t="t" r="r" b="b"/>
              <a:pathLst>
                <a:path w="3481" h="5179" extrusionOk="0">
                  <a:moveTo>
                    <a:pt x="2068" y="0"/>
                  </a:moveTo>
                  <a:lnTo>
                    <a:pt x="0" y="2825"/>
                  </a:lnTo>
                  <a:lnTo>
                    <a:pt x="2556" y="5178"/>
                  </a:lnTo>
                  <a:lnTo>
                    <a:pt x="2774" y="4926"/>
                  </a:lnTo>
                  <a:lnTo>
                    <a:pt x="2959" y="4674"/>
                  </a:lnTo>
                  <a:lnTo>
                    <a:pt x="3110" y="4388"/>
                  </a:lnTo>
                  <a:lnTo>
                    <a:pt x="3245" y="4085"/>
                  </a:lnTo>
                  <a:lnTo>
                    <a:pt x="3346" y="3783"/>
                  </a:lnTo>
                  <a:lnTo>
                    <a:pt x="3430" y="3463"/>
                  </a:lnTo>
                  <a:lnTo>
                    <a:pt x="3463" y="3144"/>
                  </a:lnTo>
                  <a:lnTo>
                    <a:pt x="3480" y="2825"/>
                  </a:lnTo>
                  <a:lnTo>
                    <a:pt x="3480" y="2606"/>
                  </a:lnTo>
                  <a:lnTo>
                    <a:pt x="3463" y="2404"/>
                  </a:lnTo>
                  <a:lnTo>
                    <a:pt x="3430" y="2202"/>
                  </a:lnTo>
                  <a:lnTo>
                    <a:pt x="3396" y="2001"/>
                  </a:lnTo>
                  <a:lnTo>
                    <a:pt x="3329" y="1799"/>
                  </a:lnTo>
                  <a:lnTo>
                    <a:pt x="3278" y="1614"/>
                  </a:lnTo>
                  <a:lnTo>
                    <a:pt x="3194" y="1429"/>
                  </a:lnTo>
                  <a:lnTo>
                    <a:pt x="3110" y="1244"/>
                  </a:lnTo>
                  <a:lnTo>
                    <a:pt x="3009" y="1059"/>
                  </a:lnTo>
                  <a:lnTo>
                    <a:pt x="2909" y="891"/>
                  </a:lnTo>
                  <a:lnTo>
                    <a:pt x="2791" y="723"/>
                  </a:lnTo>
                  <a:lnTo>
                    <a:pt x="2656" y="572"/>
                  </a:lnTo>
                  <a:lnTo>
                    <a:pt x="2522" y="421"/>
                  </a:lnTo>
                  <a:lnTo>
                    <a:pt x="2387" y="269"/>
                  </a:lnTo>
                  <a:lnTo>
                    <a:pt x="2219" y="135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2" name="Google Shape;5772;p63"/>
            <p:cNvSpPr/>
            <p:nvPr/>
          </p:nvSpPr>
          <p:spPr>
            <a:xfrm>
              <a:off x="3889850" y="662175"/>
              <a:ext cx="63900" cy="76100"/>
            </a:xfrm>
            <a:custGeom>
              <a:avLst/>
              <a:gdLst/>
              <a:ahLst/>
              <a:cxnLst/>
              <a:rect l="l" t="t" r="r" b="b"/>
              <a:pathLst>
                <a:path w="2556" h="3044" extrusionOk="0">
                  <a:moveTo>
                    <a:pt x="0" y="0"/>
                  </a:moveTo>
                  <a:lnTo>
                    <a:pt x="1681" y="3043"/>
                  </a:lnTo>
                  <a:lnTo>
                    <a:pt x="1917" y="2909"/>
                  </a:lnTo>
                  <a:lnTo>
                    <a:pt x="2135" y="2741"/>
                  </a:lnTo>
                  <a:lnTo>
                    <a:pt x="2354" y="2556"/>
                  </a:lnTo>
                  <a:lnTo>
                    <a:pt x="2555" y="2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3" name="Google Shape;5773;p63"/>
            <p:cNvSpPr/>
            <p:nvPr/>
          </p:nvSpPr>
          <p:spPr>
            <a:xfrm>
              <a:off x="3511600" y="534400"/>
              <a:ext cx="110975" cy="174450"/>
            </a:xfrm>
            <a:custGeom>
              <a:avLst/>
              <a:gdLst/>
              <a:ahLst/>
              <a:cxnLst/>
              <a:rect l="l" t="t" r="r" b="b"/>
              <a:pathLst>
                <a:path w="4439" h="6978" extrusionOk="0">
                  <a:moveTo>
                    <a:pt x="3480" y="1"/>
                  </a:moveTo>
                  <a:lnTo>
                    <a:pt x="3127" y="18"/>
                  </a:lnTo>
                  <a:lnTo>
                    <a:pt x="2791" y="68"/>
                  </a:lnTo>
                  <a:lnTo>
                    <a:pt x="2455" y="152"/>
                  </a:lnTo>
                  <a:lnTo>
                    <a:pt x="2135" y="270"/>
                  </a:lnTo>
                  <a:lnTo>
                    <a:pt x="1816" y="421"/>
                  </a:lnTo>
                  <a:lnTo>
                    <a:pt x="1530" y="589"/>
                  </a:lnTo>
                  <a:lnTo>
                    <a:pt x="1261" y="791"/>
                  </a:lnTo>
                  <a:lnTo>
                    <a:pt x="1026" y="1026"/>
                  </a:lnTo>
                  <a:lnTo>
                    <a:pt x="790" y="1278"/>
                  </a:lnTo>
                  <a:lnTo>
                    <a:pt x="589" y="1547"/>
                  </a:lnTo>
                  <a:lnTo>
                    <a:pt x="420" y="1833"/>
                  </a:lnTo>
                  <a:lnTo>
                    <a:pt x="269" y="2136"/>
                  </a:lnTo>
                  <a:lnTo>
                    <a:pt x="152" y="2455"/>
                  </a:lnTo>
                  <a:lnTo>
                    <a:pt x="67" y="2791"/>
                  </a:lnTo>
                  <a:lnTo>
                    <a:pt x="17" y="3128"/>
                  </a:lnTo>
                  <a:lnTo>
                    <a:pt x="0" y="3498"/>
                  </a:lnTo>
                  <a:lnTo>
                    <a:pt x="17" y="3851"/>
                  </a:lnTo>
                  <a:lnTo>
                    <a:pt x="67" y="4187"/>
                  </a:lnTo>
                  <a:lnTo>
                    <a:pt x="152" y="4523"/>
                  </a:lnTo>
                  <a:lnTo>
                    <a:pt x="269" y="4842"/>
                  </a:lnTo>
                  <a:lnTo>
                    <a:pt x="420" y="5162"/>
                  </a:lnTo>
                  <a:lnTo>
                    <a:pt x="589" y="5448"/>
                  </a:lnTo>
                  <a:lnTo>
                    <a:pt x="790" y="5717"/>
                  </a:lnTo>
                  <a:lnTo>
                    <a:pt x="1026" y="5952"/>
                  </a:lnTo>
                  <a:lnTo>
                    <a:pt x="1261" y="6187"/>
                  </a:lnTo>
                  <a:lnTo>
                    <a:pt x="1530" y="6389"/>
                  </a:lnTo>
                  <a:lnTo>
                    <a:pt x="1816" y="6557"/>
                  </a:lnTo>
                  <a:lnTo>
                    <a:pt x="2135" y="6708"/>
                  </a:lnTo>
                  <a:lnTo>
                    <a:pt x="2455" y="6826"/>
                  </a:lnTo>
                  <a:lnTo>
                    <a:pt x="2791" y="6910"/>
                  </a:lnTo>
                  <a:lnTo>
                    <a:pt x="3127" y="6961"/>
                  </a:lnTo>
                  <a:lnTo>
                    <a:pt x="3480" y="6977"/>
                  </a:lnTo>
                  <a:lnTo>
                    <a:pt x="3480" y="3498"/>
                  </a:lnTo>
                  <a:lnTo>
                    <a:pt x="4438" y="135"/>
                  </a:lnTo>
                  <a:lnTo>
                    <a:pt x="4203" y="68"/>
                  </a:lnTo>
                  <a:lnTo>
                    <a:pt x="3968" y="34"/>
                  </a:lnTo>
                  <a:lnTo>
                    <a:pt x="3732" y="18"/>
                  </a:lnTo>
                  <a:lnTo>
                    <a:pt x="3480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4" name="Google Shape;5774;p63"/>
            <p:cNvSpPr/>
            <p:nvPr/>
          </p:nvSpPr>
          <p:spPr>
            <a:xfrm>
              <a:off x="3598600" y="621825"/>
              <a:ext cx="51700" cy="87025"/>
            </a:xfrm>
            <a:custGeom>
              <a:avLst/>
              <a:gdLst/>
              <a:ahLst/>
              <a:cxnLst/>
              <a:rect l="l" t="t" r="r" b="b"/>
              <a:pathLst>
                <a:path w="2068" h="3481" extrusionOk="0">
                  <a:moveTo>
                    <a:pt x="0" y="1"/>
                  </a:moveTo>
                  <a:lnTo>
                    <a:pt x="0" y="3480"/>
                  </a:lnTo>
                  <a:lnTo>
                    <a:pt x="286" y="3480"/>
                  </a:lnTo>
                  <a:lnTo>
                    <a:pt x="555" y="3447"/>
                  </a:lnTo>
                  <a:lnTo>
                    <a:pt x="824" y="3380"/>
                  </a:lnTo>
                  <a:lnTo>
                    <a:pt x="1093" y="3312"/>
                  </a:lnTo>
                  <a:lnTo>
                    <a:pt x="1345" y="3211"/>
                  </a:lnTo>
                  <a:lnTo>
                    <a:pt x="1597" y="3094"/>
                  </a:lnTo>
                  <a:lnTo>
                    <a:pt x="1849" y="2959"/>
                  </a:lnTo>
                  <a:lnTo>
                    <a:pt x="2068" y="28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5" name="Google Shape;5775;p63"/>
            <p:cNvSpPr/>
            <p:nvPr/>
          </p:nvSpPr>
          <p:spPr>
            <a:xfrm>
              <a:off x="3598600" y="566775"/>
              <a:ext cx="87425" cy="125250"/>
            </a:xfrm>
            <a:custGeom>
              <a:avLst/>
              <a:gdLst/>
              <a:ahLst/>
              <a:cxnLst/>
              <a:rect l="l" t="t" r="r" b="b"/>
              <a:pathLst>
                <a:path w="3497" h="5010" extrusionOk="0">
                  <a:moveTo>
                    <a:pt x="2707" y="0"/>
                  </a:moveTo>
                  <a:lnTo>
                    <a:pt x="0" y="2203"/>
                  </a:lnTo>
                  <a:lnTo>
                    <a:pt x="2068" y="5010"/>
                  </a:lnTo>
                  <a:lnTo>
                    <a:pt x="2236" y="4875"/>
                  </a:lnTo>
                  <a:lnTo>
                    <a:pt x="2387" y="4741"/>
                  </a:lnTo>
                  <a:lnTo>
                    <a:pt x="2522" y="4606"/>
                  </a:lnTo>
                  <a:lnTo>
                    <a:pt x="2673" y="4455"/>
                  </a:lnTo>
                  <a:lnTo>
                    <a:pt x="2791" y="4287"/>
                  </a:lnTo>
                  <a:lnTo>
                    <a:pt x="2908" y="4119"/>
                  </a:lnTo>
                  <a:lnTo>
                    <a:pt x="3009" y="3951"/>
                  </a:lnTo>
                  <a:lnTo>
                    <a:pt x="3110" y="3766"/>
                  </a:lnTo>
                  <a:lnTo>
                    <a:pt x="3194" y="3581"/>
                  </a:lnTo>
                  <a:lnTo>
                    <a:pt x="3278" y="3396"/>
                  </a:lnTo>
                  <a:lnTo>
                    <a:pt x="3345" y="3211"/>
                  </a:lnTo>
                  <a:lnTo>
                    <a:pt x="3396" y="3009"/>
                  </a:lnTo>
                  <a:lnTo>
                    <a:pt x="3430" y="2808"/>
                  </a:lnTo>
                  <a:lnTo>
                    <a:pt x="3463" y="2606"/>
                  </a:lnTo>
                  <a:lnTo>
                    <a:pt x="3480" y="2404"/>
                  </a:lnTo>
                  <a:lnTo>
                    <a:pt x="3497" y="2203"/>
                  </a:lnTo>
                  <a:lnTo>
                    <a:pt x="3480" y="1900"/>
                  </a:lnTo>
                  <a:lnTo>
                    <a:pt x="3446" y="1597"/>
                  </a:lnTo>
                  <a:lnTo>
                    <a:pt x="3379" y="1312"/>
                  </a:lnTo>
                  <a:lnTo>
                    <a:pt x="3295" y="1026"/>
                  </a:lnTo>
                  <a:lnTo>
                    <a:pt x="3177" y="757"/>
                  </a:lnTo>
                  <a:lnTo>
                    <a:pt x="3043" y="488"/>
                  </a:lnTo>
                  <a:lnTo>
                    <a:pt x="2892" y="236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6" name="Google Shape;5776;p63"/>
            <p:cNvSpPr/>
            <p:nvPr/>
          </p:nvSpPr>
          <p:spPr>
            <a:xfrm>
              <a:off x="3617925" y="509600"/>
              <a:ext cx="68100" cy="83675"/>
            </a:xfrm>
            <a:custGeom>
              <a:avLst/>
              <a:gdLst/>
              <a:ahLst/>
              <a:cxnLst/>
              <a:rect l="l" t="t" r="r" b="b"/>
              <a:pathLst>
                <a:path w="2724" h="3347" extrusionOk="0">
                  <a:moveTo>
                    <a:pt x="975" y="1"/>
                  </a:moveTo>
                  <a:lnTo>
                    <a:pt x="0" y="3346"/>
                  </a:lnTo>
                  <a:lnTo>
                    <a:pt x="2724" y="1161"/>
                  </a:lnTo>
                  <a:lnTo>
                    <a:pt x="2539" y="959"/>
                  </a:lnTo>
                  <a:lnTo>
                    <a:pt x="2354" y="774"/>
                  </a:lnTo>
                  <a:lnTo>
                    <a:pt x="2152" y="606"/>
                  </a:lnTo>
                  <a:lnTo>
                    <a:pt x="1934" y="438"/>
                  </a:lnTo>
                  <a:lnTo>
                    <a:pt x="1698" y="304"/>
                  </a:lnTo>
                  <a:lnTo>
                    <a:pt x="1463" y="186"/>
                  </a:lnTo>
                  <a:lnTo>
                    <a:pt x="1228" y="85"/>
                  </a:lnTo>
                  <a:lnTo>
                    <a:pt x="9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7" name="Google Shape;5777;p63"/>
            <p:cNvSpPr/>
            <p:nvPr/>
          </p:nvSpPr>
          <p:spPr>
            <a:xfrm>
              <a:off x="3252275" y="534400"/>
              <a:ext cx="87025" cy="151750"/>
            </a:xfrm>
            <a:custGeom>
              <a:avLst/>
              <a:gdLst/>
              <a:ahLst/>
              <a:cxnLst/>
              <a:rect l="l" t="t" r="r" b="b"/>
              <a:pathLst>
                <a:path w="3481" h="6070" extrusionOk="0">
                  <a:moveTo>
                    <a:pt x="3481" y="1"/>
                  </a:moveTo>
                  <a:lnTo>
                    <a:pt x="3111" y="18"/>
                  </a:lnTo>
                  <a:lnTo>
                    <a:pt x="2758" y="85"/>
                  </a:lnTo>
                  <a:lnTo>
                    <a:pt x="2405" y="169"/>
                  </a:lnTo>
                  <a:lnTo>
                    <a:pt x="2069" y="303"/>
                  </a:lnTo>
                  <a:lnTo>
                    <a:pt x="1749" y="455"/>
                  </a:lnTo>
                  <a:lnTo>
                    <a:pt x="1447" y="656"/>
                  </a:lnTo>
                  <a:lnTo>
                    <a:pt x="1161" y="875"/>
                  </a:lnTo>
                  <a:lnTo>
                    <a:pt x="909" y="1144"/>
                  </a:lnTo>
                  <a:lnTo>
                    <a:pt x="673" y="1413"/>
                  </a:lnTo>
                  <a:lnTo>
                    <a:pt x="488" y="1699"/>
                  </a:lnTo>
                  <a:lnTo>
                    <a:pt x="320" y="2018"/>
                  </a:lnTo>
                  <a:lnTo>
                    <a:pt x="186" y="2321"/>
                  </a:lnTo>
                  <a:lnTo>
                    <a:pt x="85" y="2657"/>
                  </a:lnTo>
                  <a:lnTo>
                    <a:pt x="34" y="2976"/>
                  </a:lnTo>
                  <a:lnTo>
                    <a:pt x="1" y="3313"/>
                  </a:lnTo>
                  <a:lnTo>
                    <a:pt x="1" y="3649"/>
                  </a:lnTo>
                  <a:lnTo>
                    <a:pt x="34" y="3985"/>
                  </a:lnTo>
                  <a:lnTo>
                    <a:pt x="85" y="4321"/>
                  </a:lnTo>
                  <a:lnTo>
                    <a:pt x="186" y="4641"/>
                  </a:lnTo>
                  <a:lnTo>
                    <a:pt x="303" y="4960"/>
                  </a:lnTo>
                  <a:lnTo>
                    <a:pt x="472" y="5263"/>
                  </a:lnTo>
                  <a:lnTo>
                    <a:pt x="656" y="5548"/>
                  </a:lnTo>
                  <a:lnTo>
                    <a:pt x="875" y="5817"/>
                  </a:lnTo>
                  <a:lnTo>
                    <a:pt x="1127" y="6070"/>
                  </a:lnTo>
                  <a:lnTo>
                    <a:pt x="3481" y="3498"/>
                  </a:lnTo>
                  <a:lnTo>
                    <a:pt x="34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8" name="Google Shape;5778;p63"/>
            <p:cNvSpPr/>
            <p:nvPr/>
          </p:nvSpPr>
          <p:spPr>
            <a:xfrm>
              <a:off x="3339275" y="534400"/>
              <a:ext cx="62650" cy="87450"/>
            </a:xfrm>
            <a:custGeom>
              <a:avLst/>
              <a:gdLst/>
              <a:ahLst/>
              <a:cxnLst/>
              <a:rect l="l" t="t" r="r" b="b"/>
              <a:pathLst>
                <a:path w="2506" h="3498" extrusionOk="0">
                  <a:moveTo>
                    <a:pt x="1" y="1"/>
                  </a:moveTo>
                  <a:lnTo>
                    <a:pt x="1" y="3498"/>
                  </a:lnTo>
                  <a:lnTo>
                    <a:pt x="2506" y="1060"/>
                  </a:lnTo>
                  <a:lnTo>
                    <a:pt x="2237" y="808"/>
                  </a:lnTo>
                  <a:lnTo>
                    <a:pt x="1968" y="606"/>
                  </a:lnTo>
                  <a:lnTo>
                    <a:pt x="1665" y="421"/>
                  </a:lnTo>
                  <a:lnTo>
                    <a:pt x="1362" y="270"/>
                  </a:lnTo>
                  <a:lnTo>
                    <a:pt x="1026" y="152"/>
                  </a:lnTo>
                  <a:lnTo>
                    <a:pt x="690" y="68"/>
                  </a:lnTo>
                  <a:lnTo>
                    <a:pt x="354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9" name="Google Shape;5779;p63"/>
            <p:cNvSpPr/>
            <p:nvPr/>
          </p:nvSpPr>
          <p:spPr>
            <a:xfrm>
              <a:off x="3339275" y="560875"/>
              <a:ext cx="87450" cy="128225"/>
            </a:xfrm>
            <a:custGeom>
              <a:avLst/>
              <a:gdLst/>
              <a:ahLst/>
              <a:cxnLst/>
              <a:rect l="l" t="t" r="r" b="b"/>
              <a:pathLst>
                <a:path w="3498" h="5129" extrusionOk="0">
                  <a:moveTo>
                    <a:pt x="2489" y="1"/>
                  </a:moveTo>
                  <a:lnTo>
                    <a:pt x="1" y="2439"/>
                  </a:lnTo>
                  <a:lnTo>
                    <a:pt x="2203" y="5128"/>
                  </a:lnTo>
                  <a:lnTo>
                    <a:pt x="2354" y="5011"/>
                  </a:lnTo>
                  <a:lnTo>
                    <a:pt x="2489" y="4876"/>
                  </a:lnTo>
                  <a:lnTo>
                    <a:pt x="2623" y="4725"/>
                  </a:lnTo>
                  <a:lnTo>
                    <a:pt x="2741" y="4590"/>
                  </a:lnTo>
                  <a:lnTo>
                    <a:pt x="2859" y="4422"/>
                  </a:lnTo>
                  <a:lnTo>
                    <a:pt x="2976" y="4271"/>
                  </a:lnTo>
                  <a:lnTo>
                    <a:pt x="3060" y="4103"/>
                  </a:lnTo>
                  <a:lnTo>
                    <a:pt x="3161" y="3935"/>
                  </a:lnTo>
                  <a:lnTo>
                    <a:pt x="3228" y="3750"/>
                  </a:lnTo>
                  <a:lnTo>
                    <a:pt x="3296" y="3582"/>
                  </a:lnTo>
                  <a:lnTo>
                    <a:pt x="3363" y="3397"/>
                  </a:lnTo>
                  <a:lnTo>
                    <a:pt x="3397" y="3212"/>
                  </a:lnTo>
                  <a:lnTo>
                    <a:pt x="3447" y="3010"/>
                  </a:lnTo>
                  <a:lnTo>
                    <a:pt x="3464" y="2825"/>
                  </a:lnTo>
                  <a:lnTo>
                    <a:pt x="3481" y="2623"/>
                  </a:lnTo>
                  <a:lnTo>
                    <a:pt x="3497" y="2439"/>
                  </a:lnTo>
                  <a:lnTo>
                    <a:pt x="3481" y="2085"/>
                  </a:lnTo>
                  <a:lnTo>
                    <a:pt x="3430" y="1766"/>
                  </a:lnTo>
                  <a:lnTo>
                    <a:pt x="3346" y="1430"/>
                  </a:lnTo>
                  <a:lnTo>
                    <a:pt x="3228" y="1110"/>
                  </a:lnTo>
                  <a:lnTo>
                    <a:pt x="3094" y="808"/>
                  </a:lnTo>
                  <a:lnTo>
                    <a:pt x="2926" y="522"/>
                  </a:lnTo>
                  <a:lnTo>
                    <a:pt x="2724" y="253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0" name="Google Shape;5780;p63"/>
            <p:cNvSpPr/>
            <p:nvPr/>
          </p:nvSpPr>
          <p:spPr>
            <a:xfrm>
              <a:off x="3280450" y="644525"/>
              <a:ext cx="113900" cy="87450"/>
            </a:xfrm>
            <a:custGeom>
              <a:avLst/>
              <a:gdLst/>
              <a:ahLst/>
              <a:cxnLst/>
              <a:rect l="l" t="t" r="r" b="b"/>
              <a:pathLst>
                <a:path w="4556" h="3498" extrusionOk="0">
                  <a:moveTo>
                    <a:pt x="2354" y="0"/>
                  </a:moveTo>
                  <a:lnTo>
                    <a:pt x="0" y="2589"/>
                  </a:lnTo>
                  <a:lnTo>
                    <a:pt x="252" y="2791"/>
                  </a:lnTo>
                  <a:lnTo>
                    <a:pt x="505" y="2959"/>
                  </a:lnTo>
                  <a:lnTo>
                    <a:pt x="790" y="3110"/>
                  </a:lnTo>
                  <a:lnTo>
                    <a:pt x="1059" y="3245"/>
                  </a:lnTo>
                  <a:lnTo>
                    <a:pt x="1362" y="3346"/>
                  </a:lnTo>
                  <a:lnTo>
                    <a:pt x="1648" y="3413"/>
                  </a:lnTo>
                  <a:lnTo>
                    <a:pt x="1950" y="3463"/>
                  </a:lnTo>
                  <a:lnTo>
                    <a:pt x="2253" y="3497"/>
                  </a:lnTo>
                  <a:lnTo>
                    <a:pt x="2555" y="3480"/>
                  </a:lnTo>
                  <a:lnTo>
                    <a:pt x="2858" y="3447"/>
                  </a:lnTo>
                  <a:lnTo>
                    <a:pt x="3161" y="3396"/>
                  </a:lnTo>
                  <a:lnTo>
                    <a:pt x="3463" y="3312"/>
                  </a:lnTo>
                  <a:lnTo>
                    <a:pt x="3749" y="3194"/>
                  </a:lnTo>
                  <a:lnTo>
                    <a:pt x="4035" y="3060"/>
                  </a:lnTo>
                  <a:lnTo>
                    <a:pt x="4304" y="2892"/>
                  </a:lnTo>
                  <a:lnTo>
                    <a:pt x="4556" y="2707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1" name="Google Shape;5781;p63"/>
            <p:cNvSpPr/>
            <p:nvPr/>
          </p:nvSpPr>
          <p:spPr>
            <a:xfrm>
              <a:off x="4030200" y="534400"/>
              <a:ext cx="87450" cy="174450"/>
            </a:xfrm>
            <a:custGeom>
              <a:avLst/>
              <a:gdLst/>
              <a:ahLst/>
              <a:cxnLst/>
              <a:rect l="l" t="t" r="r" b="b"/>
              <a:pathLst>
                <a:path w="3498" h="6978" extrusionOk="0">
                  <a:moveTo>
                    <a:pt x="3498" y="1"/>
                  </a:moveTo>
                  <a:lnTo>
                    <a:pt x="3145" y="18"/>
                  </a:lnTo>
                  <a:lnTo>
                    <a:pt x="2792" y="68"/>
                  </a:lnTo>
                  <a:lnTo>
                    <a:pt x="2455" y="152"/>
                  </a:lnTo>
                  <a:lnTo>
                    <a:pt x="2136" y="270"/>
                  </a:lnTo>
                  <a:lnTo>
                    <a:pt x="1833" y="421"/>
                  </a:lnTo>
                  <a:lnTo>
                    <a:pt x="1548" y="589"/>
                  </a:lnTo>
                  <a:lnTo>
                    <a:pt x="1279" y="791"/>
                  </a:lnTo>
                  <a:lnTo>
                    <a:pt x="1026" y="1026"/>
                  </a:lnTo>
                  <a:lnTo>
                    <a:pt x="808" y="1278"/>
                  </a:lnTo>
                  <a:lnTo>
                    <a:pt x="606" y="1547"/>
                  </a:lnTo>
                  <a:lnTo>
                    <a:pt x="438" y="1833"/>
                  </a:lnTo>
                  <a:lnTo>
                    <a:pt x="287" y="2136"/>
                  </a:lnTo>
                  <a:lnTo>
                    <a:pt x="169" y="2455"/>
                  </a:lnTo>
                  <a:lnTo>
                    <a:pt x="85" y="2791"/>
                  </a:lnTo>
                  <a:lnTo>
                    <a:pt x="35" y="3128"/>
                  </a:lnTo>
                  <a:lnTo>
                    <a:pt x="1" y="3498"/>
                  </a:lnTo>
                  <a:lnTo>
                    <a:pt x="35" y="3851"/>
                  </a:lnTo>
                  <a:lnTo>
                    <a:pt x="85" y="4187"/>
                  </a:lnTo>
                  <a:lnTo>
                    <a:pt x="169" y="4523"/>
                  </a:lnTo>
                  <a:lnTo>
                    <a:pt x="287" y="4842"/>
                  </a:lnTo>
                  <a:lnTo>
                    <a:pt x="438" y="5162"/>
                  </a:lnTo>
                  <a:lnTo>
                    <a:pt x="606" y="5448"/>
                  </a:lnTo>
                  <a:lnTo>
                    <a:pt x="808" y="5717"/>
                  </a:lnTo>
                  <a:lnTo>
                    <a:pt x="1026" y="5952"/>
                  </a:lnTo>
                  <a:lnTo>
                    <a:pt x="1279" y="6187"/>
                  </a:lnTo>
                  <a:lnTo>
                    <a:pt x="1548" y="6389"/>
                  </a:lnTo>
                  <a:lnTo>
                    <a:pt x="1833" y="6557"/>
                  </a:lnTo>
                  <a:lnTo>
                    <a:pt x="2136" y="6708"/>
                  </a:lnTo>
                  <a:lnTo>
                    <a:pt x="2455" y="6826"/>
                  </a:lnTo>
                  <a:lnTo>
                    <a:pt x="2792" y="6910"/>
                  </a:lnTo>
                  <a:lnTo>
                    <a:pt x="3145" y="6961"/>
                  </a:lnTo>
                  <a:lnTo>
                    <a:pt x="3498" y="6977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2" name="Google Shape;5782;p63"/>
            <p:cNvSpPr/>
            <p:nvPr/>
          </p:nvSpPr>
          <p:spPr>
            <a:xfrm>
              <a:off x="4117625" y="534400"/>
              <a:ext cx="22300" cy="87450"/>
            </a:xfrm>
            <a:custGeom>
              <a:avLst/>
              <a:gdLst/>
              <a:ahLst/>
              <a:cxnLst/>
              <a:rect l="l" t="t" r="r" b="b"/>
              <a:pathLst>
                <a:path w="892" h="3498" extrusionOk="0">
                  <a:moveTo>
                    <a:pt x="1" y="1"/>
                  </a:moveTo>
                  <a:lnTo>
                    <a:pt x="1" y="3498"/>
                  </a:lnTo>
                  <a:lnTo>
                    <a:pt x="892" y="118"/>
                  </a:lnTo>
                  <a:lnTo>
                    <a:pt x="673" y="68"/>
                  </a:lnTo>
                  <a:lnTo>
                    <a:pt x="455" y="34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3" name="Google Shape;5783;p63"/>
            <p:cNvSpPr/>
            <p:nvPr/>
          </p:nvSpPr>
          <p:spPr>
            <a:xfrm>
              <a:off x="4132750" y="532300"/>
              <a:ext cx="87450" cy="116450"/>
            </a:xfrm>
            <a:custGeom>
              <a:avLst/>
              <a:gdLst/>
              <a:ahLst/>
              <a:cxnLst/>
              <a:rect l="l" t="t" r="r" b="b"/>
              <a:pathLst>
                <a:path w="3498" h="4658" extrusionOk="0">
                  <a:moveTo>
                    <a:pt x="875" y="1"/>
                  </a:moveTo>
                  <a:lnTo>
                    <a:pt x="1" y="3380"/>
                  </a:lnTo>
                  <a:lnTo>
                    <a:pt x="3245" y="4657"/>
                  </a:lnTo>
                  <a:lnTo>
                    <a:pt x="3346" y="4338"/>
                  </a:lnTo>
                  <a:lnTo>
                    <a:pt x="3430" y="4019"/>
                  </a:lnTo>
                  <a:lnTo>
                    <a:pt x="3481" y="3699"/>
                  </a:lnTo>
                  <a:lnTo>
                    <a:pt x="3498" y="3380"/>
                  </a:lnTo>
                  <a:lnTo>
                    <a:pt x="3481" y="3077"/>
                  </a:lnTo>
                  <a:lnTo>
                    <a:pt x="3447" y="2791"/>
                  </a:lnTo>
                  <a:lnTo>
                    <a:pt x="3380" y="2506"/>
                  </a:lnTo>
                  <a:lnTo>
                    <a:pt x="3296" y="2237"/>
                  </a:lnTo>
                  <a:lnTo>
                    <a:pt x="3195" y="1968"/>
                  </a:lnTo>
                  <a:lnTo>
                    <a:pt x="3077" y="1715"/>
                  </a:lnTo>
                  <a:lnTo>
                    <a:pt x="2926" y="1463"/>
                  </a:lnTo>
                  <a:lnTo>
                    <a:pt x="2758" y="1245"/>
                  </a:lnTo>
                  <a:lnTo>
                    <a:pt x="2573" y="1026"/>
                  </a:lnTo>
                  <a:lnTo>
                    <a:pt x="2388" y="824"/>
                  </a:lnTo>
                  <a:lnTo>
                    <a:pt x="2169" y="640"/>
                  </a:lnTo>
                  <a:lnTo>
                    <a:pt x="1934" y="471"/>
                  </a:lnTo>
                  <a:lnTo>
                    <a:pt x="1699" y="320"/>
                  </a:lnTo>
                  <a:lnTo>
                    <a:pt x="1430" y="186"/>
                  </a:lnTo>
                  <a:lnTo>
                    <a:pt x="1161" y="85"/>
                  </a:lnTo>
                  <a:lnTo>
                    <a:pt x="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4" name="Google Shape;5784;p63"/>
            <p:cNvSpPr/>
            <p:nvPr/>
          </p:nvSpPr>
          <p:spPr>
            <a:xfrm>
              <a:off x="4117625" y="621825"/>
              <a:ext cx="81150" cy="87025"/>
            </a:xfrm>
            <a:custGeom>
              <a:avLst/>
              <a:gdLst/>
              <a:ahLst/>
              <a:cxnLst/>
              <a:rect l="l" t="t" r="r" b="b"/>
              <a:pathLst>
                <a:path w="3246" h="3481" extrusionOk="0">
                  <a:moveTo>
                    <a:pt x="1" y="1"/>
                  </a:moveTo>
                  <a:lnTo>
                    <a:pt x="1" y="3480"/>
                  </a:lnTo>
                  <a:lnTo>
                    <a:pt x="270" y="3464"/>
                  </a:lnTo>
                  <a:lnTo>
                    <a:pt x="539" y="3447"/>
                  </a:lnTo>
                  <a:lnTo>
                    <a:pt x="791" y="3396"/>
                  </a:lnTo>
                  <a:lnTo>
                    <a:pt x="1043" y="3329"/>
                  </a:lnTo>
                  <a:lnTo>
                    <a:pt x="1278" y="3245"/>
                  </a:lnTo>
                  <a:lnTo>
                    <a:pt x="1514" y="3127"/>
                  </a:lnTo>
                  <a:lnTo>
                    <a:pt x="1749" y="3010"/>
                  </a:lnTo>
                  <a:lnTo>
                    <a:pt x="1968" y="2875"/>
                  </a:lnTo>
                  <a:lnTo>
                    <a:pt x="2169" y="2724"/>
                  </a:lnTo>
                  <a:lnTo>
                    <a:pt x="2371" y="2556"/>
                  </a:lnTo>
                  <a:lnTo>
                    <a:pt x="2556" y="2371"/>
                  </a:lnTo>
                  <a:lnTo>
                    <a:pt x="2724" y="2186"/>
                  </a:lnTo>
                  <a:lnTo>
                    <a:pt x="2875" y="1967"/>
                  </a:lnTo>
                  <a:lnTo>
                    <a:pt x="3010" y="1749"/>
                  </a:lnTo>
                  <a:lnTo>
                    <a:pt x="3144" y="1514"/>
                  </a:lnTo>
                  <a:lnTo>
                    <a:pt x="3245" y="12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5" name="Google Shape;5785;p63"/>
            <p:cNvSpPr/>
            <p:nvPr/>
          </p:nvSpPr>
          <p:spPr>
            <a:xfrm>
              <a:off x="3298925" y="760100"/>
              <a:ext cx="102150" cy="10100"/>
            </a:xfrm>
            <a:custGeom>
              <a:avLst/>
              <a:gdLst/>
              <a:ahLst/>
              <a:cxnLst/>
              <a:rect l="l" t="t" r="r" b="b"/>
              <a:pathLst>
                <a:path w="4086" h="404" extrusionOk="0">
                  <a:moveTo>
                    <a:pt x="1" y="0"/>
                  </a:moveTo>
                  <a:lnTo>
                    <a:pt x="1" y="404"/>
                  </a:lnTo>
                  <a:lnTo>
                    <a:pt x="4086" y="404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6" name="Google Shape;5786;p63"/>
            <p:cNvSpPr/>
            <p:nvPr/>
          </p:nvSpPr>
          <p:spPr>
            <a:xfrm>
              <a:off x="3298925" y="780700"/>
              <a:ext cx="67700" cy="9675"/>
            </a:xfrm>
            <a:custGeom>
              <a:avLst/>
              <a:gdLst/>
              <a:ahLst/>
              <a:cxnLst/>
              <a:rect l="l" t="t" r="r" b="b"/>
              <a:pathLst>
                <a:path w="2708" h="387" extrusionOk="0">
                  <a:moveTo>
                    <a:pt x="1" y="0"/>
                  </a:moveTo>
                  <a:lnTo>
                    <a:pt x="1" y="387"/>
                  </a:lnTo>
                  <a:lnTo>
                    <a:pt x="2707" y="387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7" name="Google Shape;5787;p63"/>
            <p:cNvSpPr/>
            <p:nvPr/>
          </p:nvSpPr>
          <p:spPr>
            <a:xfrm>
              <a:off x="3251875" y="760100"/>
              <a:ext cx="30700" cy="30700"/>
            </a:xfrm>
            <a:custGeom>
              <a:avLst/>
              <a:gdLst/>
              <a:ahLst/>
              <a:cxnLst/>
              <a:rect l="l" t="t" r="r" b="b"/>
              <a:pathLst>
                <a:path w="1228" h="1228" extrusionOk="0">
                  <a:moveTo>
                    <a:pt x="0" y="0"/>
                  </a:moveTo>
                  <a:lnTo>
                    <a:pt x="0" y="1228"/>
                  </a:lnTo>
                  <a:lnTo>
                    <a:pt x="1227" y="1228"/>
                  </a:lnTo>
                  <a:lnTo>
                    <a:pt x="12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8" name="Google Shape;5788;p63"/>
            <p:cNvSpPr/>
            <p:nvPr/>
          </p:nvSpPr>
          <p:spPr>
            <a:xfrm>
              <a:off x="3558675" y="760100"/>
              <a:ext cx="101725" cy="10100"/>
            </a:xfrm>
            <a:custGeom>
              <a:avLst/>
              <a:gdLst/>
              <a:ahLst/>
              <a:cxnLst/>
              <a:rect l="l" t="t" r="r" b="b"/>
              <a:pathLst>
                <a:path w="4069" h="404" extrusionOk="0">
                  <a:moveTo>
                    <a:pt x="0" y="0"/>
                  </a:moveTo>
                  <a:lnTo>
                    <a:pt x="0" y="404"/>
                  </a:lnTo>
                  <a:lnTo>
                    <a:pt x="4068" y="404"/>
                  </a:lnTo>
                  <a:lnTo>
                    <a:pt x="406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9" name="Google Shape;5789;p63"/>
            <p:cNvSpPr/>
            <p:nvPr/>
          </p:nvSpPr>
          <p:spPr>
            <a:xfrm>
              <a:off x="3558675" y="780700"/>
              <a:ext cx="67250" cy="9675"/>
            </a:xfrm>
            <a:custGeom>
              <a:avLst/>
              <a:gdLst/>
              <a:ahLst/>
              <a:cxnLst/>
              <a:rect l="l" t="t" r="r" b="b"/>
              <a:pathLst>
                <a:path w="2690" h="387" extrusionOk="0">
                  <a:moveTo>
                    <a:pt x="0" y="0"/>
                  </a:moveTo>
                  <a:lnTo>
                    <a:pt x="0" y="387"/>
                  </a:lnTo>
                  <a:lnTo>
                    <a:pt x="2690" y="38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0" name="Google Shape;5790;p63"/>
            <p:cNvSpPr/>
            <p:nvPr/>
          </p:nvSpPr>
          <p:spPr>
            <a:xfrm>
              <a:off x="3511600" y="760100"/>
              <a:ext cx="30275" cy="30700"/>
            </a:xfrm>
            <a:custGeom>
              <a:avLst/>
              <a:gdLst/>
              <a:ahLst/>
              <a:cxnLst/>
              <a:rect l="l" t="t" r="r" b="b"/>
              <a:pathLst>
                <a:path w="1211" h="1228" extrusionOk="0">
                  <a:moveTo>
                    <a:pt x="0" y="0"/>
                  </a:moveTo>
                  <a:lnTo>
                    <a:pt x="0" y="1228"/>
                  </a:lnTo>
                  <a:lnTo>
                    <a:pt x="1211" y="1228"/>
                  </a:lnTo>
                  <a:lnTo>
                    <a:pt x="1211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1" name="Google Shape;5791;p63"/>
            <p:cNvSpPr/>
            <p:nvPr/>
          </p:nvSpPr>
          <p:spPr>
            <a:xfrm>
              <a:off x="3817975" y="760100"/>
              <a:ext cx="101725" cy="10100"/>
            </a:xfrm>
            <a:custGeom>
              <a:avLst/>
              <a:gdLst/>
              <a:ahLst/>
              <a:cxnLst/>
              <a:rect l="l" t="t" r="r" b="b"/>
              <a:pathLst>
                <a:path w="4069" h="404" extrusionOk="0">
                  <a:moveTo>
                    <a:pt x="0" y="0"/>
                  </a:moveTo>
                  <a:lnTo>
                    <a:pt x="0" y="404"/>
                  </a:lnTo>
                  <a:lnTo>
                    <a:pt x="4069" y="404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2" name="Google Shape;5792;p63"/>
            <p:cNvSpPr/>
            <p:nvPr/>
          </p:nvSpPr>
          <p:spPr>
            <a:xfrm>
              <a:off x="3817975" y="780700"/>
              <a:ext cx="67675" cy="9675"/>
            </a:xfrm>
            <a:custGeom>
              <a:avLst/>
              <a:gdLst/>
              <a:ahLst/>
              <a:cxnLst/>
              <a:rect l="l" t="t" r="r" b="b"/>
              <a:pathLst>
                <a:path w="2707" h="387" extrusionOk="0">
                  <a:moveTo>
                    <a:pt x="0" y="0"/>
                  </a:moveTo>
                  <a:lnTo>
                    <a:pt x="0" y="387"/>
                  </a:lnTo>
                  <a:lnTo>
                    <a:pt x="2707" y="387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3" name="Google Shape;5793;p63"/>
            <p:cNvSpPr/>
            <p:nvPr/>
          </p:nvSpPr>
          <p:spPr>
            <a:xfrm>
              <a:off x="3770900" y="760100"/>
              <a:ext cx="30700" cy="30700"/>
            </a:xfrm>
            <a:custGeom>
              <a:avLst/>
              <a:gdLst/>
              <a:ahLst/>
              <a:cxnLst/>
              <a:rect l="l" t="t" r="r" b="b"/>
              <a:pathLst>
                <a:path w="1228" h="1228" extrusionOk="0">
                  <a:moveTo>
                    <a:pt x="1" y="0"/>
                  </a:moveTo>
                  <a:lnTo>
                    <a:pt x="1" y="1228"/>
                  </a:lnTo>
                  <a:lnTo>
                    <a:pt x="1228" y="1228"/>
                  </a:lnTo>
                  <a:lnTo>
                    <a:pt x="1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4" name="Google Shape;5794;p63"/>
            <p:cNvSpPr/>
            <p:nvPr/>
          </p:nvSpPr>
          <p:spPr>
            <a:xfrm>
              <a:off x="4077275" y="760100"/>
              <a:ext cx="102150" cy="10100"/>
            </a:xfrm>
            <a:custGeom>
              <a:avLst/>
              <a:gdLst/>
              <a:ahLst/>
              <a:cxnLst/>
              <a:rect l="l" t="t" r="r" b="b"/>
              <a:pathLst>
                <a:path w="4086" h="404" extrusionOk="0">
                  <a:moveTo>
                    <a:pt x="1" y="0"/>
                  </a:moveTo>
                  <a:lnTo>
                    <a:pt x="1" y="404"/>
                  </a:lnTo>
                  <a:lnTo>
                    <a:pt x="4086" y="404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5" name="Google Shape;5795;p63"/>
            <p:cNvSpPr/>
            <p:nvPr/>
          </p:nvSpPr>
          <p:spPr>
            <a:xfrm>
              <a:off x="4077275" y="780700"/>
              <a:ext cx="67700" cy="9675"/>
            </a:xfrm>
            <a:custGeom>
              <a:avLst/>
              <a:gdLst/>
              <a:ahLst/>
              <a:cxnLst/>
              <a:rect l="l" t="t" r="r" b="b"/>
              <a:pathLst>
                <a:path w="2708" h="387" extrusionOk="0">
                  <a:moveTo>
                    <a:pt x="1" y="0"/>
                  </a:moveTo>
                  <a:lnTo>
                    <a:pt x="1" y="387"/>
                  </a:lnTo>
                  <a:lnTo>
                    <a:pt x="2707" y="387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6" name="Google Shape;5796;p63"/>
            <p:cNvSpPr/>
            <p:nvPr/>
          </p:nvSpPr>
          <p:spPr>
            <a:xfrm>
              <a:off x="4030625" y="760100"/>
              <a:ext cx="30300" cy="30700"/>
            </a:xfrm>
            <a:custGeom>
              <a:avLst/>
              <a:gdLst/>
              <a:ahLst/>
              <a:cxnLst/>
              <a:rect l="l" t="t" r="r" b="b"/>
              <a:pathLst>
                <a:path w="1212" h="1228" extrusionOk="0">
                  <a:moveTo>
                    <a:pt x="1" y="0"/>
                  </a:moveTo>
                  <a:lnTo>
                    <a:pt x="1" y="1228"/>
                  </a:lnTo>
                  <a:lnTo>
                    <a:pt x="1211" y="1228"/>
                  </a:lnTo>
                  <a:lnTo>
                    <a:pt x="12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7" name="Google Shape;5797;p63"/>
            <p:cNvSpPr/>
            <p:nvPr/>
          </p:nvSpPr>
          <p:spPr>
            <a:xfrm>
              <a:off x="3245150" y="882400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8" name="Google Shape;5798;p63"/>
            <p:cNvSpPr/>
            <p:nvPr/>
          </p:nvSpPr>
          <p:spPr>
            <a:xfrm>
              <a:off x="3245150" y="901300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9" name="Google Shape;5799;p63"/>
            <p:cNvSpPr/>
            <p:nvPr/>
          </p:nvSpPr>
          <p:spPr>
            <a:xfrm>
              <a:off x="3245150" y="920650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0" name="Google Shape;5800;p63"/>
            <p:cNvSpPr/>
            <p:nvPr/>
          </p:nvSpPr>
          <p:spPr>
            <a:xfrm>
              <a:off x="3245150" y="93997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1" name="Google Shape;5801;p63"/>
            <p:cNvSpPr/>
            <p:nvPr/>
          </p:nvSpPr>
          <p:spPr>
            <a:xfrm>
              <a:off x="3245150" y="959300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18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8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2" name="Google Shape;5802;p63"/>
            <p:cNvSpPr/>
            <p:nvPr/>
          </p:nvSpPr>
          <p:spPr>
            <a:xfrm>
              <a:off x="3245150" y="97822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7"/>
                  </a:lnTo>
                  <a:lnTo>
                    <a:pt x="944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3" name="Google Shape;5803;p63"/>
            <p:cNvSpPr/>
            <p:nvPr/>
          </p:nvSpPr>
          <p:spPr>
            <a:xfrm>
              <a:off x="3245150" y="997550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4" name="Google Shape;5804;p63"/>
            <p:cNvSpPr/>
            <p:nvPr/>
          </p:nvSpPr>
          <p:spPr>
            <a:xfrm>
              <a:off x="3245150" y="1016875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18"/>
                  </a:lnTo>
                  <a:lnTo>
                    <a:pt x="9448" y="51"/>
                  </a:lnTo>
                  <a:lnTo>
                    <a:pt x="14155" y="35"/>
                  </a:lnTo>
                  <a:lnTo>
                    <a:pt x="18879" y="18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5" name="Google Shape;5805;p63"/>
            <p:cNvSpPr/>
            <p:nvPr/>
          </p:nvSpPr>
          <p:spPr>
            <a:xfrm>
              <a:off x="3245150" y="103622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6" name="Google Shape;5806;p63"/>
            <p:cNvSpPr/>
            <p:nvPr/>
          </p:nvSpPr>
          <p:spPr>
            <a:xfrm>
              <a:off x="3245150" y="1055125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8"/>
                  </a:lnTo>
                  <a:lnTo>
                    <a:pt x="944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7" name="Google Shape;5807;p63"/>
            <p:cNvSpPr/>
            <p:nvPr/>
          </p:nvSpPr>
          <p:spPr>
            <a:xfrm>
              <a:off x="3245150" y="107447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0"/>
                  </a:lnTo>
                  <a:lnTo>
                    <a:pt x="14155" y="50"/>
                  </a:lnTo>
                  <a:lnTo>
                    <a:pt x="18879" y="34"/>
                  </a:lnTo>
                  <a:lnTo>
                    <a:pt x="14155" y="17"/>
                  </a:lnTo>
                  <a:lnTo>
                    <a:pt x="944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8" name="Google Shape;5808;p63"/>
            <p:cNvSpPr/>
            <p:nvPr/>
          </p:nvSpPr>
          <p:spPr>
            <a:xfrm>
              <a:off x="3245150" y="1093800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9" name="Google Shape;5809;p63"/>
            <p:cNvSpPr/>
            <p:nvPr/>
          </p:nvSpPr>
          <p:spPr>
            <a:xfrm>
              <a:off x="3245150" y="1113125"/>
              <a:ext cx="471975" cy="1300"/>
            </a:xfrm>
            <a:custGeom>
              <a:avLst/>
              <a:gdLst/>
              <a:ahLst/>
              <a:cxnLst/>
              <a:rect l="l" t="t" r="r" b="b"/>
              <a:pathLst>
                <a:path w="18879" h="52" extrusionOk="0">
                  <a:moveTo>
                    <a:pt x="9448" y="1"/>
                  </a:moveTo>
                  <a:lnTo>
                    <a:pt x="0" y="17"/>
                  </a:lnTo>
                  <a:lnTo>
                    <a:pt x="9448" y="51"/>
                  </a:lnTo>
                  <a:lnTo>
                    <a:pt x="14155" y="34"/>
                  </a:lnTo>
                  <a:lnTo>
                    <a:pt x="18879" y="17"/>
                  </a:lnTo>
                  <a:lnTo>
                    <a:pt x="1415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0" name="Google Shape;5810;p63"/>
            <p:cNvSpPr/>
            <p:nvPr/>
          </p:nvSpPr>
          <p:spPr>
            <a:xfrm>
              <a:off x="3245150" y="1132050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17"/>
                  </a:lnTo>
                  <a:lnTo>
                    <a:pt x="944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1" name="Google Shape;5811;p63"/>
            <p:cNvSpPr/>
            <p:nvPr/>
          </p:nvSpPr>
          <p:spPr>
            <a:xfrm>
              <a:off x="3245150" y="1151375"/>
              <a:ext cx="471975" cy="1275"/>
            </a:xfrm>
            <a:custGeom>
              <a:avLst/>
              <a:gdLst/>
              <a:ahLst/>
              <a:cxnLst/>
              <a:rect l="l" t="t" r="r" b="b"/>
              <a:pathLst>
                <a:path w="18879" h="51" extrusionOk="0">
                  <a:moveTo>
                    <a:pt x="9448" y="0"/>
                  </a:moveTo>
                  <a:lnTo>
                    <a:pt x="0" y="34"/>
                  </a:lnTo>
                  <a:lnTo>
                    <a:pt x="9448" y="51"/>
                  </a:lnTo>
                  <a:lnTo>
                    <a:pt x="14155" y="51"/>
                  </a:lnTo>
                  <a:lnTo>
                    <a:pt x="18879" y="34"/>
                  </a:lnTo>
                  <a:lnTo>
                    <a:pt x="1415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2" name="Google Shape;5812;p63"/>
            <p:cNvSpPr/>
            <p:nvPr/>
          </p:nvSpPr>
          <p:spPr>
            <a:xfrm>
              <a:off x="3295150" y="1017300"/>
              <a:ext cx="35750" cy="157225"/>
            </a:xfrm>
            <a:custGeom>
              <a:avLst/>
              <a:gdLst/>
              <a:ahLst/>
              <a:cxnLst/>
              <a:rect l="l" t="t" r="r" b="b"/>
              <a:pathLst>
                <a:path w="1430" h="6289" extrusionOk="0">
                  <a:moveTo>
                    <a:pt x="1" y="1"/>
                  </a:moveTo>
                  <a:lnTo>
                    <a:pt x="1" y="6288"/>
                  </a:lnTo>
                  <a:lnTo>
                    <a:pt x="1430" y="6288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3" name="Google Shape;5813;p63"/>
            <p:cNvSpPr/>
            <p:nvPr/>
          </p:nvSpPr>
          <p:spPr>
            <a:xfrm>
              <a:off x="3361550" y="950900"/>
              <a:ext cx="35750" cy="223625"/>
            </a:xfrm>
            <a:custGeom>
              <a:avLst/>
              <a:gdLst/>
              <a:ahLst/>
              <a:cxnLst/>
              <a:rect l="l" t="t" r="r" b="b"/>
              <a:pathLst>
                <a:path w="1430" h="8945" extrusionOk="0">
                  <a:moveTo>
                    <a:pt x="1" y="1"/>
                  </a:moveTo>
                  <a:lnTo>
                    <a:pt x="1" y="8944"/>
                  </a:lnTo>
                  <a:lnTo>
                    <a:pt x="1430" y="8944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4" name="Google Shape;5814;p63"/>
            <p:cNvSpPr/>
            <p:nvPr/>
          </p:nvSpPr>
          <p:spPr>
            <a:xfrm>
              <a:off x="3427950" y="998825"/>
              <a:ext cx="35750" cy="175700"/>
            </a:xfrm>
            <a:custGeom>
              <a:avLst/>
              <a:gdLst/>
              <a:ahLst/>
              <a:cxnLst/>
              <a:rect l="l" t="t" r="r" b="b"/>
              <a:pathLst>
                <a:path w="1430" h="7028" extrusionOk="0">
                  <a:moveTo>
                    <a:pt x="1" y="0"/>
                  </a:moveTo>
                  <a:lnTo>
                    <a:pt x="1" y="7027"/>
                  </a:lnTo>
                  <a:lnTo>
                    <a:pt x="1430" y="7027"/>
                  </a:lnTo>
                  <a:lnTo>
                    <a:pt x="143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5" name="Google Shape;5815;p63"/>
            <p:cNvSpPr/>
            <p:nvPr/>
          </p:nvSpPr>
          <p:spPr>
            <a:xfrm>
              <a:off x="3494350" y="940400"/>
              <a:ext cx="35750" cy="234125"/>
            </a:xfrm>
            <a:custGeom>
              <a:avLst/>
              <a:gdLst/>
              <a:ahLst/>
              <a:cxnLst/>
              <a:rect l="l" t="t" r="r" b="b"/>
              <a:pathLst>
                <a:path w="1430" h="9365" extrusionOk="0">
                  <a:moveTo>
                    <a:pt x="1" y="0"/>
                  </a:moveTo>
                  <a:lnTo>
                    <a:pt x="1" y="9364"/>
                  </a:lnTo>
                  <a:lnTo>
                    <a:pt x="1430" y="9364"/>
                  </a:lnTo>
                  <a:lnTo>
                    <a:pt x="1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6" name="Google Shape;5816;p63"/>
            <p:cNvSpPr/>
            <p:nvPr/>
          </p:nvSpPr>
          <p:spPr>
            <a:xfrm>
              <a:off x="3560350" y="971925"/>
              <a:ext cx="36175" cy="202600"/>
            </a:xfrm>
            <a:custGeom>
              <a:avLst/>
              <a:gdLst/>
              <a:ahLst/>
              <a:cxnLst/>
              <a:rect l="l" t="t" r="r" b="b"/>
              <a:pathLst>
                <a:path w="1447" h="8104" extrusionOk="0">
                  <a:moveTo>
                    <a:pt x="0" y="0"/>
                  </a:moveTo>
                  <a:lnTo>
                    <a:pt x="0" y="8103"/>
                  </a:lnTo>
                  <a:lnTo>
                    <a:pt x="1446" y="8103"/>
                  </a:lnTo>
                  <a:lnTo>
                    <a:pt x="14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7" name="Google Shape;5817;p63"/>
            <p:cNvSpPr/>
            <p:nvPr/>
          </p:nvSpPr>
          <p:spPr>
            <a:xfrm>
              <a:off x="3626750" y="1086650"/>
              <a:ext cx="35750" cy="87875"/>
            </a:xfrm>
            <a:custGeom>
              <a:avLst/>
              <a:gdLst/>
              <a:ahLst/>
              <a:cxnLst/>
              <a:rect l="l" t="t" r="r" b="b"/>
              <a:pathLst>
                <a:path w="1430" h="3515" extrusionOk="0">
                  <a:moveTo>
                    <a:pt x="0" y="1"/>
                  </a:moveTo>
                  <a:lnTo>
                    <a:pt x="0" y="3514"/>
                  </a:lnTo>
                  <a:lnTo>
                    <a:pt x="1429" y="3514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8" name="Google Shape;5818;p63"/>
            <p:cNvSpPr/>
            <p:nvPr/>
          </p:nvSpPr>
          <p:spPr>
            <a:xfrm>
              <a:off x="3255650" y="869375"/>
              <a:ext cx="461050" cy="307650"/>
            </a:xfrm>
            <a:custGeom>
              <a:avLst/>
              <a:gdLst/>
              <a:ahLst/>
              <a:cxnLst/>
              <a:rect l="l" t="t" r="r" b="b"/>
              <a:pathLst>
                <a:path w="18442" h="12306" extrusionOk="0">
                  <a:moveTo>
                    <a:pt x="101" y="0"/>
                  </a:moveTo>
                  <a:lnTo>
                    <a:pt x="51" y="3060"/>
                  </a:lnTo>
                  <a:lnTo>
                    <a:pt x="34" y="6103"/>
                  </a:lnTo>
                  <a:lnTo>
                    <a:pt x="17" y="9162"/>
                  </a:lnTo>
                  <a:lnTo>
                    <a:pt x="0" y="12205"/>
                  </a:lnTo>
                  <a:lnTo>
                    <a:pt x="0" y="12306"/>
                  </a:lnTo>
                  <a:lnTo>
                    <a:pt x="4691" y="12306"/>
                  </a:lnTo>
                  <a:lnTo>
                    <a:pt x="9280" y="12289"/>
                  </a:lnTo>
                  <a:lnTo>
                    <a:pt x="13869" y="12272"/>
                  </a:lnTo>
                  <a:lnTo>
                    <a:pt x="18442" y="12205"/>
                  </a:lnTo>
                  <a:lnTo>
                    <a:pt x="13869" y="12155"/>
                  </a:lnTo>
                  <a:lnTo>
                    <a:pt x="9280" y="12121"/>
                  </a:lnTo>
                  <a:lnTo>
                    <a:pt x="4691" y="12104"/>
                  </a:lnTo>
                  <a:lnTo>
                    <a:pt x="185" y="12104"/>
                  </a:lnTo>
                  <a:lnTo>
                    <a:pt x="185" y="9145"/>
                  </a:lnTo>
                  <a:lnTo>
                    <a:pt x="168" y="6103"/>
                  </a:lnTo>
                  <a:lnTo>
                    <a:pt x="135" y="3043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9" name="Google Shape;5819;p63"/>
            <p:cNvSpPr/>
            <p:nvPr/>
          </p:nvSpPr>
          <p:spPr>
            <a:xfrm>
              <a:off x="32951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1" y="1"/>
                  </a:moveTo>
                  <a:lnTo>
                    <a:pt x="1" y="135"/>
                  </a:lnTo>
                  <a:lnTo>
                    <a:pt x="1430" y="135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0" name="Google Shape;5820;p63"/>
            <p:cNvSpPr/>
            <p:nvPr/>
          </p:nvSpPr>
          <p:spPr>
            <a:xfrm>
              <a:off x="33615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1" y="1"/>
                  </a:moveTo>
                  <a:lnTo>
                    <a:pt x="1" y="135"/>
                  </a:lnTo>
                  <a:lnTo>
                    <a:pt x="1430" y="135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1" name="Google Shape;5821;p63"/>
            <p:cNvSpPr/>
            <p:nvPr/>
          </p:nvSpPr>
          <p:spPr>
            <a:xfrm>
              <a:off x="34279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1" y="1"/>
                  </a:moveTo>
                  <a:lnTo>
                    <a:pt x="1" y="135"/>
                  </a:lnTo>
                  <a:lnTo>
                    <a:pt x="1430" y="135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2" name="Google Shape;5822;p63"/>
            <p:cNvSpPr/>
            <p:nvPr/>
          </p:nvSpPr>
          <p:spPr>
            <a:xfrm>
              <a:off x="34943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1" y="1"/>
                  </a:moveTo>
                  <a:lnTo>
                    <a:pt x="1" y="135"/>
                  </a:lnTo>
                  <a:lnTo>
                    <a:pt x="1430" y="135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3" name="Google Shape;5823;p63"/>
            <p:cNvSpPr/>
            <p:nvPr/>
          </p:nvSpPr>
          <p:spPr>
            <a:xfrm>
              <a:off x="3560350" y="1190450"/>
              <a:ext cx="36175" cy="3400"/>
            </a:xfrm>
            <a:custGeom>
              <a:avLst/>
              <a:gdLst/>
              <a:ahLst/>
              <a:cxnLst/>
              <a:rect l="l" t="t" r="r" b="b"/>
              <a:pathLst>
                <a:path w="1447" h="136" extrusionOk="0">
                  <a:moveTo>
                    <a:pt x="0" y="1"/>
                  </a:moveTo>
                  <a:lnTo>
                    <a:pt x="0" y="135"/>
                  </a:lnTo>
                  <a:lnTo>
                    <a:pt x="1446" y="135"/>
                  </a:lnTo>
                  <a:lnTo>
                    <a:pt x="1446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4" name="Google Shape;5824;p63"/>
            <p:cNvSpPr/>
            <p:nvPr/>
          </p:nvSpPr>
          <p:spPr>
            <a:xfrm>
              <a:off x="3626750" y="1190450"/>
              <a:ext cx="35750" cy="3400"/>
            </a:xfrm>
            <a:custGeom>
              <a:avLst/>
              <a:gdLst/>
              <a:ahLst/>
              <a:cxnLst/>
              <a:rect l="l" t="t" r="r" b="b"/>
              <a:pathLst>
                <a:path w="1430" h="136" extrusionOk="0">
                  <a:moveTo>
                    <a:pt x="0" y="1"/>
                  </a:moveTo>
                  <a:lnTo>
                    <a:pt x="0" y="135"/>
                  </a:lnTo>
                  <a:lnTo>
                    <a:pt x="1429" y="135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5" name="Google Shape;5825;p63"/>
            <p:cNvSpPr/>
            <p:nvPr/>
          </p:nvSpPr>
          <p:spPr>
            <a:xfrm>
              <a:off x="3823425" y="953850"/>
              <a:ext cx="393825" cy="42875"/>
            </a:xfrm>
            <a:custGeom>
              <a:avLst/>
              <a:gdLst/>
              <a:ahLst/>
              <a:cxnLst/>
              <a:rect l="l" t="t" r="r" b="b"/>
              <a:pathLst>
                <a:path w="15753" h="1715" extrusionOk="0">
                  <a:moveTo>
                    <a:pt x="1" y="0"/>
                  </a:moveTo>
                  <a:lnTo>
                    <a:pt x="1" y="1715"/>
                  </a:lnTo>
                  <a:lnTo>
                    <a:pt x="15753" y="1715"/>
                  </a:lnTo>
                  <a:lnTo>
                    <a:pt x="157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6" name="Google Shape;5826;p63"/>
            <p:cNvSpPr/>
            <p:nvPr/>
          </p:nvSpPr>
          <p:spPr>
            <a:xfrm>
              <a:off x="3837725" y="966025"/>
              <a:ext cx="173175" cy="18525"/>
            </a:xfrm>
            <a:custGeom>
              <a:avLst/>
              <a:gdLst/>
              <a:ahLst/>
              <a:cxnLst/>
              <a:rect l="l" t="t" r="r" b="b"/>
              <a:pathLst>
                <a:path w="6927" h="741" extrusionOk="0">
                  <a:moveTo>
                    <a:pt x="1" y="1"/>
                  </a:moveTo>
                  <a:lnTo>
                    <a:pt x="1" y="740"/>
                  </a:lnTo>
                  <a:lnTo>
                    <a:pt x="6927" y="740"/>
                  </a:lnTo>
                  <a:lnTo>
                    <a:pt x="69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7" name="Google Shape;5827;p63"/>
            <p:cNvSpPr/>
            <p:nvPr/>
          </p:nvSpPr>
          <p:spPr>
            <a:xfrm>
              <a:off x="3758300" y="967300"/>
              <a:ext cx="10100" cy="14725"/>
            </a:xfrm>
            <a:custGeom>
              <a:avLst/>
              <a:gdLst/>
              <a:ahLst/>
              <a:cxnLst/>
              <a:rect l="l" t="t" r="r" b="b"/>
              <a:pathLst>
                <a:path w="404" h="589" extrusionOk="0">
                  <a:moveTo>
                    <a:pt x="202" y="252"/>
                  </a:moveTo>
                  <a:lnTo>
                    <a:pt x="252" y="269"/>
                  </a:lnTo>
                  <a:lnTo>
                    <a:pt x="286" y="286"/>
                  </a:lnTo>
                  <a:lnTo>
                    <a:pt x="303" y="320"/>
                  </a:lnTo>
                  <a:lnTo>
                    <a:pt x="303" y="370"/>
                  </a:lnTo>
                  <a:lnTo>
                    <a:pt x="303" y="404"/>
                  </a:lnTo>
                  <a:lnTo>
                    <a:pt x="286" y="437"/>
                  </a:lnTo>
                  <a:lnTo>
                    <a:pt x="252" y="471"/>
                  </a:lnTo>
                  <a:lnTo>
                    <a:pt x="168" y="471"/>
                  </a:lnTo>
                  <a:lnTo>
                    <a:pt x="118" y="437"/>
                  </a:lnTo>
                  <a:lnTo>
                    <a:pt x="101" y="404"/>
                  </a:lnTo>
                  <a:lnTo>
                    <a:pt x="101" y="370"/>
                  </a:lnTo>
                  <a:lnTo>
                    <a:pt x="101" y="320"/>
                  </a:lnTo>
                  <a:lnTo>
                    <a:pt x="118" y="286"/>
                  </a:lnTo>
                  <a:lnTo>
                    <a:pt x="168" y="269"/>
                  </a:lnTo>
                  <a:lnTo>
                    <a:pt x="202" y="252"/>
                  </a:lnTo>
                  <a:close/>
                  <a:moveTo>
                    <a:pt x="185" y="0"/>
                  </a:moveTo>
                  <a:lnTo>
                    <a:pt x="135" y="34"/>
                  </a:lnTo>
                  <a:lnTo>
                    <a:pt x="68" y="101"/>
                  </a:lnTo>
                  <a:lnTo>
                    <a:pt x="34" y="168"/>
                  </a:lnTo>
                  <a:lnTo>
                    <a:pt x="0" y="252"/>
                  </a:lnTo>
                  <a:lnTo>
                    <a:pt x="0" y="336"/>
                  </a:lnTo>
                  <a:lnTo>
                    <a:pt x="0" y="387"/>
                  </a:lnTo>
                  <a:lnTo>
                    <a:pt x="17" y="471"/>
                  </a:lnTo>
                  <a:lnTo>
                    <a:pt x="68" y="521"/>
                  </a:lnTo>
                  <a:lnTo>
                    <a:pt x="135" y="572"/>
                  </a:lnTo>
                  <a:lnTo>
                    <a:pt x="219" y="589"/>
                  </a:lnTo>
                  <a:lnTo>
                    <a:pt x="286" y="555"/>
                  </a:lnTo>
                  <a:lnTo>
                    <a:pt x="353" y="521"/>
                  </a:lnTo>
                  <a:lnTo>
                    <a:pt x="387" y="454"/>
                  </a:lnTo>
                  <a:lnTo>
                    <a:pt x="404" y="370"/>
                  </a:lnTo>
                  <a:lnTo>
                    <a:pt x="387" y="286"/>
                  </a:lnTo>
                  <a:lnTo>
                    <a:pt x="336" y="236"/>
                  </a:lnTo>
                  <a:lnTo>
                    <a:pt x="269" y="185"/>
                  </a:lnTo>
                  <a:lnTo>
                    <a:pt x="202" y="168"/>
                  </a:lnTo>
                  <a:lnTo>
                    <a:pt x="118" y="185"/>
                  </a:lnTo>
                  <a:lnTo>
                    <a:pt x="135" y="168"/>
                  </a:lnTo>
                  <a:lnTo>
                    <a:pt x="152" y="135"/>
                  </a:lnTo>
                  <a:lnTo>
                    <a:pt x="185" y="118"/>
                  </a:lnTo>
                  <a:lnTo>
                    <a:pt x="219" y="101"/>
                  </a:lnTo>
                  <a:lnTo>
                    <a:pt x="252" y="84"/>
                  </a:lnTo>
                  <a:lnTo>
                    <a:pt x="286" y="67"/>
                  </a:lnTo>
                  <a:lnTo>
                    <a:pt x="303" y="3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8" name="Google Shape;5828;p63"/>
            <p:cNvSpPr/>
            <p:nvPr/>
          </p:nvSpPr>
          <p:spPr>
            <a:xfrm>
              <a:off x="3771325" y="966875"/>
              <a:ext cx="10525" cy="14725"/>
            </a:xfrm>
            <a:custGeom>
              <a:avLst/>
              <a:gdLst/>
              <a:ahLst/>
              <a:cxnLst/>
              <a:rect l="l" t="t" r="r" b="b"/>
              <a:pathLst>
                <a:path w="421" h="589" extrusionOk="0">
                  <a:moveTo>
                    <a:pt x="219" y="101"/>
                  </a:moveTo>
                  <a:lnTo>
                    <a:pt x="269" y="118"/>
                  </a:lnTo>
                  <a:lnTo>
                    <a:pt x="286" y="152"/>
                  </a:lnTo>
                  <a:lnTo>
                    <a:pt x="320" y="219"/>
                  </a:lnTo>
                  <a:lnTo>
                    <a:pt x="337" y="303"/>
                  </a:lnTo>
                  <a:lnTo>
                    <a:pt x="320" y="370"/>
                  </a:lnTo>
                  <a:lnTo>
                    <a:pt x="286" y="437"/>
                  </a:lnTo>
                  <a:lnTo>
                    <a:pt x="269" y="471"/>
                  </a:lnTo>
                  <a:lnTo>
                    <a:pt x="219" y="488"/>
                  </a:lnTo>
                  <a:lnTo>
                    <a:pt x="169" y="471"/>
                  </a:lnTo>
                  <a:lnTo>
                    <a:pt x="135" y="437"/>
                  </a:lnTo>
                  <a:lnTo>
                    <a:pt x="118" y="370"/>
                  </a:lnTo>
                  <a:lnTo>
                    <a:pt x="101" y="303"/>
                  </a:lnTo>
                  <a:lnTo>
                    <a:pt x="118" y="219"/>
                  </a:lnTo>
                  <a:lnTo>
                    <a:pt x="135" y="152"/>
                  </a:lnTo>
                  <a:lnTo>
                    <a:pt x="169" y="118"/>
                  </a:lnTo>
                  <a:lnTo>
                    <a:pt x="219" y="101"/>
                  </a:lnTo>
                  <a:close/>
                  <a:moveTo>
                    <a:pt x="236" y="0"/>
                  </a:moveTo>
                  <a:lnTo>
                    <a:pt x="169" y="17"/>
                  </a:lnTo>
                  <a:lnTo>
                    <a:pt x="118" y="51"/>
                  </a:lnTo>
                  <a:lnTo>
                    <a:pt x="68" y="101"/>
                  </a:lnTo>
                  <a:lnTo>
                    <a:pt x="17" y="185"/>
                  </a:lnTo>
                  <a:lnTo>
                    <a:pt x="0" y="303"/>
                  </a:lnTo>
                  <a:lnTo>
                    <a:pt x="17" y="404"/>
                  </a:lnTo>
                  <a:lnTo>
                    <a:pt x="68" y="505"/>
                  </a:lnTo>
                  <a:lnTo>
                    <a:pt x="101" y="538"/>
                  </a:lnTo>
                  <a:lnTo>
                    <a:pt x="135" y="572"/>
                  </a:lnTo>
                  <a:lnTo>
                    <a:pt x="202" y="589"/>
                  </a:lnTo>
                  <a:lnTo>
                    <a:pt x="269" y="589"/>
                  </a:lnTo>
                  <a:lnTo>
                    <a:pt x="320" y="555"/>
                  </a:lnTo>
                  <a:lnTo>
                    <a:pt x="370" y="505"/>
                  </a:lnTo>
                  <a:lnTo>
                    <a:pt x="404" y="404"/>
                  </a:lnTo>
                  <a:lnTo>
                    <a:pt x="421" y="303"/>
                  </a:lnTo>
                  <a:lnTo>
                    <a:pt x="421" y="185"/>
                  </a:lnTo>
                  <a:lnTo>
                    <a:pt x="370" y="101"/>
                  </a:lnTo>
                  <a:lnTo>
                    <a:pt x="337" y="51"/>
                  </a:lnTo>
                  <a:lnTo>
                    <a:pt x="303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9" name="Google Shape;5829;p63"/>
            <p:cNvSpPr/>
            <p:nvPr/>
          </p:nvSpPr>
          <p:spPr>
            <a:xfrm>
              <a:off x="3786025" y="966875"/>
              <a:ext cx="15575" cy="15150"/>
            </a:xfrm>
            <a:custGeom>
              <a:avLst/>
              <a:gdLst/>
              <a:ahLst/>
              <a:cxnLst/>
              <a:rect l="l" t="t" r="r" b="b"/>
              <a:pathLst>
                <a:path w="623" h="606" extrusionOk="0">
                  <a:moveTo>
                    <a:pt x="135" y="68"/>
                  </a:moveTo>
                  <a:lnTo>
                    <a:pt x="169" y="84"/>
                  </a:lnTo>
                  <a:lnTo>
                    <a:pt x="186" y="101"/>
                  </a:lnTo>
                  <a:lnTo>
                    <a:pt x="203" y="118"/>
                  </a:lnTo>
                  <a:lnTo>
                    <a:pt x="203" y="152"/>
                  </a:lnTo>
                  <a:lnTo>
                    <a:pt x="186" y="202"/>
                  </a:lnTo>
                  <a:lnTo>
                    <a:pt x="169" y="219"/>
                  </a:lnTo>
                  <a:lnTo>
                    <a:pt x="152" y="236"/>
                  </a:lnTo>
                  <a:lnTo>
                    <a:pt x="118" y="219"/>
                  </a:lnTo>
                  <a:lnTo>
                    <a:pt x="102" y="202"/>
                  </a:lnTo>
                  <a:lnTo>
                    <a:pt x="85" y="185"/>
                  </a:lnTo>
                  <a:lnTo>
                    <a:pt x="85" y="152"/>
                  </a:lnTo>
                  <a:lnTo>
                    <a:pt x="102" y="84"/>
                  </a:lnTo>
                  <a:lnTo>
                    <a:pt x="118" y="68"/>
                  </a:lnTo>
                  <a:close/>
                  <a:moveTo>
                    <a:pt x="118" y="0"/>
                  </a:moveTo>
                  <a:lnTo>
                    <a:pt x="68" y="17"/>
                  </a:lnTo>
                  <a:lnTo>
                    <a:pt x="34" y="51"/>
                  </a:lnTo>
                  <a:lnTo>
                    <a:pt x="18" y="101"/>
                  </a:lnTo>
                  <a:lnTo>
                    <a:pt x="1" y="152"/>
                  </a:lnTo>
                  <a:lnTo>
                    <a:pt x="18" y="219"/>
                  </a:lnTo>
                  <a:lnTo>
                    <a:pt x="51" y="253"/>
                  </a:lnTo>
                  <a:lnTo>
                    <a:pt x="85" y="286"/>
                  </a:lnTo>
                  <a:lnTo>
                    <a:pt x="135" y="303"/>
                  </a:lnTo>
                  <a:lnTo>
                    <a:pt x="152" y="303"/>
                  </a:lnTo>
                  <a:lnTo>
                    <a:pt x="203" y="286"/>
                  </a:lnTo>
                  <a:lnTo>
                    <a:pt x="236" y="253"/>
                  </a:lnTo>
                  <a:lnTo>
                    <a:pt x="270" y="202"/>
                  </a:lnTo>
                  <a:lnTo>
                    <a:pt x="270" y="152"/>
                  </a:lnTo>
                  <a:lnTo>
                    <a:pt x="270" y="118"/>
                  </a:lnTo>
                  <a:lnTo>
                    <a:pt x="253" y="68"/>
                  </a:lnTo>
                  <a:lnTo>
                    <a:pt x="219" y="34"/>
                  </a:lnTo>
                  <a:lnTo>
                    <a:pt x="186" y="0"/>
                  </a:lnTo>
                  <a:close/>
                  <a:moveTo>
                    <a:pt x="522" y="370"/>
                  </a:moveTo>
                  <a:lnTo>
                    <a:pt x="539" y="387"/>
                  </a:lnTo>
                  <a:lnTo>
                    <a:pt x="556" y="421"/>
                  </a:lnTo>
                  <a:lnTo>
                    <a:pt x="556" y="437"/>
                  </a:lnTo>
                  <a:lnTo>
                    <a:pt x="539" y="437"/>
                  </a:lnTo>
                  <a:lnTo>
                    <a:pt x="539" y="505"/>
                  </a:lnTo>
                  <a:lnTo>
                    <a:pt x="522" y="522"/>
                  </a:lnTo>
                  <a:lnTo>
                    <a:pt x="488" y="538"/>
                  </a:lnTo>
                  <a:lnTo>
                    <a:pt x="471" y="522"/>
                  </a:lnTo>
                  <a:lnTo>
                    <a:pt x="455" y="505"/>
                  </a:lnTo>
                  <a:lnTo>
                    <a:pt x="438" y="471"/>
                  </a:lnTo>
                  <a:lnTo>
                    <a:pt x="438" y="437"/>
                  </a:lnTo>
                  <a:lnTo>
                    <a:pt x="455" y="387"/>
                  </a:lnTo>
                  <a:lnTo>
                    <a:pt x="471" y="370"/>
                  </a:lnTo>
                  <a:close/>
                  <a:moveTo>
                    <a:pt x="505" y="0"/>
                  </a:moveTo>
                  <a:lnTo>
                    <a:pt x="488" y="17"/>
                  </a:lnTo>
                  <a:lnTo>
                    <a:pt x="102" y="538"/>
                  </a:lnTo>
                  <a:lnTo>
                    <a:pt x="85" y="538"/>
                  </a:lnTo>
                  <a:lnTo>
                    <a:pt x="102" y="555"/>
                  </a:lnTo>
                  <a:lnTo>
                    <a:pt x="118" y="572"/>
                  </a:lnTo>
                  <a:lnTo>
                    <a:pt x="135" y="589"/>
                  </a:lnTo>
                  <a:lnTo>
                    <a:pt x="169" y="572"/>
                  </a:lnTo>
                  <a:lnTo>
                    <a:pt x="539" y="51"/>
                  </a:lnTo>
                  <a:lnTo>
                    <a:pt x="539" y="34"/>
                  </a:lnTo>
                  <a:lnTo>
                    <a:pt x="539" y="17"/>
                  </a:lnTo>
                  <a:lnTo>
                    <a:pt x="505" y="0"/>
                  </a:lnTo>
                  <a:close/>
                  <a:moveTo>
                    <a:pt x="488" y="303"/>
                  </a:moveTo>
                  <a:lnTo>
                    <a:pt x="438" y="320"/>
                  </a:lnTo>
                  <a:lnTo>
                    <a:pt x="387" y="353"/>
                  </a:lnTo>
                  <a:lnTo>
                    <a:pt x="371" y="387"/>
                  </a:lnTo>
                  <a:lnTo>
                    <a:pt x="354" y="437"/>
                  </a:lnTo>
                  <a:lnTo>
                    <a:pt x="354" y="471"/>
                  </a:lnTo>
                  <a:lnTo>
                    <a:pt x="371" y="538"/>
                  </a:lnTo>
                  <a:lnTo>
                    <a:pt x="404" y="572"/>
                  </a:lnTo>
                  <a:lnTo>
                    <a:pt x="455" y="589"/>
                  </a:lnTo>
                  <a:lnTo>
                    <a:pt x="505" y="606"/>
                  </a:lnTo>
                  <a:lnTo>
                    <a:pt x="556" y="589"/>
                  </a:lnTo>
                  <a:lnTo>
                    <a:pt x="606" y="538"/>
                  </a:lnTo>
                  <a:lnTo>
                    <a:pt x="623" y="505"/>
                  </a:lnTo>
                  <a:lnTo>
                    <a:pt x="623" y="437"/>
                  </a:lnTo>
                  <a:lnTo>
                    <a:pt x="623" y="387"/>
                  </a:lnTo>
                  <a:lnTo>
                    <a:pt x="589" y="337"/>
                  </a:lnTo>
                  <a:lnTo>
                    <a:pt x="539" y="30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0" name="Google Shape;5830;p63"/>
            <p:cNvSpPr/>
            <p:nvPr/>
          </p:nvSpPr>
          <p:spPr>
            <a:xfrm>
              <a:off x="3823425" y="890800"/>
              <a:ext cx="393825" cy="42900"/>
            </a:xfrm>
            <a:custGeom>
              <a:avLst/>
              <a:gdLst/>
              <a:ahLst/>
              <a:cxnLst/>
              <a:rect l="l" t="t" r="r" b="b"/>
              <a:pathLst>
                <a:path w="15753" h="1716" extrusionOk="0">
                  <a:moveTo>
                    <a:pt x="1" y="1"/>
                  </a:moveTo>
                  <a:lnTo>
                    <a:pt x="1" y="1715"/>
                  </a:lnTo>
                  <a:lnTo>
                    <a:pt x="15753" y="1715"/>
                  </a:lnTo>
                  <a:lnTo>
                    <a:pt x="157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1" name="Google Shape;5831;p63"/>
            <p:cNvSpPr/>
            <p:nvPr/>
          </p:nvSpPr>
          <p:spPr>
            <a:xfrm>
              <a:off x="3837725" y="903000"/>
              <a:ext cx="85350" cy="18500"/>
            </a:xfrm>
            <a:custGeom>
              <a:avLst/>
              <a:gdLst/>
              <a:ahLst/>
              <a:cxnLst/>
              <a:rect l="l" t="t" r="r" b="b"/>
              <a:pathLst>
                <a:path w="3414" h="740" extrusionOk="0">
                  <a:moveTo>
                    <a:pt x="1" y="0"/>
                  </a:moveTo>
                  <a:lnTo>
                    <a:pt x="1" y="740"/>
                  </a:lnTo>
                  <a:lnTo>
                    <a:pt x="3413" y="740"/>
                  </a:lnTo>
                  <a:lnTo>
                    <a:pt x="34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2" name="Google Shape;5832;p63"/>
            <p:cNvSpPr/>
            <p:nvPr/>
          </p:nvSpPr>
          <p:spPr>
            <a:xfrm>
              <a:off x="3758725" y="904250"/>
              <a:ext cx="8850" cy="14325"/>
            </a:xfrm>
            <a:custGeom>
              <a:avLst/>
              <a:gdLst/>
              <a:ahLst/>
              <a:cxnLst/>
              <a:rect l="l" t="t" r="r" b="b"/>
              <a:pathLst>
                <a:path w="354" h="573" extrusionOk="0">
                  <a:moveTo>
                    <a:pt x="67" y="1"/>
                  </a:moveTo>
                  <a:lnTo>
                    <a:pt x="34" y="17"/>
                  </a:lnTo>
                  <a:lnTo>
                    <a:pt x="17" y="51"/>
                  </a:lnTo>
                  <a:lnTo>
                    <a:pt x="34" y="85"/>
                  </a:lnTo>
                  <a:lnTo>
                    <a:pt x="67" y="101"/>
                  </a:lnTo>
                  <a:lnTo>
                    <a:pt x="202" y="101"/>
                  </a:lnTo>
                  <a:lnTo>
                    <a:pt x="118" y="185"/>
                  </a:lnTo>
                  <a:lnTo>
                    <a:pt x="101" y="219"/>
                  </a:lnTo>
                  <a:lnTo>
                    <a:pt x="118" y="253"/>
                  </a:lnTo>
                  <a:lnTo>
                    <a:pt x="151" y="270"/>
                  </a:lnTo>
                  <a:lnTo>
                    <a:pt x="202" y="270"/>
                  </a:lnTo>
                  <a:lnTo>
                    <a:pt x="235" y="303"/>
                  </a:lnTo>
                  <a:lnTo>
                    <a:pt x="252" y="337"/>
                  </a:lnTo>
                  <a:lnTo>
                    <a:pt x="269" y="370"/>
                  </a:lnTo>
                  <a:lnTo>
                    <a:pt x="252" y="421"/>
                  </a:lnTo>
                  <a:lnTo>
                    <a:pt x="235" y="454"/>
                  </a:lnTo>
                  <a:lnTo>
                    <a:pt x="202" y="471"/>
                  </a:lnTo>
                  <a:lnTo>
                    <a:pt x="151" y="488"/>
                  </a:lnTo>
                  <a:lnTo>
                    <a:pt x="101" y="471"/>
                  </a:lnTo>
                  <a:lnTo>
                    <a:pt x="67" y="454"/>
                  </a:lnTo>
                  <a:lnTo>
                    <a:pt x="34" y="438"/>
                  </a:lnTo>
                  <a:lnTo>
                    <a:pt x="17" y="454"/>
                  </a:lnTo>
                  <a:lnTo>
                    <a:pt x="0" y="488"/>
                  </a:lnTo>
                  <a:lnTo>
                    <a:pt x="17" y="522"/>
                  </a:lnTo>
                  <a:lnTo>
                    <a:pt x="67" y="555"/>
                  </a:lnTo>
                  <a:lnTo>
                    <a:pt x="151" y="572"/>
                  </a:lnTo>
                  <a:lnTo>
                    <a:pt x="235" y="555"/>
                  </a:lnTo>
                  <a:lnTo>
                    <a:pt x="303" y="522"/>
                  </a:lnTo>
                  <a:lnTo>
                    <a:pt x="303" y="505"/>
                  </a:lnTo>
                  <a:lnTo>
                    <a:pt x="336" y="438"/>
                  </a:lnTo>
                  <a:lnTo>
                    <a:pt x="353" y="370"/>
                  </a:lnTo>
                  <a:lnTo>
                    <a:pt x="336" y="286"/>
                  </a:lnTo>
                  <a:lnTo>
                    <a:pt x="303" y="236"/>
                  </a:lnTo>
                  <a:lnTo>
                    <a:pt x="252" y="185"/>
                  </a:lnTo>
                  <a:lnTo>
                    <a:pt x="353" y="85"/>
                  </a:lnTo>
                  <a:lnTo>
                    <a:pt x="353" y="68"/>
                  </a:lnTo>
                  <a:lnTo>
                    <a:pt x="353" y="51"/>
                  </a:lnTo>
                  <a:lnTo>
                    <a:pt x="336" y="17"/>
                  </a:lnTo>
                  <a:lnTo>
                    <a:pt x="3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3" name="Google Shape;5833;p63"/>
            <p:cNvSpPr/>
            <p:nvPr/>
          </p:nvSpPr>
          <p:spPr>
            <a:xfrm>
              <a:off x="3771325" y="904250"/>
              <a:ext cx="10100" cy="14725"/>
            </a:xfrm>
            <a:custGeom>
              <a:avLst/>
              <a:gdLst/>
              <a:ahLst/>
              <a:cxnLst/>
              <a:rect l="l" t="t" r="r" b="b"/>
              <a:pathLst>
                <a:path w="404" h="589" extrusionOk="0">
                  <a:moveTo>
                    <a:pt x="236" y="101"/>
                  </a:moveTo>
                  <a:lnTo>
                    <a:pt x="269" y="152"/>
                  </a:lnTo>
                  <a:lnTo>
                    <a:pt x="303" y="219"/>
                  </a:lnTo>
                  <a:lnTo>
                    <a:pt x="320" y="286"/>
                  </a:lnTo>
                  <a:lnTo>
                    <a:pt x="303" y="286"/>
                  </a:lnTo>
                  <a:lnTo>
                    <a:pt x="303" y="370"/>
                  </a:lnTo>
                  <a:lnTo>
                    <a:pt x="269" y="438"/>
                  </a:lnTo>
                  <a:lnTo>
                    <a:pt x="253" y="471"/>
                  </a:lnTo>
                  <a:lnTo>
                    <a:pt x="202" y="488"/>
                  </a:lnTo>
                  <a:lnTo>
                    <a:pt x="152" y="471"/>
                  </a:lnTo>
                  <a:lnTo>
                    <a:pt x="118" y="438"/>
                  </a:lnTo>
                  <a:lnTo>
                    <a:pt x="101" y="370"/>
                  </a:lnTo>
                  <a:lnTo>
                    <a:pt x="84" y="286"/>
                  </a:lnTo>
                  <a:lnTo>
                    <a:pt x="101" y="219"/>
                  </a:lnTo>
                  <a:lnTo>
                    <a:pt x="118" y="152"/>
                  </a:lnTo>
                  <a:lnTo>
                    <a:pt x="152" y="101"/>
                  </a:lnTo>
                  <a:close/>
                  <a:moveTo>
                    <a:pt x="152" y="1"/>
                  </a:moveTo>
                  <a:lnTo>
                    <a:pt x="84" y="34"/>
                  </a:lnTo>
                  <a:lnTo>
                    <a:pt x="51" y="85"/>
                  </a:lnTo>
                  <a:lnTo>
                    <a:pt x="0" y="185"/>
                  </a:lnTo>
                  <a:lnTo>
                    <a:pt x="0" y="286"/>
                  </a:lnTo>
                  <a:lnTo>
                    <a:pt x="0" y="404"/>
                  </a:lnTo>
                  <a:lnTo>
                    <a:pt x="51" y="488"/>
                  </a:lnTo>
                  <a:lnTo>
                    <a:pt x="84" y="539"/>
                  </a:lnTo>
                  <a:lnTo>
                    <a:pt x="118" y="555"/>
                  </a:lnTo>
                  <a:lnTo>
                    <a:pt x="185" y="589"/>
                  </a:lnTo>
                  <a:lnTo>
                    <a:pt x="253" y="572"/>
                  </a:lnTo>
                  <a:lnTo>
                    <a:pt x="303" y="539"/>
                  </a:lnTo>
                  <a:lnTo>
                    <a:pt x="353" y="488"/>
                  </a:lnTo>
                  <a:lnTo>
                    <a:pt x="387" y="387"/>
                  </a:lnTo>
                  <a:lnTo>
                    <a:pt x="404" y="286"/>
                  </a:lnTo>
                  <a:lnTo>
                    <a:pt x="404" y="185"/>
                  </a:lnTo>
                  <a:lnTo>
                    <a:pt x="353" y="85"/>
                  </a:lnTo>
                  <a:lnTo>
                    <a:pt x="320" y="51"/>
                  </a:lnTo>
                  <a:lnTo>
                    <a:pt x="286" y="17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4" name="Google Shape;5834;p63"/>
            <p:cNvSpPr/>
            <p:nvPr/>
          </p:nvSpPr>
          <p:spPr>
            <a:xfrm>
              <a:off x="3785200" y="904250"/>
              <a:ext cx="15575" cy="14725"/>
            </a:xfrm>
            <a:custGeom>
              <a:avLst/>
              <a:gdLst/>
              <a:ahLst/>
              <a:cxnLst/>
              <a:rect l="l" t="t" r="r" b="b"/>
              <a:pathLst>
                <a:path w="623" h="589" extrusionOk="0">
                  <a:moveTo>
                    <a:pt x="168" y="68"/>
                  </a:moveTo>
                  <a:lnTo>
                    <a:pt x="185" y="85"/>
                  </a:lnTo>
                  <a:lnTo>
                    <a:pt x="202" y="152"/>
                  </a:lnTo>
                  <a:lnTo>
                    <a:pt x="185" y="202"/>
                  </a:lnTo>
                  <a:lnTo>
                    <a:pt x="168" y="219"/>
                  </a:lnTo>
                  <a:lnTo>
                    <a:pt x="118" y="219"/>
                  </a:lnTo>
                  <a:lnTo>
                    <a:pt x="101" y="202"/>
                  </a:lnTo>
                  <a:lnTo>
                    <a:pt x="84" y="135"/>
                  </a:lnTo>
                  <a:lnTo>
                    <a:pt x="101" y="85"/>
                  </a:lnTo>
                  <a:lnTo>
                    <a:pt x="118" y="68"/>
                  </a:lnTo>
                  <a:close/>
                  <a:moveTo>
                    <a:pt x="118" y="1"/>
                  </a:moveTo>
                  <a:lnTo>
                    <a:pt x="67" y="17"/>
                  </a:lnTo>
                  <a:lnTo>
                    <a:pt x="34" y="51"/>
                  </a:lnTo>
                  <a:lnTo>
                    <a:pt x="0" y="85"/>
                  </a:lnTo>
                  <a:lnTo>
                    <a:pt x="0" y="152"/>
                  </a:lnTo>
                  <a:lnTo>
                    <a:pt x="17" y="202"/>
                  </a:lnTo>
                  <a:lnTo>
                    <a:pt x="34" y="253"/>
                  </a:lnTo>
                  <a:lnTo>
                    <a:pt x="84" y="286"/>
                  </a:lnTo>
                  <a:lnTo>
                    <a:pt x="151" y="286"/>
                  </a:lnTo>
                  <a:lnTo>
                    <a:pt x="202" y="270"/>
                  </a:lnTo>
                  <a:lnTo>
                    <a:pt x="236" y="253"/>
                  </a:lnTo>
                  <a:lnTo>
                    <a:pt x="269" y="202"/>
                  </a:lnTo>
                  <a:lnTo>
                    <a:pt x="269" y="152"/>
                  </a:lnTo>
                  <a:lnTo>
                    <a:pt x="269" y="118"/>
                  </a:lnTo>
                  <a:lnTo>
                    <a:pt x="252" y="68"/>
                  </a:lnTo>
                  <a:lnTo>
                    <a:pt x="219" y="17"/>
                  </a:lnTo>
                  <a:lnTo>
                    <a:pt x="168" y="1"/>
                  </a:lnTo>
                  <a:close/>
                  <a:moveTo>
                    <a:pt x="488" y="354"/>
                  </a:moveTo>
                  <a:lnTo>
                    <a:pt x="521" y="370"/>
                  </a:lnTo>
                  <a:lnTo>
                    <a:pt x="538" y="387"/>
                  </a:lnTo>
                  <a:lnTo>
                    <a:pt x="555" y="438"/>
                  </a:lnTo>
                  <a:lnTo>
                    <a:pt x="538" y="505"/>
                  </a:lnTo>
                  <a:lnTo>
                    <a:pt x="521" y="522"/>
                  </a:lnTo>
                  <a:lnTo>
                    <a:pt x="488" y="522"/>
                  </a:lnTo>
                  <a:lnTo>
                    <a:pt x="471" y="505"/>
                  </a:lnTo>
                  <a:lnTo>
                    <a:pt x="437" y="488"/>
                  </a:lnTo>
                  <a:lnTo>
                    <a:pt x="437" y="471"/>
                  </a:lnTo>
                  <a:lnTo>
                    <a:pt x="437" y="438"/>
                  </a:lnTo>
                  <a:lnTo>
                    <a:pt x="454" y="387"/>
                  </a:lnTo>
                  <a:lnTo>
                    <a:pt x="471" y="370"/>
                  </a:lnTo>
                  <a:lnTo>
                    <a:pt x="488" y="354"/>
                  </a:lnTo>
                  <a:close/>
                  <a:moveTo>
                    <a:pt x="504" y="1"/>
                  </a:moveTo>
                  <a:lnTo>
                    <a:pt x="471" y="17"/>
                  </a:lnTo>
                  <a:lnTo>
                    <a:pt x="101" y="522"/>
                  </a:lnTo>
                  <a:lnTo>
                    <a:pt x="101" y="555"/>
                  </a:lnTo>
                  <a:lnTo>
                    <a:pt x="118" y="572"/>
                  </a:lnTo>
                  <a:lnTo>
                    <a:pt x="135" y="589"/>
                  </a:lnTo>
                  <a:lnTo>
                    <a:pt x="168" y="572"/>
                  </a:lnTo>
                  <a:lnTo>
                    <a:pt x="538" y="51"/>
                  </a:lnTo>
                  <a:lnTo>
                    <a:pt x="538" y="34"/>
                  </a:lnTo>
                  <a:lnTo>
                    <a:pt x="538" y="1"/>
                  </a:lnTo>
                  <a:close/>
                  <a:moveTo>
                    <a:pt x="471" y="286"/>
                  </a:moveTo>
                  <a:lnTo>
                    <a:pt x="420" y="303"/>
                  </a:lnTo>
                  <a:lnTo>
                    <a:pt x="387" y="337"/>
                  </a:lnTo>
                  <a:lnTo>
                    <a:pt x="353" y="387"/>
                  </a:lnTo>
                  <a:lnTo>
                    <a:pt x="353" y="438"/>
                  </a:lnTo>
                  <a:lnTo>
                    <a:pt x="353" y="471"/>
                  </a:lnTo>
                  <a:lnTo>
                    <a:pt x="370" y="522"/>
                  </a:lnTo>
                  <a:lnTo>
                    <a:pt x="404" y="555"/>
                  </a:lnTo>
                  <a:lnTo>
                    <a:pt x="454" y="589"/>
                  </a:lnTo>
                  <a:lnTo>
                    <a:pt x="504" y="589"/>
                  </a:lnTo>
                  <a:lnTo>
                    <a:pt x="555" y="572"/>
                  </a:lnTo>
                  <a:lnTo>
                    <a:pt x="605" y="539"/>
                  </a:lnTo>
                  <a:lnTo>
                    <a:pt x="622" y="488"/>
                  </a:lnTo>
                  <a:lnTo>
                    <a:pt x="622" y="438"/>
                  </a:lnTo>
                  <a:lnTo>
                    <a:pt x="622" y="404"/>
                  </a:lnTo>
                  <a:lnTo>
                    <a:pt x="605" y="354"/>
                  </a:lnTo>
                  <a:lnTo>
                    <a:pt x="572" y="320"/>
                  </a:lnTo>
                  <a:lnTo>
                    <a:pt x="521" y="2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5" name="Google Shape;5835;p63"/>
            <p:cNvSpPr/>
            <p:nvPr/>
          </p:nvSpPr>
          <p:spPr>
            <a:xfrm>
              <a:off x="3823425" y="1142125"/>
              <a:ext cx="393825" cy="42900"/>
            </a:xfrm>
            <a:custGeom>
              <a:avLst/>
              <a:gdLst/>
              <a:ahLst/>
              <a:cxnLst/>
              <a:rect l="l" t="t" r="r" b="b"/>
              <a:pathLst>
                <a:path w="15753" h="1716" extrusionOk="0">
                  <a:moveTo>
                    <a:pt x="1" y="1"/>
                  </a:moveTo>
                  <a:lnTo>
                    <a:pt x="1" y="1715"/>
                  </a:lnTo>
                  <a:lnTo>
                    <a:pt x="15753" y="1715"/>
                  </a:lnTo>
                  <a:lnTo>
                    <a:pt x="157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6" name="Google Shape;5836;p63"/>
            <p:cNvSpPr/>
            <p:nvPr/>
          </p:nvSpPr>
          <p:spPr>
            <a:xfrm>
              <a:off x="3837725" y="1154325"/>
              <a:ext cx="295475" cy="18500"/>
            </a:xfrm>
            <a:custGeom>
              <a:avLst/>
              <a:gdLst/>
              <a:ahLst/>
              <a:cxnLst/>
              <a:rect l="l" t="t" r="r" b="b"/>
              <a:pathLst>
                <a:path w="11819" h="740" extrusionOk="0">
                  <a:moveTo>
                    <a:pt x="1" y="0"/>
                  </a:moveTo>
                  <a:lnTo>
                    <a:pt x="1" y="740"/>
                  </a:lnTo>
                  <a:lnTo>
                    <a:pt x="11819" y="740"/>
                  </a:lnTo>
                  <a:lnTo>
                    <a:pt x="118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7" name="Google Shape;5837;p63"/>
            <p:cNvSpPr/>
            <p:nvPr/>
          </p:nvSpPr>
          <p:spPr>
            <a:xfrm>
              <a:off x="3758300" y="1155150"/>
              <a:ext cx="10100" cy="14750"/>
            </a:xfrm>
            <a:custGeom>
              <a:avLst/>
              <a:gdLst/>
              <a:ahLst/>
              <a:cxnLst/>
              <a:rect l="l" t="t" r="r" b="b"/>
              <a:pathLst>
                <a:path w="404" h="590" extrusionOk="0">
                  <a:moveTo>
                    <a:pt x="202" y="102"/>
                  </a:moveTo>
                  <a:lnTo>
                    <a:pt x="252" y="118"/>
                  </a:lnTo>
                  <a:lnTo>
                    <a:pt x="286" y="135"/>
                  </a:lnTo>
                  <a:lnTo>
                    <a:pt x="303" y="169"/>
                  </a:lnTo>
                  <a:lnTo>
                    <a:pt x="303" y="219"/>
                  </a:lnTo>
                  <a:lnTo>
                    <a:pt x="303" y="253"/>
                  </a:lnTo>
                  <a:lnTo>
                    <a:pt x="286" y="287"/>
                  </a:lnTo>
                  <a:lnTo>
                    <a:pt x="252" y="303"/>
                  </a:lnTo>
                  <a:lnTo>
                    <a:pt x="202" y="320"/>
                  </a:lnTo>
                  <a:lnTo>
                    <a:pt x="168" y="303"/>
                  </a:lnTo>
                  <a:lnTo>
                    <a:pt x="118" y="287"/>
                  </a:lnTo>
                  <a:lnTo>
                    <a:pt x="101" y="253"/>
                  </a:lnTo>
                  <a:lnTo>
                    <a:pt x="101" y="219"/>
                  </a:lnTo>
                  <a:lnTo>
                    <a:pt x="101" y="169"/>
                  </a:lnTo>
                  <a:lnTo>
                    <a:pt x="118" y="135"/>
                  </a:lnTo>
                  <a:lnTo>
                    <a:pt x="168" y="118"/>
                  </a:lnTo>
                  <a:lnTo>
                    <a:pt x="202" y="102"/>
                  </a:lnTo>
                  <a:close/>
                  <a:moveTo>
                    <a:pt x="202" y="1"/>
                  </a:moveTo>
                  <a:lnTo>
                    <a:pt x="118" y="18"/>
                  </a:lnTo>
                  <a:lnTo>
                    <a:pt x="51" y="68"/>
                  </a:lnTo>
                  <a:lnTo>
                    <a:pt x="17" y="135"/>
                  </a:lnTo>
                  <a:lnTo>
                    <a:pt x="0" y="219"/>
                  </a:lnTo>
                  <a:lnTo>
                    <a:pt x="17" y="287"/>
                  </a:lnTo>
                  <a:lnTo>
                    <a:pt x="68" y="354"/>
                  </a:lnTo>
                  <a:lnTo>
                    <a:pt x="135" y="387"/>
                  </a:lnTo>
                  <a:lnTo>
                    <a:pt x="202" y="404"/>
                  </a:lnTo>
                  <a:lnTo>
                    <a:pt x="286" y="387"/>
                  </a:lnTo>
                  <a:lnTo>
                    <a:pt x="269" y="421"/>
                  </a:lnTo>
                  <a:lnTo>
                    <a:pt x="219" y="471"/>
                  </a:lnTo>
                  <a:lnTo>
                    <a:pt x="185" y="488"/>
                  </a:lnTo>
                  <a:lnTo>
                    <a:pt x="152" y="488"/>
                  </a:lnTo>
                  <a:lnTo>
                    <a:pt x="118" y="505"/>
                  </a:lnTo>
                  <a:lnTo>
                    <a:pt x="101" y="539"/>
                  </a:lnTo>
                  <a:lnTo>
                    <a:pt x="118" y="572"/>
                  </a:lnTo>
                  <a:lnTo>
                    <a:pt x="152" y="589"/>
                  </a:lnTo>
                  <a:lnTo>
                    <a:pt x="219" y="572"/>
                  </a:lnTo>
                  <a:lnTo>
                    <a:pt x="269" y="539"/>
                  </a:lnTo>
                  <a:lnTo>
                    <a:pt x="336" y="488"/>
                  </a:lnTo>
                  <a:lnTo>
                    <a:pt x="370" y="404"/>
                  </a:lnTo>
                  <a:lnTo>
                    <a:pt x="404" y="320"/>
                  </a:lnTo>
                  <a:lnTo>
                    <a:pt x="404" y="236"/>
                  </a:lnTo>
                  <a:lnTo>
                    <a:pt x="404" y="186"/>
                  </a:lnTo>
                  <a:lnTo>
                    <a:pt x="387" y="118"/>
                  </a:lnTo>
                  <a:lnTo>
                    <a:pt x="336" y="51"/>
                  </a:lnTo>
                  <a:lnTo>
                    <a:pt x="269" y="1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8" name="Google Shape;5838;p63"/>
            <p:cNvSpPr/>
            <p:nvPr/>
          </p:nvSpPr>
          <p:spPr>
            <a:xfrm>
              <a:off x="3771325" y="1155575"/>
              <a:ext cx="10525" cy="14325"/>
            </a:xfrm>
            <a:custGeom>
              <a:avLst/>
              <a:gdLst/>
              <a:ahLst/>
              <a:cxnLst/>
              <a:rect l="l" t="t" r="r" b="b"/>
              <a:pathLst>
                <a:path w="421" h="573" extrusionOk="0">
                  <a:moveTo>
                    <a:pt x="219" y="85"/>
                  </a:moveTo>
                  <a:lnTo>
                    <a:pt x="253" y="101"/>
                  </a:lnTo>
                  <a:lnTo>
                    <a:pt x="286" y="135"/>
                  </a:lnTo>
                  <a:lnTo>
                    <a:pt x="320" y="202"/>
                  </a:lnTo>
                  <a:lnTo>
                    <a:pt x="337" y="286"/>
                  </a:lnTo>
                  <a:lnTo>
                    <a:pt x="320" y="354"/>
                  </a:lnTo>
                  <a:lnTo>
                    <a:pt x="286" y="421"/>
                  </a:lnTo>
                  <a:lnTo>
                    <a:pt x="269" y="471"/>
                  </a:lnTo>
                  <a:lnTo>
                    <a:pt x="219" y="488"/>
                  </a:lnTo>
                  <a:lnTo>
                    <a:pt x="169" y="471"/>
                  </a:lnTo>
                  <a:lnTo>
                    <a:pt x="135" y="421"/>
                  </a:lnTo>
                  <a:lnTo>
                    <a:pt x="118" y="354"/>
                  </a:lnTo>
                  <a:lnTo>
                    <a:pt x="101" y="286"/>
                  </a:lnTo>
                  <a:lnTo>
                    <a:pt x="118" y="202"/>
                  </a:lnTo>
                  <a:lnTo>
                    <a:pt x="135" y="135"/>
                  </a:lnTo>
                  <a:lnTo>
                    <a:pt x="185" y="101"/>
                  </a:lnTo>
                  <a:lnTo>
                    <a:pt x="219" y="85"/>
                  </a:lnTo>
                  <a:close/>
                  <a:moveTo>
                    <a:pt x="169" y="1"/>
                  </a:moveTo>
                  <a:lnTo>
                    <a:pt x="101" y="34"/>
                  </a:lnTo>
                  <a:lnTo>
                    <a:pt x="68" y="85"/>
                  </a:lnTo>
                  <a:lnTo>
                    <a:pt x="17" y="185"/>
                  </a:lnTo>
                  <a:lnTo>
                    <a:pt x="0" y="286"/>
                  </a:lnTo>
                  <a:lnTo>
                    <a:pt x="17" y="387"/>
                  </a:lnTo>
                  <a:lnTo>
                    <a:pt x="68" y="488"/>
                  </a:lnTo>
                  <a:lnTo>
                    <a:pt x="101" y="522"/>
                  </a:lnTo>
                  <a:lnTo>
                    <a:pt x="135" y="555"/>
                  </a:lnTo>
                  <a:lnTo>
                    <a:pt x="202" y="572"/>
                  </a:lnTo>
                  <a:lnTo>
                    <a:pt x="269" y="572"/>
                  </a:lnTo>
                  <a:lnTo>
                    <a:pt x="320" y="539"/>
                  </a:lnTo>
                  <a:lnTo>
                    <a:pt x="370" y="488"/>
                  </a:lnTo>
                  <a:lnTo>
                    <a:pt x="404" y="387"/>
                  </a:lnTo>
                  <a:lnTo>
                    <a:pt x="421" y="286"/>
                  </a:lnTo>
                  <a:lnTo>
                    <a:pt x="421" y="185"/>
                  </a:lnTo>
                  <a:lnTo>
                    <a:pt x="370" y="85"/>
                  </a:lnTo>
                  <a:lnTo>
                    <a:pt x="337" y="34"/>
                  </a:lnTo>
                  <a:lnTo>
                    <a:pt x="303" y="17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9" name="Google Shape;5839;p63"/>
            <p:cNvSpPr/>
            <p:nvPr/>
          </p:nvSpPr>
          <p:spPr>
            <a:xfrm>
              <a:off x="3786025" y="1155150"/>
              <a:ext cx="15575" cy="15150"/>
            </a:xfrm>
            <a:custGeom>
              <a:avLst/>
              <a:gdLst/>
              <a:ahLst/>
              <a:cxnLst/>
              <a:rect l="l" t="t" r="r" b="b"/>
              <a:pathLst>
                <a:path w="623" h="606" extrusionOk="0">
                  <a:moveTo>
                    <a:pt x="135" y="68"/>
                  </a:moveTo>
                  <a:lnTo>
                    <a:pt x="169" y="85"/>
                  </a:lnTo>
                  <a:lnTo>
                    <a:pt x="186" y="102"/>
                  </a:lnTo>
                  <a:lnTo>
                    <a:pt x="203" y="118"/>
                  </a:lnTo>
                  <a:lnTo>
                    <a:pt x="203" y="152"/>
                  </a:lnTo>
                  <a:lnTo>
                    <a:pt x="186" y="219"/>
                  </a:lnTo>
                  <a:lnTo>
                    <a:pt x="169" y="236"/>
                  </a:lnTo>
                  <a:lnTo>
                    <a:pt x="118" y="236"/>
                  </a:lnTo>
                  <a:lnTo>
                    <a:pt x="102" y="219"/>
                  </a:lnTo>
                  <a:lnTo>
                    <a:pt x="85" y="186"/>
                  </a:lnTo>
                  <a:lnTo>
                    <a:pt x="85" y="152"/>
                  </a:lnTo>
                  <a:lnTo>
                    <a:pt x="102" y="102"/>
                  </a:lnTo>
                  <a:lnTo>
                    <a:pt x="118" y="85"/>
                  </a:lnTo>
                  <a:lnTo>
                    <a:pt x="135" y="68"/>
                  </a:lnTo>
                  <a:close/>
                  <a:moveTo>
                    <a:pt x="118" y="1"/>
                  </a:moveTo>
                  <a:lnTo>
                    <a:pt x="68" y="18"/>
                  </a:lnTo>
                  <a:lnTo>
                    <a:pt x="34" y="51"/>
                  </a:lnTo>
                  <a:lnTo>
                    <a:pt x="18" y="102"/>
                  </a:lnTo>
                  <a:lnTo>
                    <a:pt x="1" y="152"/>
                  </a:lnTo>
                  <a:lnTo>
                    <a:pt x="1" y="186"/>
                  </a:lnTo>
                  <a:lnTo>
                    <a:pt x="18" y="236"/>
                  </a:lnTo>
                  <a:lnTo>
                    <a:pt x="51" y="287"/>
                  </a:lnTo>
                  <a:lnTo>
                    <a:pt x="102" y="303"/>
                  </a:lnTo>
                  <a:lnTo>
                    <a:pt x="152" y="303"/>
                  </a:lnTo>
                  <a:lnTo>
                    <a:pt x="203" y="287"/>
                  </a:lnTo>
                  <a:lnTo>
                    <a:pt x="253" y="253"/>
                  </a:lnTo>
                  <a:lnTo>
                    <a:pt x="270" y="202"/>
                  </a:lnTo>
                  <a:lnTo>
                    <a:pt x="270" y="152"/>
                  </a:lnTo>
                  <a:lnTo>
                    <a:pt x="270" y="118"/>
                  </a:lnTo>
                  <a:lnTo>
                    <a:pt x="253" y="68"/>
                  </a:lnTo>
                  <a:lnTo>
                    <a:pt x="219" y="34"/>
                  </a:lnTo>
                  <a:lnTo>
                    <a:pt x="186" y="1"/>
                  </a:lnTo>
                  <a:close/>
                  <a:moveTo>
                    <a:pt x="522" y="371"/>
                  </a:moveTo>
                  <a:lnTo>
                    <a:pt x="539" y="387"/>
                  </a:lnTo>
                  <a:lnTo>
                    <a:pt x="556" y="455"/>
                  </a:lnTo>
                  <a:lnTo>
                    <a:pt x="539" y="455"/>
                  </a:lnTo>
                  <a:lnTo>
                    <a:pt x="539" y="505"/>
                  </a:lnTo>
                  <a:lnTo>
                    <a:pt x="522" y="522"/>
                  </a:lnTo>
                  <a:lnTo>
                    <a:pt x="488" y="539"/>
                  </a:lnTo>
                  <a:lnTo>
                    <a:pt x="471" y="522"/>
                  </a:lnTo>
                  <a:lnTo>
                    <a:pt x="455" y="505"/>
                  </a:lnTo>
                  <a:lnTo>
                    <a:pt x="438" y="455"/>
                  </a:lnTo>
                  <a:lnTo>
                    <a:pt x="455" y="387"/>
                  </a:lnTo>
                  <a:lnTo>
                    <a:pt x="471" y="371"/>
                  </a:lnTo>
                  <a:close/>
                  <a:moveTo>
                    <a:pt x="505" y="1"/>
                  </a:moveTo>
                  <a:lnTo>
                    <a:pt x="488" y="18"/>
                  </a:lnTo>
                  <a:lnTo>
                    <a:pt x="102" y="539"/>
                  </a:lnTo>
                  <a:lnTo>
                    <a:pt x="85" y="539"/>
                  </a:lnTo>
                  <a:lnTo>
                    <a:pt x="102" y="556"/>
                  </a:lnTo>
                  <a:lnTo>
                    <a:pt x="118" y="589"/>
                  </a:lnTo>
                  <a:lnTo>
                    <a:pt x="135" y="589"/>
                  </a:lnTo>
                  <a:lnTo>
                    <a:pt x="169" y="572"/>
                  </a:lnTo>
                  <a:lnTo>
                    <a:pt x="539" y="68"/>
                  </a:lnTo>
                  <a:lnTo>
                    <a:pt x="539" y="34"/>
                  </a:lnTo>
                  <a:lnTo>
                    <a:pt x="539" y="18"/>
                  </a:lnTo>
                  <a:lnTo>
                    <a:pt x="505" y="1"/>
                  </a:lnTo>
                  <a:close/>
                  <a:moveTo>
                    <a:pt x="488" y="303"/>
                  </a:moveTo>
                  <a:lnTo>
                    <a:pt x="438" y="320"/>
                  </a:lnTo>
                  <a:lnTo>
                    <a:pt x="387" y="354"/>
                  </a:lnTo>
                  <a:lnTo>
                    <a:pt x="371" y="387"/>
                  </a:lnTo>
                  <a:lnTo>
                    <a:pt x="354" y="455"/>
                  </a:lnTo>
                  <a:lnTo>
                    <a:pt x="354" y="488"/>
                  </a:lnTo>
                  <a:lnTo>
                    <a:pt x="371" y="539"/>
                  </a:lnTo>
                  <a:lnTo>
                    <a:pt x="404" y="572"/>
                  </a:lnTo>
                  <a:lnTo>
                    <a:pt x="455" y="589"/>
                  </a:lnTo>
                  <a:lnTo>
                    <a:pt x="505" y="606"/>
                  </a:lnTo>
                  <a:lnTo>
                    <a:pt x="556" y="589"/>
                  </a:lnTo>
                  <a:lnTo>
                    <a:pt x="606" y="556"/>
                  </a:lnTo>
                  <a:lnTo>
                    <a:pt x="623" y="505"/>
                  </a:lnTo>
                  <a:lnTo>
                    <a:pt x="623" y="455"/>
                  </a:lnTo>
                  <a:lnTo>
                    <a:pt x="623" y="438"/>
                  </a:lnTo>
                  <a:lnTo>
                    <a:pt x="623" y="387"/>
                  </a:lnTo>
                  <a:lnTo>
                    <a:pt x="589" y="337"/>
                  </a:lnTo>
                  <a:lnTo>
                    <a:pt x="539" y="320"/>
                  </a:lnTo>
                  <a:lnTo>
                    <a:pt x="488" y="30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0" name="Google Shape;5840;p63"/>
            <p:cNvSpPr/>
            <p:nvPr/>
          </p:nvSpPr>
          <p:spPr>
            <a:xfrm>
              <a:off x="3823425" y="1079500"/>
              <a:ext cx="393825" cy="42475"/>
            </a:xfrm>
            <a:custGeom>
              <a:avLst/>
              <a:gdLst/>
              <a:ahLst/>
              <a:cxnLst/>
              <a:rect l="l" t="t" r="r" b="b"/>
              <a:pathLst>
                <a:path w="15753" h="1699" extrusionOk="0">
                  <a:moveTo>
                    <a:pt x="1" y="1"/>
                  </a:moveTo>
                  <a:lnTo>
                    <a:pt x="1" y="1699"/>
                  </a:lnTo>
                  <a:lnTo>
                    <a:pt x="15753" y="1699"/>
                  </a:lnTo>
                  <a:lnTo>
                    <a:pt x="157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1" name="Google Shape;5841;p63"/>
            <p:cNvSpPr/>
            <p:nvPr/>
          </p:nvSpPr>
          <p:spPr>
            <a:xfrm>
              <a:off x="3837725" y="1091275"/>
              <a:ext cx="265650" cy="18925"/>
            </a:xfrm>
            <a:custGeom>
              <a:avLst/>
              <a:gdLst/>
              <a:ahLst/>
              <a:cxnLst/>
              <a:rect l="l" t="t" r="r" b="b"/>
              <a:pathLst>
                <a:path w="10626" h="757" extrusionOk="0">
                  <a:moveTo>
                    <a:pt x="1" y="0"/>
                  </a:moveTo>
                  <a:lnTo>
                    <a:pt x="1" y="757"/>
                  </a:lnTo>
                  <a:lnTo>
                    <a:pt x="10625" y="757"/>
                  </a:lnTo>
                  <a:lnTo>
                    <a:pt x="106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2" name="Google Shape;5842;p63"/>
            <p:cNvSpPr/>
            <p:nvPr/>
          </p:nvSpPr>
          <p:spPr>
            <a:xfrm>
              <a:off x="3757875" y="1092525"/>
              <a:ext cx="10100" cy="14750"/>
            </a:xfrm>
            <a:custGeom>
              <a:avLst/>
              <a:gdLst/>
              <a:ahLst/>
              <a:cxnLst/>
              <a:rect l="l" t="t" r="r" b="b"/>
              <a:pathLst>
                <a:path w="404" h="590" extrusionOk="0">
                  <a:moveTo>
                    <a:pt x="202" y="102"/>
                  </a:moveTo>
                  <a:lnTo>
                    <a:pt x="236" y="119"/>
                  </a:lnTo>
                  <a:lnTo>
                    <a:pt x="253" y="152"/>
                  </a:lnTo>
                  <a:lnTo>
                    <a:pt x="236" y="169"/>
                  </a:lnTo>
                  <a:lnTo>
                    <a:pt x="202" y="186"/>
                  </a:lnTo>
                  <a:lnTo>
                    <a:pt x="169" y="169"/>
                  </a:lnTo>
                  <a:lnTo>
                    <a:pt x="169" y="135"/>
                  </a:lnTo>
                  <a:lnTo>
                    <a:pt x="169" y="102"/>
                  </a:lnTo>
                  <a:close/>
                  <a:moveTo>
                    <a:pt x="253" y="287"/>
                  </a:moveTo>
                  <a:lnTo>
                    <a:pt x="286" y="304"/>
                  </a:lnTo>
                  <a:lnTo>
                    <a:pt x="303" y="337"/>
                  </a:lnTo>
                  <a:lnTo>
                    <a:pt x="320" y="388"/>
                  </a:lnTo>
                  <a:lnTo>
                    <a:pt x="303" y="421"/>
                  </a:lnTo>
                  <a:lnTo>
                    <a:pt x="286" y="455"/>
                  </a:lnTo>
                  <a:lnTo>
                    <a:pt x="253" y="488"/>
                  </a:lnTo>
                  <a:lnTo>
                    <a:pt x="169" y="488"/>
                  </a:lnTo>
                  <a:lnTo>
                    <a:pt x="135" y="455"/>
                  </a:lnTo>
                  <a:lnTo>
                    <a:pt x="101" y="421"/>
                  </a:lnTo>
                  <a:lnTo>
                    <a:pt x="101" y="388"/>
                  </a:lnTo>
                  <a:lnTo>
                    <a:pt x="101" y="337"/>
                  </a:lnTo>
                  <a:lnTo>
                    <a:pt x="135" y="304"/>
                  </a:lnTo>
                  <a:lnTo>
                    <a:pt x="169" y="287"/>
                  </a:lnTo>
                  <a:close/>
                  <a:moveTo>
                    <a:pt x="202" y="1"/>
                  </a:moveTo>
                  <a:lnTo>
                    <a:pt x="152" y="18"/>
                  </a:lnTo>
                  <a:lnTo>
                    <a:pt x="101" y="51"/>
                  </a:lnTo>
                  <a:lnTo>
                    <a:pt x="68" y="85"/>
                  </a:lnTo>
                  <a:lnTo>
                    <a:pt x="68" y="135"/>
                  </a:lnTo>
                  <a:lnTo>
                    <a:pt x="68" y="186"/>
                  </a:lnTo>
                  <a:lnTo>
                    <a:pt x="85" y="219"/>
                  </a:lnTo>
                  <a:lnTo>
                    <a:pt x="51" y="253"/>
                  </a:lnTo>
                  <a:lnTo>
                    <a:pt x="34" y="287"/>
                  </a:lnTo>
                  <a:lnTo>
                    <a:pt x="17" y="337"/>
                  </a:lnTo>
                  <a:lnTo>
                    <a:pt x="0" y="388"/>
                  </a:lnTo>
                  <a:lnTo>
                    <a:pt x="17" y="472"/>
                  </a:lnTo>
                  <a:lnTo>
                    <a:pt x="68" y="522"/>
                  </a:lnTo>
                  <a:lnTo>
                    <a:pt x="118" y="572"/>
                  </a:lnTo>
                  <a:lnTo>
                    <a:pt x="202" y="589"/>
                  </a:lnTo>
                  <a:lnTo>
                    <a:pt x="286" y="572"/>
                  </a:lnTo>
                  <a:lnTo>
                    <a:pt x="353" y="522"/>
                  </a:lnTo>
                  <a:lnTo>
                    <a:pt x="387" y="472"/>
                  </a:lnTo>
                  <a:lnTo>
                    <a:pt x="404" y="388"/>
                  </a:lnTo>
                  <a:lnTo>
                    <a:pt x="404" y="337"/>
                  </a:lnTo>
                  <a:lnTo>
                    <a:pt x="370" y="287"/>
                  </a:lnTo>
                  <a:lnTo>
                    <a:pt x="353" y="253"/>
                  </a:lnTo>
                  <a:lnTo>
                    <a:pt x="303" y="219"/>
                  </a:lnTo>
                  <a:lnTo>
                    <a:pt x="337" y="186"/>
                  </a:lnTo>
                  <a:lnTo>
                    <a:pt x="337" y="135"/>
                  </a:lnTo>
                  <a:lnTo>
                    <a:pt x="320" y="85"/>
                  </a:lnTo>
                  <a:lnTo>
                    <a:pt x="303" y="51"/>
                  </a:lnTo>
                  <a:lnTo>
                    <a:pt x="253" y="1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3" name="Google Shape;5843;p63"/>
            <p:cNvSpPr/>
            <p:nvPr/>
          </p:nvSpPr>
          <p:spPr>
            <a:xfrm>
              <a:off x="3771325" y="1092525"/>
              <a:ext cx="10100" cy="14750"/>
            </a:xfrm>
            <a:custGeom>
              <a:avLst/>
              <a:gdLst/>
              <a:ahLst/>
              <a:cxnLst/>
              <a:rect l="l" t="t" r="r" b="b"/>
              <a:pathLst>
                <a:path w="404" h="590" extrusionOk="0">
                  <a:moveTo>
                    <a:pt x="202" y="85"/>
                  </a:moveTo>
                  <a:lnTo>
                    <a:pt x="253" y="102"/>
                  </a:lnTo>
                  <a:lnTo>
                    <a:pt x="269" y="135"/>
                  </a:lnTo>
                  <a:lnTo>
                    <a:pt x="303" y="219"/>
                  </a:lnTo>
                  <a:lnTo>
                    <a:pt x="320" y="287"/>
                  </a:lnTo>
                  <a:lnTo>
                    <a:pt x="320" y="371"/>
                  </a:lnTo>
                  <a:lnTo>
                    <a:pt x="269" y="438"/>
                  </a:lnTo>
                  <a:lnTo>
                    <a:pt x="253" y="472"/>
                  </a:lnTo>
                  <a:lnTo>
                    <a:pt x="202" y="488"/>
                  </a:lnTo>
                  <a:lnTo>
                    <a:pt x="152" y="472"/>
                  </a:lnTo>
                  <a:lnTo>
                    <a:pt x="118" y="438"/>
                  </a:lnTo>
                  <a:lnTo>
                    <a:pt x="101" y="371"/>
                  </a:lnTo>
                  <a:lnTo>
                    <a:pt x="84" y="287"/>
                  </a:lnTo>
                  <a:lnTo>
                    <a:pt x="101" y="219"/>
                  </a:lnTo>
                  <a:lnTo>
                    <a:pt x="118" y="135"/>
                  </a:lnTo>
                  <a:lnTo>
                    <a:pt x="152" y="102"/>
                  </a:lnTo>
                  <a:lnTo>
                    <a:pt x="202" y="85"/>
                  </a:lnTo>
                  <a:close/>
                  <a:moveTo>
                    <a:pt x="152" y="1"/>
                  </a:moveTo>
                  <a:lnTo>
                    <a:pt x="101" y="35"/>
                  </a:lnTo>
                  <a:lnTo>
                    <a:pt x="51" y="85"/>
                  </a:lnTo>
                  <a:lnTo>
                    <a:pt x="0" y="186"/>
                  </a:lnTo>
                  <a:lnTo>
                    <a:pt x="0" y="287"/>
                  </a:lnTo>
                  <a:lnTo>
                    <a:pt x="0" y="388"/>
                  </a:lnTo>
                  <a:lnTo>
                    <a:pt x="51" y="488"/>
                  </a:lnTo>
                  <a:lnTo>
                    <a:pt x="84" y="539"/>
                  </a:lnTo>
                  <a:lnTo>
                    <a:pt x="118" y="556"/>
                  </a:lnTo>
                  <a:lnTo>
                    <a:pt x="185" y="589"/>
                  </a:lnTo>
                  <a:lnTo>
                    <a:pt x="253" y="572"/>
                  </a:lnTo>
                  <a:lnTo>
                    <a:pt x="303" y="539"/>
                  </a:lnTo>
                  <a:lnTo>
                    <a:pt x="353" y="488"/>
                  </a:lnTo>
                  <a:lnTo>
                    <a:pt x="404" y="388"/>
                  </a:lnTo>
                  <a:lnTo>
                    <a:pt x="404" y="287"/>
                  </a:lnTo>
                  <a:lnTo>
                    <a:pt x="404" y="186"/>
                  </a:lnTo>
                  <a:lnTo>
                    <a:pt x="353" y="85"/>
                  </a:lnTo>
                  <a:lnTo>
                    <a:pt x="320" y="51"/>
                  </a:lnTo>
                  <a:lnTo>
                    <a:pt x="286" y="18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4" name="Google Shape;5844;p63"/>
            <p:cNvSpPr/>
            <p:nvPr/>
          </p:nvSpPr>
          <p:spPr>
            <a:xfrm>
              <a:off x="3785600" y="1092525"/>
              <a:ext cx="15575" cy="14750"/>
            </a:xfrm>
            <a:custGeom>
              <a:avLst/>
              <a:gdLst/>
              <a:ahLst/>
              <a:cxnLst/>
              <a:rect l="l" t="t" r="r" b="b"/>
              <a:pathLst>
                <a:path w="623" h="590" extrusionOk="0">
                  <a:moveTo>
                    <a:pt x="169" y="68"/>
                  </a:moveTo>
                  <a:lnTo>
                    <a:pt x="186" y="85"/>
                  </a:lnTo>
                  <a:lnTo>
                    <a:pt x="203" y="152"/>
                  </a:lnTo>
                  <a:lnTo>
                    <a:pt x="186" y="203"/>
                  </a:lnTo>
                  <a:lnTo>
                    <a:pt x="169" y="219"/>
                  </a:lnTo>
                  <a:lnTo>
                    <a:pt x="135" y="236"/>
                  </a:lnTo>
                  <a:lnTo>
                    <a:pt x="119" y="219"/>
                  </a:lnTo>
                  <a:lnTo>
                    <a:pt x="102" y="203"/>
                  </a:lnTo>
                  <a:lnTo>
                    <a:pt x="85" y="152"/>
                  </a:lnTo>
                  <a:lnTo>
                    <a:pt x="102" y="85"/>
                  </a:lnTo>
                  <a:lnTo>
                    <a:pt x="119" y="68"/>
                  </a:lnTo>
                  <a:close/>
                  <a:moveTo>
                    <a:pt x="119" y="1"/>
                  </a:moveTo>
                  <a:lnTo>
                    <a:pt x="68" y="18"/>
                  </a:lnTo>
                  <a:lnTo>
                    <a:pt x="35" y="51"/>
                  </a:lnTo>
                  <a:lnTo>
                    <a:pt x="1" y="102"/>
                  </a:lnTo>
                  <a:lnTo>
                    <a:pt x="1" y="152"/>
                  </a:lnTo>
                  <a:lnTo>
                    <a:pt x="1" y="186"/>
                  </a:lnTo>
                  <a:lnTo>
                    <a:pt x="18" y="236"/>
                  </a:lnTo>
                  <a:lnTo>
                    <a:pt x="51" y="270"/>
                  </a:lnTo>
                  <a:lnTo>
                    <a:pt x="102" y="304"/>
                  </a:lnTo>
                  <a:lnTo>
                    <a:pt x="152" y="304"/>
                  </a:lnTo>
                  <a:lnTo>
                    <a:pt x="203" y="287"/>
                  </a:lnTo>
                  <a:lnTo>
                    <a:pt x="253" y="253"/>
                  </a:lnTo>
                  <a:lnTo>
                    <a:pt x="270" y="203"/>
                  </a:lnTo>
                  <a:lnTo>
                    <a:pt x="270" y="152"/>
                  </a:lnTo>
                  <a:lnTo>
                    <a:pt x="270" y="119"/>
                  </a:lnTo>
                  <a:lnTo>
                    <a:pt x="253" y="68"/>
                  </a:lnTo>
                  <a:lnTo>
                    <a:pt x="220" y="18"/>
                  </a:lnTo>
                  <a:lnTo>
                    <a:pt x="169" y="1"/>
                  </a:lnTo>
                  <a:close/>
                  <a:moveTo>
                    <a:pt x="488" y="354"/>
                  </a:moveTo>
                  <a:lnTo>
                    <a:pt x="522" y="371"/>
                  </a:lnTo>
                  <a:lnTo>
                    <a:pt x="539" y="388"/>
                  </a:lnTo>
                  <a:lnTo>
                    <a:pt x="556" y="438"/>
                  </a:lnTo>
                  <a:lnTo>
                    <a:pt x="539" y="505"/>
                  </a:lnTo>
                  <a:lnTo>
                    <a:pt x="522" y="522"/>
                  </a:lnTo>
                  <a:lnTo>
                    <a:pt x="472" y="522"/>
                  </a:lnTo>
                  <a:lnTo>
                    <a:pt x="455" y="505"/>
                  </a:lnTo>
                  <a:lnTo>
                    <a:pt x="421" y="438"/>
                  </a:lnTo>
                  <a:lnTo>
                    <a:pt x="438" y="388"/>
                  </a:lnTo>
                  <a:lnTo>
                    <a:pt x="472" y="371"/>
                  </a:lnTo>
                  <a:lnTo>
                    <a:pt x="488" y="354"/>
                  </a:lnTo>
                  <a:close/>
                  <a:moveTo>
                    <a:pt x="505" y="1"/>
                  </a:moveTo>
                  <a:lnTo>
                    <a:pt x="472" y="18"/>
                  </a:lnTo>
                  <a:lnTo>
                    <a:pt x="102" y="539"/>
                  </a:lnTo>
                  <a:lnTo>
                    <a:pt x="102" y="556"/>
                  </a:lnTo>
                  <a:lnTo>
                    <a:pt x="102" y="572"/>
                  </a:lnTo>
                  <a:lnTo>
                    <a:pt x="135" y="589"/>
                  </a:lnTo>
                  <a:lnTo>
                    <a:pt x="152" y="572"/>
                  </a:lnTo>
                  <a:lnTo>
                    <a:pt x="539" y="51"/>
                  </a:lnTo>
                  <a:lnTo>
                    <a:pt x="539" y="35"/>
                  </a:lnTo>
                  <a:lnTo>
                    <a:pt x="522" y="18"/>
                  </a:lnTo>
                  <a:lnTo>
                    <a:pt x="505" y="1"/>
                  </a:lnTo>
                  <a:close/>
                  <a:moveTo>
                    <a:pt x="488" y="287"/>
                  </a:moveTo>
                  <a:lnTo>
                    <a:pt x="438" y="304"/>
                  </a:lnTo>
                  <a:lnTo>
                    <a:pt x="388" y="337"/>
                  </a:lnTo>
                  <a:lnTo>
                    <a:pt x="354" y="388"/>
                  </a:lnTo>
                  <a:lnTo>
                    <a:pt x="354" y="438"/>
                  </a:lnTo>
                  <a:lnTo>
                    <a:pt x="354" y="455"/>
                  </a:lnTo>
                  <a:lnTo>
                    <a:pt x="354" y="505"/>
                  </a:lnTo>
                  <a:lnTo>
                    <a:pt x="388" y="539"/>
                  </a:lnTo>
                  <a:lnTo>
                    <a:pt x="438" y="572"/>
                  </a:lnTo>
                  <a:lnTo>
                    <a:pt x="488" y="589"/>
                  </a:lnTo>
                  <a:lnTo>
                    <a:pt x="539" y="572"/>
                  </a:lnTo>
                  <a:lnTo>
                    <a:pt x="589" y="539"/>
                  </a:lnTo>
                  <a:lnTo>
                    <a:pt x="623" y="488"/>
                  </a:lnTo>
                  <a:lnTo>
                    <a:pt x="623" y="438"/>
                  </a:lnTo>
                  <a:lnTo>
                    <a:pt x="606" y="371"/>
                  </a:lnTo>
                  <a:lnTo>
                    <a:pt x="589" y="337"/>
                  </a:lnTo>
                  <a:lnTo>
                    <a:pt x="539" y="304"/>
                  </a:lnTo>
                  <a:lnTo>
                    <a:pt x="488" y="28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5" name="Google Shape;5845;p63"/>
            <p:cNvSpPr/>
            <p:nvPr/>
          </p:nvSpPr>
          <p:spPr>
            <a:xfrm>
              <a:off x="3823425" y="1016475"/>
              <a:ext cx="393825" cy="42875"/>
            </a:xfrm>
            <a:custGeom>
              <a:avLst/>
              <a:gdLst/>
              <a:ahLst/>
              <a:cxnLst/>
              <a:rect l="l" t="t" r="r" b="b"/>
              <a:pathLst>
                <a:path w="15753" h="1715" extrusionOk="0">
                  <a:moveTo>
                    <a:pt x="1" y="0"/>
                  </a:moveTo>
                  <a:lnTo>
                    <a:pt x="1" y="1715"/>
                  </a:lnTo>
                  <a:lnTo>
                    <a:pt x="15753" y="1715"/>
                  </a:lnTo>
                  <a:lnTo>
                    <a:pt x="157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6" name="Google Shape;5846;p63"/>
            <p:cNvSpPr/>
            <p:nvPr/>
          </p:nvSpPr>
          <p:spPr>
            <a:xfrm>
              <a:off x="3837725" y="1028650"/>
              <a:ext cx="225300" cy="18525"/>
            </a:xfrm>
            <a:custGeom>
              <a:avLst/>
              <a:gdLst/>
              <a:ahLst/>
              <a:cxnLst/>
              <a:rect l="l" t="t" r="r" b="b"/>
              <a:pathLst>
                <a:path w="9012" h="741" extrusionOk="0">
                  <a:moveTo>
                    <a:pt x="1" y="1"/>
                  </a:moveTo>
                  <a:lnTo>
                    <a:pt x="1" y="740"/>
                  </a:lnTo>
                  <a:lnTo>
                    <a:pt x="9011" y="740"/>
                  </a:lnTo>
                  <a:lnTo>
                    <a:pt x="9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7" name="Google Shape;5847;p63"/>
            <p:cNvSpPr/>
            <p:nvPr/>
          </p:nvSpPr>
          <p:spPr>
            <a:xfrm>
              <a:off x="3758300" y="1029925"/>
              <a:ext cx="9275" cy="14300"/>
            </a:xfrm>
            <a:custGeom>
              <a:avLst/>
              <a:gdLst/>
              <a:ahLst/>
              <a:cxnLst/>
              <a:rect l="l" t="t" r="r" b="b"/>
              <a:pathLst>
                <a:path w="371" h="572" extrusionOk="0">
                  <a:moveTo>
                    <a:pt x="51" y="0"/>
                  </a:moveTo>
                  <a:lnTo>
                    <a:pt x="17" y="17"/>
                  </a:lnTo>
                  <a:lnTo>
                    <a:pt x="0" y="50"/>
                  </a:lnTo>
                  <a:lnTo>
                    <a:pt x="17" y="84"/>
                  </a:lnTo>
                  <a:lnTo>
                    <a:pt x="269" y="84"/>
                  </a:lnTo>
                  <a:lnTo>
                    <a:pt x="84" y="521"/>
                  </a:lnTo>
                  <a:lnTo>
                    <a:pt x="84" y="555"/>
                  </a:lnTo>
                  <a:lnTo>
                    <a:pt x="118" y="572"/>
                  </a:lnTo>
                  <a:lnTo>
                    <a:pt x="152" y="572"/>
                  </a:lnTo>
                  <a:lnTo>
                    <a:pt x="168" y="555"/>
                  </a:lnTo>
                  <a:lnTo>
                    <a:pt x="370" y="67"/>
                  </a:lnTo>
                  <a:lnTo>
                    <a:pt x="353" y="34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8" name="Google Shape;5848;p63"/>
            <p:cNvSpPr/>
            <p:nvPr/>
          </p:nvSpPr>
          <p:spPr>
            <a:xfrm>
              <a:off x="3770050" y="1029925"/>
              <a:ext cx="10550" cy="14300"/>
            </a:xfrm>
            <a:custGeom>
              <a:avLst/>
              <a:gdLst/>
              <a:ahLst/>
              <a:cxnLst/>
              <a:rect l="l" t="t" r="r" b="b"/>
              <a:pathLst>
                <a:path w="422" h="572" extrusionOk="0">
                  <a:moveTo>
                    <a:pt x="203" y="84"/>
                  </a:moveTo>
                  <a:lnTo>
                    <a:pt x="236" y="101"/>
                  </a:lnTo>
                  <a:lnTo>
                    <a:pt x="270" y="118"/>
                  </a:lnTo>
                  <a:lnTo>
                    <a:pt x="287" y="135"/>
                  </a:lnTo>
                  <a:lnTo>
                    <a:pt x="320" y="219"/>
                  </a:lnTo>
                  <a:lnTo>
                    <a:pt x="320" y="286"/>
                  </a:lnTo>
                  <a:lnTo>
                    <a:pt x="320" y="370"/>
                  </a:lnTo>
                  <a:lnTo>
                    <a:pt x="287" y="437"/>
                  </a:lnTo>
                  <a:lnTo>
                    <a:pt x="270" y="454"/>
                  </a:lnTo>
                  <a:lnTo>
                    <a:pt x="236" y="471"/>
                  </a:lnTo>
                  <a:lnTo>
                    <a:pt x="203" y="488"/>
                  </a:lnTo>
                  <a:lnTo>
                    <a:pt x="169" y="471"/>
                  </a:lnTo>
                  <a:lnTo>
                    <a:pt x="152" y="454"/>
                  </a:lnTo>
                  <a:lnTo>
                    <a:pt x="135" y="437"/>
                  </a:lnTo>
                  <a:lnTo>
                    <a:pt x="102" y="370"/>
                  </a:lnTo>
                  <a:lnTo>
                    <a:pt x="85" y="286"/>
                  </a:lnTo>
                  <a:lnTo>
                    <a:pt x="102" y="219"/>
                  </a:lnTo>
                  <a:lnTo>
                    <a:pt x="135" y="135"/>
                  </a:lnTo>
                  <a:lnTo>
                    <a:pt x="152" y="118"/>
                  </a:lnTo>
                  <a:lnTo>
                    <a:pt x="169" y="101"/>
                  </a:lnTo>
                  <a:lnTo>
                    <a:pt x="203" y="84"/>
                  </a:lnTo>
                  <a:close/>
                  <a:moveTo>
                    <a:pt x="169" y="0"/>
                  </a:moveTo>
                  <a:lnTo>
                    <a:pt x="119" y="17"/>
                  </a:lnTo>
                  <a:lnTo>
                    <a:pt x="85" y="50"/>
                  </a:lnTo>
                  <a:lnTo>
                    <a:pt x="51" y="84"/>
                  </a:lnTo>
                  <a:lnTo>
                    <a:pt x="18" y="185"/>
                  </a:lnTo>
                  <a:lnTo>
                    <a:pt x="1" y="286"/>
                  </a:lnTo>
                  <a:lnTo>
                    <a:pt x="18" y="387"/>
                  </a:lnTo>
                  <a:lnTo>
                    <a:pt x="51" y="488"/>
                  </a:lnTo>
                  <a:lnTo>
                    <a:pt x="85" y="521"/>
                  </a:lnTo>
                  <a:lnTo>
                    <a:pt x="119" y="555"/>
                  </a:lnTo>
                  <a:lnTo>
                    <a:pt x="169" y="572"/>
                  </a:lnTo>
                  <a:lnTo>
                    <a:pt x="253" y="572"/>
                  </a:lnTo>
                  <a:lnTo>
                    <a:pt x="287" y="555"/>
                  </a:lnTo>
                  <a:lnTo>
                    <a:pt x="337" y="521"/>
                  </a:lnTo>
                  <a:lnTo>
                    <a:pt x="354" y="488"/>
                  </a:lnTo>
                  <a:lnTo>
                    <a:pt x="404" y="387"/>
                  </a:lnTo>
                  <a:lnTo>
                    <a:pt x="421" y="286"/>
                  </a:lnTo>
                  <a:lnTo>
                    <a:pt x="404" y="185"/>
                  </a:lnTo>
                  <a:lnTo>
                    <a:pt x="354" y="84"/>
                  </a:lnTo>
                  <a:lnTo>
                    <a:pt x="337" y="50"/>
                  </a:lnTo>
                  <a:lnTo>
                    <a:pt x="287" y="17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9" name="Google Shape;5849;p63"/>
            <p:cNvSpPr/>
            <p:nvPr/>
          </p:nvSpPr>
          <p:spPr>
            <a:xfrm>
              <a:off x="3784350" y="1029925"/>
              <a:ext cx="15575" cy="14725"/>
            </a:xfrm>
            <a:custGeom>
              <a:avLst/>
              <a:gdLst/>
              <a:ahLst/>
              <a:cxnLst/>
              <a:rect l="l" t="t" r="r" b="b"/>
              <a:pathLst>
                <a:path w="623" h="589" extrusionOk="0">
                  <a:moveTo>
                    <a:pt x="135" y="50"/>
                  </a:moveTo>
                  <a:lnTo>
                    <a:pt x="169" y="67"/>
                  </a:lnTo>
                  <a:lnTo>
                    <a:pt x="185" y="84"/>
                  </a:lnTo>
                  <a:lnTo>
                    <a:pt x="202" y="135"/>
                  </a:lnTo>
                  <a:lnTo>
                    <a:pt x="185" y="202"/>
                  </a:lnTo>
                  <a:lnTo>
                    <a:pt x="169" y="219"/>
                  </a:lnTo>
                  <a:lnTo>
                    <a:pt x="118" y="219"/>
                  </a:lnTo>
                  <a:lnTo>
                    <a:pt x="101" y="202"/>
                  </a:lnTo>
                  <a:lnTo>
                    <a:pt x="85" y="135"/>
                  </a:lnTo>
                  <a:lnTo>
                    <a:pt x="101" y="84"/>
                  </a:lnTo>
                  <a:lnTo>
                    <a:pt x="118" y="67"/>
                  </a:lnTo>
                  <a:lnTo>
                    <a:pt x="135" y="50"/>
                  </a:lnTo>
                  <a:close/>
                  <a:moveTo>
                    <a:pt x="85" y="0"/>
                  </a:moveTo>
                  <a:lnTo>
                    <a:pt x="34" y="34"/>
                  </a:lnTo>
                  <a:lnTo>
                    <a:pt x="17" y="84"/>
                  </a:lnTo>
                  <a:lnTo>
                    <a:pt x="1" y="135"/>
                  </a:lnTo>
                  <a:lnTo>
                    <a:pt x="1" y="168"/>
                  </a:lnTo>
                  <a:lnTo>
                    <a:pt x="17" y="219"/>
                  </a:lnTo>
                  <a:lnTo>
                    <a:pt x="51" y="269"/>
                  </a:lnTo>
                  <a:lnTo>
                    <a:pt x="101" y="286"/>
                  </a:lnTo>
                  <a:lnTo>
                    <a:pt x="152" y="286"/>
                  </a:lnTo>
                  <a:lnTo>
                    <a:pt x="202" y="269"/>
                  </a:lnTo>
                  <a:lnTo>
                    <a:pt x="236" y="235"/>
                  </a:lnTo>
                  <a:lnTo>
                    <a:pt x="270" y="202"/>
                  </a:lnTo>
                  <a:lnTo>
                    <a:pt x="270" y="135"/>
                  </a:lnTo>
                  <a:lnTo>
                    <a:pt x="270" y="84"/>
                  </a:lnTo>
                  <a:lnTo>
                    <a:pt x="236" y="34"/>
                  </a:lnTo>
                  <a:lnTo>
                    <a:pt x="185" y="0"/>
                  </a:lnTo>
                  <a:close/>
                  <a:moveTo>
                    <a:pt x="522" y="353"/>
                  </a:moveTo>
                  <a:lnTo>
                    <a:pt x="538" y="370"/>
                  </a:lnTo>
                  <a:lnTo>
                    <a:pt x="555" y="437"/>
                  </a:lnTo>
                  <a:lnTo>
                    <a:pt x="538" y="488"/>
                  </a:lnTo>
                  <a:lnTo>
                    <a:pt x="522" y="504"/>
                  </a:lnTo>
                  <a:lnTo>
                    <a:pt x="488" y="521"/>
                  </a:lnTo>
                  <a:lnTo>
                    <a:pt x="471" y="504"/>
                  </a:lnTo>
                  <a:lnTo>
                    <a:pt x="438" y="488"/>
                  </a:lnTo>
                  <a:lnTo>
                    <a:pt x="438" y="471"/>
                  </a:lnTo>
                  <a:lnTo>
                    <a:pt x="421" y="437"/>
                  </a:lnTo>
                  <a:lnTo>
                    <a:pt x="438" y="370"/>
                  </a:lnTo>
                  <a:lnTo>
                    <a:pt x="471" y="353"/>
                  </a:lnTo>
                  <a:close/>
                  <a:moveTo>
                    <a:pt x="505" y="0"/>
                  </a:moveTo>
                  <a:lnTo>
                    <a:pt x="471" y="17"/>
                  </a:lnTo>
                  <a:lnTo>
                    <a:pt x="101" y="521"/>
                  </a:lnTo>
                  <a:lnTo>
                    <a:pt x="101" y="555"/>
                  </a:lnTo>
                  <a:lnTo>
                    <a:pt x="101" y="572"/>
                  </a:lnTo>
                  <a:lnTo>
                    <a:pt x="152" y="572"/>
                  </a:lnTo>
                  <a:lnTo>
                    <a:pt x="538" y="50"/>
                  </a:lnTo>
                  <a:lnTo>
                    <a:pt x="538" y="34"/>
                  </a:lnTo>
                  <a:lnTo>
                    <a:pt x="522" y="0"/>
                  </a:lnTo>
                  <a:close/>
                  <a:moveTo>
                    <a:pt x="488" y="286"/>
                  </a:moveTo>
                  <a:lnTo>
                    <a:pt x="421" y="303"/>
                  </a:lnTo>
                  <a:lnTo>
                    <a:pt x="387" y="336"/>
                  </a:lnTo>
                  <a:lnTo>
                    <a:pt x="354" y="387"/>
                  </a:lnTo>
                  <a:lnTo>
                    <a:pt x="354" y="437"/>
                  </a:lnTo>
                  <a:lnTo>
                    <a:pt x="354" y="504"/>
                  </a:lnTo>
                  <a:lnTo>
                    <a:pt x="387" y="538"/>
                  </a:lnTo>
                  <a:lnTo>
                    <a:pt x="438" y="572"/>
                  </a:lnTo>
                  <a:lnTo>
                    <a:pt x="488" y="588"/>
                  </a:lnTo>
                  <a:lnTo>
                    <a:pt x="538" y="572"/>
                  </a:lnTo>
                  <a:lnTo>
                    <a:pt x="589" y="538"/>
                  </a:lnTo>
                  <a:lnTo>
                    <a:pt x="623" y="488"/>
                  </a:lnTo>
                  <a:lnTo>
                    <a:pt x="623" y="437"/>
                  </a:lnTo>
                  <a:lnTo>
                    <a:pt x="623" y="420"/>
                  </a:lnTo>
                  <a:lnTo>
                    <a:pt x="606" y="370"/>
                  </a:lnTo>
                  <a:lnTo>
                    <a:pt x="589" y="336"/>
                  </a:lnTo>
                  <a:lnTo>
                    <a:pt x="538" y="303"/>
                  </a:lnTo>
                  <a:lnTo>
                    <a:pt x="488" y="2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0" name="Google Shape;5850;p63"/>
            <p:cNvSpPr/>
            <p:nvPr/>
          </p:nvSpPr>
          <p:spPr>
            <a:xfrm>
              <a:off x="4002475" y="1614950"/>
              <a:ext cx="485025" cy="605625"/>
            </a:xfrm>
            <a:custGeom>
              <a:avLst/>
              <a:gdLst/>
              <a:ahLst/>
              <a:cxnLst/>
              <a:rect l="l" t="t" r="r" b="b"/>
              <a:pathLst>
                <a:path w="19401" h="24225" extrusionOk="0">
                  <a:moveTo>
                    <a:pt x="9700" y="975"/>
                  </a:moveTo>
                  <a:lnTo>
                    <a:pt x="10154" y="992"/>
                  </a:lnTo>
                  <a:lnTo>
                    <a:pt x="10591" y="1026"/>
                  </a:lnTo>
                  <a:lnTo>
                    <a:pt x="11028" y="1110"/>
                  </a:lnTo>
                  <a:lnTo>
                    <a:pt x="11466" y="1194"/>
                  </a:lnTo>
                  <a:lnTo>
                    <a:pt x="11886" y="1328"/>
                  </a:lnTo>
                  <a:lnTo>
                    <a:pt x="12289" y="1479"/>
                  </a:lnTo>
                  <a:lnTo>
                    <a:pt x="12693" y="1648"/>
                  </a:lnTo>
                  <a:lnTo>
                    <a:pt x="13096" y="1849"/>
                  </a:lnTo>
                  <a:lnTo>
                    <a:pt x="13483" y="2068"/>
                  </a:lnTo>
                  <a:lnTo>
                    <a:pt x="13853" y="2320"/>
                  </a:lnTo>
                  <a:lnTo>
                    <a:pt x="14223" y="2589"/>
                  </a:lnTo>
                  <a:lnTo>
                    <a:pt x="14576" y="2875"/>
                  </a:lnTo>
                  <a:lnTo>
                    <a:pt x="14929" y="3194"/>
                  </a:lnTo>
                  <a:lnTo>
                    <a:pt x="15248" y="3514"/>
                  </a:lnTo>
                  <a:lnTo>
                    <a:pt x="15567" y="3867"/>
                  </a:lnTo>
                  <a:lnTo>
                    <a:pt x="15870" y="4236"/>
                  </a:lnTo>
                  <a:lnTo>
                    <a:pt x="16156" y="4623"/>
                  </a:lnTo>
                  <a:lnTo>
                    <a:pt x="16442" y="5027"/>
                  </a:lnTo>
                  <a:lnTo>
                    <a:pt x="16694" y="5447"/>
                  </a:lnTo>
                  <a:lnTo>
                    <a:pt x="16946" y="5884"/>
                  </a:lnTo>
                  <a:lnTo>
                    <a:pt x="17164" y="6338"/>
                  </a:lnTo>
                  <a:lnTo>
                    <a:pt x="17383" y="6809"/>
                  </a:lnTo>
                  <a:lnTo>
                    <a:pt x="17568" y="7279"/>
                  </a:lnTo>
                  <a:lnTo>
                    <a:pt x="17753" y="7784"/>
                  </a:lnTo>
                  <a:lnTo>
                    <a:pt x="17904" y="8288"/>
                  </a:lnTo>
                  <a:lnTo>
                    <a:pt x="18039" y="8809"/>
                  </a:lnTo>
                  <a:lnTo>
                    <a:pt x="18156" y="9330"/>
                  </a:lnTo>
                  <a:lnTo>
                    <a:pt x="18257" y="9868"/>
                  </a:lnTo>
                  <a:lnTo>
                    <a:pt x="18324" y="10423"/>
                  </a:lnTo>
                  <a:lnTo>
                    <a:pt x="18392" y="10978"/>
                  </a:lnTo>
                  <a:lnTo>
                    <a:pt x="18425" y="11532"/>
                  </a:lnTo>
                  <a:lnTo>
                    <a:pt x="18425" y="12104"/>
                  </a:lnTo>
                  <a:lnTo>
                    <a:pt x="18425" y="12676"/>
                  </a:lnTo>
                  <a:lnTo>
                    <a:pt x="18392" y="13247"/>
                  </a:lnTo>
                  <a:lnTo>
                    <a:pt x="18324" y="13802"/>
                  </a:lnTo>
                  <a:lnTo>
                    <a:pt x="18257" y="14357"/>
                  </a:lnTo>
                  <a:lnTo>
                    <a:pt x="18156" y="14895"/>
                  </a:lnTo>
                  <a:lnTo>
                    <a:pt x="18039" y="15416"/>
                  </a:lnTo>
                  <a:lnTo>
                    <a:pt x="17904" y="15937"/>
                  </a:lnTo>
                  <a:lnTo>
                    <a:pt x="17753" y="16441"/>
                  </a:lnTo>
                  <a:lnTo>
                    <a:pt x="17568" y="16929"/>
                  </a:lnTo>
                  <a:lnTo>
                    <a:pt x="17383" y="17416"/>
                  </a:lnTo>
                  <a:lnTo>
                    <a:pt x="17164" y="17887"/>
                  </a:lnTo>
                  <a:lnTo>
                    <a:pt x="16946" y="18341"/>
                  </a:lnTo>
                  <a:lnTo>
                    <a:pt x="16694" y="18778"/>
                  </a:lnTo>
                  <a:lnTo>
                    <a:pt x="16442" y="19198"/>
                  </a:lnTo>
                  <a:lnTo>
                    <a:pt x="16156" y="19602"/>
                  </a:lnTo>
                  <a:lnTo>
                    <a:pt x="15870" y="19988"/>
                  </a:lnTo>
                  <a:lnTo>
                    <a:pt x="15567" y="20358"/>
                  </a:lnTo>
                  <a:lnTo>
                    <a:pt x="15248" y="20695"/>
                  </a:lnTo>
                  <a:lnTo>
                    <a:pt x="14929" y="21031"/>
                  </a:lnTo>
                  <a:lnTo>
                    <a:pt x="14576" y="21350"/>
                  </a:lnTo>
                  <a:lnTo>
                    <a:pt x="14223" y="21636"/>
                  </a:lnTo>
                  <a:lnTo>
                    <a:pt x="13853" y="21905"/>
                  </a:lnTo>
                  <a:lnTo>
                    <a:pt x="13483" y="22140"/>
                  </a:lnTo>
                  <a:lnTo>
                    <a:pt x="13096" y="22376"/>
                  </a:lnTo>
                  <a:lnTo>
                    <a:pt x="12693" y="22577"/>
                  </a:lnTo>
                  <a:lnTo>
                    <a:pt x="12289" y="22745"/>
                  </a:lnTo>
                  <a:lnTo>
                    <a:pt x="11886" y="22897"/>
                  </a:lnTo>
                  <a:lnTo>
                    <a:pt x="11466" y="23014"/>
                  </a:lnTo>
                  <a:lnTo>
                    <a:pt x="11028" y="23115"/>
                  </a:lnTo>
                  <a:lnTo>
                    <a:pt x="10591" y="23183"/>
                  </a:lnTo>
                  <a:lnTo>
                    <a:pt x="10154" y="23233"/>
                  </a:lnTo>
                  <a:lnTo>
                    <a:pt x="9700" y="23250"/>
                  </a:lnTo>
                  <a:lnTo>
                    <a:pt x="9246" y="23233"/>
                  </a:lnTo>
                  <a:lnTo>
                    <a:pt x="8809" y="23183"/>
                  </a:lnTo>
                  <a:lnTo>
                    <a:pt x="8372" y="23115"/>
                  </a:lnTo>
                  <a:lnTo>
                    <a:pt x="7952" y="23014"/>
                  </a:lnTo>
                  <a:lnTo>
                    <a:pt x="7532" y="22897"/>
                  </a:lnTo>
                  <a:lnTo>
                    <a:pt x="7111" y="22745"/>
                  </a:lnTo>
                  <a:lnTo>
                    <a:pt x="6708" y="22577"/>
                  </a:lnTo>
                  <a:lnTo>
                    <a:pt x="6305" y="22376"/>
                  </a:lnTo>
                  <a:lnTo>
                    <a:pt x="5918" y="22140"/>
                  </a:lnTo>
                  <a:lnTo>
                    <a:pt x="5548" y="21905"/>
                  </a:lnTo>
                  <a:lnTo>
                    <a:pt x="5178" y="21636"/>
                  </a:lnTo>
                  <a:lnTo>
                    <a:pt x="4825" y="21350"/>
                  </a:lnTo>
                  <a:lnTo>
                    <a:pt x="4489" y="21031"/>
                  </a:lnTo>
                  <a:lnTo>
                    <a:pt x="4153" y="20695"/>
                  </a:lnTo>
                  <a:lnTo>
                    <a:pt x="3833" y="20358"/>
                  </a:lnTo>
                  <a:lnTo>
                    <a:pt x="3531" y="19988"/>
                  </a:lnTo>
                  <a:lnTo>
                    <a:pt x="3245" y="19602"/>
                  </a:lnTo>
                  <a:lnTo>
                    <a:pt x="2976" y="19198"/>
                  </a:lnTo>
                  <a:lnTo>
                    <a:pt x="2707" y="18761"/>
                  </a:lnTo>
                  <a:lnTo>
                    <a:pt x="2472" y="18341"/>
                  </a:lnTo>
                  <a:lnTo>
                    <a:pt x="2236" y="17887"/>
                  </a:lnTo>
                  <a:lnTo>
                    <a:pt x="2035" y="17416"/>
                  </a:lnTo>
                  <a:lnTo>
                    <a:pt x="1833" y="16929"/>
                  </a:lnTo>
                  <a:lnTo>
                    <a:pt x="1665" y="16441"/>
                  </a:lnTo>
                  <a:lnTo>
                    <a:pt x="1497" y="15937"/>
                  </a:lnTo>
                  <a:lnTo>
                    <a:pt x="1362" y="15416"/>
                  </a:lnTo>
                  <a:lnTo>
                    <a:pt x="1244" y="14895"/>
                  </a:lnTo>
                  <a:lnTo>
                    <a:pt x="1144" y="14357"/>
                  </a:lnTo>
                  <a:lnTo>
                    <a:pt x="1076" y="13802"/>
                  </a:lnTo>
                  <a:lnTo>
                    <a:pt x="1009" y="13247"/>
                  </a:lnTo>
                  <a:lnTo>
                    <a:pt x="975" y="12676"/>
                  </a:lnTo>
                  <a:lnTo>
                    <a:pt x="975" y="12104"/>
                  </a:lnTo>
                  <a:lnTo>
                    <a:pt x="975" y="11532"/>
                  </a:lnTo>
                  <a:lnTo>
                    <a:pt x="1009" y="10978"/>
                  </a:lnTo>
                  <a:lnTo>
                    <a:pt x="1076" y="10423"/>
                  </a:lnTo>
                  <a:lnTo>
                    <a:pt x="1144" y="9868"/>
                  </a:lnTo>
                  <a:lnTo>
                    <a:pt x="1244" y="9330"/>
                  </a:lnTo>
                  <a:lnTo>
                    <a:pt x="1362" y="8809"/>
                  </a:lnTo>
                  <a:lnTo>
                    <a:pt x="1497" y="8288"/>
                  </a:lnTo>
                  <a:lnTo>
                    <a:pt x="1665" y="7784"/>
                  </a:lnTo>
                  <a:lnTo>
                    <a:pt x="1833" y="7279"/>
                  </a:lnTo>
                  <a:lnTo>
                    <a:pt x="2018" y="6809"/>
                  </a:lnTo>
                  <a:lnTo>
                    <a:pt x="2236" y="6338"/>
                  </a:lnTo>
                  <a:lnTo>
                    <a:pt x="2472" y="5884"/>
                  </a:lnTo>
                  <a:lnTo>
                    <a:pt x="2707" y="5447"/>
                  </a:lnTo>
                  <a:lnTo>
                    <a:pt x="2959" y="5027"/>
                  </a:lnTo>
                  <a:lnTo>
                    <a:pt x="3245" y="4623"/>
                  </a:lnTo>
                  <a:lnTo>
                    <a:pt x="3531" y="4236"/>
                  </a:lnTo>
                  <a:lnTo>
                    <a:pt x="3833" y="3867"/>
                  </a:lnTo>
                  <a:lnTo>
                    <a:pt x="4153" y="3514"/>
                  </a:lnTo>
                  <a:lnTo>
                    <a:pt x="4472" y="3194"/>
                  </a:lnTo>
                  <a:lnTo>
                    <a:pt x="4825" y="2875"/>
                  </a:lnTo>
                  <a:lnTo>
                    <a:pt x="5178" y="2589"/>
                  </a:lnTo>
                  <a:lnTo>
                    <a:pt x="5548" y="2320"/>
                  </a:lnTo>
                  <a:lnTo>
                    <a:pt x="5918" y="2068"/>
                  </a:lnTo>
                  <a:lnTo>
                    <a:pt x="6305" y="1849"/>
                  </a:lnTo>
                  <a:lnTo>
                    <a:pt x="6708" y="1648"/>
                  </a:lnTo>
                  <a:lnTo>
                    <a:pt x="7111" y="1479"/>
                  </a:lnTo>
                  <a:lnTo>
                    <a:pt x="7515" y="1328"/>
                  </a:lnTo>
                  <a:lnTo>
                    <a:pt x="7952" y="1194"/>
                  </a:lnTo>
                  <a:lnTo>
                    <a:pt x="8372" y="1110"/>
                  </a:lnTo>
                  <a:lnTo>
                    <a:pt x="8809" y="1026"/>
                  </a:lnTo>
                  <a:lnTo>
                    <a:pt x="9246" y="992"/>
                  </a:lnTo>
                  <a:lnTo>
                    <a:pt x="9700" y="975"/>
                  </a:lnTo>
                  <a:close/>
                  <a:moveTo>
                    <a:pt x="9700" y="0"/>
                  </a:moveTo>
                  <a:lnTo>
                    <a:pt x="9196" y="17"/>
                  </a:lnTo>
                  <a:lnTo>
                    <a:pt x="8709" y="67"/>
                  </a:lnTo>
                  <a:lnTo>
                    <a:pt x="8221" y="135"/>
                  </a:lnTo>
                  <a:lnTo>
                    <a:pt x="7750" y="252"/>
                  </a:lnTo>
                  <a:lnTo>
                    <a:pt x="7280" y="387"/>
                  </a:lnTo>
                  <a:lnTo>
                    <a:pt x="6826" y="555"/>
                  </a:lnTo>
                  <a:lnTo>
                    <a:pt x="6372" y="740"/>
                  </a:lnTo>
                  <a:lnTo>
                    <a:pt x="5935" y="958"/>
                  </a:lnTo>
                  <a:lnTo>
                    <a:pt x="5498" y="1194"/>
                  </a:lnTo>
                  <a:lnTo>
                    <a:pt x="5077" y="1463"/>
                  </a:lnTo>
                  <a:lnTo>
                    <a:pt x="4674" y="1765"/>
                  </a:lnTo>
                  <a:lnTo>
                    <a:pt x="4287" y="2068"/>
                  </a:lnTo>
                  <a:lnTo>
                    <a:pt x="3901" y="2404"/>
                  </a:lnTo>
                  <a:lnTo>
                    <a:pt x="3531" y="2774"/>
                  </a:lnTo>
                  <a:lnTo>
                    <a:pt x="3178" y="3144"/>
                  </a:lnTo>
                  <a:lnTo>
                    <a:pt x="2841" y="3547"/>
                  </a:lnTo>
                  <a:lnTo>
                    <a:pt x="2522" y="3967"/>
                  </a:lnTo>
                  <a:lnTo>
                    <a:pt x="2219" y="4405"/>
                  </a:lnTo>
                  <a:lnTo>
                    <a:pt x="1934" y="4875"/>
                  </a:lnTo>
                  <a:lnTo>
                    <a:pt x="1665" y="5346"/>
                  </a:lnTo>
                  <a:lnTo>
                    <a:pt x="1413" y="5834"/>
                  </a:lnTo>
                  <a:lnTo>
                    <a:pt x="1177" y="6338"/>
                  </a:lnTo>
                  <a:lnTo>
                    <a:pt x="959" y="6859"/>
                  </a:lnTo>
                  <a:lnTo>
                    <a:pt x="757" y="7397"/>
                  </a:lnTo>
                  <a:lnTo>
                    <a:pt x="589" y="7952"/>
                  </a:lnTo>
                  <a:lnTo>
                    <a:pt x="438" y="8506"/>
                  </a:lnTo>
                  <a:lnTo>
                    <a:pt x="303" y="9095"/>
                  </a:lnTo>
                  <a:lnTo>
                    <a:pt x="202" y="9666"/>
                  </a:lnTo>
                  <a:lnTo>
                    <a:pt x="118" y="10272"/>
                  </a:lnTo>
                  <a:lnTo>
                    <a:pt x="51" y="10877"/>
                  </a:lnTo>
                  <a:lnTo>
                    <a:pt x="17" y="11482"/>
                  </a:lnTo>
                  <a:lnTo>
                    <a:pt x="0" y="12104"/>
                  </a:lnTo>
                  <a:lnTo>
                    <a:pt x="17" y="12726"/>
                  </a:lnTo>
                  <a:lnTo>
                    <a:pt x="51" y="13348"/>
                  </a:lnTo>
                  <a:lnTo>
                    <a:pt x="118" y="13953"/>
                  </a:lnTo>
                  <a:lnTo>
                    <a:pt x="202" y="14542"/>
                  </a:lnTo>
                  <a:lnTo>
                    <a:pt x="303" y="15130"/>
                  </a:lnTo>
                  <a:lnTo>
                    <a:pt x="438" y="15702"/>
                  </a:lnTo>
                  <a:lnTo>
                    <a:pt x="589" y="16273"/>
                  </a:lnTo>
                  <a:lnTo>
                    <a:pt x="757" y="16828"/>
                  </a:lnTo>
                  <a:lnTo>
                    <a:pt x="959" y="17349"/>
                  </a:lnTo>
                  <a:lnTo>
                    <a:pt x="1177" y="17870"/>
                  </a:lnTo>
                  <a:lnTo>
                    <a:pt x="1413" y="18391"/>
                  </a:lnTo>
                  <a:lnTo>
                    <a:pt x="1665" y="18879"/>
                  </a:lnTo>
                  <a:lnTo>
                    <a:pt x="1934" y="19350"/>
                  </a:lnTo>
                  <a:lnTo>
                    <a:pt x="2219" y="19804"/>
                  </a:lnTo>
                  <a:lnTo>
                    <a:pt x="2522" y="20241"/>
                  </a:lnTo>
                  <a:lnTo>
                    <a:pt x="2841" y="20661"/>
                  </a:lnTo>
                  <a:lnTo>
                    <a:pt x="3178" y="21064"/>
                  </a:lnTo>
                  <a:lnTo>
                    <a:pt x="3531" y="21451"/>
                  </a:lnTo>
                  <a:lnTo>
                    <a:pt x="3901" y="21804"/>
                  </a:lnTo>
                  <a:lnTo>
                    <a:pt x="4287" y="22157"/>
                  </a:lnTo>
                  <a:lnTo>
                    <a:pt x="4674" y="22460"/>
                  </a:lnTo>
                  <a:lnTo>
                    <a:pt x="5077" y="22762"/>
                  </a:lnTo>
                  <a:lnTo>
                    <a:pt x="5498" y="23031"/>
                  </a:lnTo>
                  <a:lnTo>
                    <a:pt x="5935" y="23267"/>
                  </a:lnTo>
                  <a:lnTo>
                    <a:pt x="6372" y="23485"/>
                  </a:lnTo>
                  <a:lnTo>
                    <a:pt x="6826" y="23670"/>
                  </a:lnTo>
                  <a:lnTo>
                    <a:pt x="7280" y="23838"/>
                  </a:lnTo>
                  <a:lnTo>
                    <a:pt x="7750" y="23973"/>
                  </a:lnTo>
                  <a:lnTo>
                    <a:pt x="8221" y="24074"/>
                  </a:lnTo>
                  <a:lnTo>
                    <a:pt x="8709" y="24158"/>
                  </a:lnTo>
                  <a:lnTo>
                    <a:pt x="9196" y="24208"/>
                  </a:lnTo>
                  <a:lnTo>
                    <a:pt x="9700" y="24225"/>
                  </a:lnTo>
                  <a:lnTo>
                    <a:pt x="10205" y="24208"/>
                  </a:lnTo>
                  <a:lnTo>
                    <a:pt x="10692" y="24158"/>
                  </a:lnTo>
                  <a:lnTo>
                    <a:pt x="11180" y="24074"/>
                  </a:lnTo>
                  <a:lnTo>
                    <a:pt x="11650" y="23973"/>
                  </a:lnTo>
                  <a:lnTo>
                    <a:pt x="12121" y="23838"/>
                  </a:lnTo>
                  <a:lnTo>
                    <a:pt x="12592" y="23670"/>
                  </a:lnTo>
                  <a:lnTo>
                    <a:pt x="13029" y="23485"/>
                  </a:lnTo>
                  <a:lnTo>
                    <a:pt x="13483" y="23267"/>
                  </a:lnTo>
                  <a:lnTo>
                    <a:pt x="13903" y="23031"/>
                  </a:lnTo>
                  <a:lnTo>
                    <a:pt x="14323" y="22762"/>
                  </a:lnTo>
                  <a:lnTo>
                    <a:pt x="14727" y="22460"/>
                  </a:lnTo>
                  <a:lnTo>
                    <a:pt x="15130" y="22140"/>
                  </a:lnTo>
                  <a:lnTo>
                    <a:pt x="15500" y="21804"/>
                  </a:lnTo>
                  <a:lnTo>
                    <a:pt x="15870" y="21451"/>
                  </a:lnTo>
                  <a:lnTo>
                    <a:pt x="16223" y="21064"/>
                  </a:lnTo>
                  <a:lnTo>
                    <a:pt x="16559" y="20661"/>
                  </a:lnTo>
                  <a:lnTo>
                    <a:pt x="16879" y="20241"/>
                  </a:lnTo>
                  <a:lnTo>
                    <a:pt x="17181" y="19804"/>
                  </a:lnTo>
                  <a:lnTo>
                    <a:pt x="17467" y="19350"/>
                  </a:lnTo>
                  <a:lnTo>
                    <a:pt x="17753" y="18879"/>
                  </a:lnTo>
                  <a:lnTo>
                    <a:pt x="18005" y="18391"/>
                  </a:lnTo>
                  <a:lnTo>
                    <a:pt x="18224" y="17870"/>
                  </a:lnTo>
                  <a:lnTo>
                    <a:pt x="18442" y="17349"/>
                  </a:lnTo>
                  <a:lnTo>
                    <a:pt x="18644" y="16811"/>
                  </a:lnTo>
                  <a:lnTo>
                    <a:pt x="18812" y="16273"/>
                  </a:lnTo>
                  <a:lnTo>
                    <a:pt x="18963" y="15702"/>
                  </a:lnTo>
                  <a:lnTo>
                    <a:pt x="19098" y="15130"/>
                  </a:lnTo>
                  <a:lnTo>
                    <a:pt x="19199" y="14542"/>
                  </a:lnTo>
                  <a:lnTo>
                    <a:pt x="19299" y="13953"/>
                  </a:lnTo>
                  <a:lnTo>
                    <a:pt x="19350" y="13348"/>
                  </a:lnTo>
                  <a:lnTo>
                    <a:pt x="19383" y="12726"/>
                  </a:lnTo>
                  <a:lnTo>
                    <a:pt x="19400" y="12104"/>
                  </a:lnTo>
                  <a:lnTo>
                    <a:pt x="19383" y="11482"/>
                  </a:lnTo>
                  <a:lnTo>
                    <a:pt x="19350" y="10877"/>
                  </a:lnTo>
                  <a:lnTo>
                    <a:pt x="19299" y="10272"/>
                  </a:lnTo>
                  <a:lnTo>
                    <a:pt x="19199" y="9666"/>
                  </a:lnTo>
                  <a:lnTo>
                    <a:pt x="19098" y="9095"/>
                  </a:lnTo>
                  <a:lnTo>
                    <a:pt x="18963" y="8506"/>
                  </a:lnTo>
                  <a:lnTo>
                    <a:pt x="18812" y="7952"/>
                  </a:lnTo>
                  <a:lnTo>
                    <a:pt x="18644" y="7397"/>
                  </a:lnTo>
                  <a:lnTo>
                    <a:pt x="18442" y="6859"/>
                  </a:lnTo>
                  <a:lnTo>
                    <a:pt x="18224" y="6338"/>
                  </a:lnTo>
                  <a:lnTo>
                    <a:pt x="18005" y="5834"/>
                  </a:lnTo>
                  <a:lnTo>
                    <a:pt x="17753" y="5346"/>
                  </a:lnTo>
                  <a:lnTo>
                    <a:pt x="17467" y="4875"/>
                  </a:lnTo>
                  <a:lnTo>
                    <a:pt x="17181" y="4421"/>
                  </a:lnTo>
                  <a:lnTo>
                    <a:pt x="16879" y="3967"/>
                  </a:lnTo>
                  <a:lnTo>
                    <a:pt x="16559" y="3547"/>
                  </a:lnTo>
                  <a:lnTo>
                    <a:pt x="16223" y="3144"/>
                  </a:lnTo>
                  <a:lnTo>
                    <a:pt x="15870" y="2774"/>
                  </a:lnTo>
                  <a:lnTo>
                    <a:pt x="15500" y="2404"/>
                  </a:lnTo>
                  <a:lnTo>
                    <a:pt x="15130" y="2068"/>
                  </a:lnTo>
                  <a:lnTo>
                    <a:pt x="14727" y="1765"/>
                  </a:lnTo>
                  <a:lnTo>
                    <a:pt x="14323" y="1463"/>
                  </a:lnTo>
                  <a:lnTo>
                    <a:pt x="13903" y="1194"/>
                  </a:lnTo>
                  <a:lnTo>
                    <a:pt x="13483" y="958"/>
                  </a:lnTo>
                  <a:lnTo>
                    <a:pt x="13029" y="740"/>
                  </a:lnTo>
                  <a:lnTo>
                    <a:pt x="12592" y="555"/>
                  </a:lnTo>
                  <a:lnTo>
                    <a:pt x="12121" y="387"/>
                  </a:lnTo>
                  <a:lnTo>
                    <a:pt x="11650" y="252"/>
                  </a:lnTo>
                  <a:lnTo>
                    <a:pt x="11180" y="135"/>
                  </a:lnTo>
                  <a:lnTo>
                    <a:pt x="10692" y="67"/>
                  </a:lnTo>
                  <a:lnTo>
                    <a:pt x="10205" y="17"/>
                  </a:lnTo>
                  <a:lnTo>
                    <a:pt x="97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1" name="Google Shape;5851;p63"/>
            <p:cNvSpPr/>
            <p:nvPr/>
          </p:nvSpPr>
          <p:spPr>
            <a:xfrm>
              <a:off x="4002475" y="1614950"/>
              <a:ext cx="485025" cy="605625"/>
            </a:xfrm>
            <a:custGeom>
              <a:avLst/>
              <a:gdLst/>
              <a:ahLst/>
              <a:cxnLst/>
              <a:rect l="l" t="t" r="r" b="b"/>
              <a:pathLst>
                <a:path w="19401" h="24225" fill="none" extrusionOk="0">
                  <a:moveTo>
                    <a:pt x="9700" y="24225"/>
                  </a:moveTo>
                  <a:lnTo>
                    <a:pt x="9700" y="24225"/>
                  </a:lnTo>
                  <a:lnTo>
                    <a:pt x="9196" y="24208"/>
                  </a:lnTo>
                  <a:lnTo>
                    <a:pt x="8709" y="24158"/>
                  </a:lnTo>
                  <a:lnTo>
                    <a:pt x="8221" y="24074"/>
                  </a:lnTo>
                  <a:lnTo>
                    <a:pt x="7750" y="23973"/>
                  </a:lnTo>
                  <a:lnTo>
                    <a:pt x="7280" y="23838"/>
                  </a:lnTo>
                  <a:lnTo>
                    <a:pt x="6826" y="23670"/>
                  </a:lnTo>
                  <a:lnTo>
                    <a:pt x="6372" y="23485"/>
                  </a:lnTo>
                  <a:lnTo>
                    <a:pt x="5935" y="23267"/>
                  </a:lnTo>
                  <a:lnTo>
                    <a:pt x="5498" y="23031"/>
                  </a:lnTo>
                  <a:lnTo>
                    <a:pt x="5077" y="22762"/>
                  </a:lnTo>
                  <a:lnTo>
                    <a:pt x="4674" y="22460"/>
                  </a:lnTo>
                  <a:lnTo>
                    <a:pt x="4287" y="22157"/>
                  </a:lnTo>
                  <a:lnTo>
                    <a:pt x="3901" y="21804"/>
                  </a:lnTo>
                  <a:lnTo>
                    <a:pt x="3531" y="21451"/>
                  </a:lnTo>
                  <a:lnTo>
                    <a:pt x="3178" y="21064"/>
                  </a:lnTo>
                  <a:lnTo>
                    <a:pt x="2841" y="20661"/>
                  </a:lnTo>
                  <a:lnTo>
                    <a:pt x="2522" y="20241"/>
                  </a:lnTo>
                  <a:lnTo>
                    <a:pt x="2219" y="19804"/>
                  </a:lnTo>
                  <a:lnTo>
                    <a:pt x="1934" y="19350"/>
                  </a:lnTo>
                  <a:lnTo>
                    <a:pt x="1665" y="18879"/>
                  </a:lnTo>
                  <a:lnTo>
                    <a:pt x="1413" y="18391"/>
                  </a:lnTo>
                  <a:lnTo>
                    <a:pt x="1177" y="17870"/>
                  </a:lnTo>
                  <a:lnTo>
                    <a:pt x="959" y="17349"/>
                  </a:lnTo>
                  <a:lnTo>
                    <a:pt x="757" y="16828"/>
                  </a:lnTo>
                  <a:lnTo>
                    <a:pt x="589" y="16273"/>
                  </a:lnTo>
                  <a:lnTo>
                    <a:pt x="438" y="15702"/>
                  </a:lnTo>
                  <a:lnTo>
                    <a:pt x="303" y="15130"/>
                  </a:lnTo>
                  <a:lnTo>
                    <a:pt x="202" y="14542"/>
                  </a:lnTo>
                  <a:lnTo>
                    <a:pt x="118" y="13953"/>
                  </a:lnTo>
                  <a:lnTo>
                    <a:pt x="51" y="13348"/>
                  </a:lnTo>
                  <a:lnTo>
                    <a:pt x="17" y="12726"/>
                  </a:lnTo>
                  <a:lnTo>
                    <a:pt x="0" y="12104"/>
                  </a:lnTo>
                  <a:lnTo>
                    <a:pt x="0" y="12104"/>
                  </a:lnTo>
                  <a:lnTo>
                    <a:pt x="17" y="11482"/>
                  </a:lnTo>
                  <a:lnTo>
                    <a:pt x="51" y="10877"/>
                  </a:lnTo>
                  <a:lnTo>
                    <a:pt x="118" y="10272"/>
                  </a:lnTo>
                  <a:lnTo>
                    <a:pt x="202" y="9666"/>
                  </a:lnTo>
                  <a:lnTo>
                    <a:pt x="303" y="9095"/>
                  </a:lnTo>
                  <a:lnTo>
                    <a:pt x="438" y="8506"/>
                  </a:lnTo>
                  <a:lnTo>
                    <a:pt x="589" y="7952"/>
                  </a:lnTo>
                  <a:lnTo>
                    <a:pt x="757" y="7397"/>
                  </a:lnTo>
                  <a:lnTo>
                    <a:pt x="959" y="6859"/>
                  </a:lnTo>
                  <a:lnTo>
                    <a:pt x="1177" y="6338"/>
                  </a:lnTo>
                  <a:lnTo>
                    <a:pt x="1413" y="5834"/>
                  </a:lnTo>
                  <a:lnTo>
                    <a:pt x="1665" y="5346"/>
                  </a:lnTo>
                  <a:lnTo>
                    <a:pt x="1934" y="4875"/>
                  </a:lnTo>
                  <a:lnTo>
                    <a:pt x="2219" y="4405"/>
                  </a:lnTo>
                  <a:lnTo>
                    <a:pt x="2522" y="3967"/>
                  </a:lnTo>
                  <a:lnTo>
                    <a:pt x="2841" y="3547"/>
                  </a:lnTo>
                  <a:lnTo>
                    <a:pt x="3178" y="3144"/>
                  </a:lnTo>
                  <a:lnTo>
                    <a:pt x="3531" y="2774"/>
                  </a:lnTo>
                  <a:lnTo>
                    <a:pt x="3901" y="2404"/>
                  </a:lnTo>
                  <a:lnTo>
                    <a:pt x="4287" y="2068"/>
                  </a:lnTo>
                  <a:lnTo>
                    <a:pt x="4674" y="1765"/>
                  </a:lnTo>
                  <a:lnTo>
                    <a:pt x="5077" y="1463"/>
                  </a:lnTo>
                  <a:lnTo>
                    <a:pt x="5498" y="1194"/>
                  </a:lnTo>
                  <a:lnTo>
                    <a:pt x="5935" y="958"/>
                  </a:lnTo>
                  <a:lnTo>
                    <a:pt x="6372" y="740"/>
                  </a:lnTo>
                  <a:lnTo>
                    <a:pt x="6826" y="555"/>
                  </a:lnTo>
                  <a:lnTo>
                    <a:pt x="7280" y="387"/>
                  </a:lnTo>
                  <a:lnTo>
                    <a:pt x="7750" y="252"/>
                  </a:lnTo>
                  <a:lnTo>
                    <a:pt x="8221" y="135"/>
                  </a:lnTo>
                  <a:lnTo>
                    <a:pt x="8709" y="67"/>
                  </a:lnTo>
                  <a:lnTo>
                    <a:pt x="9196" y="17"/>
                  </a:lnTo>
                  <a:lnTo>
                    <a:pt x="9700" y="0"/>
                  </a:lnTo>
                  <a:lnTo>
                    <a:pt x="9700" y="0"/>
                  </a:lnTo>
                  <a:lnTo>
                    <a:pt x="10205" y="17"/>
                  </a:lnTo>
                  <a:lnTo>
                    <a:pt x="10692" y="67"/>
                  </a:lnTo>
                  <a:lnTo>
                    <a:pt x="11180" y="135"/>
                  </a:lnTo>
                  <a:lnTo>
                    <a:pt x="11650" y="252"/>
                  </a:lnTo>
                  <a:lnTo>
                    <a:pt x="12121" y="387"/>
                  </a:lnTo>
                  <a:lnTo>
                    <a:pt x="12592" y="555"/>
                  </a:lnTo>
                  <a:lnTo>
                    <a:pt x="13029" y="740"/>
                  </a:lnTo>
                  <a:lnTo>
                    <a:pt x="13483" y="958"/>
                  </a:lnTo>
                  <a:lnTo>
                    <a:pt x="13903" y="1194"/>
                  </a:lnTo>
                  <a:lnTo>
                    <a:pt x="14323" y="1463"/>
                  </a:lnTo>
                  <a:lnTo>
                    <a:pt x="14727" y="1765"/>
                  </a:lnTo>
                  <a:lnTo>
                    <a:pt x="15130" y="2068"/>
                  </a:lnTo>
                  <a:lnTo>
                    <a:pt x="15500" y="2404"/>
                  </a:lnTo>
                  <a:lnTo>
                    <a:pt x="15870" y="2774"/>
                  </a:lnTo>
                  <a:lnTo>
                    <a:pt x="16223" y="3144"/>
                  </a:lnTo>
                  <a:lnTo>
                    <a:pt x="16559" y="3547"/>
                  </a:lnTo>
                  <a:lnTo>
                    <a:pt x="16879" y="3967"/>
                  </a:lnTo>
                  <a:lnTo>
                    <a:pt x="17181" y="4421"/>
                  </a:lnTo>
                  <a:lnTo>
                    <a:pt x="17467" y="4875"/>
                  </a:lnTo>
                  <a:lnTo>
                    <a:pt x="17753" y="5346"/>
                  </a:lnTo>
                  <a:lnTo>
                    <a:pt x="18005" y="5834"/>
                  </a:lnTo>
                  <a:lnTo>
                    <a:pt x="18224" y="6338"/>
                  </a:lnTo>
                  <a:lnTo>
                    <a:pt x="18442" y="6859"/>
                  </a:lnTo>
                  <a:lnTo>
                    <a:pt x="18644" y="7397"/>
                  </a:lnTo>
                  <a:lnTo>
                    <a:pt x="18812" y="7952"/>
                  </a:lnTo>
                  <a:lnTo>
                    <a:pt x="18963" y="8506"/>
                  </a:lnTo>
                  <a:lnTo>
                    <a:pt x="19098" y="9095"/>
                  </a:lnTo>
                  <a:lnTo>
                    <a:pt x="19199" y="9666"/>
                  </a:lnTo>
                  <a:lnTo>
                    <a:pt x="19299" y="10272"/>
                  </a:lnTo>
                  <a:lnTo>
                    <a:pt x="19350" y="10877"/>
                  </a:lnTo>
                  <a:lnTo>
                    <a:pt x="19383" y="11482"/>
                  </a:lnTo>
                  <a:lnTo>
                    <a:pt x="19400" y="12104"/>
                  </a:lnTo>
                  <a:lnTo>
                    <a:pt x="19400" y="12104"/>
                  </a:lnTo>
                  <a:lnTo>
                    <a:pt x="19383" y="12726"/>
                  </a:lnTo>
                  <a:lnTo>
                    <a:pt x="19350" y="13348"/>
                  </a:lnTo>
                  <a:lnTo>
                    <a:pt x="19299" y="13953"/>
                  </a:lnTo>
                  <a:lnTo>
                    <a:pt x="19199" y="14542"/>
                  </a:lnTo>
                  <a:lnTo>
                    <a:pt x="19098" y="15130"/>
                  </a:lnTo>
                  <a:lnTo>
                    <a:pt x="18963" y="15702"/>
                  </a:lnTo>
                  <a:lnTo>
                    <a:pt x="18812" y="16273"/>
                  </a:lnTo>
                  <a:lnTo>
                    <a:pt x="18644" y="16811"/>
                  </a:lnTo>
                  <a:lnTo>
                    <a:pt x="18442" y="17349"/>
                  </a:lnTo>
                  <a:lnTo>
                    <a:pt x="18224" y="17870"/>
                  </a:lnTo>
                  <a:lnTo>
                    <a:pt x="18005" y="18391"/>
                  </a:lnTo>
                  <a:lnTo>
                    <a:pt x="17753" y="18879"/>
                  </a:lnTo>
                  <a:lnTo>
                    <a:pt x="17467" y="19350"/>
                  </a:lnTo>
                  <a:lnTo>
                    <a:pt x="17181" y="19804"/>
                  </a:lnTo>
                  <a:lnTo>
                    <a:pt x="16879" y="20241"/>
                  </a:lnTo>
                  <a:lnTo>
                    <a:pt x="16559" y="20661"/>
                  </a:lnTo>
                  <a:lnTo>
                    <a:pt x="16223" y="21064"/>
                  </a:lnTo>
                  <a:lnTo>
                    <a:pt x="15870" y="21451"/>
                  </a:lnTo>
                  <a:lnTo>
                    <a:pt x="15500" y="21804"/>
                  </a:lnTo>
                  <a:lnTo>
                    <a:pt x="15130" y="22140"/>
                  </a:lnTo>
                  <a:lnTo>
                    <a:pt x="14727" y="22460"/>
                  </a:lnTo>
                  <a:lnTo>
                    <a:pt x="14323" y="22762"/>
                  </a:lnTo>
                  <a:lnTo>
                    <a:pt x="13903" y="23031"/>
                  </a:lnTo>
                  <a:lnTo>
                    <a:pt x="13483" y="23267"/>
                  </a:lnTo>
                  <a:lnTo>
                    <a:pt x="13029" y="23485"/>
                  </a:lnTo>
                  <a:lnTo>
                    <a:pt x="12592" y="23670"/>
                  </a:lnTo>
                  <a:lnTo>
                    <a:pt x="12121" y="23838"/>
                  </a:lnTo>
                  <a:lnTo>
                    <a:pt x="11650" y="23973"/>
                  </a:lnTo>
                  <a:lnTo>
                    <a:pt x="11180" y="24074"/>
                  </a:lnTo>
                  <a:lnTo>
                    <a:pt x="10692" y="24158"/>
                  </a:lnTo>
                  <a:lnTo>
                    <a:pt x="10205" y="24208"/>
                  </a:lnTo>
                  <a:lnTo>
                    <a:pt x="9700" y="242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2" name="Google Shape;5852;p63"/>
            <p:cNvSpPr/>
            <p:nvPr/>
          </p:nvSpPr>
          <p:spPr>
            <a:xfrm>
              <a:off x="4026850" y="1639325"/>
              <a:ext cx="436275" cy="556875"/>
            </a:xfrm>
            <a:custGeom>
              <a:avLst/>
              <a:gdLst/>
              <a:ahLst/>
              <a:cxnLst/>
              <a:rect l="l" t="t" r="r" b="b"/>
              <a:pathLst>
                <a:path w="17451" h="22275" fill="none" extrusionOk="0">
                  <a:moveTo>
                    <a:pt x="8725" y="0"/>
                  </a:moveTo>
                  <a:lnTo>
                    <a:pt x="8725" y="0"/>
                  </a:lnTo>
                  <a:lnTo>
                    <a:pt x="8271" y="17"/>
                  </a:lnTo>
                  <a:lnTo>
                    <a:pt x="7834" y="51"/>
                  </a:lnTo>
                  <a:lnTo>
                    <a:pt x="7397" y="135"/>
                  </a:lnTo>
                  <a:lnTo>
                    <a:pt x="6977" y="219"/>
                  </a:lnTo>
                  <a:lnTo>
                    <a:pt x="6540" y="353"/>
                  </a:lnTo>
                  <a:lnTo>
                    <a:pt x="6136" y="504"/>
                  </a:lnTo>
                  <a:lnTo>
                    <a:pt x="5733" y="673"/>
                  </a:lnTo>
                  <a:lnTo>
                    <a:pt x="5330" y="874"/>
                  </a:lnTo>
                  <a:lnTo>
                    <a:pt x="4943" y="1093"/>
                  </a:lnTo>
                  <a:lnTo>
                    <a:pt x="4573" y="1345"/>
                  </a:lnTo>
                  <a:lnTo>
                    <a:pt x="4203" y="1614"/>
                  </a:lnTo>
                  <a:lnTo>
                    <a:pt x="3850" y="1900"/>
                  </a:lnTo>
                  <a:lnTo>
                    <a:pt x="3497" y="2219"/>
                  </a:lnTo>
                  <a:lnTo>
                    <a:pt x="3178" y="2539"/>
                  </a:lnTo>
                  <a:lnTo>
                    <a:pt x="2858" y="2892"/>
                  </a:lnTo>
                  <a:lnTo>
                    <a:pt x="2556" y="3261"/>
                  </a:lnTo>
                  <a:lnTo>
                    <a:pt x="2270" y="3648"/>
                  </a:lnTo>
                  <a:lnTo>
                    <a:pt x="1984" y="4052"/>
                  </a:lnTo>
                  <a:lnTo>
                    <a:pt x="1732" y="4472"/>
                  </a:lnTo>
                  <a:lnTo>
                    <a:pt x="1497" y="4909"/>
                  </a:lnTo>
                  <a:lnTo>
                    <a:pt x="1261" y="5363"/>
                  </a:lnTo>
                  <a:lnTo>
                    <a:pt x="1043" y="5834"/>
                  </a:lnTo>
                  <a:lnTo>
                    <a:pt x="858" y="6304"/>
                  </a:lnTo>
                  <a:lnTo>
                    <a:pt x="690" y="6809"/>
                  </a:lnTo>
                  <a:lnTo>
                    <a:pt x="522" y="7313"/>
                  </a:lnTo>
                  <a:lnTo>
                    <a:pt x="387" y="7834"/>
                  </a:lnTo>
                  <a:lnTo>
                    <a:pt x="269" y="8355"/>
                  </a:lnTo>
                  <a:lnTo>
                    <a:pt x="169" y="8893"/>
                  </a:lnTo>
                  <a:lnTo>
                    <a:pt x="101" y="9448"/>
                  </a:lnTo>
                  <a:lnTo>
                    <a:pt x="34" y="10003"/>
                  </a:lnTo>
                  <a:lnTo>
                    <a:pt x="0" y="10557"/>
                  </a:lnTo>
                  <a:lnTo>
                    <a:pt x="0" y="11129"/>
                  </a:lnTo>
                  <a:lnTo>
                    <a:pt x="0" y="11129"/>
                  </a:lnTo>
                  <a:lnTo>
                    <a:pt x="0" y="11701"/>
                  </a:lnTo>
                  <a:lnTo>
                    <a:pt x="34" y="12272"/>
                  </a:lnTo>
                  <a:lnTo>
                    <a:pt x="101" y="12827"/>
                  </a:lnTo>
                  <a:lnTo>
                    <a:pt x="169" y="13382"/>
                  </a:lnTo>
                  <a:lnTo>
                    <a:pt x="269" y="13920"/>
                  </a:lnTo>
                  <a:lnTo>
                    <a:pt x="387" y="14441"/>
                  </a:lnTo>
                  <a:lnTo>
                    <a:pt x="522" y="14962"/>
                  </a:lnTo>
                  <a:lnTo>
                    <a:pt x="690" y="15466"/>
                  </a:lnTo>
                  <a:lnTo>
                    <a:pt x="858" y="15954"/>
                  </a:lnTo>
                  <a:lnTo>
                    <a:pt x="1060" y="16441"/>
                  </a:lnTo>
                  <a:lnTo>
                    <a:pt x="1261" y="16912"/>
                  </a:lnTo>
                  <a:lnTo>
                    <a:pt x="1497" y="17366"/>
                  </a:lnTo>
                  <a:lnTo>
                    <a:pt x="1732" y="17786"/>
                  </a:lnTo>
                  <a:lnTo>
                    <a:pt x="2001" y="18223"/>
                  </a:lnTo>
                  <a:lnTo>
                    <a:pt x="2270" y="18627"/>
                  </a:lnTo>
                  <a:lnTo>
                    <a:pt x="2556" y="19013"/>
                  </a:lnTo>
                  <a:lnTo>
                    <a:pt x="2858" y="19383"/>
                  </a:lnTo>
                  <a:lnTo>
                    <a:pt x="3178" y="19720"/>
                  </a:lnTo>
                  <a:lnTo>
                    <a:pt x="3514" y="20056"/>
                  </a:lnTo>
                  <a:lnTo>
                    <a:pt x="3850" y="20375"/>
                  </a:lnTo>
                  <a:lnTo>
                    <a:pt x="4203" y="20661"/>
                  </a:lnTo>
                  <a:lnTo>
                    <a:pt x="4573" y="20930"/>
                  </a:lnTo>
                  <a:lnTo>
                    <a:pt x="4943" y="21165"/>
                  </a:lnTo>
                  <a:lnTo>
                    <a:pt x="5330" y="21401"/>
                  </a:lnTo>
                  <a:lnTo>
                    <a:pt x="5733" y="21602"/>
                  </a:lnTo>
                  <a:lnTo>
                    <a:pt x="6136" y="21770"/>
                  </a:lnTo>
                  <a:lnTo>
                    <a:pt x="6557" y="21922"/>
                  </a:lnTo>
                  <a:lnTo>
                    <a:pt x="6977" y="22039"/>
                  </a:lnTo>
                  <a:lnTo>
                    <a:pt x="7397" y="22140"/>
                  </a:lnTo>
                  <a:lnTo>
                    <a:pt x="7834" y="22208"/>
                  </a:lnTo>
                  <a:lnTo>
                    <a:pt x="8271" y="22258"/>
                  </a:lnTo>
                  <a:lnTo>
                    <a:pt x="8725" y="22275"/>
                  </a:lnTo>
                  <a:lnTo>
                    <a:pt x="8725" y="22275"/>
                  </a:lnTo>
                  <a:lnTo>
                    <a:pt x="9179" y="22258"/>
                  </a:lnTo>
                  <a:lnTo>
                    <a:pt x="9616" y="22208"/>
                  </a:lnTo>
                  <a:lnTo>
                    <a:pt x="10053" y="22140"/>
                  </a:lnTo>
                  <a:lnTo>
                    <a:pt x="10491" y="22039"/>
                  </a:lnTo>
                  <a:lnTo>
                    <a:pt x="10911" y="21922"/>
                  </a:lnTo>
                  <a:lnTo>
                    <a:pt x="11314" y="21770"/>
                  </a:lnTo>
                  <a:lnTo>
                    <a:pt x="11718" y="21602"/>
                  </a:lnTo>
                  <a:lnTo>
                    <a:pt x="12121" y="21401"/>
                  </a:lnTo>
                  <a:lnTo>
                    <a:pt x="12508" y="21165"/>
                  </a:lnTo>
                  <a:lnTo>
                    <a:pt x="12878" y="20930"/>
                  </a:lnTo>
                  <a:lnTo>
                    <a:pt x="13248" y="20661"/>
                  </a:lnTo>
                  <a:lnTo>
                    <a:pt x="13601" y="20375"/>
                  </a:lnTo>
                  <a:lnTo>
                    <a:pt x="13954" y="20056"/>
                  </a:lnTo>
                  <a:lnTo>
                    <a:pt x="14273" y="19720"/>
                  </a:lnTo>
                  <a:lnTo>
                    <a:pt x="14592" y="19383"/>
                  </a:lnTo>
                  <a:lnTo>
                    <a:pt x="14895" y="19013"/>
                  </a:lnTo>
                  <a:lnTo>
                    <a:pt x="15181" y="18627"/>
                  </a:lnTo>
                  <a:lnTo>
                    <a:pt x="15467" y="18223"/>
                  </a:lnTo>
                  <a:lnTo>
                    <a:pt x="15719" y="17803"/>
                  </a:lnTo>
                  <a:lnTo>
                    <a:pt x="15971" y="17366"/>
                  </a:lnTo>
                  <a:lnTo>
                    <a:pt x="16189" y="16912"/>
                  </a:lnTo>
                  <a:lnTo>
                    <a:pt x="16408" y="16441"/>
                  </a:lnTo>
                  <a:lnTo>
                    <a:pt x="16593" y="15954"/>
                  </a:lnTo>
                  <a:lnTo>
                    <a:pt x="16778" y="15466"/>
                  </a:lnTo>
                  <a:lnTo>
                    <a:pt x="16929" y="14962"/>
                  </a:lnTo>
                  <a:lnTo>
                    <a:pt x="17064" y="14441"/>
                  </a:lnTo>
                  <a:lnTo>
                    <a:pt x="17181" y="13920"/>
                  </a:lnTo>
                  <a:lnTo>
                    <a:pt x="17282" y="13382"/>
                  </a:lnTo>
                  <a:lnTo>
                    <a:pt x="17349" y="12827"/>
                  </a:lnTo>
                  <a:lnTo>
                    <a:pt x="17417" y="12272"/>
                  </a:lnTo>
                  <a:lnTo>
                    <a:pt x="17450" y="11701"/>
                  </a:lnTo>
                  <a:lnTo>
                    <a:pt x="17450" y="11129"/>
                  </a:lnTo>
                  <a:lnTo>
                    <a:pt x="17450" y="11129"/>
                  </a:lnTo>
                  <a:lnTo>
                    <a:pt x="17450" y="10557"/>
                  </a:lnTo>
                  <a:lnTo>
                    <a:pt x="17417" y="10003"/>
                  </a:lnTo>
                  <a:lnTo>
                    <a:pt x="17349" y="9448"/>
                  </a:lnTo>
                  <a:lnTo>
                    <a:pt x="17282" y="8893"/>
                  </a:lnTo>
                  <a:lnTo>
                    <a:pt x="17181" y="8355"/>
                  </a:lnTo>
                  <a:lnTo>
                    <a:pt x="17064" y="7834"/>
                  </a:lnTo>
                  <a:lnTo>
                    <a:pt x="16929" y="7313"/>
                  </a:lnTo>
                  <a:lnTo>
                    <a:pt x="16778" y="6809"/>
                  </a:lnTo>
                  <a:lnTo>
                    <a:pt x="16593" y="6304"/>
                  </a:lnTo>
                  <a:lnTo>
                    <a:pt x="16408" y="5834"/>
                  </a:lnTo>
                  <a:lnTo>
                    <a:pt x="16189" y="5363"/>
                  </a:lnTo>
                  <a:lnTo>
                    <a:pt x="15971" y="4909"/>
                  </a:lnTo>
                  <a:lnTo>
                    <a:pt x="15719" y="4472"/>
                  </a:lnTo>
                  <a:lnTo>
                    <a:pt x="15467" y="4052"/>
                  </a:lnTo>
                  <a:lnTo>
                    <a:pt x="15181" y="3648"/>
                  </a:lnTo>
                  <a:lnTo>
                    <a:pt x="14895" y="3261"/>
                  </a:lnTo>
                  <a:lnTo>
                    <a:pt x="14592" y="2892"/>
                  </a:lnTo>
                  <a:lnTo>
                    <a:pt x="14273" y="2539"/>
                  </a:lnTo>
                  <a:lnTo>
                    <a:pt x="13954" y="2219"/>
                  </a:lnTo>
                  <a:lnTo>
                    <a:pt x="13601" y="1900"/>
                  </a:lnTo>
                  <a:lnTo>
                    <a:pt x="13248" y="1614"/>
                  </a:lnTo>
                  <a:lnTo>
                    <a:pt x="12878" y="1345"/>
                  </a:lnTo>
                  <a:lnTo>
                    <a:pt x="12508" y="1093"/>
                  </a:lnTo>
                  <a:lnTo>
                    <a:pt x="12121" y="874"/>
                  </a:lnTo>
                  <a:lnTo>
                    <a:pt x="11718" y="673"/>
                  </a:lnTo>
                  <a:lnTo>
                    <a:pt x="11314" y="504"/>
                  </a:lnTo>
                  <a:lnTo>
                    <a:pt x="10911" y="353"/>
                  </a:lnTo>
                  <a:lnTo>
                    <a:pt x="10491" y="219"/>
                  </a:lnTo>
                  <a:lnTo>
                    <a:pt x="10053" y="135"/>
                  </a:lnTo>
                  <a:lnTo>
                    <a:pt x="9616" y="51"/>
                  </a:lnTo>
                  <a:lnTo>
                    <a:pt x="9179" y="17"/>
                  </a:lnTo>
                  <a:lnTo>
                    <a:pt x="872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3" name="Google Shape;5853;p63"/>
            <p:cNvSpPr/>
            <p:nvPr/>
          </p:nvSpPr>
          <p:spPr>
            <a:xfrm>
              <a:off x="4049550" y="1649400"/>
              <a:ext cx="429125" cy="536725"/>
            </a:xfrm>
            <a:custGeom>
              <a:avLst/>
              <a:gdLst/>
              <a:ahLst/>
              <a:cxnLst/>
              <a:rect l="l" t="t" r="r" b="b"/>
              <a:pathLst>
                <a:path w="17165" h="21469" extrusionOk="0">
                  <a:moveTo>
                    <a:pt x="8591" y="690"/>
                  </a:moveTo>
                  <a:lnTo>
                    <a:pt x="8994" y="707"/>
                  </a:lnTo>
                  <a:lnTo>
                    <a:pt x="9398" y="740"/>
                  </a:lnTo>
                  <a:lnTo>
                    <a:pt x="9784" y="808"/>
                  </a:lnTo>
                  <a:lnTo>
                    <a:pt x="10171" y="908"/>
                  </a:lnTo>
                  <a:lnTo>
                    <a:pt x="10558" y="1009"/>
                  </a:lnTo>
                  <a:lnTo>
                    <a:pt x="10927" y="1144"/>
                  </a:lnTo>
                  <a:lnTo>
                    <a:pt x="11297" y="1312"/>
                  </a:lnTo>
                  <a:lnTo>
                    <a:pt x="11650" y="1480"/>
                  </a:lnTo>
                  <a:lnTo>
                    <a:pt x="12003" y="1682"/>
                  </a:lnTo>
                  <a:lnTo>
                    <a:pt x="12340" y="1900"/>
                  </a:lnTo>
                  <a:lnTo>
                    <a:pt x="12676" y="2152"/>
                  </a:lnTo>
                  <a:lnTo>
                    <a:pt x="12995" y="2405"/>
                  </a:lnTo>
                  <a:lnTo>
                    <a:pt x="13298" y="2690"/>
                  </a:lnTo>
                  <a:lnTo>
                    <a:pt x="13600" y="2993"/>
                  </a:lnTo>
                  <a:lnTo>
                    <a:pt x="13886" y="3312"/>
                  </a:lnTo>
                  <a:lnTo>
                    <a:pt x="14155" y="3632"/>
                  </a:lnTo>
                  <a:lnTo>
                    <a:pt x="14424" y="3985"/>
                  </a:lnTo>
                  <a:lnTo>
                    <a:pt x="14676" y="4355"/>
                  </a:lnTo>
                  <a:lnTo>
                    <a:pt x="14912" y="4724"/>
                  </a:lnTo>
                  <a:lnTo>
                    <a:pt x="15130" y="5128"/>
                  </a:lnTo>
                  <a:lnTo>
                    <a:pt x="15332" y="5531"/>
                  </a:lnTo>
                  <a:lnTo>
                    <a:pt x="15517" y="5952"/>
                  </a:lnTo>
                  <a:lnTo>
                    <a:pt x="15702" y="6389"/>
                  </a:lnTo>
                  <a:lnTo>
                    <a:pt x="15853" y="6826"/>
                  </a:lnTo>
                  <a:lnTo>
                    <a:pt x="15987" y="7280"/>
                  </a:lnTo>
                  <a:lnTo>
                    <a:pt x="16122" y="7750"/>
                  </a:lnTo>
                  <a:lnTo>
                    <a:pt x="16223" y="8221"/>
                  </a:lnTo>
                  <a:lnTo>
                    <a:pt x="16307" y="8709"/>
                  </a:lnTo>
                  <a:lnTo>
                    <a:pt x="16391" y="9196"/>
                  </a:lnTo>
                  <a:lnTo>
                    <a:pt x="16441" y="9701"/>
                  </a:lnTo>
                  <a:lnTo>
                    <a:pt x="16458" y="10205"/>
                  </a:lnTo>
                  <a:lnTo>
                    <a:pt x="16475" y="10726"/>
                  </a:lnTo>
                  <a:lnTo>
                    <a:pt x="16458" y="11247"/>
                  </a:lnTo>
                  <a:lnTo>
                    <a:pt x="16441" y="11752"/>
                  </a:lnTo>
                  <a:lnTo>
                    <a:pt x="16391" y="12256"/>
                  </a:lnTo>
                  <a:lnTo>
                    <a:pt x="16307" y="12743"/>
                  </a:lnTo>
                  <a:lnTo>
                    <a:pt x="16223" y="13231"/>
                  </a:lnTo>
                  <a:lnTo>
                    <a:pt x="16122" y="13702"/>
                  </a:lnTo>
                  <a:lnTo>
                    <a:pt x="15987" y="14172"/>
                  </a:lnTo>
                  <a:lnTo>
                    <a:pt x="15853" y="14626"/>
                  </a:lnTo>
                  <a:lnTo>
                    <a:pt x="15702" y="15080"/>
                  </a:lnTo>
                  <a:lnTo>
                    <a:pt x="15517" y="15500"/>
                  </a:lnTo>
                  <a:lnTo>
                    <a:pt x="15332" y="15921"/>
                  </a:lnTo>
                  <a:lnTo>
                    <a:pt x="15130" y="16341"/>
                  </a:lnTo>
                  <a:lnTo>
                    <a:pt x="14912" y="16728"/>
                  </a:lnTo>
                  <a:lnTo>
                    <a:pt x="14676" y="17114"/>
                  </a:lnTo>
                  <a:lnTo>
                    <a:pt x="14424" y="17467"/>
                  </a:lnTo>
                  <a:lnTo>
                    <a:pt x="14155" y="17820"/>
                  </a:lnTo>
                  <a:lnTo>
                    <a:pt x="13886" y="18157"/>
                  </a:lnTo>
                  <a:lnTo>
                    <a:pt x="13600" y="18476"/>
                  </a:lnTo>
                  <a:lnTo>
                    <a:pt x="13298" y="18762"/>
                  </a:lnTo>
                  <a:lnTo>
                    <a:pt x="12995" y="19048"/>
                  </a:lnTo>
                  <a:lnTo>
                    <a:pt x="12676" y="19317"/>
                  </a:lnTo>
                  <a:lnTo>
                    <a:pt x="12340" y="19552"/>
                  </a:lnTo>
                  <a:lnTo>
                    <a:pt x="12003" y="19770"/>
                  </a:lnTo>
                  <a:lnTo>
                    <a:pt x="11650" y="19972"/>
                  </a:lnTo>
                  <a:lnTo>
                    <a:pt x="11297" y="20157"/>
                  </a:lnTo>
                  <a:lnTo>
                    <a:pt x="10927" y="20308"/>
                  </a:lnTo>
                  <a:lnTo>
                    <a:pt x="10558" y="20443"/>
                  </a:lnTo>
                  <a:lnTo>
                    <a:pt x="10171" y="20561"/>
                  </a:lnTo>
                  <a:lnTo>
                    <a:pt x="9784" y="20645"/>
                  </a:lnTo>
                  <a:lnTo>
                    <a:pt x="9398" y="20712"/>
                  </a:lnTo>
                  <a:lnTo>
                    <a:pt x="8994" y="20745"/>
                  </a:lnTo>
                  <a:lnTo>
                    <a:pt x="8591" y="20762"/>
                  </a:lnTo>
                  <a:lnTo>
                    <a:pt x="8187" y="20745"/>
                  </a:lnTo>
                  <a:lnTo>
                    <a:pt x="7784" y="20712"/>
                  </a:lnTo>
                  <a:lnTo>
                    <a:pt x="7380" y="20645"/>
                  </a:lnTo>
                  <a:lnTo>
                    <a:pt x="6994" y="20561"/>
                  </a:lnTo>
                  <a:lnTo>
                    <a:pt x="6607" y="20443"/>
                  </a:lnTo>
                  <a:lnTo>
                    <a:pt x="6237" y="20308"/>
                  </a:lnTo>
                  <a:lnTo>
                    <a:pt x="5867" y="20157"/>
                  </a:lnTo>
                  <a:lnTo>
                    <a:pt x="5514" y="19972"/>
                  </a:lnTo>
                  <a:lnTo>
                    <a:pt x="5161" y="19770"/>
                  </a:lnTo>
                  <a:lnTo>
                    <a:pt x="4825" y="19552"/>
                  </a:lnTo>
                  <a:lnTo>
                    <a:pt x="4489" y="19317"/>
                  </a:lnTo>
                  <a:lnTo>
                    <a:pt x="4169" y="19048"/>
                  </a:lnTo>
                  <a:lnTo>
                    <a:pt x="3867" y="18762"/>
                  </a:lnTo>
                  <a:lnTo>
                    <a:pt x="3564" y="18476"/>
                  </a:lnTo>
                  <a:lnTo>
                    <a:pt x="3278" y="18157"/>
                  </a:lnTo>
                  <a:lnTo>
                    <a:pt x="3009" y="17820"/>
                  </a:lnTo>
                  <a:lnTo>
                    <a:pt x="2740" y="17467"/>
                  </a:lnTo>
                  <a:lnTo>
                    <a:pt x="2505" y="17114"/>
                  </a:lnTo>
                  <a:lnTo>
                    <a:pt x="2270" y="16728"/>
                  </a:lnTo>
                  <a:lnTo>
                    <a:pt x="2051" y="16341"/>
                  </a:lnTo>
                  <a:lnTo>
                    <a:pt x="1833" y="15921"/>
                  </a:lnTo>
                  <a:lnTo>
                    <a:pt x="1648" y="15500"/>
                  </a:lnTo>
                  <a:lnTo>
                    <a:pt x="1480" y="15080"/>
                  </a:lnTo>
                  <a:lnTo>
                    <a:pt x="1312" y="14626"/>
                  </a:lnTo>
                  <a:lnTo>
                    <a:pt x="1177" y="14172"/>
                  </a:lnTo>
                  <a:lnTo>
                    <a:pt x="1059" y="13702"/>
                  </a:lnTo>
                  <a:lnTo>
                    <a:pt x="942" y="13231"/>
                  </a:lnTo>
                  <a:lnTo>
                    <a:pt x="858" y="12743"/>
                  </a:lnTo>
                  <a:lnTo>
                    <a:pt x="790" y="12256"/>
                  </a:lnTo>
                  <a:lnTo>
                    <a:pt x="740" y="11752"/>
                  </a:lnTo>
                  <a:lnTo>
                    <a:pt x="706" y="11247"/>
                  </a:lnTo>
                  <a:lnTo>
                    <a:pt x="690" y="10726"/>
                  </a:lnTo>
                  <a:lnTo>
                    <a:pt x="706" y="10205"/>
                  </a:lnTo>
                  <a:lnTo>
                    <a:pt x="740" y="9701"/>
                  </a:lnTo>
                  <a:lnTo>
                    <a:pt x="790" y="9196"/>
                  </a:lnTo>
                  <a:lnTo>
                    <a:pt x="858" y="8709"/>
                  </a:lnTo>
                  <a:lnTo>
                    <a:pt x="942" y="8221"/>
                  </a:lnTo>
                  <a:lnTo>
                    <a:pt x="1059" y="7750"/>
                  </a:lnTo>
                  <a:lnTo>
                    <a:pt x="1177" y="7280"/>
                  </a:lnTo>
                  <a:lnTo>
                    <a:pt x="1312" y="6826"/>
                  </a:lnTo>
                  <a:lnTo>
                    <a:pt x="1480" y="6389"/>
                  </a:lnTo>
                  <a:lnTo>
                    <a:pt x="1648" y="5952"/>
                  </a:lnTo>
                  <a:lnTo>
                    <a:pt x="1833" y="5531"/>
                  </a:lnTo>
                  <a:lnTo>
                    <a:pt x="2051" y="5128"/>
                  </a:lnTo>
                  <a:lnTo>
                    <a:pt x="2270" y="4724"/>
                  </a:lnTo>
                  <a:lnTo>
                    <a:pt x="2505" y="4355"/>
                  </a:lnTo>
                  <a:lnTo>
                    <a:pt x="2740" y="3985"/>
                  </a:lnTo>
                  <a:lnTo>
                    <a:pt x="3009" y="3632"/>
                  </a:lnTo>
                  <a:lnTo>
                    <a:pt x="3278" y="3296"/>
                  </a:lnTo>
                  <a:lnTo>
                    <a:pt x="3564" y="2993"/>
                  </a:lnTo>
                  <a:lnTo>
                    <a:pt x="3867" y="2690"/>
                  </a:lnTo>
                  <a:lnTo>
                    <a:pt x="4169" y="2405"/>
                  </a:lnTo>
                  <a:lnTo>
                    <a:pt x="4489" y="2152"/>
                  </a:lnTo>
                  <a:lnTo>
                    <a:pt x="4825" y="1900"/>
                  </a:lnTo>
                  <a:lnTo>
                    <a:pt x="5161" y="1682"/>
                  </a:lnTo>
                  <a:lnTo>
                    <a:pt x="5514" y="1480"/>
                  </a:lnTo>
                  <a:lnTo>
                    <a:pt x="5867" y="1295"/>
                  </a:lnTo>
                  <a:lnTo>
                    <a:pt x="6237" y="1144"/>
                  </a:lnTo>
                  <a:lnTo>
                    <a:pt x="6607" y="1009"/>
                  </a:lnTo>
                  <a:lnTo>
                    <a:pt x="6994" y="892"/>
                  </a:lnTo>
                  <a:lnTo>
                    <a:pt x="7380" y="808"/>
                  </a:lnTo>
                  <a:lnTo>
                    <a:pt x="7784" y="740"/>
                  </a:lnTo>
                  <a:lnTo>
                    <a:pt x="8187" y="707"/>
                  </a:lnTo>
                  <a:lnTo>
                    <a:pt x="8591" y="690"/>
                  </a:lnTo>
                  <a:close/>
                  <a:moveTo>
                    <a:pt x="8591" y="1"/>
                  </a:moveTo>
                  <a:lnTo>
                    <a:pt x="8137" y="17"/>
                  </a:lnTo>
                  <a:lnTo>
                    <a:pt x="7716" y="51"/>
                  </a:lnTo>
                  <a:lnTo>
                    <a:pt x="7279" y="118"/>
                  </a:lnTo>
                  <a:lnTo>
                    <a:pt x="6859" y="219"/>
                  </a:lnTo>
                  <a:lnTo>
                    <a:pt x="6439" y="337"/>
                  </a:lnTo>
                  <a:lnTo>
                    <a:pt x="6035" y="488"/>
                  </a:lnTo>
                  <a:lnTo>
                    <a:pt x="5632" y="656"/>
                  </a:lnTo>
                  <a:lnTo>
                    <a:pt x="5245" y="841"/>
                  </a:lnTo>
                  <a:lnTo>
                    <a:pt x="4875" y="1060"/>
                  </a:lnTo>
                  <a:lnTo>
                    <a:pt x="4506" y="1295"/>
                  </a:lnTo>
                  <a:lnTo>
                    <a:pt x="4136" y="1564"/>
                  </a:lnTo>
                  <a:lnTo>
                    <a:pt x="3783" y="1833"/>
                  </a:lnTo>
                  <a:lnTo>
                    <a:pt x="3447" y="2136"/>
                  </a:lnTo>
                  <a:lnTo>
                    <a:pt x="3127" y="2455"/>
                  </a:lnTo>
                  <a:lnTo>
                    <a:pt x="2825" y="2791"/>
                  </a:lnTo>
                  <a:lnTo>
                    <a:pt x="2522" y="3144"/>
                  </a:lnTo>
                  <a:lnTo>
                    <a:pt x="2236" y="3514"/>
                  </a:lnTo>
                  <a:lnTo>
                    <a:pt x="1967" y="3918"/>
                  </a:lnTo>
                  <a:lnTo>
                    <a:pt x="1715" y="4321"/>
                  </a:lnTo>
                  <a:lnTo>
                    <a:pt x="1463" y="4741"/>
                  </a:lnTo>
                  <a:lnTo>
                    <a:pt x="1244" y="5178"/>
                  </a:lnTo>
                  <a:lnTo>
                    <a:pt x="1043" y="5615"/>
                  </a:lnTo>
                  <a:lnTo>
                    <a:pt x="858" y="6086"/>
                  </a:lnTo>
                  <a:lnTo>
                    <a:pt x="673" y="6557"/>
                  </a:lnTo>
                  <a:lnTo>
                    <a:pt x="521" y="7044"/>
                  </a:lnTo>
                  <a:lnTo>
                    <a:pt x="387" y="7549"/>
                  </a:lnTo>
                  <a:lnTo>
                    <a:pt x="269" y="8053"/>
                  </a:lnTo>
                  <a:lnTo>
                    <a:pt x="185" y="8574"/>
                  </a:lnTo>
                  <a:lnTo>
                    <a:pt x="101" y="9095"/>
                  </a:lnTo>
                  <a:lnTo>
                    <a:pt x="51" y="9633"/>
                  </a:lnTo>
                  <a:lnTo>
                    <a:pt x="17" y="10188"/>
                  </a:lnTo>
                  <a:lnTo>
                    <a:pt x="0" y="10726"/>
                  </a:lnTo>
                  <a:lnTo>
                    <a:pt x="17" y="11281"/>
                  </a:lnTo>
                  <a:lnTo>
                    <a:pt x="51" y="11836"/>
                  </a:lnTo>
                  <a:lnTo>
                    <a:pt x="101" y="12357"/>
                  </a:lnTo>
                  <a:lnTo>
                    <a:pt x="185" y="12895"/>
                  </a:lnTo>
                  <a:lnTo>
                    <a:pt x="269" y="13416"/>
                  </a:lnTo>
                  <a:lnTo>
                    <a:pt x="387" y="13920"/>
                  </a:lnTo>
                  <a:lnTo>
                    <a:pt x="521" y="14424"/>
                  </a:lnTo>
                  <a:lnTo>
                    <a:pt x="673" y="14912"/>
                  </a:lnTo>
                  <a:lnTo>
                    <a:pt x="858" y="15383"/>
                  </a:lnTo>
                  <a:lnTo>
                    <a:pt x="1043" y="15837"/>
                  </a:lnTo>
                  <a:lnTo>
                    <a:pt x="1244" y="16291"/>
                  </a:lnTo>
                  <a:lnTo>
                    <a:pt x="1463" y="16728"/>
                  </a:lnTo>
                  <a:lnTo>
                    <a:pt x="1715" y="17148"/>
                  </a:lnTo>
                  <a:lnTo>
                    <a:pt x="1967" y="17551"/>
                  </a:lnTo>
                  <a:lnTo>
                    <a:pt x="2236" y="17938"/>
                  </a:lnTo>
                  <a:lnTo>
                    <a:pt x="2522" y="18325"/>
                  </a:lnTo>
                  <a:lnTo>
                    <a:pt x="2825" y="18678"/>
                  </a:lnTo>
                  <a:lnTo>
                    <a:pt x="3127" y="19014"/>
                  </a:lnTo>
                  <a:lnTo>
                    <a:pt x="3447" y="19333"/>
                  </a:lnTo>
                  <a:lnTo>
                    <a:pt x="3783" y="19636"/>
                  </a:lnTo>
                  <a:lnTo>
                    <a:pt x="4136" y="19905"/>
                  </a:lnTo>
                  <a:lnTo>
                    <a:pt x="4506" y="20174"/>
                  </a:lnTo>
                  <a:lnTo>
                    <a:pt x="4875" y="20409"/>
                  </a:lnTo>
                  <a:lnTo>
                    <a:pt x="5245" y="20628"/>
                  </a:lnTo>
                  <a:lnTo>
                    <a:pt x="5632" y="20813"/>
                  </a:lnTo>
                  <a:lnTo>
                    <a:pt x="6035" y="20981"/>
                  </a:lnTo>
                  <a:lnTo>
                    <a:pt x="6439" y="21132"/>
                  </a:lnTo>
                  <a:lnTo>
                    <a:pt x="6859" y="21250"/>
                  </a:lnTo>
                  <a:lnTo>
                    <a:pt x="7279" y="21351"/>
                  </a:lnTo>
                  <a:lnTo>
                    <a:pt x="7716" y="21418"/>
                  </a:lnTo>
                  <a:lnTo>
                    <a:pt x="8137" y="21452"/>
                  </a:lnTo>
                  <a:lnTo>
                    <a:pt x="8591" y="21468"/>
                  </a:lnTo>
                  <a:lnTo>
                    <a:pt x="9028" y="21452"/>
                  </a:lnTo>
                  <a:lnTo>
                    <a:pt x="9465" y="21418"/>
                  </a:lnTo>
                  <a:lnTo>
                    <a:pt x="9885" y="21351"/>
                  </a:lnTo>
                  <a:lnTo>
                    <a:pt x="10305" y="21250"/>
                  </a:lnTo>
                  <a:lnTo>
                    <a:pt x="10726" y="21132"/>
                  </a:lnTo>
                  <a:lnTo>
                    <a:pt x="11129" y="20981"/>
                  </a:lnTo>
                  <a:lnTo>
                    <a:pt x="11533" y="20813"/>
                  </a:lnTo>
                  <a:lnTo>
                    <a:pt x="11919" y="20628"/>
                  </a:lnTo>
                  <a:lnTo>
                    <a:pt x="12306" y="20409"/>
                  </a:lnTo>
                  <a:lnTo>
                    <a:pt x="12676" y="20174"/>
                  </a:lnTo>
                  <a:lnTo>
                    <a:pt x="13029" y="19905"/>
                  </a:lnTo>
                  <a:lnTo>
                    <a:pt x="13382" y="19636"/>
                  </a:lnTo>
                  <a:lnTo>
                    <a:pt x="13718" y="19333"/>
                  </a:lnTo>
                  <a:lnTo>
                    <a:pt x="14037" y="19014"/>
                  </a:lnTo>
                  <a:lnTo>
                    <a:pt x="14357" y="18678"/>
                  </a:lnTo>
                  <a:lnTo>
                    <a:pt x="14643" y="18325"/>
                  </a:lnTo>
                  <a:lnTo>
                    <a:pt x="14928" y="17938"/>
                  </a:lnTo>
                  <a:lnTo>
                    <a:pt x="15197" y="17551"/>
                  </a:lnTo>
                  <a:lnTo>
                    <a:pt x="15466" y="17148"/>
                  </a:lnTo>
                  <a:lnTo>
                    <a:pt x="15702" y="16728"/>
                  </a:lnTo>
                  <a:lnTo>
                    <a:pt x="15920" y="16291"/>
                  </a:lnTo>
                  <a:lnTo>
                    <a:pt x="16122" y="15837"/>
                  </a:lnTo>
                  <a:lnTo>
                    <a:pt x="16324" y="15383"/>
                  </a:lnTo>
                  <a:lnTo>
                    <a:pt x="16492" y="14912"/>
                  </a:lnTo>
                  <a:lnTo>
                    <a:pt x="16643" y="14424"/>
                  </a:lnTo>
                  <a:lnTo>
                    <a:pt x="16778" y="13920"/>
                  </a:lnTo>
                  <a:lnTo>
                    <a:pt x="16895" y="13416"/>
                  </a:lnTo>
                  <a:lnTo>
                    <a:pt x="16996" y="12895"/>
                  </a:lnTo>
                  <a:lnTo>
                    <a:pt x="17063" y="12357"/>
                  </a:lnTo>
                  <a:lnTo>
                    <a:pt x="17114" y="11836"/>
                  </a:lnTo>
                  <a:lnTo>
                    <a:pt x="17147" y="11281"/>
                  </a:lnTo>
                  <a:lnTo>
                    <a:pt x="17164" y="10726"/>
                  </a:lnTo>
                  <a:lnTo>
                    <a:pt x="17147" y="10188"/>
                  </a:lnTo>
                  <a:lnTo>
                    <a:pt x="17114" y="9633"/>
                  </a:lnTo>
                  <a:lnTo>
                    <a:pt x="17063" y="9095"/>
                  </a:lnTo>
                  <a:lnTo>
                    <a:pt x="16996" y="8574"/>
                  </a:lnTo>
                  <a:lnTo>
                    <a:pt x="16895" y="8053"/>
                  </a:lnTo>
                  <a:lnTo>
                    <a:pt x="16778" y="7549"/>
                  </a:lnTo>
                  <a:lnTo>
                    <a:pt x="16643" y="7044"/>
                  </a:lnTo>
                  <a:lnTo>
                    <a:pt x="16492" y="6557"/>
                  </a:lnTo>
                  <a:lnTo>
                    <a:pt x="16324" y="6086"/>
                  </a:lnTo>
                  <a:lnTo>
                    <a:pt x="16122" y="5615"/>
                  </a:lnTo>
                  <a:lnTo>
                    <a:pt x="15920" y="5178"/>
                  </a:lnTo>
                  <a:lnTo>
                    <a:pt x="15702" y="4741"/>
                  </a:lnTo>
                  <a:lnTo>
                    <a:pt x="15466" y="4321"/>
                  </a:lnTo>
                  <a:lnTo>
                    <a:pt x="15197" y="3918"/>
                  </a:lnTo>
                  <a:lnTo>
                    <a:pt x="14928" y="3514"/>
                  </a:lnTo>
                  <a:lnTo>
                    <a:pt x="14643" y="3144"/>
                  </a:lnTo>
                  <a:lnTo>
                    <a:pt x="14357" y="2791"/>
                  </a:lnTo>
                  <a:lnTo>
                    <a:pt x="14037" y="2455"/>
                  </a:lnTo>
                  <a:lnTo>
                    <a:pt x="13718" y="2136"/>
                  </a:lnTo>
                  <a:lnTo>
                    <a:pt x="13382" y="1833"/>
                  </a:lnTo>
                  <a:lnTo>
                    <a:pt x="13029" y="1564"/>
                  </a:lnTo>
                  <a:lnTo>
                    <a:pt x="12676" y="1295"/>
                  </a:lnTo>
                  <a:lnTo>
                    <a:pt x="12306" y="1060"/>
                  </a:lnTo>
                  <a:lnTo>
                    <a:pt x="11919" y="841"/>
                  </a:lnTo>
                  <a:lnTo>
                    <a:pt x="11533" y="656"/>
                  </a:lnTo>
                  <a:lnTo>
                    <a:pt x="11129" y="488"/>
                  </a:lnTo>
                  <a:lnTo>
                    <a:pt x="10726" y="337"/>
                  </a:lnTo>
                  <a:lnTo>
                    <a:pt x="10305" y="219"/>
                  </a:lnTo>
                  <a:lnTo>
                    <a:pt x="9885" y="118"/>
                  </a:lnTo>
                  <a:lnTo>
                    <a:pt x="9465" y="51"/>
                  </a:lnTo>
                  <a:lnTo>
                    <a:pt x="9028" y="17"/>
                  </a:lnTo>
                  <a:lnTo>
                    <a:pt x="859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4" name="Google Shape;5854;p63"/>
            <p:cNvSpPr/>
            <p:nvPr/>
          </p:nvSpPr>
          <p:spPr>
            <a:xfrm>
              <a:off x="4221025" y="1873825"/>
              <a:ext cx="69775" cy="87875"/>
            </a:xfrm>
            <a:custGeom>
              <a:avLst/>
              <a:gdLst/>
              <a:ahLst/>
              <a:cxnLst/>
              <a:rect l="l" t="t" r="r" b="b"/>
              <a:pathLst>
                <a:path w="2791" h="3515" extrusionOk="0">
                  <a:moveTo>
                    <a:pt x="1395" y="1"/>
                  </a:moveTo>
                  <a:lnTo>
                    <a:pt x="1261" y="18"/>
                  </a:lnTo>
                  <a:lnTo>
                    <a:pt x="1110" y="34"/>
                  </a:lnTo>
                  <a:lnTo>
                    <a:pt x="975" y="85"/>
                  </a:lnTo>
                  <a:lnTo>
                    <a:pt x="857" y="135"/>
                  </a:lnTo>
                  <a:lnTo>
                    <a:pt x="740" y="219"/>
                  </a:lnTo>
                  <a:lnTo>
                    <a:pt x="622" y="303"/>
                  </a:lnTo>
                  <a:lnTo>
                    <a:pt x="504" y="404"/>
                  </a:lnTo>
                  <a:lnTo>
                    <a:pt x="404" y="522"/>
                  </a:lnTo>
                  <a:lnTo>
                    <a:pt x="320" y="640"/>
                  </a:lnTo>
                  <a:lnTo>
                    <a:pt x="235" y="774"/>
                  </a:lnTo>
                  <a:lnTo>
                    <a:pt x="168" y="925"/>
                  </a:lnTo>
                  <a:lnTo>
                    <a:pt x="118" y="1077"/>
                  </a:lnTo>
                  <a:lnTo>
                    <a:pt x="67" y="1228"/>
                  </a:lnTo>
                  <a:lnTo>
                    <a:pt x="34" y="1396"/>
                  </a:lnTo>
                  <a:lnTo>
                    <a:pt x="17" y="1581"/>
                  </a:lnTo>
                  <a:lnTo>
                    <a:pt x="0" y="1749"/>
                  </a:lnTo>
                  <a:lnTo>
                    <a:pt x="17" y="1934"/>
                  </a:lnTo>
                  <a:lnTo>
                    <a:pt x="34" y="2102"/>
                  </a:lnTo>
                  <a:lnTo>
                    <a:pt x="67" y="2270"/>
                  </a:lnTo>
                  <a:lnTo>
                    <a:pt x="118" y="2438"/>
                  </a:lnTo>
                  <a:lnTo>
                    <a:pt x="168" y="2590"/>
                  </a:lnTo>
                  <a:lnTo>
                    <a:pt x="235" y="2741"/>
                  </a:lnTo>
                  <a:lnTo>
                    <a:pt x="320" y="2875"/>
                  </a:lnTo>
                  <a:lnTo>
                    <a:pt x="404" y="2993"/>
                  </a:lnTo>
                  <a:lnTo>
                    <a:pt x="504" y="3111"/>
                  </a:lnTo>
                  <a:lnTo>
                    <a:pt x="622" y="3212"/>
                  </a:lnTo>
                  <a:lnTo>
                    <a:pt x="740" y="3296"/>
                  </a:lnTo>
                  <a:lnTo>
                    <a:pt x="857" y="3380"/>
                  </a:lnTo>
                  <a:lnTo>
                    <a:pt x="975" y="3430"/>
                  </a:lnTo>
                  <a:lnTo>
                    <a:pt x="1110" y="3481"/>
                  </a:lnTo>
                  <a:lnTo>
                    <a:pt x="1261" y="3497"/>
                  </a:lnTo>
                  <a:lnTo>
                    <a:pt x="1395" y="3514"/>
                  </a:lnTo>
                  <a:lnTo>
                    <a:pt x="1547" y="3497"/>
                  </a:lnTo>
                  <a:lnTo>
                    <a:pt x="1681" y="3481"/>
                  </a:lnTo>
                  <a:lnTo>
                    <a:pt x="1816" y="3430"/>
                  </a:lnTo>
                  <a:lnTo>
                    <a:pt x="1933" y="3380"/>
                  </a:lnTo>
                  <a:lnTo>
                    <a:pt x="2051" y="3296"/>
                  </a:lnTo>
                  <a:lnTo>
                    <a:pt x="2169" y="3212"/>
                  </a:lnTo>
                  <a:lnTo>
                    <a:pt x="2286" y="3111"/>
                  </a:lnTo>
                  <a:lnTo>
                    <a:pt x="2387" y="2993"/>
                  </a:lnTo>
                  <a:lnTo>
                    <a:pt x="2471" y="2875"/>
                  </a:lnTo>
                  <a:lnTo>
                    <a:pt x="2555" y="2741"/>
                  </a:lnTo>
                  <a:lnTo>
                    <a:pt x="2623" y="2590"/>
                  </a:lnTo>
                  <a:lnTo>
                    <a:pt x="2673" y="2438"/>
                  </a:lnTo>
                  <a:lnTo>
                    <a:pt x="2724" y="2270"/>
                  </a:lnTo>
                  <a:lnTo>
                    <a:pt x="2757" y="2102"/>
                  </a:lnTo>
                  <a:lnTo>
                    <a:pt x="2774" y="1934"/>
                  </a:lnTo>
                  <a:lnTo>
                    <a:pt x="2791" y="1749"/>
                  </a:lnTo>
                  <a:lnTo>
                    <a:pt x="2774" y="1581"/>
                  </a:lnTo>
                  <a:lnTo>
                    <a:pt x="2757" y="1396"/>
                  </a:lnTo>
                  <a:lnTo>
                    <a:pt x="2724" y="1228"/>
                  </a:lnTo>
                  <a:lnTo>
                    <a:pt x="2673" y="1077"/>
                  </a:lnTo>
                  <a:lnTo>
                    <a:pt x="2623" y="925"/>
                  </a:lnTo>
                  <a:lnTo>
                    <a:pt x="2555" y="774"/>
                  </a:lnTo>
                  <a:lnTo>
                    <a:pt x="2471" y="640"/>
                  </a:lnTo>
                  <a:lnTo>
                    <a:pt x="2387" y="522"/>
                  </a:lnTo>
                  <a:lnTo>
                    <a:pt x="2286" y="404"/>
                  </a:lnTo>
                  <a:lnTo>
                    <a:pt x="2169" y="303"/>
                  </a:lnTo>
                  <a:lnTo>
                    <a:pt x="2051" y="219"/>
                  </a:lnTo>
                  <a:lnTo>
                    <a:pt x="1933" y="135"/>
                  </a:lnTo>
                  <a:lnTo>
                    <a:pt x="1816" y="85"/>
                  </a:lnTo>
                  <a:lnTo>
                    <a:pt x="1681" y="34"/>
                  </a:lnTo>
                  <a:lnTo>
                    <a:pt x="1547" y="1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5" name="Google Shape;5855;p63"/>
            <p:cNvSpPr/>
            <p:nvPr/>
          </p:nvSpPr>
          <p:spPr>
            <a:xfrm>
              <a:off x="4232375" y="1873825"/>
              <a:ext cx="69350" cy="87875"/>
            </a:xfrm>
            <a:custGeom>
              <a:avLst/>
              <a:gdLst/>
              <a:ahLst/>
              <a:cxnLst/>
              <a:rect l="l" t="t" r="r" b="b"/>
              <a:pathLst>
                <a:path w="2774" h="3515" extrusionOk="0">
                  <a:moveTo>
                    <a:pt x="1395" y="1"/>
                  </a:moveTo>
                  <a:lnTo>
                    <a:pt x="1244" y="18"/>
                  </a:lnTo>
                  <a:lnTo>
                    <a:pt x="1110" y="34"/>
                  </a:lnTo>
                  <a:lnTo>
                    <a:pt x="975" y="85"/>
                  </a:lnTo>
                  <a:lnTo>
                    <a:pt x="841" y="135"/>
                  </a:lnTo>
                  <a:lnTo>
                    <a:pt x="723" y="219"/>
                  </a:lnTo>
                  <a:lnTo>
                    <a:pt x="605" y="303"/>
                  </a:lnTo>
                  <a:lnTo>
                    <a:pt x="504" y="404"/>
                  </a:lnTo>
                  <a:lnTo>
                    <a:pt x="403" y="522"/>
                  </a:lnTo>
                  <a:lnTo>
                    <a:pt x="319" y="640"/>
                  </a:lnTo>
                  <a:lnTo>
                    <a:pt x="235" y="774"/>
                  </a:lnTo>
                  <a:lnTo>
                    <a:pt x="168" y="925"/>
                  </a:lnTo>
                  <a:lnTo>
                    <a:pt x="101" y="1077"/>
                  </a:lnTo>
                  <a:lnTo>
                    <a:pt x="67" y="1228"/>
                  </a:lnTo>
                  <a:lnTo>
                    <a:pt x="17" y="1396"/>
                  </a:lnTo>
                  <a:lnTo>
                    <a:pt x="0" y="1581"/>
                  </a:lnTo>
                  <a:lnTo>
                    <a:pt x="0" y="1749"/>
                  </a:lnTo>
                  <a:lnTo>
                    <a:pt x="0" y="1934"/>
                  </a:lnTo>
                  <a:lnTo>
                    <a:pt x="17" y="2102"/>
                  </a:lnTo>
                  <a:lnTo>
                    <a:pt x="67" y="2270"/>
                  </a:lnTo>
                  <a:lnTo>
                    <a:pt x="101" y="2438"/>
                  </a:lnTo>
                  <a:lnTo>
                    <a:pt x="168" y="2590"/>
                  </a:lnTo>
                  <a:lnTo>
                    <a:pt x="235" y="2741"/>
                  </a:lnTo>
                  <a:lnTo>
                    <a:pt x="319" y="2875"/>
                  </a:lnTo>
                  <a:lnTo>
                    <a:pt x="403" y="2993"/>
                  </a:lnTo>
                  <a:lnTo>
                    <a:pt x="504" y="3111"/>
                  </a:lnTo>
                  <a:lnTo>
                    <a:pt x="605" y="3212"/>
                  </a:lnTo>
                  <a:lnTo>
                    <a:pt x="723" y="3296"/>
                  </a:lnTo>
                  <a:lnTo>
                    <a:pt x="841" y="3380"/>
                  </a:lnTo>
                  <a:lnTo>
                    <a:pt x="975" y="3430"/>
                  </a:lnTo>
                  <a:lnTo>
                    <a:pt x="1110" y="3481"/>
                  </a:lnTo>
                  <a:lnTo>
                    <a:pt x="1244" y="3497"/>
                  </a:lnTo>
                  <a:lnTo>
                    <a:pt x="1395" y="3514"/>
                  </a:lnTo>
                  <a:lnTo>
                    <a:pt x="1530" y="3497"/>
                  </a:lnTo>
                  <a:lnTo>
                    <a:pt x="1664" y="3481"/>
                  </a:lnTo>
                  <a:lnTo>
                    <a:pt x="1799" y="3430"/>
                  </a:lnTo>
                  <a:lnTo>
                    <a:pt x="1933" y="3380"/>
                  </a:lnTo>
                  <a:lnTo>
                    <a:pt x="2051" y="3296"/>
                  </a:lnTo>
                  <a:lnTo>
                    <a:pt x="2169" y="3212"/>
                  </a:lnTo>
                  <a:lnTo>
                    <a:pt x="2270" y="3111"/>
                  </a:lnTo>
                  <a:lnTo>
                    <a:pt x="2370" y="2993"/>
                  </a:lnTo>
                  <a:lnTo>
                    <a:pt x="2454" y="2875"/>
                  </a:lnTo>
                  <a:lnTo>
                    <a:pt x="2538" y="2741"/>
                  </a:lnTo>
                  <a:lnTo>
                    <a:pt x="2606" y="2590"/>
                  </a:lnTo>
                  <a:lnTo>
                    <a:pt x="2673" y="2438"/>
                  </a:lnTo>
                  <a:lnTo>
                    <a:pt x="2723" y="2270"/>
                  </a:lnTo>
                  <a:lnTo>
                    <a:pt x="2757" y="2102"/>
                  </a:lnTo>
                  <a:lnTo>
                    <a:pt x="2774" y="1934"/>
                  </a:lnTo>
                  <a:lnTo>
                    <a:pt x="2774" y="1749"/>
                  </a:lnTo>
                  <a:lnTo>
                    <a:pt x="2774" y="1581"/>
                  </a:lnTo>
                  <a:lnTo>
                    <a:pt x="2757" y="1396"/>
                  </a:lnTo>
                  <a:lnTo>
                    <a:pt x="2723" y="1228"/>
                  </a:lnTo>
                  <a:lnTo>
                    <a:pt x="2673" y="1077"/>
                  </a:lnTo>
                  <a:lnTo>
                    <a:pt x="2606" y="925"/>
                  </a:lnTo>
                  <a:lnTo>
                    <a:pt x="2538" y="774"/>
                  </a:lnTo>
                  <a:lnTo>
                    <a:pt x="2454" y="640"/>
                  </a:lnTo>
                  <a:lnTo>
                    <a:pt x="2370" y="522"/>
                  </a:lnTo>
                  <a:lnTo>
                    <a:pt x="2270" y="404"/>
                  </a:lnTo>
                  <a:lnTo>
                    <a:pt x="2169" y="303"/>
                  </a:lnTo>
                  <a:lnTo>
                    <a:pt x="2051" y="219"/>
                  </a:lnTo>
                  <a:lnTo>
                    <a:pt x="1933" y="135"/>
                  </a:lnTo>
                  <a:lnTo>
                    <a:pt x="1799" y="85"/>
                  </a:lnTo>
                  <a:lnTo>
                    <a:pt x="1664" y="34"/>
                  </a:lnTo>
                  <a:lnTo>
                    <a:pt x="1530" y="1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6" name="Google Shape;5856;p63"/>
            <p:cNvSpPr/>
            <p:nvPr/>
          </p:nvSpPr>
          <p:spPr>
            <a:xfrm>
              <a:off x="4267250" y="1909125"/>
              <a:ext cx="314800" cy="17275"/>
            </a:xfrm>
            <a:custGeom>
              <a:avLst/>
              <a:gdLst/>
              <a:ahLst/>
              <a:cxnLst/>
              <a:rect l="l" t="t" r="r" b="b"/>
              <a:pathLst>
                <a:path w="12592" h="691" extrusionOk="0">
                  <a:moveTo>
                    <a:pt x="0" y="1"/>
                  </a:moveTo>
                  <a:lnTo>
                    <a:pt x="0" y="690"/>
                  </a:lnTo>
                  <a:lnTo>
                    <a:pt x="12592" y="690"/>
                  </a:lnTo>
                  <a:lnTo>
                    <a:pt x="1259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7" name="Google Shape;5857;p63"/>
            <p:cNvSpPr/>
            <p:nvPr/>
          </p:nvSpPr>
          <p:spPr>
            <a:xfrm>
              <a:off x="3857050" y="2114650"/>
              <a:ext cx="90400" cy="113925"/>
            </a:xfrm>
            <a:custGeom>
              <a:avLst/>
              <a:gdLst/>
              <a:ahLst/>
              <a:cxnLst/>
              <a:rect l="l" t="t" r="r" b="b"/>
              <a:pathLst>
                <a:path w="3616" h="4557" extrusionOk="0">
                  <a:moveTo>
                    <a:pt x="1800" y="0"/>
                  </a:moveTo>
                  <a:lnTo>
                    <a:pt x="1615" y="17"/>
                  </a:lnTo>
                  <a:lnTo>
                    <a:pt x="1447" y="51"/>
                  </a:lnTo>
                  <a:lnTo>
                    <a:pt x="1262" y="101"/>
                  </a:lnTo>
                  <a:lnTo>
                    <a:pt x="1094" y="185"/>
                  </a:lnTo>
                  <a:lnTo>
                    <a:pt x="942" y="269"/>
                  </a:lnTo>
                  <a:lnTo>
                    <a:pt x="791" y="387"/>
                  </a:lnTo>
                  <a:lnTo>
                    <a:pt x="656" y="522"/>
                  </a:lnTo>
                  <a:lnTo>
                    <a:pt x="522" y="673"/>
                  </a:lnTo>
                  <a:lnTo>
                    <a:pt x="404" y="824"/>
                  </a:lnTo>
                  <a:lnTo>
                    <a:pt x="303" y="1009"/>
                  </a:lnTo>
                  <a:lnTo>
                    <a:pt x="219" y="1194"/>
                  </a:lnTo>
                  <a:lnTo>
                    <a:pt x="135" y="1396"/>
                  </a:lnTo>
                  <a:lnTo>
                    <a:pt x="85" y="1597"/>
                  </a:lnTo>
                  <a:lnTo>
                    <a:pt x="34" y="1816"/>
                  </a:lnTo>
                  <a:lnTo>
                    <a:pt x="1" y="2051"/>
                  </a:lnTo>
                  <a:lnTo>
                    <a:pt x="1" y="2287"/>
                  </a:lnTo>
                  <a:lnTo>
                    <a:pt x="1" y="2522"/>
                  </a:lnTo>
                  <a:lnTo>
                    <a:pt x="34" y="2741"/>
                  </a:lnTo>
                  <a:lnTo>
                    <a:pt x="85" y="2959"/>
                  </a:lnTo>
                  <a:lnTo>
                    <a:pt x="135" y="3161"/>
                  </a:lnTo>
                  <a:lnTo>
                    <a:pt x="219" y="3363"/>
                  </a:lnTo>
                  <a:lnTo>
                    <a:pt x="303" y="3564"/>
                  </a:lnTo>
                  <a:lnTo>
                    <a:pt x="404" y="3732"/>
                  </a:lnTo>
                  <a:lnTo>
                    <a:pt x="522" y="3901"/>
                  </a:lnTo>
                  <a:lnTo>
                    <a:pt x="656" y="4035"/>
                  </a:lnTo>
                  <a:lnTo>
                    <a:pt x="791" y="4170"/>
                  </a:lnTo>
                  <a:lnTo>
                    <a:pt x="942" y="4287"/>
                  </a:lnTo>
                  <a:lnTo>
                    <a:pt x="1094" y="4388"/>
                  </a:lnTo>
                  <a:lnTo>
                    <a:pt x="1262" y="4455"/>
                  </a:lnTo>
                  <a:lnTo>
                    <a:pt x="1447" y="4523"/>
                  </a:lnTo>
                  <a:lnTo>
                    <a:pt x="1615" y="4556"/>
                  </a:lnTo>
                  <a:lnTo>
                    <a:pt x="1985" y="4556"/>
                  </a:lnTo>
                  <a:lnTo>
                    <a:pt x="2169" y="4523"/>
                  </a:lnTo>
                  <a:lnTo>
                    <a:pt x="2338" y="4455"/>
                  </a:lnTo>
                  <a:lnTo>
                    <a:pt x="2506" y="4388"/>
                  </a:lnTo>
                  <a:lnTo>
                    <a:pt x="2674" y="4287"/>
                  </a:lnTo>
                  <a:lnTo>
                    <a:pt x="2825" y="4170"/>
                  </a:lnTo>
                  <a:lnTo>
                    <a:pt x="2960" y="4035"/>
                  </a:lnTo>
                  <a:lnTo>
                    <a:pt x="3094" y="3901"/>
                  </a:lnTo>
                  <a:lnTo>
                    <a:pt x="3195" y="3732"/>
                  </a:lnTo>
                  <a:lnTo>
                    <a:pt x="3313" y="3564"/>
                  </a:lnTo>
                  <a:lnTo>
                    <a:pt x="3397" y="3363"/>
                  </a:lnTo>
                  <a:lnTo>
                    <a:pt x="3481" y="3161"/>
                  </a:lnTo>
                  <a:lnTo>
                    <a:pt x="3531" y="2959"/>
                  </a:lnTo>
                  <a:lnTo>
                    <a:pt x="3582" y="2741"/>
                  </a:lnTo>
                  <a:lnTo>
                    <a:pt x="3615" y="2522"/>
                  </a:lnTo>
                  <a:lnTo>
                    <a:pt x="3615" y="2287"/>
                  </a:lnTo>
                  <a:lnTo>
                    <a:pt x="3615" y="2051"/>
                  </a:lnTo>
                  <a:lnTo>
                    <a:pt x="3582" y="1816"/>
                  </a:lnTo>
                  <a:lnTo>
                    <a:pt x="3531" y="1597"/>
                  </a:lnTo>
                  <a:lnTo>
                    <a:pt x="3481" y="1396"/>
                  </a:lnTo>
                  <a:lnTo>
                    <a:pt x="3397" y="1194"/>
                  </a:lnTo>
                  <a:lnTo>
                    <a:pt x="3313" y="1009"/>
                  </a:lnTo>
                  <a:lnTo>
                    <a:pt x="3195" y="824"/>
                  </a:lnTo>
                  <a:lnTo>
                    <a:pt x="3094" y="673"/>
                  </a:lnTo>
                  <a:lnTo>
                    <a:pt x="2960" y="522"/>
                  </a:lnTo>
                  <a:lnTo>
                    <a:pt x="2825" y="387"/>
                  </a:lnTo>
                  <a:lnTo>
                    <a:pt x="2674" y="269"/>
                  </a:lnTo>
                  <a:lnTo>
                    <a:pt x="2506" y="185"/>
                  </a:lnTo>
                  <a:lnTo>
                    <a:pt x="2338" y="101"/>
                  </a:lnTo>
                  <a:lnTo>
                    <a:pt x="2169" y="51"/>
                  </a:lnTo>
                  <a:lnTo>
                    <a:pt x="1985" y="17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8" name="Google Shape;5858;p63"/>
            <p:cNvSpPr/>
            <p:nvPr/>
          </p:nvSpPr>
          <p:spPr>
            <a:xfrm>
              <a:off x="3857050" y="2114650"/>
              <a:ext cx="90400" cy="113925"/>
            </a:xfrm>
            <a:custGeom>
              <a:avLst/>
              <a:gdLst/>
              <a:ahLst/>
              <a:cxnLst/>
              <a:rect l="l" t="t" r="r" b="b"/>
              <a:pathLst>
                <a:path w="3616" h="4557" fill="none" extrusionOk="0">
                  <a:moveTo>
                    <a:pt x="1800" y="0"/>
                  </a:moveTo>
                  <a:lnTo>
                    <a:pt x="1800" y="0"/>
                  </a:lnTo>
                  <a:lnTo>
                    <a:pt x="1985" y="17"/>
                  </a:lnTo>
                  <a:lnTo>
                    <a:pt x="2169" y="51"/>
                  </a:lnTo>
                  <a:lnTo>
                    <a:pt x="2338" y="101"/>
                  </a:lnTo>
                  <a:lnTo>
                    <a:pt x="2506" y="185"/>
                  </a:lnTo>
                  <a:lnTo>
                    <a:pt x="2674" y="269"/>
                  </a:lnTo>
                  <a:lnTo>
                    <a:pt x="2825" y="387"/>
                  </a:lnTo>
                  <a:lnTo>
                    <a:pt x="2960" y="522"/>
                  </a:lnTo>
                  <a:lnTo>
                    <a:pt x="3094" y="673"/>
                  </a:lnTo>
                  <a:lnTo>
                    <a:pt x="3195" y="824"/>
                  </a:lnTo>
                  <a:lnTo>
                    <a:pt x="3313" y="1009"/>
                  </a:lnTo>
                  <a:lnTo>
                    <a:pt x="3397" y="1194"/>
                  </a:lnTo>
                  <a:lnTo>
                    <a:pt x="3481" y="1396"/>
                  </a:lnTo>
                  <a:lnTo>
                    <a:pt x="3531" y="1597"/>
                  </a:lnTo>
                  <a:lnTo>
                    <a:pt x="3582" y="1816"/>
                  </a:lnTo>
                  <a:lnTo>
                    <a:pt x="3615" y="2051"/>
                  </a:lnTo>
                  <a:lnTo>
                    <a:pt x="3615" y="2287"/>
                  </a:lnTo>
                  <a:lnTo>
                    <a:pt x="3615" y="2287"/>
                  </a:lnTo>
                  <a:lnTo>
                    <a:pt x="3615" y="2522"/>
                  </a:lnTo>
                  <a:lnTo>
                    <a:pt x="3582" y="2741"/>
                  </a:lnTo>
                  <a:lnTo>
                    <a:pt x="3531" y="2959"/>
                  </a:lnTo>
                  <a:lnTo>
                    <a:pt x="3481" y="3161"/>
                  </a:lnTo>
                  <a:lnTo>
                    <a:pt x="3397" y="3363"/>
                  </a:lnTo>
                  <a:lnTo>
                    <a:pt x="3313" y="3564"/>
                  </a:lnTo>
                  <a:lnTo>
                    <a:pt x="3195" y="3732"/>
                  </a:lnTo>
                  <a:lnTo>
                    <a:pt x="3094" y="3901"/>
                  </a:lnTo>
                  <a:lnTo>
                    <a:pt x="2960" y="4035"/>
                  </a:lnTo>
                  <a:lnTo>
                    <a:pt x="2825" y="4170"/>
                  </a:lnTo>
                  <a:lnTo>
                    <a:pt x="2674" y="4287"/>
                  </a:lnTo>
                  <a:lnTo>
                    <a:pt x="2506" y="4388"/>
                  </a:lnTo>
                  <a:lnTo>
                    <a:pt x="2338" y="4455"/>
                  </a:lnTo>
                  <a:lnTo>
                    <a:pt x="2169" y="4523"/>
                  </a:lnTo>
                  <a:lnTo>
                    <a:pt x="1985" y="4556"/>
                  </a:lnTo>
                  <a:lnTo>
                    <a:pt x="1800" y="4556"/>
                  </a:lnTo>
                  <a:lnTo>
                    <a:pt x="1800" y="4556"/>
                  </a:lnTo>
                  <a:lnTo>
                    <a:pt x="1615" y="4556"/>
                  </a:lnTo>
                  <a:lnTo>
                    <a:pt x="1447" y="4523"/>
                  </a:lnTo>
                  <a:lnTo>
                    <a:pt x="1262" y="4455"/>
                  </a:lnTo>
                  <a:lnTo>
                    <a:pt x="1094" y="4388"/>
                  </a:lnTo>
                  <a:lnTo>
                    <a:pt x="942" y="4287"/>
                  </a:lnTo>
                  <a:lnTo>
                    <a:pt x="791" y="4170"/>
                  </a:lnTo>
                  <a:lnTo>
                    <a:pt x="656" y="4035"/>
                  </a:lnTo>
                  <a:lnTo>
                    <a:pt x="522" y="3901"/>
                  </a:lnTo>
                  <a:lnTo>
                    <a:pt x="404" y="3732"/>
                  </a:lnTo>
                  <a:lnTo>
                    <a:pt x="303" y="3564"/>
                  </a:lnTo>
                  <a:lnTo>
                    <a:pt x="219" y="3363"/>
                  </a:lnTo>
                  <a:lnTo>
                    <a:pt x="135" y="3161"/>
                  </a:lnTo>
                  <a:lnTo>
                    <a:pt x="85" y="2959"/>
                  </a:lnTo>
                  <a:lnTo>
                    <a:pt x="34" y="2741"/>
                  </a:lnTo>
                  <a:lnTo>
                    <a:pt x="1" y="2522"/>
                  </a:lnTo>
                  <a:lnTo>
                    <a:pt x="1" y="2287"/>
                  </a:lnTo>
                  <a:lnTo>
                    <a:pt x="1" y="2287"/>
                  </a:lnTo>
                  <a:lnTo>
                    <a:pt x="1" y="2051"/>
                  </a:lnTo>
                  <a:lnTo>
                    <a:pt x="34" y="1816"/>
                  </a:lnTo>
                  <a:lnTo>
                    <a:pt x="85" y="1597"/>
                  </a:lnTo>
                  <a:lnTo>
                    <a:pt x="135" y="1396"/>
                  </a:lnTo>
                  <a:lnTo>
                    <a:pt x="219" y="1194"/>
                  </a:lnTo>
                  <a:lnTo>
                    <a:pt x="303" y="1009"/>
                  </a:lnTo>
                  <a:lnTo>
                    <a:pt x="404" y="824"/>
                  </a:lnTo>
                  <a:lnTo>
                    <a:pt x="522" y="673"/>
                  </a:lnTo>
                  <a:lnTo>
                    <a:pt x="656" y="522"/>
                  </a:lnTo>
                  <a:lnTo>
                    <a:pt x="791" y="387"/>
                  </a:lnTo>
                  <a:lnTo>
                    <a:pt x="942" y="269"/>
                  </a:lnTo>
                  <a:lnTo>
                    <a:pt x="1094" y="185"/>
                  </a:lnTo>
                  <a:lnTo>
                    <a:pt x="1262" y="101"/>
                  </a:lnTo>
                  <a:lnTo>
                    <a:pt x="1447" y="51"/>
                  </a:lnTo>
                  <a:lnTo>
                    <a:pt x="1615" y="17"/>
                  </a:lnTo>
                  <a:lnTo>
                    <a:pt x="18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9" name="Google Shape;5859;p63"/>
            <p:cNvSpPr/>
            <p:nvPr/>
          </p:nvSpPr>
          <p:spPr>
            <a:xfrm>
              <a:off x="3871350" y="2114650"/>
              <a:ext cx="90800" cy="113925"/>
            </a:xfrm>
            <a:custGeom>
              <a:avLst/>
              <a:gdLst/>
              <a:ahLst/>
              <a:cxnLst/>
              <a:rect l="l" t="t" r="r" b="b"/>
              <a:pathLst>
                <a:path w="3632" h="4557" extrusionOk="0">
                  <a:moveTo>
                    <a:pt x="1816" y="0"/>
                  </a:moveTo>
                  <a:lnTo>
                    <a:pt x="1631" y="17"/>
                  </a:lnTo>
                  <a:lnTo>
                    <a:pt x="1446" y="51"/>
                  </a:lnTo>
                  <a:lnTo>
                    <a:pt x="1278" y="101"/>
                  </a:lnTo>
                  <a:lnTo>
                    <a:pt x="1110" y="185"/>
                  </a:lnTo>
                  <a:lnTo>
                    <a:pt x="959" y="269"/>
                  </a:lnTo>
                  <a:lnTo>
                    <a:pt x="807" y="387"/>
                  </a:lnTo>
                  <a:lnTo>
                    <a:pt x="656" y="522"/>
                  </a:lnTo>
                  <a:lnTo>
                    <a:pt x="538" y="673"/>
                  </a:lnTo>
                  <a:lnTo>
                    <a:pt x="421" y="824"/>
                  </a:lnTo>
                  <a:lnTo>
                    <a:pt x="320" y="1009"/>
                  </a:lnTo>
                  <a:lnTo>
                    <a:pt x="219" y="1194"/>
                  </a:lnTo>
                  <a:lnTo>
                    <a:pt x="152" y="1396"/>
                  </a:lnTo>
                  <a:lnTo>
                    <a:pt x="84" y="1597"/>
                  </a:lnTo>
                  <a:lnTo>
                    <a:pt x="34" y="1816"/>
                  </a:lnTo>
                  <a:lnTo>
                    <a:pt x="17" y="2051"/>
                  </a:lnTo>
                  <a:lnTo>
                    <a:pt x="0" y="2287"/>
                  </a:lnTo>
                  <a:lnTo>
                    <a:pt x="17" y="2522"/>
                  </a:lnTo>
                  <a:lnTo>
                    <a:pt x="34" y="2741"/>
                  </a:lnTo>
                  <a:lnTo>
                    <a:pt x="84" y="2959"/>
                  </a:lnTo>
                  <a:lnTo>
                    <a:pt x="152" y="3161"/>
                  </a:lnTo>
                  <a:lnTo>
                    <a:pt x="219" y="3363"/>
                  </a:lnTo>
                  <a:lnTo>
                    <a:pt x="320" y="3564"/>
                  </a:lnTo>
                  <a:lnTo>
                    <a:pt x="421" y="3732"/>
                  </a:lnTo>
                  <a:lnTo>
                    <a:pt x="538" y="3901"/>
                  </a:lnTo>
                  <a:lnTo>
                    <a:pt x="656" y="4035"/>
                  </a:lnTo>
                  <a:lnTo>
                    <a:pt x="807" y="4170"/>
                  </a:lnTo>
                  <a:lnTo>
                    <a:pt x="959" y="4287"/>
                  </a:lnTo>
                  <a:lnTo>
                    <a:pt x="1110" y="4388"/>
                  </a:lnTo>
                  <a:lnTo>
                    <a:pt x="1278" y="4455"/>
                  </a:lnTo>
                  <a:lnTo>
                    <a:pt x="1446" y="4523"/>
                  </a:lnTo>
                  <a:lnTo>
                    <a:pt x="1631" y="4556"/>
                  </a:lnTo>
                  <a:lnTo>
                    <a:pt x="2001" y="4556"/>
                  </a:lnTo>
                  <a:lnTo>
                    <a:pt x="2186" y="4523"/>
                  </a:lnTo>
                  <a:lnTo>
                    <a:pt x="2354" y="4455"/>
                  </a:lnTo>
                  <a:lnTo>
                    <a:pt x="2522" y="4388"/>
                  </a:lnTo>
                  <a:lnTo>
                    <a:pt x="2673" y="4287"/>
                  </a:lnTo>
                  <a:lnTo>
                    <a:pt x="2825" y="4170"/>
                  </a:lnTo>
                  <a:lnTo>
                    <a:pt x="2959" y="4035"/>
                  </a:lnTo>
                  <a:lnTo>
                    <a:pt x="3094" y="3901"/>
                  </a:lnTo>
                  <a:lnTo>
                    <a:pt x="3211" y="3732"/>
                  </a:lnTo>
                  <a:lnTo>
                    <a:pt x="3312" y="3564"/>
                  </a:lnTo>
                  <a:lnTo>
                    <a:pt x="3413" y="3363"/>
                  </a:lnTo>
                  <a:lnTo>
                    <a:pt x="3480" y="3161"/>
                  </a:lnTo>
                  <a:lnTo>
                    <a:pt x="3548" y="2959"/>
                  </a:lnTo>
                  <a:lnTo>
                    <a:pt x="3581" y="2741"/>
                  </a:lnTo>
                  <a:lnTo>
                    <a:pt x="3615" y="2522"/>
                  </a:lnTo>
                  <a:lnTo>
                    <a:pt x="3632" y="2287"/>
                  </a:lnTo>
                  <a:lnTo>
                    <a:pt x="3615" y="2051"/>
                  </a:lnTo>
                  <a:lnTo>
                    <a:pt x="3581" y="1816"/>
                  </a:lnTo>
                  <a:lnTo>
                    <a:pt x="3548" y="1597"/>
                  </a:lnTo>
                  <a:lnTo>
                    <a:pt x="3480" y="1396"/>
                  </a:lnTo>
                  <a:lnTo>
                    <a:pt x="3413" y="1194"/>
                  </a:lnTo>
                  <a:lnTo>
                    <a:pt x="3312" y="1009"/>
                  </a:lnTo>
                  <a:lnTo>
                    <a:pt x="3211" y="824"/>
                  </a:lnTo>
                  <a:lnTo>
                    <a:pt x="3094" y="673"/>
                  </a:lnTo>
                  <a:lnTo>
                    <a:pt x="2959" y="522"/>
                  </a:lnTo>
                  <a:lnTo>
                    <a:pt x="2825" y="387"/>
                  </a:lnTo>
                  <a:lnTo>
                    <a:pt x="2673" y="269"/>
                  </a:lnTo>
                  <a:lnTo>
                    <a:pt x="2522" y="185"/>
                  </a:lnTo>
                  <a:lnTo>
                    <a:pt x="2354" y="101"/>
                  </a:lnTo>
                  <a:lnTo>
                    <a:pt x="2186" y="51"/>
                  </a:lnTo>
                  <a:lnTo>
                    <a:pt x="2001" y="17"/>
                  </a:lnTo>
                  <a:lnTo>
                    <a:pt x="1816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0" name="Google Shape;5860;p63"/>
            <p:cNvSpPr/>
            <p:nvPr/>
          </p:nvSpPr>
          <p:spPr>
            <a:xfrm>
              <a:off x="3871350" y="2114650"/>
              <a:ext cx="90800" cy="113925"/>
            </a:xfrm>
            <a:custGeom>
              <a:avLst/>
              <a:gdLst/>
              <a:ahLst/>
              <a:cxnLst/>
              <a:rect l="l" t="t" r="r" b="b"/>
              <a:pathLst>
                <a:path w="3632" h="4557" fill="none" extrusionOk="0">
                  <a:moveTo>
                    <a:pt x="1816" y="0"/>
                  </a:moveTo>
                  <a:lnTo>
                    <a:pt x="1816" y="0"/>
                  </a:lnTo>
                  <a:lnTo>
                    <a:pt x="2001" y="17"/>
                  </a:lnTo>
                  <a:lnTo>
                    <a:pt x="2186" y="51"/>
                  </a:lnTo>
                  <a:lnTo>
                    <a:pt x="2354" y="101"/>
                  </a:lnTo>
                  <a:lnTo>
                    <a:pt x="2522" y="185"/>
                  </a:lnTo>
                  <a:lnTo>
                    <a:pt x="2673" y="269"/>
                  </a:lnTo>
                  <a:lnTo>
                    <a:pt x="2825" y="387"/>
                  </a:lnTo>
                  <a:lnTo>
                    <a:pt x="2959" y="522"/>
                  </a:lnTo>
                  <a:lnTo>
                    <a:pt x="3094" y="673"/>
                  </a:lnTo>
                  <a:lnTo>
                    <a:pt x="3211" y="824"/>
                  </a:lnTo>
                  <a:lnTo>
                    <a:pt x="3312" y="1009"/>
                  </a:lnTo>
                  <a:lnTo>
                    <a:pt x="3413" y="1194"/>
                  </a:lnTo>
                  <a:lnTo>
                    <a:pt x="3480" y="1396"/>
                  </a:lnTo>
                  <a:lnTo>
                    <a:pt x="3548" y="1597"/>
                  </a:lnTo>
                  <a:lnTo>
                    <a:pt x="3581" y="1816"/>
                  </a:lnTo>
                  <a:lnTo>
                    <a:pt x="3615" y="2051"/>
                  </a:lnTo>
                  <a:lnTo>
                    <a:pt x="3632" y="2287"/>
                  </a:lnTo>
                  <a:lnTo>
                    <a:pt x="3632" y="2287"/>
                  </a:lnTo>
                  <a:lnTo>
                    <a:pt x="3615" y="2522"/>
                  </a:lnTo>
                  <a:lnTo>
                    <a:pt x="3581" y="2741"/>
                  </a:lnTo>
                  <a:lnTo>
                    <a:pt x="3548" y="2959"/>
                  </a:lnTo>
                  <a:lnTo>
                    <a:pt x="3480" y="3161"/>
                  </a:lnTo>
                  <a:lnTo>
                    <a:pt x="3413" y="3363"/>
                  </a:lnTo>
                  <a:lnTo>
                    <a:pt x="3312" y="3564"/>
                  </a:lnTo>
                  <a:lnTo>
                    <a:pt x="3211" y="3732"/>
                  </a:lnTo>
                  <a:lnTo>
                    <a:pt x="3094" y="3901"/>
                  </a:lnTo>
                  <a:lnTo>
                    <a:pt x="2959" y="4035"/>
                  </a:lnTo>
                  <a:lnTo>
                    <a:pt x="2825" y="4170"/>
                  </a:lnTo>
                  <a:lnTo>
                    <a:pt x="2673" y="4287"/>
                  </a:lnTo>
                  <a:lnTo>
                    <a:pt x="2522" y="4388"/>
                  </a:lnTo>
                  <a:lnTo>
                    <a:pt x="2354" y="4455"/>
                  </a:lnTo>
                  <a:lnTo>
                    <a:pt x="2186" y="4523"/>
                  </a:lnTo>
                  <a:lnTo>
                    <a:pt x="2001" y="4556"/>
                  </a:lnTo>
                  <a:lnTo>
                    <a:pt x="1816" y="4556"/>
                  </a:lnTo>
                  <a:lnTo>
                    <a:pt x="1816" y="4556"/>
                  </a:lnTo>
                  <a:lnTo>
                    <a:pt x="1631" y="4556"/>
                  </a:lnTo>
                  <a:lnTo>
                    <a:pt x="1446" y="4523"/>
                  </a:lnTo>
                  <a:lnTo>
                    <a:pt x="1278" y="4455"/>
                  </a:lnTo>
                  <a:lnTo>
                    <a:pt x="1110" y="4388"/>
                  </a:lnTo>
                  <a:lnTo>
                    <a:pt x="959" y="4287"/>
                  </a:lnTo>
                  <a:lnTo>
                    <a:pt x="807" y="4170"/>
                  </a:lnTo>
                  <a:lnTo>
                    <a:pt x="656" y="4035"/>
                  </a:lnTo>
                  <a:lnTo>
                    <a:pt x="538" y="3901"/>
                  </a:lnTo>
                  <a:lnTo>
                    <a:pt x="421" y="3732"/>
                  </a:lnTo>
                  <a:lnTo>
                    <a:pt x="320" y="3564"/>
                  </a:lnTo>
                  <a:lnTo>
                    <a:pt x="219" y="3363"/>
                  </a:lnTo>
                  <a:lnTo>
                    <a:pt x="152" y="3161"/>
                  </a:lnTo>
                  <a:lnTo>
                    <a:pt x="84" y="2959"/>
                  </a:lnTo>
                  <a:lnTo>
                    <a:pt x="34" y="2741"/>
                  </a:lnTo>
                  <a:lnTo>
                    <a:pt x="17" y="2522"/>
                  </a:lnTo>
                  <a:lnTo>
                    <a:pt x="0" y="2287"/>
                  </a:lnTo>
                  <a:lnTo>
                    <a:pt x="0" y="2287"/>
                  </a:lnTo>
                  <a:lnTo>
                    <a:pt x="17" y="2051"/>
                  </a:lnTo>
                  <a:lnTo>
                    <a:pt x="34" y="1816"/>
                  </a:lnTo>
                  <a:lnTo>
                    <a:pt x="84" y="1597"/>
                  </a:lnTo>
                  <a:lnTo>
                    <a:pt x="152" y="1396"/>
                  </a:lnTo>
                  <a:lnTo>
                    <a:pt x="219" y="1194"/>
                  </a:lnTo>
                  <a:lnTo>
                    <a:pt x="320" y="1009"/>
                  </a:lnTo>
                  <a:lnTo>
                    <a:pt x="421" y="824"/>
                  </a:lnTo>
                  <a:lnTo>
                    <a:pt x="538" y="673"/>
                  </a:lnTo>
                  <a:lnTo>
                    <a:pt x="656" y="522"/>
                  </a:lnTo>
                  <a:lnTo>
                    <a:pt x="807" y="387"/>
                  </a:lnTo>
                  <a:lnTo>
                    <a:pt x="959" y="269"/>
                  </a:lnTo>
                  <a:lnTo>
                    <a:pt x="1110" y="185"/>
                  </a:lnTo>
                  <a:lnTo>
                    <a:pt x="1278" y="101"/>
                  </a:lnTo>
                  <a:lnTo>
                    <a:pt x="1446" y="51"/>
                  </a:lnTo>
                  <a:lnTo>
                    <a:pt x="1631" y="17"/>
                  </a:lnTo>
                  <a:lnTo>
                    <a:pt x="18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1" name="Google Shape;5861;p63"/>
            <p:cNvSpPr/>
            <p:nvPr/>
          </p:nvSpPr>
          <p:spPr>
            <a:xfrm>
              <a:off x="3910025" y="1515750"/>
              <a:ext cx="358075" cy="138300"/>
            </a:xfrm>
            <a:custGeom>
              <a:avLst/>
              <a:gdLst/>
              <a:ahLst/>
              <a:cxnLst/>
              <a:rect l="l" t="t" r="r" b="b"/>
              <a:pathLst>
                <a:path w="14323" h="5532" extrusionOk="0">
                  <a:moveTo>
                    <a:pt x="0" y="1"/>
                  </a:moveTo>
                  <a:lnTo>
                    <a:pt x="0" y="5532"/>
                  </a:lnTo>
                  <a:lnTo>
                    <a:pt x="14323" y="5532"/>
                  </a:lnTo>
                  <a:lnTo>
                    <a:pt x="14323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2" name="Google Shape;5862;p63"/>
            <p:cNvSpPr/>
            <p:nvPr/>
          </p:nvSpPr>
          <p:spPr>
            <a:xfrm>
              <a:off x="3910025" y="1182475"/>
              <a:ext cx="456425" cy="804425"/>
            </a:xfrm>
            <a:custGeom>
              <a:avLst/>
              <a:gdLst/>
              <a:ahLst/>
              <a:cxnLst/>
              <a:rect l="l" t="t" r="r" b="b"/>
              <a:pathLst>
                <a:path w="18257" h="32177" extrusionOk="0">
                  <a:moveTo>
                    <a:pt x="16643" y="0"/>
                  </a:moveTo>
                  <a:lnTo>
                    <a:pt x="16374" y="17"/>
                  </a:lnTo>
                  <a:lnTo>
                    <a:pt x="16105" y="51"/>
                  </a:lnTo>
                  <a:lnTo>
                    <a:pt x="15853" y="118"/>
                  </a:lnTo>
                  <a:lnTo>
                    <a:pt x="15601" y="219"/>
                  </a:lnTo>
                  <a:lnTo>
                    <a:pt x="15365" y="320"/>
                  </a:lnTo>
                  <a:lnTo>
                    <a:pt x="15147" y="454"/>
                  </a:lnTo>
                  <a:lnTo>
                    <a:pt x="14945" y="606"/>
                  </a:lnTo>
                  <a:lnTo>
                    <a:pt x="14760" y="774"/>
                  </a:lnTo>
                  <a:lnTo>
                    <a:pt x="14592" y="976"/>
                  </a:lnTo>
                  <a:lnTo>
                    <a:pt x="14424" y="1177"/>
                  </a:lnTo>
                  <a:lnTo>
                    <a:pt x="14306" y="1396"/>
                  </a:lnTo>
                  <a:lnTo>
                    <a:pt x="14188" y="1631"/>
                  </a:lnTo>
                  <a:lnTo>
                    <a:pt x="14104" y="1867"/>
                  </a:lnTo>
                  <a:lnTo>
                    <a:pt x="14037" y="2135"/>
                  </a:lnTo>
                  <a:lnTo>
                    <a:pt x="13987" y="2388"/>
                  </a:lnTo>
                  <a:lnTo>
                    <a:pt x="13970" y="2657"/>
                  </a:lnTo>
                  <a:lnTo>
                    <a:pt x="13970" y="29521"/>
                  </a:lnTo>
                  <a:lnTo>
                    <a:pt x="13970" y="29722"/>
                  </a:lnTo>
                  <a:lnTo>
                    <a:pt x="13936" y="29907"/>
                  </a:lnTo>
                  <a:lnTo>
                    <a:pt x="13886" y="30092"/>
                  </a:lnTo>
                  <a:lnTo>
                    <a:pt x="13819" y="30277"/>
                  </a:lnTo>
                  <a:lnTo>
                    <a:pt x="13735" y="30445"/>
                  </a:lnTo>
                  <a:lnTo>
                    <a:pt x="13634" y="30613"/>
                  </a:lnTo>
                  <a:lnTo>
                    <a:pt x="13533" y="30765"/>
                  </a:lnTo>
                  <a:lnTo>
                    <a:pt x="13398" y="30899"/>
                  </a:lnTo>
                  <a:lnTo>
                    <a:pt x="13264" y="31034"/>
                  </a:lnTo>
                  <a:lnTo>
                    <a:pt x="13113" y="31151"/>
                  </a:lnTo>
                  <a:lnTo>
                    <a:pt x="12944" y="31252"/>
                  </a:lnTo>
                  <a:lnTo>
                    <a:pt x="12776" y="31320"/>
                  </a:lnTo>
                  <a:lnTo>
                    <a:pt x="12591" y="31387"/>
                  </a:lnTo>
                  <a:lnTo>
                    <a:pt x="12407" y="31437"/>
                  </a:lnTo>
                  <a:lnTo>
                    <a:pt x="12205" y="31471"/>
                  </a:lnTo>
                  <a:lnTo>
                    <a:pt x="12003" y="31488"/>
                  </a:lnTo>
                  <a:lnTo>
                    <a:pt x="0" y="31488"/>
                  </a:lnTo>
                  <a:lnTo>
                    <a:pt x="0" y="32177"/>
                  </a:lnTo>
                  <a:lnTo>
                    <a:pt x="12003" y="32177"/>
                  </a:lnTo>
                  <a:lnTo>
                    <a:pt x="12272" y="32160"/>
                  </a:lnTo>
                  <a:lnTo>
                    <a:pt x="12541" y="32126"/>
                  </a:lnTo>
                  <a:lnTo>
                    <a:pt x="12793" y="32059"/>
                  </a:lnTo>
                  <a:lnTo>
                    <a:pt x="13045" y="31975"/>
                  </a:lnTo>
                  <a:lnTo>
                    <a:pt x="13281" y="31857"/>
                  </a:lnTo>
                  <a:lnTo>
                    <a:pt x="13499" y="31723"/>
                  </a:lnTo>
                  <a:lnTo>
                    <a:pt x="13701" y="31572"/>
                  </a:lnTo>
                  <a:lnTo>
                    <a:pt x="13886" y="31404"/>
                  </a:lnTo>
                  <a:lnTo>
                    <a:pt x="14054" y="31202"/>
                  </a:lnTo>
                  <a:lnTo>
                    <a:pt x="14205" y="31000"/>
                  </a:lnTo>
                  <a:lnTo>
                    <a:pt x="14340" y="30782"/>
                  </a:lnTo>
                  <a:lnTo>
                    <a:pt x="14457" y="30546"/>
                  </a:lnTo>
                  <a:lnTo>
                    <a:pt x="14542" y="30311"/>
                  </a:lnTo>
                  <a:lnTo>
                    <a:pt x="14609" y="30042"/>
                  </a:lnTo>
                  <a:lnTo>
                    <a:pt x="14659" y="29790"/>
                  </a:lnTo>
                  <a:lnTo>
                    <a:pt x="14676" y="29521"/>
                  </a:lnTo>
                  <a:lnTo>
                    <a:pt x="14676" y="2657"/>
                  </a:lnTo>
                  <a:lnTo>
                    <a:pt x="14676" y="2472"/>
                  </a:lnTo>
                  <a:lnTo>
                    <a:pt x="14710" y="2270"/>
                  </a:lnTo>
                  <a:lnTo>
                    <a:pt x="14760" y="2085"/>
                  </a:lnTo>
                  <a:lnTo>
                    <a:pt x="14827" y="1900"/>
                  </a:lnTo>
                  <a:lnTo>
                    <a:pt x="14911" y="1732"/>
                  </a:lnTo>
                  <a:lnTo>
                    <a:pt x="15012" y="1564"/>
                  </a:lnTo>
                  <a:lnTo>
                    <a:pt x="15113" y="1413"/>
                  </a:lnTo>
                  <a:lnTo>
                    <a:pt x="15248" y="1278"/>
                  </a:lnTo>
                  <a:lnTo>
                    <a:pt x="15382" y="1144"/>
                  </a:lnTo>
                  <a:lnTo>
                    <a:pt x="15533" y="1026"/>
                  </a:lnTo>
                  <a:lnTo>
                    <a:pt x="15701" y="925"/>
                  </a:lnTo>
                  <a:lnTo>
                    <a:pt x="15870" y="841"/>
                  </a:lnTo>
                  <a:lnTo>
                    <a:pt x="16054" y="791"/>
                  </a:lnTo>
                  <a:lnTo>
                    <a:pt x="16239" y="740"/>
                  </a:lnTo>
                  <a:lnTo>
                    <a:pt x="16441" y="707"/>
                  </a:lnTo>
                  <a:lnTo>
                    <a:pt x="16643" y="690"/>
                  </a:lnTo>
                  <a:lnTo>
                    <a:pt x="18257" y="690"/>
                  </a:lnTo>
                  <a:lnTo>
                    <a:pt x="1825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3" name="Google Shape;5863;p63"/>
            <p:cNvSpPr/>
            <p:nvPr/>
          </p:nvSpPr>
          <p:spPr>
            <a:xfrm>
              <a:off x="3901175" y="1448500"/>
              <a:ext cx="366925" cy="666175"/>
            </a:xfrm>
            <a:custGeom>
              <a:avLst/>
              <a:gdLst/>
              <a:ahLst/>
              <a:cxnLst/>
              <a:rect l="l" t="t" r="r" b="b"/>
              <a:pathLst>
                <a:path w="14677" h="26647" extrusionOk="0">
                  <a:moveTo>
                    <a:pt x="2405" y="1"/>
                  </a:moveTo>
                  <a:lnTo>
                    <a:pt x="2153" y="18"/>
                  </a:lnTo>
                  <a:lnTo>
                    <a:pt x="1917" y="51"/>
                  </a:lnTo>
                  <a:lnTo>
                    <a:pt x="1682" y="119"/>
                  </a:lnTo>
                  <a:lnTo>
                    <a:pt x="1464" y="203"/>
                  </a:lnTo>
                  <a:lnTo>
                    <a:pt x="1262" y="303"/>
                  </a:lnTo>
                  <a:lnTo>
                    <a:pt x="1060" y="421"/>
                  </a:lnTo>
                  <a:lnTo>
                    <a:pt x="875" y="556"/>
                  </a:lnTo>
                  <a:lnTo>
                    <a:pt x="707" y="707"/>
                  </a:lnTo>
                  <a:lnTo>
                    <a:pt x="556" y="875"/>
                  </a:lnTo>
                  <a:lnTo>
                    <a:pt x="421" y="1060"/>
                  </a:lnTo>
                  <a:lnTo>
                    <a:pt x="287" y="1262"/>
                  </a:lnTo>
                  <a:lnTo>
                    <a:pt x="186" y="1463"/>
                  </a:lnTo>
                  <a:lnTo>
                    <a:pt x="119" y="1682"/>
                  </a:lnTo>
                  <a:lnTo>
                    <a:pt x="51" y="1917"/>
                  </a:lnTo>
                  <a:lnTo>
                    <a:pt x="18" y="2153"/>
                  </a:lnTo>
                  <a:lnTo>
                    <a:pt x="1" y="2405"/>
                  </a:lnTo>
                  <a:lnTo>
                    <a:pt x="1" y="26646"/>
                  </a:lnTo>
                  <a:lnTo>
                    <a:pt x="690" y="26646"/>
                  </a:lnTo>
                  <a:lnTo>
                    <a:pt x="690" y="2405"/>
                  </a:lnTo>
                  <a:lnTo>
                    <a:pt x="707" y="2237"/>
                  </a:lnTo>
                  <a:lnTo>
                    <a:pt x="724" y="2069"/>
                  </a:lnTo>
                  <a:lnTo>
                    <a:pt x="774" y="1901"/>
                  </a:lnTo>
                  <a:lnTo>
                    <a:pt x="825" y="1749"/>
                  </a:lnTo>
                  <a:lnTo>
                    <a:pt x="892" y="1598"/>
                  </a:lnTo>
                  <a:lnTo>
                    <a:pt x="993" y="1447"/>
                  </a:lnTo>
                  <a:lnTo>
                    <a:pt x="1077" y="1329"/>
                  </a:lnTo>
                  <a:lnTo>
                    <a:pt x="1195" y="1194"/>
                  </a:lnTo>
                  <a:lnTo>
                    <a:pt x="1312" y="1094"/>
                  </a:lnTo>
                  <a:lnTo>
                    <a:pt x="1447" y="993"/>
                  </a:lnTo>
                  <a:lnTo>
                    <a:pt x="1581" y="909"/>
                  </a:lnTo>
                  <a:lnTo>
                    <a:pt x="1733" y="841"/>
                  </a:lnTo>
                  <a:lnTo>
                    <a:pt x="1901" y="774"/>
                  </a:lnTo>
                  <a:lnTo>
                    <a:pt x="2052" y="741"/>
                  </a:lnTo>
                  <a:lnTo>
                    <a:pt x="2220" y="707"/>
                  </a:lnTo>
                  <a:lnTo>
                    <a:pt x="14677" y="707"/>
                  </a:lnTo>
                  <a:lnTo>
                    <a:pt x="1467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4" name="Google Shape;5864;p63"/>
            <p:cNvSpPr/>
            <p:nvPr/>
          </p:nvSpPr>
          <p:spPr>
            <a:xfrm>
              <a:off x="3901175" y="1448500"/>
              <a:ext cx="366925" cy="666175"/>
            </a:xfrm>
            <a:custGeom>
              <a:avLst/>
              <a:gdLst/>
              <a:ahLst/>
              <a:cxnLst/>
              <a:rect l="l" t="t" r="r" b="b"/>
              <a:pathLst>
                <a:path w="14677" h="26647" fill="none" extrusionOk="0">
                  <a:moveTo>
                    <a:pt x="690" y="26646"/>
                  </a:moveTo>
                  <a:lnTo>
                    <a:pt x="1" y="26646"/>
                  </a:lnTo>
                  <a:lnTo>
                    <a:pt x="1" y="2405"/>
                  </a:lnTo>
                  <a:lnTo>
                    <a:pt x="1" y="2405"/>
                  </a:lnTo>
                  <a:lnTo>
                    <a:pt x="18" y="2153"/>
                  </a:lnTo>
                  <a:lnTo>
                    <a:pt x="51" y="1917"/>
                  </a:lnTo>
                  <a:lnTo>
                    <a:pt x="119" y="1682"/>
                  </a:lnTo>
                  <a:lnTo>
                    <a:pt x="186" y="1463"/>
                  </a:lnTo>
                  <a:lnTo>
                    <a:pt x="287" y="1262"/>
                  </a:lnTo>
                  <a:lnTo>
                    <a:pt x="421" y="1060"/>
                  </a:lnTo>
                  <a:lnTo>
                    <a:pt x="556" y="875"/>
                  </a:lnTo>
                  <a:lnTo>
                    <a:pt x="707" y="707"/>
                  </a:lnTo>
                  <a:lnTo>
                    <a:pt x="875" y="556"/>
                  </a:lnTo>
                  <a:lnTo>
                    <a:pt x="1060" y="421"/>
                  </a:lnTo>
                  <a:lnTo>
                    <a:pt x="1262" y="303"/>
                  </a:lnTo>
                  <a:lnTo>
                    <a:pt x="1464" y="203"/>
                  </a:lnTo>
                  <a:lnTo>
                    <a:pt x="1682" y="119"/>
                  </a:lnTo>
                  <a:lnTo>
                    <a:pt x="1917" y="51"/>
                  </a:lnTo>
                  <a:lnTo>
                    <a:pt x="2153" y="18"/>
                  </a:lnTo>
                  <a:lnTo>
                    <a:pt x="2405" y="1"/>
                  </a:lnTo>
                  <a:lnTo>
                    <a:pt x="14677" y="1"/>
                  </a:lnTo>
                  <a:lnTo>
                    <a:pt x="14677" y="707"/>
                  </a:lnTo>
                  <a:lnTo>
                    <a:pt x="2405" y="707"/>
                  </a:lnTo>
                  <a:lnTo>
                    <a:pt x="2405" y="707"/>
                  </a:lnTo>
                  <a:lnTo>
                    <a:pt x="2220" y="707"/>
                  </a:lnTo>
                  <a:lnTo>
                    <a:pt x="2052" y="741"/>
                  </a:lnTo>
                  <a:lnTo>
                    <a:pt x="1901" y="774"/>
                  </a:lnTo>
                  <a:lnTo>
                    <a:pt x="1733" y="841"/>
                  </a:lnTo>
                  <a:lnTo>
                    <a:pt x="1581" y="909"/>
                  </a:lnTo>
                  <a:lnTo>
                    <a:pt x="1447" y="993"/>
                  </a:lnTo>
                  <a:lnTo>
                    <a:pt x="1312" y="1094"/>
                  </a:lnTo>
                  <a:lnTo>
                    <a:pt x="1195" y="1194"/>
                  </a:lnTo>
                  <a:lnTo>
                    <a:pt x="1077" y="1329"/>
                  </a:lnTo>
                  <a:lnTo>
                    <a:pt x="993" y="1447"/>
                  </a:lnTo>
                  <a:lnTo>
                    <a:pt x="892" y="1598"/>
                  </a:lnTo>
                  <a:lnTo>
                    <a:pt x="825" y="1749"/>
                  </a:lnTo>
                  <a:lnTo>
                    <a:pt x="774" y="1901"/>
                  </a:lnTo>
                  <a:lnTo>
                    <a:pt x="724" y="2069"/>
                  </a:lnTo>
                  <a:lnTo>
                    <a:pt x="707" y="2237"/>
                  </a:lnTo>
                  <a:lnTo>
                    <a:pt x="690" y="2405"/>
                  </a:lnTo>
                  <a:lnTo>
                    <a:pt x="690" y="2664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5" name="Google Shape;5865;p63"/>
            <p:cNvSpPr/>
            <p:nvPr/>
          </p:nvSpPr>
          <p:spPr>
            <a:xfrm>
              <a:off x="4312625" y="1173225"/>
              <a:ext cx="107625" cy="34500"/>
            </a:xfrm>
            <a:custGeom>
              <a:avLst/>
              <a:gdLst/>
              <a:ahLst/>
              <a:cxnLst/>
              <a:rect l="l" t="t" r="r" b="b"/>
              <a:pathLst>
                <a:path w="4305" h="1380" extrusionOk="0">
                  <a:moveTo>
                    <a:pt x="1" y="1"/>
                  </a:moveTo>
                  <a:lnTo>
                    <a:pt x="1" y="1379"/>
                  </a:lnTo>
                  <a:lnTo>
                    <a:pt x="4305" y="1379"/>
                  </a:lnTo>
                  <a:lnTo>
                    <a:pt x="43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6" name="Google Shape;5866;p63"/>
            <p:cNvSpPr/>
            <p:nvPr/>
          </p:nvSpPr>
          <p:spPr>
            <a:xfrm>
              <a:off x="4275650" y="1295100"/>
              <a:ext cx="306400" cy="332050"/>
            </a:xfrm>
            <a:custGeom>
              <a:avLst/>
              <a:gdLst/>
              <a:ahLst/>
              <a:cxnLst/>
              <a:rect l="l" t="t" r="r" b="b"/>
              <a:pathLst>
                <a:path w="12256" h="13282" extrusionOk="0">
                  <a:moveTo>
                    <a:pt x="1" y="1"/>
                  </a:moveTo>
                  <a:lnTo>
                    <a:pt x="1" y="13282"/>
                  </a:lnTo>
                  <a:lnTo>
                    <a:pt x="12256" y="13282"/>
                  </a:lnTo>
                  <a:lnTo>
                    <a:pt x="122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7" name="Google Shape;5867;p63"/>
            <p:cNvSpPr/>
            <p:nvPr/>
          </p:nvSpPr>
          <p:spPr>
            <a:xfrm>
              <a:off x="3830150" y="2141550"/>
              <a:ext cx="402250" cy="51725"/>
            </a:xfrm>
            <a:custGeom>
              <a:avLst/>
              <a:gdLst/>
              <a:ahLst/>
              <a:cxnLst/>
              <a:rect l="l" t="t" r="r" b="b"/>
              <a:pathLst>
                <a:path w="16090" h="2069" extrusionOk="0">
                  <a:moveTo>
                    <a:pt x="1" y="0"/>
                  </a:moveTo>
                  <a:lnTo>
                    <a:pt x="1" y="2068"/>
                  </a:lnTo>
                  <a:lnTo>
                    <a:pt x="16089" y="2068"/>
                  </a:lnTo>
                  <a:lnTo>
                    <a:pt x="160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8" name="Google Shape;5868;p63"/>
            <p:cNvSpPr/>
            <p:nvPr/>
          </p:nvSpPr>
          <p:spPr>
            <a:xfrm>
              <a:off x="3830150" y="2141550"/>
              <a:ext cx="402250" cy="51725"/>
            </a:xfrm>
            <a:custGeom>
              <a:avLst/>
              <a:gdLst/>
              <a:ahLst/>
              <a:cxnLst/>
              <a:rect l="l" t="t" r="r" b="b"/>
              <a:pathLst>
                <a:path w="16090" h="2069" fill="none" extrusionOk="0">
                  <a:moveTo>
                    <a:pt x="1" y="0"/>
                  </a:moveTo>
                  <a:lnTo>
                    <a:pt x="16089" y="0"/>
                  </a:lnTo>
                  <a:lnTo>
                    <a:pt x="16089" y="2068"/>
                  </a:lnTo>
                  <a:lnTo>
                    <a:pt x="1" y="206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9" name="Google Shape;5869;p63"/>
            <p:cNvSpPr/>
            <p:nvPr/>
          </p:nvSpPr>
          <p:spPr>
            <a:xfrm>
              <a:off x="3707850" y="1987300"/>
              <a:ext cx="322375" cy="152175"/>
            </a:xfrm>
            <a:custGeom>
              <a:avLst/>
              <a:gdLst/>
              <a:ahLst/>
              <a:cxnLst/>
              <a:rect l="l" t="t" r="r" b="b"/>
              <a:pathLst>
                <a:path w="12895" h="6087" extrusionOk="0">
                  <a:moveTo>
                    <a:pt x="5481" y="1"/>
                  </a:moveTo>
                  <a:lnTo>
                    <a:pt x="5313" y="2169"/>
                  </a:lnTo>
                  <a:lnTo>
                    <a:pt x="4355" y="2556"/>
                  </a:lnTo>
                  <a:lnTo>
                    <a:pt x="3397" y="2959"/>
                  </a:lnTo>
                  <a:lnTo>
                    <a:pt x="2338" y="3430"/>
                  </a:lnTo>
                  <a:lnTo>
                    <a:pt x="1901" y="3615"/>
                  </a:lnTo>
                  <a:lnTo>
                    <a:pt x="1447" y="3834"/>
                  </a:lnTo>
                  <a:lnTo>
                    <a:pt x="1010" y="4052"/>
                  </a:lnTo>
                  <a:lnTo>
                    <a:pt x="589" y="4288"/>
                  </a:lnTo>
                  <a:lnTo>
                    <a:pt x="505" y="4372"/>
                  </a:lnTo>
                  <a:lnTo>
                    <a:pt x="421" y="4456"/>
                  </a:lnTo>
                  <a:lnTo>
                    <a:pt x="270" y="4674"/>
                  </a:lnTo>
                  <a:lnTo>
                    <a:pt x="152" y="4926"/>
                  </a:lnTo>
                  <a:lnTo>
                    <a:pt x="68" y="5178"/>
                  </a:lnTo>
                  <a:lnTo>
                    <a:pt x="18" y="5431"/>
                  </a:lnTo>
                  <a:lnTo>
                    <a:pt x="1" y="5548"/>
                  </a:lnTo>
                  <a:lnTo>
                    <a:pt x="1" y="5649"/>
                  </a:lnTo>
                  <a:lnTo>
                    <a:pt x="18" y="5750"/>
                  </a:lnTo>
                  <a:lnTo>
                    <a:pt x="51" y="5817"/>
                  </a:lnTo>
                  <a:lnTo>
                    <a:pt x="102" y="5885"/>
                  </a:lnTo>
                  <a:lnTo>
                    <a:pt x="169" y="5918"/>
                  </a:lnTo>
                  <a:lnTo>
                    <a:pt x="371" y="5935"/>
                  </a:lnTo>
                  <a:lnTo>
                    <a:pt x="808" y="5969"/>
                  </a:lnTo>
                  <a:lnTo>
                    <a:pt x="2220" y="6019"/>
                  </a:lnTo>
                  <a:lnTo>
                    <a:pt x="4187" y="6053"/>
                  </a:lnTo>
                  <a:lnTo>
                    <a:pt x="6389" y="6069"/>
                  </a:lnTo>
                  <a:lnTo>
                    <a:pt x="8608" y="6086"/>
                  </a:lnTo>
                  <a:lnTo>
                    <a:pt x="10575" y="6069"/>
                  </a:lnTo>
                  <a:lnTo>
                    <a:pt x="11365" y="6036"/>
                  </a:lnTo>
                  <a:lnTo>
                    <a:pt x="12004" y="6019"/>
                  </a:lnTo>
                  <a:lnTo>
                    <a:pt x="12441" y="5985"/>
                  </a:lnTo>
                  <a:lnTo>
                    <a:pt x="12576" y="5952"/>
                  </a:lnTo>
                  <a:lnTo>
                    <a:pt x="12660" y="5935"/>
                  </a:lnTo>
                  <a:lnTo>
                    <a:pt x="12676" y="5868"/>
                  </a:lnTo>
                  <a:lnTo>
                    <a:pt x="12693" y="5733"/>
                  </a:lnTo>
                  <a:lnTo>
                    <a:pt x="12727" y="5195"/>
                  </a:lnTo>
                  <a:lnTo>
                    <a:pt x="12744" y="4405"/>
                  </a:lnTo>
                  <a:lnTo>
                    <a:pt x="12760" y="3413"/>
                  </a:lnTo>
                  <a:lnTo>
                    <a:pt x="12760" y="3380"/>
                  </a:lnTo>
                  <a:lnTo>
                    <a:pt x="12760" y="3178"/>
                  </a:lnTo>
                  <a:lnTo>
                    <a:pt x="12760" y="3043"/>
                  </a:lnTo>
                  <a:lnTo>
                    <a:pt x="12760" y="2943"/>
                  </a:lnTo>
                  <a:lnTo>
                    <a:pt x="12777" y="2842"/>
                  </a:lnTo>
                  <a:lnTo>
                    <a:pt x="12895" y="169"/>
                  </a:lnTo>
                  <a:lnTo>
                    <a:pt x="54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0" name="Google Shape;5870;p63"/>
            <p:cNvSpPr/>
            <p:nvPr/>
          </p:nvSpPr>
          <p:spPr>
            <a:xfrm>
              <a:off x="3707850" y="1987300"/>
              <a:ext cx="322375" cy="152175"/>
            </a:xfrm>
            <a:custGeom>
              <a:avLst/>
              <a:gdLst/>
              <a:ahLst/>
              <a:cxnLst/>
              <a:rect l="l" t="t" r="r" b="b"/>
              <a:pathLst>
                <a:path w="12895" h="6087" fill="none" extrusionOk="0">
                  <a:moveTo>
                    <a:pt x="169" y="5918"/>
                  </a:moveTo>
                  <a:lnTo>
                    <a:pt x="169" y="5918"/>
                  </a:lnTo>
                  <a:lnTo>
                    <a:pt x="371" y="5935"/>
                  </a:lnTo>
                  <a:lnTo>
                    <a:pt x="808" y="5969"/>
                  </a:lnTo>
                  <a:lnTo>
                    <a:pt x="2220" y="6019"/>
                  </a:lnTo>
                  <a:lnTo>
                    <a:pt x="4187" y="6053"/>
                  </a:lnTo>
                  <a:lnTo>
                    <a:pt x="6389" y="6069"/>
                  </a:lnTo>
                  <a:lnTo>
                    <a:pt x="8608" y="6086"/>
                  </a:lnTo>
                  <a:lnTo>
                    <a:pt x="10575" y="6069"/>
                  </a:lnTo>
                  <a:lnTo>
                    <a:pt x="11365" y="6036"/>
                  </a:lnTo>
                  <a:lnTo>
                    <a:pt x="12004" y="6019"/>
                  </a:lnTo>
                  <a:lnTo>
                    <a:pt x="12441" y="5985"/>
                  </a:lnTo>
                  <a:lnTo>
                    <a:pt x="12576" y="5952"/>
                  </a:lnTo>
                  <a:lnTo>
                    <a:pt x="12660" y="5935"/>
                  </a:lnTo>
                  <a:lnTo>
                    <a:pt x="12660" y="5935"/>
                  </a:lnTo>
                  <a:lnTo>
                    <a:pt x="12676" y="5868"/>
                  </a:lnTo>
                  <a:lnTo>
                    <a:pt x="12693" y="5733"/>
                  </a:lnTo>
                  <a:lnTo>
                    <a:pt x="12727" y="5195"/>
                  </a:lnTo>
                  <a:lnTo>
                    <a:pt x="12744" y="4405"/>
                  </a:lnTo>
                  <a:lnTo>
                    <a:pt x="12760" y="3413"/>
                  </a:lnTo>
                  <a:lnTo>
                    <a:pt x="12760" y="3380"/>
                  </a:lnTo>
                  <a:lnTo>
                    <a:pt x="12760" y="3380"/>
                  </a:lnTo>
                  <a:lnTo>
                    <a:pt x="12760" y="3178"/>
                  </a:lnTo>
                  <a:lnTo>
                    <a:pt x="12760" y="3178"/>
                  </a:lnTo>
                  <a:lnTo>
                    <a:pt x="12760" y="3043"/>
                  </a:lnTo>
                  <a:lnTo>
                    <a:pt x="12760" y="3043"/>
                  </a:lnTo>
                  <a:lnTo>
                    <a:pt x="12760" y="2943"/>
                  </a:lnTo>
                  <a:lnTo>
                    <a:pt x="12777" y="2842"/>
                  </a:lnTo>
                  <a:lnTo>
                    <a:pt x="12777" y="2842"/>
                  </a:lnTo>
                  <a:lnTo>
                    <a:pt x="12895" y="169"/>
                  </a:lnTo>
                  <a:lnTo>
                    <a:pt x="5481" y="1"/>
                  </a:lnTo>
                  <a:lnTo>
                    <a:pt x="5313" y="2169"/>
                  </a:lnTo>
                  <a:lnTo>
                    <a:pt x="5313" y="2169"/>
                  </a:lnTo>
                  <a:lnTo>
                    <a:pt x="4355" y="2556"/>
                  </a:lnTo>
                  <a:lnTo>
                    <a:pt x="3397" y="2959"/>
                  </a:lnTo>
                  <a:lnTo>
                    <a:pt x="2338" y="3430"/>
                  </a:lnTo>
                  <a:lnTo>
                    <a:pt x="2338" y="3430"/>
                  </a:lnTo>
                  <a:lnTo>
                    <a:pt x="1901" y="3615"/>
                  </a:lnTo>
                  <a:lnTo>
                    <a:pt x="1447" y="3834"/>
                  </a:lnTo>
                  <a:lnTo>
                    <a:pt x="1010" y="4052"/>
                  </a:lnTo>
                  <a:lnTo>
                    <a:pt x="589" y="4288"/>
                  </a:lnTo>
                  <a:lnTo>
                    <a:pt x="589" y="4288"/>
                  </a:lnTo>
                  <a:lnTo>
                    <a:pt x="505" y="4372"/>
                  </a:lnTo>
                  <a:lnTo>
                    <a:pt x="421" y="4456"/>
                  </a:lnTo>
                  <a:lnTo>
                    <a:pt x="270" y="4674"/>
                  </a:lnTo>
                  <a:lnTo>
                    <a:pt x="152" y="4926"/>
                  </a:lnTo>
                  <a:lnTo>
                    <a:pt x="68" y="5178"/>
                  </a:lnTo>
                  <a:lnTo>
                    <a:pt x="18" y="5431"/>
                  </a:lnTo>
                  <a:lnTo>
                    <a:pt x="1" y="5548"/>
                  </a:lnTo>
                  <a:lnTo>
                    <a:pt x="1" y="5649"/>
                  </a:lnTo>
                  <a:lnTo>
                    <a:pt x="18" y="5750"/>
                  </a:lnTo>
                  <a:lnTo>
                    <a:pt x="51" y="5817"/>
                  </a:lnTo>
                  <a:lnTo>
                    <a:pt x="102" y="5885"/>
                  </a:lnTo>
                  <a:lnTo>
                    <a:pt x="169" y="59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1" name="Google Shape;5871;p63"/>
            <p:cNvSpPr/>
            <p:nvPr/>
          </p:nvSpPr>
          <p:spPr>
            <a:xfrm>
              <a:off x="3706600" y="2036900"/>
              <a:ext cx="324050" cy="103000"/>
            </a:xfrm>
            <a:custGeom>
              <a:avLst/>
              <a:gdLst/>
              <a:ahLst/>
              <a:cxnLst/>
              <a:rect l="l" t="t" r="r" b="b"/>
              <a:pathLst>
                <a:path w="12962" h="4120" extrusionOk="0">
                  <a:moveTo>
                    <a:pt x="5397" y="0"/>
                  </a:moveTo>
                  <a:lnTo>
                    <a:pt x="4708" y="303"/>
                  </a:lnTo>
                  <a:lnTo>
                    <a:pt x="3161" y="1026"/>
                  </a:lnTo>
                  <a:lnTo>
                    <a:pt x="2304" y="1413"/>
                  </a:lnTo>
                  <a:lnTo>
                    <a:pt x="1530" y="1799"/>
                  </a:lnTo>
                  <a:lnTo>
                    <a:pt x="925" y="2102"/>
                  </a:lnTo>
                  <a:lnTo>
                    <a:pt x="723" y="2219"/>
                  </a:lnTo>
                  <a:lnTo>
                    <a:pt x="589" y="2304"/>
                  </a:lnTo>
                  <a:lnTo>
                    <a:pt x="505" y="2388"/>
                  </a:lnTo>
                  <a:lnTo>
                    <a:pt x="421" y="2472"/>
                  </a:lnTo>
                  <a:lnTo>
                    <a:pt x="337" y="2589"/>
                  </a:lnTo>
                  <a:lnTo>
                    <a:pt x="269" y="2707"/>
                  </a:lnTo>
                  <a:lnTo>
                    <a:pt x="152" y="2959"/>
                  </a:lnTo>
                  <a:lnTo>
                    <a:pt x="51" y="3228"/>
                  </a:lnTo>
                  <a:lnTo>
                    <a:pt x="1" y="3480"/>
                  </a:lnTo>
                  <a:lnTo>
                    <a:pt x="1" y="3598"/>
                  </a:lnTo>
                  <a:lnTo>
                    <a:pt x="1" y="3699"/>
                  </a:lnTo>
                  <a:lnTo>
                    <a:pt x="17" y="3800"/>
                  </a:lnTo>
                  <a:lnTo>
                    <a:pt x="51" y="3867"/>
                  </a:lnTo>
                  <a:lnTo>
                    <a:pt x="101" y="3934"/>
                  </a:lnTo>
                  <a:lnTo>
                    <a:pt x="169" y="3968"/>
                  </a:lnTo>
                  <a:lnTo>
                    <a:pt x="370" y="4001"/>
                  </a:lnTo>
                  <a:lnTo>
                    <a:pt x="807" y="4018"/>
                  </a:lnTo>
                  <a:lnTo>
                    <a:pt x="2236" y="4069"/>
                  </a:lnTo>
                  <a:lnTo>
                    <a:pt x="4186" y="4102"/>
                  </a:lnTo>
                  <a:lnTo>
                    <a:pt x="6422" y="4119"/>
                  </a:lnTo>
                  <a:lnTo>
                    <a:pt x="8641" y="4119"/>
                  </a:lnTo>
                  <a:lnTo>
                    <a:pt x="10608" y="4102"/>
                  </a:lnTo>
                  <a:lnTo>
                    <a:pt x="11415" y="4069"/>
                  </a:lnTo>
                  <a:lnTo>
                    <a:pt x="12054" y="4035"/>
                  </a:lnTo>
                  <a:lnTo>
                    <a:pt x="12491" y="4001"/>
                  </a:lnTo>
                  <a:lnTo>
                    <a:pt x="12626" y="3985"/>
                  </a:lnTo>
                  <a:lnTo>
                    <a:pt x="12693" y="3951"/>
                  </a:lnTo>
                  <a:lnTo>
                    <a:pt x="12726" y="3917"/>
                  </a:lnTo>
                  <a:lnTo>
                    <a:pt x="12760" y="3833"/>
                  </a:lnTo>
                  <a:lnTo>
                    <a:pt x="12827" y="3581"/>
                  </a:lnTo>
                  <a:lnTo>
                    <a:pt x="12878" y="3211"/>
                  </a:lnTo>
                  <a:lnTo>
                    <a:pt x="12928" y="2724"/>
                  </a:lnTo>
                  <a:lnTo>
                    <a:pt x="12962" y="2135"/>
                  </a:lnTo>
                  <a:lnTo>
                    <a:pt x="12962" y="1497"/>
                  </a:lnTo>
                  <a:lnTo>
                    <a:pt x="12962" y="791"/>
                  </a:lnTo>
                  <a:lnTo>
                    <a:pt x="12928" y="68"/>
                  </a:lnTo>
                  <a:lnTo>
                    <a:pt x="5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2" name="Google Shape;5872;p63"/>
            <p:cNvSpPr/>
            <p:nvPr/>
          </p:nvSpPr>
          <p:spPr>
            <a:xfrm>
              <a:off x="3706600" y="2036900"/>
              <a:ext cx="324050" cy="103000"/>
            </a:xfrm>
            <a:custGeom>
              <a:avLst/>
              <a:gdLst/>
              <a:ahLst/>
              <a:cxnLst/>
              <a:rect l="l" t="t" r="r" b="b"/>
              <a:pathLst>
                <a:path w="12962" h="4120" fill="none" extrusionOk="0">
                  <a:moveTo>
                    <a:pt x="169" y="3968"/>
                  </a:moveTo>
                  <a:lnTo>
                    <a:pt x="169" y="3968"/>
                  </a:lnTo>
                  <a:lnTo>
                    <a:pt x="370" y="4001"/>
                  </a:lnTo>
                  <a:lnTo>
                    <a:pt x="807" y="4018"/>
                  </a:lnTo>
                  <a:lnTo>
                    <a:pt x="2236" y="4069"/>
                  </a:lnTo>
                  <a:lnTo>
                    <a:pt x="4186" y="4102"/>
                  </a:lnTo>
                  <a:lnTo>
                    <a:pt x="6422" y="4119"/>
                  </a:lnTo>
                  <a:lnTo>
                    <a:pt x="8641" y="4119"/>
                  </a:lnTo>
                  <a:lnTo>
                    <a:pt x="10608" y="4102"/>
                  </a:lnTo>
                  <a:lnTo>
                    <a:pt x="11415" y="4069"/>
                  </a:lnTo>
                  <a:lnTo>
                    <a:pt x="12054" y="4035"/>
                  </a:lnTo>
                  <a:lnTo>
                    <a:pt x="12491" y="4001"/>
                  </a:lnTo>
                  <a:lnTo>
                    <a:pt x="12626" y="3985"/>
                  </a:lnTo>
                  <a:lnTo>
                    <a:pt x="12693" y="3951"/>
                  </a:lnTo>
                  <a:lnTo>
                    <a:pt x="12693" y="3951"/>
                  </a:lnTo>
                  <a:lnTo>
                    <a:pt x="12726" y="3917"/>
                  </a:lnTo>
                  <a:lnTo>
                    <a:pt x="12760" y="3833"/>
                  </a:lnTo>
                  <a:lnTo>
                    <a:pt x="12827" y="3581"/>
                  </a:lnTo>
                  <a:lnTo>
                    <a:pt x="12878" y="3211"/>
                  </a:lnTo>
                  <a:lnTo>
                    <a:pt x="12928" y="2724"/>
                  </a:lnTo>
                  <a:lnTo>
                    <a:pt x="12962" y="2135"/>
                  </a:lnTo>
                  <a:lnTo>
                    <a:pt x="12962" y="1497"/>
                  </a:lnTo>
                  <a:lnTo>
                    <a:pt x="12962" y="791"/>
                  </a:lnTo>
                  <a:lnTo>
                    <a:pt x="12928" y="68"/>
                  </a:lnTo>
                  <a:lnTo>
                    <a:pt x="5397" y="0"/>
                  </a:lnTo>
                  <a:lnTo>
                    <a:pt x="5397" y="0"/>
                  </a:lnTo>
                  <a:lnTo>
                    <a:pt x="4708" y="303"/>
                  </a:lnTo>
                  <a:lnTo>
                    <a:pt x="3161" y="1026"/>
                  </a:lnTo>
                  <a:lnTo>
                    <a:pt x="2304" y="1413"/>
                  </a:lnTo>
                  <a:lnTo>
                    <a:pt x="1530" y="1799"/>
                  </a:lnTo>
                  <a:lnTo>
                    <a:pt x="925" y="2102"/>
                  </a:lnTo>
                  <a:lnTo>
                    <a:pt x="723" y="2219"/>
                  </a:lnTo>
                  <a:lnTo>
                    <a:pt x="589" y="2304"/>
                  </a:lnTo>
                  <a:lnTo>
                    <a:pt x="589" y="2304"/>
                  </a:lnTo>
                  <a:lnTo>
                    <a:pt x="505" y="2388"/>
                  </a:lnTo>
                  <a:lnTo>
                    <a:pt x="421" y="2472"/>
                  </a:lnTo>
                  <a:lnTo>
                    <a:pt x="337" y="2589"/>
                  </a:lnTo>
                  <a:lnTo>
                    <a:pt x="269" y="2707"/>
                  </a:lnTo>
                  <a:lnTo>
                    <a:pt x="152" y="2959"/>
                  </a:lnTo>
                  <a:lnTo>
                    <a:pt x="51" y="3228"/>
                  </a:lnTo>
                  <a:lnTo>
                    <a:pt x="1" y="3480"/>
                  </a:lnTo>
                  <a:lnTo>
                    <a:pt x="1" y="3598"/>
                  </a:lnTo>
                  <a:lnTo>
                    <a:pt x="1" y="3699"/>
                  </a:lnTo>
                  <a:lnTo>
                    <a:pt x="17" y="3800"/>
                  </a:lnTo>
                  <a:lnTo>
                    <a:pt x="51" y="3867"/>
                  </a:lnTo>
                  <a:lnTo>
                    <a:pt x="101" y="3934"/>
                  </a:lnTo>
                  <a:lnTo>
                    <a:pt x="169" y="39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3" name="Google Shape;5873;p63"/>
            <p:cNvSpPr/>
            <p:nvPr/>
          </p:nvSpPr>
          <p:spPr>
            <a:xfrm>
              <a:off x="3714175" y="2124325"/>
              <a:ext cx="295900" cy="5050"/>
            </a:xfrm>
            <a:custGeom>
              <a:avLst/>
              <a:gdLst/>
              <a:ahLst/>
              <a:cxnLst/>
              <a:rect l="l" t="t" r="r" b="b"/>
              <a:pathLst>
                <a:path w="11836" h="202" extrusionOk="0">
                  <a:moveTo>
                    <a:pt x="2438" y="0"/>
                  </a:moveTo>
                  <a:lnTo>
                    <a:pt x="34" y="17"/>
                  </a:lnTo>
                  <a:lnTo>
                    <a:pt x="17" y="17"/>
                  </a:lnTo>
                  <a:lnTo>
                    <a:pt x="0" y="34"/>
                  </a:lnTo>
                  <a:lnTo>
                    <a:pt x="17" y="34"/>
                  </a:lnTo>
                  <a:lnTo>
                    <a:pt x="34" y="51"/>
                  </a:lnTo>
                  <a:lnTo>
                    <a:pt x="2438" y="101"/>
                  </a:lnTo>
                  <a:lnTo>
                    <a:pt x="5934" y="168"/>
                  </a:lnTo>
                  <a:lnTo>
                    <a:pt x="9448" y="202"/>
                  </a:lnTo>
                  <a:lnTo>
                    <a:pt x="10843" y="202"/>
                  </a:lnTo>
                  <a:lnTo>
                    <a:pt x="11835" y="185"/>
                  </a:lnTo>
                  <a:lnTo>
                    <a:pt x="11835" y="168"/>
                  </a:lnTo>
                  <a:lnTo>
                    <a:pt x="10843" y="135"/>
                  </a:lnTo>
                  <a:lnTo>
                    <a:pt x="9448" y="101"/>
                  </a:lnTo>
                  <a:lnTo>
                    <a:pt x="5934" y="34"/>
                  </a:lnTo>
                  <a:lnTo>
                    <a:pt x="24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4" name="Google Shape;5874;p63"/>
            <p:cNvSpPr/>
            <p:nvPr/>
          </p:nvSpPr>
          <p:spPr>
            <a:xfrm>
              <a:off x="3714175" y="2124325"/>
              <a:ext cx="295900" cy="5050"/>
            </a:xfrm>
            <a:custGeom>
              <a:avLst/>
              <a:gdLst/>
              <a:ahLst/>
              <a:cxnLst/>
              <a:rect l="l" t="t" r="r" b="b"/>
              <a:pathLst>
                <a:path w="11836" h="202" fill="none" extrusionOk="0">
                  <a:moveTo>
                    <a:pt x="34" y="17"/>
                  </a:moveTo>
                  <a:lnTo>
                    <a:pt x="34" y="17"/>
                  </a:lnTo>
                  <a:lnTo>
                    <a:pt x="2438" y="0"/>
                  </a:lnTo>
                  <a:lnTo>
                    <a:pt x="5934" y="34"/>
                  </a:lnTo>
                  <a:lnTo>
                    <a:pt x="9448" y="101"/>
                  </a:lnTo>
                  <a:lnTo>
                    <a:pt x="10843" y="135"/>
                  </a:lnTo>
                  <a:lnTo>
                    <a:pt x="11835" y="168"/>
                  </a:lnTo>
                  <a:lnTo>
                    <a:pt x="11835" y="168"/>
                  </a:lnTo>
                  <a:lnTo>
                    <a:pt x="11835" y="185"/>
                  </a:lnTo>
                  <a:lnTo>
                    <a:pt x="11835" y="185"/>
                  </a:lnTo>
                  <a:lnTo>
                    <a:pt x="11835" y="185"/>
                  </a:lnTo>
                  <a:lnTo>
                    <a:pt x="10843" y="202"/>
                  </a:lnTo>
                  <a:lnTo>
                    <a:pt x="9448" y="202"/>
                  </a:lnTo>
                  <a:lnTo>
                    <a:pt x="5934" y="168"/>
                  </a:lnTo>
                  <a:lnTo>
                    <a:pt x="2438" y="101"/>
                  </a:lnTo>
                  <a:lnTo>
                    <a:pt x="34" y="51"/>
                  </a:lnTo>
                  <a:lnTo>
                    <a:pt x="34" y="51"/>
                  </a:lnTo>
                  <a:lnTo>
                    <a:pt x="17" y="34"/>
                  </a:lnTo>
                  <a:lnTo>
                    <a:pt x="0" y="34"/>
                  </a:lnTo>
                  <a:lnTo>
                    <a:pt x="17" y="17"/>
                  </a:lnTo>
                  <a:lnTo>
                    <a:pt x="34" y="1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5" name="Google Shape;5875;p63"/>
            <p:cNvSpPr/>
            <p:nvPr/>
          </p:nvSpPr>
          <p:spPr>
            <a:xfrm>
              <a:off x="3825125" y="2041525"/>
              <a:ext cx="55500" cy="24400"/>
            </a:xfrm>
            <a:custGeom>
              <a:avLst/>
              <a:gdLst/>
              <a:ahLst/>
              <a:cxnLst/>
              <a:rect l="l" t="t" r="r" b="b"/>
              <a:pathLst>
                <a:path w="2220" h="976" extrusionOk="0">
                  <a:moveTo>
                    <a:pt x="51" y="0"/>
                  </a:moveTo>
                  <a:lnTo>
                    <a:pt x="17" y="17"/>
                  </a:lnTo>
                  <a:lnTo>
                    <a:pt x="0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89" y="269"/>
                  </a:lnTo>
                  <a:lnTo>
                    <a:pt x="1127" y="471"/>
                  </a:lnTo>
                  <a:lnTo>
                    <a:pt x="1664" y="706"/>
                  </a:lnTo>
                  <a:lnTo>
                    <a:pt x="2169" y="959"/>
                  </a:lnTo>
                  <a:lnTo>
                    <a:pt x="2202" y="975"/>
                  </a:lnTo>
                  <a:lnTo>
                    <a:pt x="2219" y="959"/>
                  </a:lnTo>
                  <a:lnTo>
                    <a:pt x="2219" y="942"/>
                  </a:lnTo>
                  <a:lnTo>
                    <a:pt x="2219" y="925"/>
                  </a:lnTo>
                  <a:lnTo>
                    <a:pt x="2118" y="807"/>
                  </a:lnTo>
                  <a:lnTo>
                    <a:pt x="2018" y="706"/>
                  </a:lnTo>
                  <a:lnTo>
                    <a:pt x="1900" y="606"/>
                  </a:lnTo>
                  <a:lnTo>
                    <a:pt x="1782" y="505"/>
                  </a:lnTo>
                  <a:lnTo>
                    <a:pt x="1530" y="353"/>
                  </a:lnTo>
                  <a:lnTo>
                    <a:pt x="1244" y="219"/>
                  </a:lnTo>
                  <a:lnTo>
                    <a:pt x="958" y="118"/>
                  </a:lnTo>
                  <a:lnTo>
                    <a:pt x="656" y="51"/>
                  </a:lnTo>
                  <a:lnTo>
                    <a:pt x="353" y="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6" name="Google Shape;5876;p63"/>
            <p:cNvSpPr/>
            <p:nvPr/>
          </p:nvSpPr>
          <p:spPr>
            <a:xfrm>
              <a:off x="3810000" y="2047400"/>
              <a:ext cx="55075" cy="23975"/>
            </a:xfrm>
            <a:custGeom>
              <a:avLst/>
              <a:gdLst/>
              <a:ahLst/>
              <a:cxnLst/>
              <a:rect l="l" t="t" r="r" b="b"/>
              <a:pathLst>
                <a:path w="2203" h="959" extrusionOk="0">
                  <a:moveTo>
                    <a:pt x="17" y="1"/>
                  </a:moveTo>
                  <a:lnTo>
                    <a:pt x="0" y="17"/>
                  </a:lnTo>
                  <a:lnTo>
                    <a:pt x="0" y="68"/>
                  </a:lnTo>
                  <a:lnTo>
                    <a:pt x="17" y="85"/>
                  </a:lnTo>
                  <a:lnTo>
                    <a:pt x="572" y="270"/>
                  </a:lnTo>
                  <a:lnTo>
                    <a:pt x="1110" y="471"/>
                  </a:lnTo>
                  <a:lnTo>
                    <a:pt x="1647" y="707"/>
                  </a:lnTo>
                  <a:lnTo>
                    <a:pt x="2169" y="959"/>
                  </a:lnTo>
                  <a:lnTo>
                    <a:pt x="2202" y="959"/>
                  </a:lnTo>
                  <a:lnTo>
                    <a:pt x="2202" y="942"/>
                  </a:lnTo>
                  <a:lnTo>
                    <a:pt x="2202" y="925"/>
                  </a:lnTo>
                  <a:lnTo>
                    <a:pt x="2101" y="808"/>
                  </a:lnTo>
                  <a:lnTo>
                    <a:pt x="2001" y="690"/>
                  </a:lnTo>
                  <a:lnTo>
                    <a:pt x="1900" y="589"/>
                  </a:lnTo>
                  <a:lnTo>
                    <a:pt x="1765" y="505"/>
                  </a:lnTo>
                  <a:lnTo>
                    <a:pt x="1513" y="354"/>
                  </a:lnTo>
                  <a:lnTo>
                    <a:pt x="1227" y="219"/>
                  </a:lnTo>
                  <a:lnTo>
                    <a:pt x="941" y="118"/>
                  </a:lnTo>
                  <a:lnTo>
                    <a:pt x="639" y="51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7" name="Google Shape;5877;p63"/>
            <p:cNvSpPr/>
            <p:nvPr/>
          </p:nvSpPr>
          <p:spPr>
            <a:xfrm>
              <a:off x="3794850" y="2053300"/>
              <a:ext cx="55100" cy="23975"/>
            </a:xfrm>
            <a:custGeom>
              <a:avLst/>
              <a:gdLst/>
              <a:ahLst/>
              <a:cxnLst/>
              <a:rect l="l" t="t" r="r" b="b"/>
              <a:pathLst>
                <a:path w="2204" h="959" extrusionOk="0">
                  <a:moveTo>
                    <a:pt x="18" y="0"/>
                  </a:moveTo>
                  <a:lnTo>
                    <a:pt x="1" y="34"/>
                  </a:lnTo>
                  <a:lnTo>
                    <a:pt x="1" y="67"/>
                  </a:lnTo>
                  <a:lnTo>
                    <a:pt x="18" y="84"/>
                  </a:lnTo>
                  <a:lnTo>
                    <a:pt x="572" y="269"/>
                  </a:lnTo>
                  <a:lnTo>
                    <a:pt x="1110" y="471"/>
                  </a:lnTo>
                  <a:lnTo>
                    <a:pt x="1648" y="706"/>
                  </a:lnTo>
                  <a:lnTo>
                    <a:pt x="2169" y="958"/>
                  </a:lnTo>
                  <a:lnTo>
                    <a:pt x="2203" y="958"/>
                  </a:lnTo>
                  <a:lnTo>
                    <a:pt x="2203" y="941"/>
                  </a:lnTo>
                  <a:lnTo>
                    <a:pt x="2203" y="925"/>
                  </a:lnTo>
                  <a:lnTo>
                    <a:pt x="2102" y="807"/>
                  </a:lnTo>
                  <a:lnTo>
                    <a:pt x="2001" y="706"/>
                  </a:lnTo>
                  <a:lnTo>
                    <a:pt x="1884" y="605"/>
                  </a:lnTo>
                  <a:lnTo>
                    <a:pt x="1766" y="504"/>
                  </a:lnTo>
                  <a:lnTo>
                    <a:pt x="1514" y="353"/>
                  </a:lnTo>
                  <a:lnTo>
                    <a:pt x="1228" y="219"/>
                  </a:lnTo>
                  <a:lnTo>
                    <a:pt x="942" y="118"/>
                  </a:lnTo>
                  <a:lnTo>
                    <a:pt x="640" y="50"/>
                  </a:lnTo>
                  <a:lnTo>
                    <a:pt x="337" y="1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8" name="Google Shape;5878;p63"/>
            <p:cNvSpPr/>
            <p:nvPr/>
          </p:nvSpPr>
          <p:spPr>
            <a:xfrm>
              <a:off x="3779725" y="2058750"/>
              <a:ext cx="55075" cy="24400"/>
            </a:xfrm>
            <a:custGeom>
              <a:avLst/>
              <a:gdLst/>
              <a:ahLst/>
              <a:cxnLst/>
              <a:rect l="l" t="t" r="r" b="b"/>
              <a:pathLst>
                <a:path w="2203" h="976" extrusionOk="0">
                  <a:moveTo>
                    <a:pt x="1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17" y="101"/>
                  </a:lnTo>
                  <a:lnTo>
                    <a:pt x="572" y="270"/>
                  </a:lnTo>
                  <a:lnTo>
                    <a:pt x="1110" y="471"/>
                  </a:lnTo>
                  <a:lnTo>
                    <a:pt x="1648" y="707"/>
                  </a:lnTo>
                  <a:lnTo>
                    <a:pt x="2169" y="959"/>
                  </a:lnTo>
                  <a:lnTo>
                    <a:pt x="2186" y="976"/>
                  </a:lnTo>
                  <a:lnTo>
                    <a:pt x="2203" y="959"/>
                  </a:lnTo>
                  <a:lnTo>
                    <a:pt x="2203" y="942"/>
                  </a:lnTo>
                  <a:lnTo>
                    <a:pt x="2203" y="925"/>
                  </a:lnTo>
                  <a:lnTo>
                    <a:pt x="2102" y="807"/>
                  </a:lnTo>
                  <a:lnTo>
                    <a:pt x="2001" y="707"/>
                  </a:lnTo>
                  <a:lnTo>
                    <a:pt x="1883" y="606"/>
                  </a:lnTo>
                  <a:lnTo>
                    <a:pt x="1766" y="505"/>
                  </a:lnTo>
                  <a:lnTo>
                    <a:pt x="1514" y="354"/>
                  </a:lnTo>
                  <a:lnTo>
                    <a:pt x="1228" y="219"/>
                  </a:lnTo>
                  <a:lnTo>
                    <a:pt x="942" y="118"/>
                  </a:lnTo>
                  <a:lnTo>
                    <a:pt x="639" y="51"/>
                  </a:lnTo>
                  <a:lnTo>
                    <a:pt x="337" y="1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9" name="Google Shape;5879;p63"/>
            <p:cNvSpPr/>
            <p:nvPr/>
          </p:nvSpPr>
          <p:spPr>
            <a:xfrm>
              <a:off x="3847800" y="2037750"/>
              <a:ext cx="182850" cy="102150"/>
            </a:xfrm>
            <a:custGeom>
              <a:avLst/>
              <a:gdLst/>
              <a:ahLst/>
              <a:cxnLst/>
              <a:rect l="l" t="t" r="r" b="b"/>
              <a:pathLst>
                <a:path w="7314" h="4086" extrusionOk="0">
                  <a:moveTo>
                    <a:pt x="3599" y="0"/>
                  </a:moveTo>
                  <a:lnTo>
                    <a:pt x="505" y="3497"/>
                  </a:lnTo>
                  <a:lnTo>
                    <a:pt x="4052" y="3564"/>
                  </a:lnTo>
                  <a:lnTo>
                    <a:pt x="5481" y="3598"/>
                  </a:lnTo>
                  <a:lnTo>
                    <a:pt x="6490" y="3631"/>
                  </a:lnTo>
                  <a:lnTo>
                    <a:pt x="6490" y="3648"/>
                  </a:lnTo>
                  <a:lnTo>
                    <a:pt x="5767" y="3665"/>
                  </a:lnTo>
                  <a:lnTo>
                    <a:pt x="2708" y="3665"/>
                  </a:lnTo>
                  <a:lnTo>
                    <a:pt x="388" y="3631"/>
                  </a:lnTo>
                  <a:lnTo>
                    <a:pt x="1" y="4085"/>
                  </a:lnTo>
                  <a:lnTo>
                    <a:pt x="3767" y="4085"/>
                  </a:lnTo>
                  <a:lnTo>
                    <a:pt x="5381" y="4051"/>
                  </a:lnTo>
                  <a:lnTo>
                    <a:pt x="6019" y="4035"/>
                  </a:lnTo>
                  <a:lnTo>
                    <a:pt x="6524" y="4001"/>
                  </a:lnTo>
                  <a:lnTo>
                    <a:pt x="6877" y="3967"/>
                  </a:lnTo>
                  <a:lnTo>
                    <a:pt x="6978" y="3951"/>
                  </a:lnTo>
                  <a:lnTo>
                    <a:pt x="7045" y="3917"/>
                  </a:lnTo>
                  <a:lnTo>
                    <a:pt x="7078" y="3883"/>
                  </a:lnTo>
                  <a:lnTo>
                    <a:pt x="7112" y="3799"/>
                  </a:lnTo>
                  <a:lnTo>
                    <a:pt x="7179" y="3547"/>
                  </a:lnTo>
                  <a:lnTo>
                    <a:pt x="7230" y="3177"/>
                  </a:lnTo>
                  <a:lnTo>
                    <a:pt x="7280" y="2690"/>
                  </a:lnTo>
                  <a:lnTo>
                    <a:pt x="7297" y="2101"/>
                  </a:lnTo>
                  <a:lnTo>
                    <a:pt x="7314" y="1463"/>
                  </a:lnTo>
                  <a:lnTo>
                    <a:pt x="7314" y="757"/>
                  </a:lnTo>
                  <a:lnTo>
                    <a:pt x="7263" y="34"/>
                  </a:lnTo>
                  <a:lnTo>
                    <a:pt x="7196" y="34"/>
                  </a:lnTo>
                  <a:lnTo>
                    <a:pt x="35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0" name="Google Shape;5880;p63"/>
            <p:cNvSpPr/>
            <p:nvPr/>
          </p:nvSpPr>
          <p:spPr>
            <a:xfrm>
              <a:off x="3847800" y="2037750"/>
              <a:ext cx="182850" cy="102150"/>
            </a:xfrm>
            <a:custGeom>
              <a:avLst/>
              <a:gdLst/>
              <a:ahLst/>
              <a:cxnLst/>
              <a:rect l="l" t="t" r="r" b="b"/>
              <a:pathLst>
                <a:path w="7314" h="4086" fill="none" extrusionOk="0">
                  <a:moveTo>
                    <a:pt x="3599" y="0"/>
                  </a:moveTo>
                  <a:lnTo>
                    <a:pt x="505" y="3497"/>
                  </a:lnTo>
                  <a:lnTo>
                    <a:pt x="505" y="3497"/>
                  </a:lnTo>
                  <a:lnTo>
                    <a:pt x="4052" y="3564"/>
                  </a:lnTo>
                  <a:lnTo>
                    <a:pt x="5481" y="3598"/>
                  </a:lnTo>
                  <a:lnTo>
                    <a:pt x="6490" y="3631"/>
                  </a:lnTo>
                  <a:lnTo>
                    <a:pt x="6490" y="3631"/>
                  </a:lnTo>
                  <a:lnTo>
                    <a:pt x="6490" y="3648"/>
                  </a:lnTo>
                  <a:lnTo>
                    <a:pt x="6490" y="3648"/>
                  </a:lnTo>
                  <a:lnTo>
                    <a:pt x="6490" y="3648"/>
                  </a:lnTo>
                  <a:lnTo>
                    <a:pt x="5767" y="3665"/>
                  </a:lnTo>
                  <a:lnTo>
                    <a:pt x="4775" y="3665"/>
                  </a:lnTo>
                  <a:lnTo>
                    <a:pt x="4775" y="3665"/>
                  </a:lnTo>
                  <a:lnTo>
                    <a:pt x="2708" y="3665"/>
                  </a:lnTo>
                  <a:lnTo>
                    <a:pt x="388" y="3631"/>
                  </a:lnTo>
                  <a:lnTo>
                    <a:pt x="1" y="4085"/>
                  </a:lnTo>
                  <a:lnTo>
                    <a:pt x="1" y="4085"/>
                  </a:lnTo>
                  <a:lnTo>
                    <a:pt x="1901" y="4085"/>
                  </a:lnTo>
                  <a:lnTo>
                    <a:pt x="1901" y="4085"/>
                  </a:lnTo>
                  <a:lnTo>
                    <a:pt x="3767" y="4085"/>
                  </a:lnTo>
                  <a:lnTo>
                    <a:pt x="5381" y="4051"/>
                  </a:lnTo>
                  <a:lnTo>
                    <a:pt x="6019" y="4035"/>
                  </a:lnTo>
                  <a:lnTo>
                    <a:pt x="6524" y="4001"/>
                  </a:lnTo>
                  <a:lnTo>
                    <a:pt x="6877" y="3967"/>
                  </a:lnTo>
                  <a:lnTo>
                    <a:pt x="6978" y="3951"/>
                  </a:lnTo>
                  <a:lnTo>
                    <a:pt x="7045" y="3917"/>
                  </a:lnTo>
                  <a:lnTo>
                    <a:pt x="7045" y="3917"/>
                  </a:lnTo>
                  <a:lnTo>
                    <a:pt x="7078" y="3883"/>
                  </a:lnTo>
                  <a:lnTo>
                    <a:pt x="7112" y="3799"/>
                  </a:lnTo>
                  <a:lnTo>
                    <a:pt x="7179" y="3547"/>
                  </a:lnTo>
                  <a:lnTo>
                    <a:pt x="7230" y="3177"/>
                  </a:lnTo>
                  <a:lnTo>
                    <a:pt x="7280" y="2690"/>
                  </a:lnTo>
                  <a:lnTo>
                    <a:pt x="7297" y="2101"/>
                  </a:lnTo>
                  <a:lnTo>
                    <a:pt x="7314" y="1463"/>
                  </a:lnTo>
                  <a:lnTo>
                    <a:pt x="7314" y="757"/>
                  </a:lnTo>
                  <a:lnTo>
                    <a:pt x="7263" y="34"/>
                  </a:lnTo>
                  <a:lnTo>
                    <a:pt x="7196" y="34"/>
                  </a:lnTo>
                  <a:lnTo>
                    <a:pt x="359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1" name="Google Shape;5881;p63"/>
            <p:cNvSpPr/>
            <p:nvPr/>
          </p:nvSpPr>
          <p:spPr>
            <a:xfrm>
              <a:off x="3857475" y="2125150"/>
              <a:ext cx="152600" cy="4225"/>
            </a:xfrm>
            <a:custGeom>
              <a:avLst/>
              <a:gdLst/>
              <a:ahLst/>
              <a:cxnLst/>
              <a:rect l="l" t="t" r="r" b="b"/>
              <a:pathLst>
                <a:path w="6104" h="169" extrusionOk="0">
                  <a:moveTo>
                    <a:pt x="118" y="1"/>
                  </a:moveTo>
                  <a:lnTo>
                    <a:pt x="1" y="135"/>
                  </a:lnTo>
                  <a:lnTo>
                    <a:pt x="2321" y="169"/>
                  </a:lnTo>
                  <a:lnTo>
                    <a:pt x="5380" y="169"/>
                  </a:lnTo>
                  <a:lnTo>
                    <a:pt x="6103" y="152"/>
                  </a:lnTo>
                  <a:lnTo>
                    <a:pt x="6103" y="135"/>
                  </a:lnTo>
                  <a:lnTo>
                    <a:pt x="5094" y="102"/>
                  </a:lnTo>
                  <a:lnTo>
                    <a:pt x="3665" y="6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2" name="Google Shape;5882;p63"/>
            <p:cNvSpPr/>
            <p:nvPr/>
          </p:nvSpPr>
          <p:spPr>
            <a:xfrm>
              <a:off x="3857475" y="2125150"/>
              <a:ext cx="152600" cy="4225"/>
            </a:xfrm>
            <a:custGeom>
              <a:avLst/>
              <a:gdLst/>
              <a:ahLst/>
              <a:cxnLst/>
              <a:rect l="l" t="t" r="r" b="b"/>
              <a:pathLst>
                <a:path w="6104" h="169" fill="none" extrusionOk="0">
                  <a:moveTo>
                    <a:pt x="118" y="1"/>
                  </a:moveTo>
                  <a:lnTo>
                    <a:pt x="1" y="135"/>
                  </a:lnTo>
                  <a:lnTo>
                    <a:pt x="1" y="135"/>
                  </a:lnTo>
                  <a:lnTo>
                    <a:pt x="2321" y="169"/>
                  </a:lnTo>
                  <a:lnTo>
                    <a:pt x="4388" y="169"/>
                  </a:lnTo>
                  <a:lnTo>
                    <a:pt x="4388" y="169"/>
                  </a:lnTo>
                  <a:lnTo>
                    <a:pt x="5380" y="169"/>
                  </a:lnTo>
                  <a:lnTo>
                    <a:pt x="6103" y="152"/>
                  </a:lnTo>
                  <a:lnTo>
                    <a:pt x="6103" y="152"/>
                  </a:lnTo>
                  <a:lnTo>
                    <a:pt x="6103" y="152"/>
                  </a:lnTo>
                  <a:lnTo>
                    <a:pt x="6103" y="135"/>
                  </a:lnTo>
                  <a:lnTo>
                    <a:pt x="6103" y="135"/>
                  </a:lnTo>
                  <a:lnTo>
                    <a:pt x="5094" y="102"/>
                  </a:lnTo>
                  <a:lnTo>
                    <a:pt x="3665" y="68"/>
                  </a:lnTo>
                  <a:lnTo>
                    <a:pt x="11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3" name="Google Shape;5883;p63"/>
            <p:cNvSpPr/>
            <p:nvPr/>
          </p:nvSpPr>
          <p:spPr>
            <a:xfrm>
              <a:off x="3821325" y="1306025"/>
              <a:ext cx="694750" cy="725425"/>
            </a:xfrm>
            <a:custGeom>
              <a:avLst/>
              <a:gdLst/>
              <a:ahLst/>
              <a:cxnLst/>
              <a:rect l="l" t="t" r="r" b="b"/>
              <a:pathLst>
                <a:path w="27790" h="29017" extrusionOk="0">
                  <a:moveTo>
                    <a:pt x="19014" y="1"/>
                  </a:moveTo>
                  <a:lnTo>
                    <a:pt x="17804" y="2859"/>
                  </a:lnTo>
                  <a:lnTo>
                    <a:pt x="17333" y="2926"/>
                  </a:lnTo>
                  <a:lnTo>
                    <a:pt x="16055" y="3111"/>
                  </a:lnTo>
                  <a:lnTo>
                    <a:pt x="15181" y="3262"/>
                  </a:lnTo>
                  <a:lnTo>
                    <a:pt x="14206" y="3447"/>
                  </a:lnTo>
                  <a:lnTo>
                    <a:pt x="13130" y="3666"/>
                  </a:lnTo>
                  <a:lnTo>
                    <a:pt x="11987" y="3918"/>
                  </a:lnTo>
                  <a:lnTo>
                    <a:pt x="10827" y="4221"/>
                  </a:lnTo>
                  <a:lnTo>
                    <a:pt x="10239" y="4389"/>
                  </a:lnTo>
                  <a:lnTo>
                    <a:pt x="9667" y="4557"/>
                  </a:lnTo>
                  <a:lnTo>
                    <a:pt x="9079" y="4742"/>
                  </a:lnTo>
                  <a:lnTo>
                    <a:pt x="8524" y="4943"/>
                  </a:lnTo>
                  <a:lnTo>
                    <a:pt x="7969" y="5145"/>
                  </a:lnTo>
                  <a:lnTo>
                    <a:pt x="7431" y="5380"/>
                  </a:lnTo>
                  <a:lnTo>
                    <a:pt x="6910" y="5599"/>
                  </a:lnTo>
                  <a:lnTo>
                    <a:pt x="6423" y="5851"/>
                  </a:lnTo>
                  <a:lnTo>
                    <a:pt x="5952" y="6103"/>
                  </a:lnTo>
                  <a:lnTo>
                    <a:pt x="5515" y="6372"/>
                  </a:lnTo>
                  <a:lnTo>
                    <a:pt x="5128" y="6641"/>
                  </a:lnTo>
                  <a:lnTo>
                    <a:pt x="4758" y="6944"/>
                  </a:lnTo>
                  <a:lnTo>
                    <a:pt x="4439" y="7247"/>
                  </a:lnTo>
                  <a:lnTo>
                    <a:pt x="4305" y="7398"/>
                  </a:lnTo>
                  <a:lnTo>
                    <a:pt x="4170" y="7566"/>
                  </a:lnTo>
                  <a:lnTo>
                    <a:pt x="4036" y="7751"/>
                  </a:lnTo>
                  <a:lnTo>
                    <a:pt x="3884" y="7969"/>
                  </a:lnTo>
                  <a:lnTo>
                    <a:pt x="3750" y="8205"/>
                  </a:lnTo>
                  <a:lnTo>
                    <a:pt x="3615" y="8457"/>
                  </a:lnTo>
                  <a:lnTo>
                    <a:pt x="3363" y="9012"/>
                  </a:lnTo>
                  <a:lnTo>
                    <a:pt x="3111" y="9617"/>
                  </a:lnTo>
                  <a:lnTo>
                    <a:pt x="2876" y="10289"/>
                  </a:lnTo>
                  <a:lnTo>
                    <a:pt x="2640" y="11012"/>
                  </a:lnTo>
                  <a:lnTo>
                    <a:pt x="2422" y="11769"/>
                  </a:lnTo>
                  <a:lnTo>
                    <a:pt x="2220" y="12576"/>
                  </a:lnTo>
                  <a:lnTo>
                    <a:pt x="2035" y="13416"/>
                  </a:lnTo>
                  <a:lnTo>
                    <a:pt x="1833" y="14290"/>
                  </a:lnTo>
                  <a:lnTo>
                    <a:pt x="1665" y="15181"/>
                  </a:lnTo>
                  <a:lnTo>
                    <a:pt x="1497" y="16089"/>
                  </a:lnTo>
                  <a:lnTo>
                    <a:pt x="1346" y="17014"/>
                  </a:lnTo>
                  <a:lnTo>
                    <a:pt x="1194" y="17938"/>
                  </a:lnTo>
                  <a:lnTo>
                    <a:pt x="926" y="19771"/>
                  </a:lnTo>
                  <a:lnTo>
                    <a:pt x="707" y="21570"/>
                  </a:lnTo>
                  <a:lnTo>
                    <a:pt x="505" y="23267"/>
                  </a:lnTo>
                  <a:lnTo>
                    <a:pt x="354" y="24831"/>
                  </a:lnTo>
                  <a:lnTo>
                    <a:pt x="219" y="26226"/>
                  </a:lnTo>
                  <a:lnTo>
                    <a:pt x="51" y="28260"/>
                  </a:lnTo>
                  <a:lnTo>
                    <a:pt x="1" y="29017"/>
                  </a:lnTo>
                  <a:lnTo>
                    <a:pt x="8625" y="29017"/>
                  </a:lnTo>
                  <a:lnTo>
                    <a:pt x="8843" y="26579"/>
                  </a:lnTo>
                  <a:lnTo>
                    <a:pt x="9096" y="24058"/>
                  </a:lnTo>
                  <a:lnTo>
                    <a:pt x="9415" y="21132"/>
                  </a:lnTo>
                  <a:lnTo>
                    <a:pt x="9583" y="19619"/>
                  </a:lnTo>
                  <a:lnTo>
                    <a:pt x="9768" y="18140"/>
                  </a:lnTo>
                  <a:lnTo>
                    <a:pt x="9953" y="16745"/>
                  </a:lnTo>
                  <a:lnTo>
                    <a:pt x="10138" y="15450"/>
                  </a:lnTo>
                  <a:lnTo>
                    <a:pt x="10340" y="14341"/>
                  </a:lnTo>
                  <a:lnTo>
                    <a:pt x="10424" y="13836"/>
                  </a:lnTo>
                  <a:lnTo>
                    <a:pt x="10525" y="13416"/>
                  </a:lnTo>
                  <a:lnTo>
                    <a:pt x="10609" y="13046"/>
                  </a:lnTo>
                  <a:lnTo>
                    <a:pt x="10709" y="12744"/>
                  </a:lnTo>
                  <a:lnTo>
                    <a:pt x="10794" y="12508"/>
                  </a:lnTo>
                  <a:lnTo>
                    <a:pt x="10878" y="12357"/>
                  </a:lnTo>
                  <a:lnTo>
                    <a:pt x="10928" y="12307"/>
                  </a:lnTo>
                  <a:lnTo>
                    <a:pt x="10995" y="12239"/>
                  </a:lnTo>
                  <a:lnTo>
                    <a:pt x="11180" y="12139"/>
                  </a:lnTo>
                  <a:lnTo>
                    <a:pt x="11416" y="12038"/>
                  </a:lnTo>
                  <a:lnTo>
                    <a:pt x="11701" y="11920"/>
                  </a:lnTo>
                  <a:lnTo>
                    <a:pt x="12054" y="11819"/>
                  </a:lnTo>
                  <a:lnTo>
                    <a:pt x="12441" y="11718"/>
                  </a:lnTo>
                  <a:lnTo>
                    <a:pt x="13349" y="11500"/>
                  </a:lnTo>
                  <a:lnTo>
                    <a:pt x="14408" y="11298"/>
                  </a:lnTo>
                  <a:lnTo>
                    <a:pt x="15585" y="11079"/>
                  </a:lnTo>
                  <a:lnTo>
                    <a:pt x="18123" y="10642"/>
                  </a:lnTo>
                  <a:lnTo>
                    <a:pt x="19434" y="10407"/>
                  </a:lnTo>
                  <a:lnTo>
                    <a:pt x="20729" y="10172"/>
                  </a:lnTo>
                  <a:lnTo>
                    <a:pt x="21990" y="9919"/>
                  </a:lnTo>
                  <a:lnTo>
                    <a:pt x="23166" y="9650"/>
                  </a:lnTo>
                  <a:lnTo>
                    <a:pt x="23704" y="9516"/>
                  </a:lnTo>
                  <a:lnTo>
                    <a:pt x="24226" y="9382"/>
                  </a:lnTo>
                  <a:lnTo>
                    <a:pt x="24713" y="9230"/>
                  </a:lnTo>
                  <a:lnTo>
                    <a:pt x="25167" y="9079"/>
                  </a:lnTo>
                  <a:lnTo>
                    <a:pt x="25570" y="8928"/>
                  </a:lnTo>
                  <a:lnTo>
                    <a:pt x="25923" y="8776"/>
                  </a:lnTo>
                  <a:lnTo>
                    <a:pt x="26226" y="8625"/>
                  </a:lnTo>
                  <a:lnTo>
                    <a:pt x="26478" y="8457"/>
                  </a:lnTo>
                  <a:lnTo>
                    <a:pt x="26697" y="8272"/>
                  </a:lnTo>
                  <a:lnTo>
                    <a:pt x="26882" y="8053"/>
                  </a:lnTo>
                  <a:lnTo>
                    <a:pt x="27050" y="7835"/>
                  </a:lnTo>
                  <a:lnTo>
                    <a:pt x="27201" y="7566"/>
                  </a:lnTo>
                  <a:lnTo>
                    <a:pt x="27336" y="7297"/>
                  </a:lnTo>
                  <a:lnTo>
                    <a:pt x="27453" y="7011"/>
                  </a:lnTo>
                  <a:lnTo>
                    <a:pt x="27537" y="6692"/>
                  </a:lnTo>
                  <a:lnTo>
                    <a:pt x="27621" y="6372"/>
                  </a:lnTo>
                  <a:lnTo>
                    <a:pt x="27672" y="6036"/>
                  </a:lnTo>
                  <a:lnTo>
                    <a:pt x="27722" y="5700"/>
                  </a:lnTo>
                  <a:lnTo>
                    <a:pt x="27756" y="5347"/>
                  </a:lnTo>
                  <a:lnTo>
                    <a:pt x="27773" y="4994"/>
                  </a:lnTo>
                  <a:lnTo>
                    <a:pt x="27789" y="4624"/>
                  </a:lnTo>
                  <a:lnTo>
                    <a:pt x="27789" y="4271"/>
                  </a:lnTo>
                  <a:lnTo>
                    <a:pt x="27756" y="3548"/>
                  </a:lnTo>
                  <a:lnTo>
                    <a:pt x="27705" y="2859"/>
                  </a:lnTo>
                  <a:lnTo>
                    <a:pt x="27621" y="2203"/>
                  </a:lnTo>
                  <a:lnTo>
                    <a:pt x="27537" y="1598"/>
                  </a:lnTo>
                  <a:lnTo>
                    <a:pt x="27436" y="1060"/>
                  </a:lnTo>
                  <a:lnTo>
                    <a:pt x="27285" y="287"/>
                  </a:lnTo>
                  <a:lnTo>
                    <a:pt x="2721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4" name="Google Shape;5884;p63"/>
            <p:cNvSpPr/>
            <p:nvPr/>
          </p:nvSpPr>
          <p:spPr>
            <a:xfrm>
              <a:off x="3831850" y="1988575"/>
              <a:ext cx="203425" cy="5475"/>
            </a:xfrm>
            <a:custGeom>
              <a:avLst/>
              <a:gdLst/>
              <a:ahLst/>
              <a:cxnLst/>
              <a:rect l="l" t="t" r="r" b="b"/>
              <a:pathLst>
                <a:path w="8137" h="219" extrusionOk="0">
                  <a:moveTo>
                    <a:pt x="471" y="0"/>
                  </a:moveTo>
                  <a:lnTo>
                    <a:pt x="236" y="17"/>
                  </a:lnTo>
                  <a:lnTo>
                    <a:pt x="17" y="34"/>
                  </a:lnTo>
                  <a:lnTo>
                    <a:pt x="0" y="51"/>
                  </a:lnTo>
                  <a:lnTo>
                    <a:pt x="17" y="67"/>
                  </a:lnTo>
                  <a:lnTo>
                    <a:pt x="404" y="101"/>
                  </a:lnTo>
                  <a:lnTo>
                    <a:pt x="790" y="118"/>
                  </a:lnTo>
                  <a:lnTo>
                    <a:pt x="1177" y="135"/>
                  </a:lnTo>
                  <a:lnTo>
                    <a:pt x="1564" y="151"/>
                  </a:lnTo>
                  <a:lnTo>
                    <a:pt x="3161" y="185"/>
                  </a:lnTo>
                  <a:lnTo>
                    <a:pt x="6321" y="219"/>
                  </a:lnTo>
                  <a:lnTo>
                    <a:pt x="7666" y="219"/>
                  </a:lnTo>
                  <a:lnTo>
                    <a:pt x="8103" y="185"/>
                  </a:lnTo>
                  <a:lnTo>
                    <a:pt x="8137" y="151"/>
                  </a:lnTo>
                  <a:lnTo>
                    <a:pt x="8120" y="135"/>
                  </a:lnTo>
                  <a:lnTo>
                    <a:pt x="7716" y="101"/>
                  </a:lnTo>
                  <a:lnTo>
                    <a:pt x="7330" y="84"/>
                  </a:lnTo>
                  <a:lnTo>
                    <a:pt x="6556" y="51"/>
                  </a:lnTo>
                  <a:lnTo>
                    <a:pt x="5766" y="34"/>
                  </a:lnTo>
                  <a:lnTo>
                    <a:pt x="4976" y="17"/>
                  </a:lnTo>
                  <a:lnTo>
                    <a:pt x="337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5" name="Google Shape;5885;p63"/>
            <p:cNvSpPr/>
            <p:nvPr/>
          </p:nvSpPr>
          <p:spPr>
            <a:xfrm>
              <a:off x="4013400" y="1488850"/>
              <a:ext cx="458125" cy="445100"/>
            </a:xfrm>
            <a:custGeom>
              <a:avLst/>
              <a:gdLst/>
              <a:ahLst/>
              <a:cxnLst/>
              <a:rect l="l" t="t" r="r" b="b"/>
              <a:pathLst>
                <a:path w="18325" h="17804" extrusionOk="0">
                  <a:moveTo>
                    <a:pt x="18324" y="1"/>
                  </a:moveTo>
                  <a:lnTo>
                    <a:pt x="17635" y="270"/>
                  </a:lnTo>
                  <a:lnTo>
                    <a:pt x="16929" y="505"/>
                  </a:lnTo>
                  <a:lnTo>
                    <a:pt x="16223" y="724"/>
                  </a:lnTo>
                  <a:lnTo>
                    <a:pt x="15517" y="909"/>
                  </a:lnTo>
                  <a:lnTo>
                    <a:pt x="14794" y="1093"/>
                  </a:lnTo>
                  <a:lnTo>
                    <a:pt x="14071" y="1245"/>
                  </a:lnTo>
                  <a:lnTo>
                    <a:pt x="13348" y="1379"/>
                  </a:lnTo>
                  <a:lnTo>
                    <a:pt x="12626" y="1514"/>
                  </a:lnTo>
                  <a:lnTo>
                    <a:pt x="11163" y="1732"/>
                  </a:lnTo>
                  <a:lnTo>
                    <a:pt x="9684" y="1934"/>
                  </a:lnTo>
                  <a:lnTo>
                    <a:pt x="6742" y="2321"/>
                  </a:lnTo>
                  <a:lnTo>
                    <a:pt x="6002" y="2405"/>
                  </a:lnTo>
                  <a:lnTo>
                    <a:pt x="5262" y="2522"/>
                  </a:lnTo>
                  <a:lnTo>
                    <a:pt x="4523" y="2657"/>
                  </a:lnTo>
                  <a:lnTo>
                    <a:pt x="3800" y="2825"/>
                  </a:lnTo>
                  <a:lnTo>
                    <a:pt x="3480" y="2926"/>
                  </a:lnTo>
                  <a:lnTo>
                    <a:pt x="3178" y="3044"/>
                  </a:lnTo>
                  <a:lnTo>
                    <a:pt x="2875" y="3195"/>
                  </a:lnTo>
                  <a:lnTo>
                    <a:pt x="2606" y="3363"/>
                  </a:lnTo>
                  <a:lnTo>
                    <a:pt x="2489" y="3481"/>
                  </a:lnTo>
                  <a:lnTo>
                    <a:pt x="2388" y="3615"/>
                  </a:lnTo>
                  <a:lnTo>
                    <a:pt x="2287" y="3733"/>
                  </a:lnTo>
                  <a:lnTo>
                    <a:pt x="2203" y="3884"/>
                  </a:lnTo>
                  <a:lnTo>
                    <a:pt x="2136" y="4019"/>
                  </a:lnTo>
                  <a:lnTo>
                    <a:pt x="2085" y="4170"/>
                  </a:lnTo>
                  <a:lnTo>
                    <a:pt x="2035" y="4338"/>
                  </a:lnTo>
                  <a:lnTo>
                    <a:pt x="2001" y="4489"/>
                  </a:lnTo>
                  <a:lnTo>
                    <a:pt x="1850" y="5263"/>
                  </a:lnTo>
                  <a:lnTo>
                    <a:pt x="1698" y="6019"/>
                  </a:lnTo>
                  <a:lnTo>
                    <a:pt x="1429" y="7566"/>
                  </a:lnTo>
                  <a:lnTo>
                    <a:pt x="1177" y="9112"/>
                  </a:lnTo>
                  <a:lnTo>
                    <a:pt x="942" y="10693"/>
                  </a:lnTo>
                  <a:lnTo>
                    <a:pt x="707" y="12273"/>
                  </a:lnTo>
                  <a:lnTo>
                    <a:pt x="488" y="13853"/>
                  </a:lnTo>
                  <a:lnTo>
                    <a:pt x="85" y="17014"/>
                  </a:lnTo>
                  <a:lnTo>
                    <a:pt x="1" y="17770"/>
                  </a:lnTo>
                  <a:lnTo>
                    <a:pt x="1" y="17787"/>
                  </a:lnTo>
                  <a:lnTo>
                    <a:pt x="17" y="17804"/>
                  </a:lnTo>
                  <a:lnTo>
                    <a:pt x="34" y="17804"/>
                  </a:lnTo>
                  <a:lnTo>
                    <a:pt x="34" y="17787"/>
                  </a:lnTo>
                  <a:lnTo>
                    <a:pt x="488" y="14660"/>
                  </a:lnTo>
                  <a:lnTo>
                    <a:pt x="942" y="11567"/>
                  </a:lnTo>
                  <a:lnTo>
                    <a:pt x="1177" y="10003"/>
                  </a:lnTo>
                  <a:lnTo>
                    <a:pt x="1429" y="8457"/>
                  </a:lnTo>
                  <a:lnTo>
                    <a:pt x="1698" y="6893"/>
                  </a:lnTo>
                  <a:lnTo>
                    <a:pt x="1967" y="5347"/>
                  </a:lnTo>
                  <a:lnTo>
                    <a:pt x="2035" y="4994"/>
                  </a:lnTo>
                  <a:lnTo>
                    <a:pt x="2102" y="4657"/>
                  </a:lnTo>
                  <a:lnTo>
                    <a:pt x="2186" y="4304"/>
                  </a:lnTo>
                  <a:lnTo>
                    <a:pt x="2304" y="3968"/>
                  </a:lnTo>
                  <a:lnTo>
                    <a:pt x="2388" y="3817"/>
                  </a:lnTo>
                  <a:lnTo>
                    <a:pt x="2489" y="3682"/>
                  </a:lnTo>
                  <a:lnTo>
                    <a:pt x="2606" y="3565"/>
                  </a:lnTo>
                  <a:lnTo>
                    <a:pt x="2724" y="3447"/>
                  </a:lnTo>
                  <a:lnTo>
                    <a:pt x="2858" y="3346"/>
                  </a:lnTo>
                  <a:lnTo>
                    <a:pt x="2993" y="3262"/>
                  </a:lnTo>
                  <a:lnTo>
                    <a:pt x="3144" y="3195"/>
                  </a:lnTo>
                  <a:lnTo>
                    <a:pt x="3295" y="3128"/>
                  </a:lnTo>
                  <a:lnTo>
                    <a:pt x="3648" y="3010"/>
                  </a:lnTo>
                  <a:lnTo>
                    <a:pt x="4002" y="2909"/>
                  </a:lnTo>
                  <a:lnTo>
                    <a:pt x="4371" y="2808"/>
                  </a:lnTo>
                  <a:lnTo>
                    <a:pt x="4741" y="2741"/>
                  </a:lnTo>
                  <a:lnTo>
                    <a:pt x="5464" y="2606"/>
                  </a:lnTo>
                  <a:lnTo>
                    <a:pt x="6204" y="2506"/>
                  </a:lnTo>
                  <a:lnTo>
                    <a:pt x="7666" y="2321"/>
                  </a:lnTo>
                  <a:lnTo>
                    <a:pt x="9112" y="2136"/>
                  </a:lnTo>
                  <a:lnTo>
                    <a:pt x="10558" y="1934"/>
                  </a:lnTo>
                  <a:lnTo>
                    <a:pt x="12004" y="1715"/>
                  </a:lnTo>
                  <a:lnTo>
                    <a:pt x="12726" y="1598"/>
                  </a:lnTo>
                  <a:lnTo>
                    <a:pt x="13449" y="1463"/>
                  </a:lnTo>
                  <a:lnTo>
                    <a:pt x="14155" y="1312"/>
                  </a:lnTo>
                  <a:lnTo>
                    <a:pt x="14861" y="1144"/>
                  </a:lnTo>
                  <a:lnTo>
                    <a:pt x="15567" y="942"/>
                  </a:lnTo>
                  <a:lnTo>
                    <a:pt x="16274" y="740"/>
                  </a:lnTo>
                  <a:lnTo>
                    <a:pt x="16963" y="522"/>
                  </a:lnTo>
                  <a:lnTo>
                    <a:pt x="17652" y="287"/>
                  </a:lnTo>
                  <a:lnTo>
                    <a:pt x="18324" y="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6" name="Google Shape;5886;p63"/>
            <p:cNvSpPr/>
            <p:nvPr/>
          </p:nvSpPr>
          <p:spPr>
            <a:xfrm>
              <a:off x="3870075" y="1998650"/>
              <a:ext cx="322375" cy="152175"/>
            </a:xfrm>
            <a:custGeom>
              <a:avLst/>
              <a:gdLst/>
              <a:ahLst/>
              <a:cxnLst/>
              <a:rect l="l" t="t" r="r" b="b"/>
              <a:pathLst>
                <a:path w="12895" h="6087" extrusionOk="0">
                  <a:moveTo>
                    <a:pt x="5465" y="1"/>
                  </a:moveTo>
                  <a:lnTo>
                    <a:pt x="5313" y="2169"/>
                  </a:lnTo>
                  <a:lnTo>
                    <a:pt x="4338" y="2556"/>
                  </a:lnTo>
                  <a:lnTo>
                    <a:pt x="3380" y="2959"/>
                  </a:lnTo>
                  <a:lnTo>
                    <a:pt x="2338" y="3430"/>
                  </a:lnTo>
                  <a:lnTo>
                    <a:pt x="1884" y="3632"/>
                  </a:lnTo>
                  <a:lnTo>
                    <a:pt x="1447" y="3834"/>
                  </a:lnTo>
                  <a:lnTo>
                    <a:pt x="1010" y="4069"/>
                  </a:lnTo>
                  <a:lnTo>
                    <a:pt x="573" y="4304"/>
                  </a:lnTo>
                  <a:lnTo>
                    <a:pt x="505" y="4371"/>
                  </a:lnTo>
                  <a:lnTo>
                    <a:pt x="421" y="4456"/>
                  </a:lnTo>
                  <a:lnTo>
                    <a:pt x="270" y="4674"/>
                  </a:lnTo>
                  <a:lnTo>
                    <a:pt x="152" y="4926"/>
                  </a:lnTo>
                  <a:lnTo>
                    <a:pt x="68" y="5178"/>
                  </a:lnTo>
                  <a:lnTo>
                    <a:pt x="18" y="5431"/>
                  </a:lnTo>
                  <a:lnTo>
                    <a:pt x="1" y="5548"/>
                  </a:lnTo>
                  <a:lnTo>
                    <a:pt x="18" y="5649"/>
                  </a:lnTo>
                  <a:lnTo>
                    <a:pt x="35" y="5750"/>
                  </a:lnTo>
                  <a:lnTo>
                    <a:pt x="68" y="5817"/>
                  </a:lnTo>
                  <a:lnTo>
                    <a:pt x="102" y="5884"/>
                  </a:lnTo>
                  <a:lnTo>
                    <a:pt x="169" y="5918"/>
                  </a:lnTo>
                  <a:lnTo>
                    <a:pt x="371" y="5935"/>
                  </a:lnTo>
                  <a:lnTo>
                    <a:pt x="808" y="5969"/>
                  </a:lnTo>
                  <a:lnTo>
                    <a:pt x="2237" y="6019"/>
                  </a:lnTo>
                  <a:lnTo>
                    <a:pt x="4187" y="6053"/>
                  </a:lnTo>
                  <a:lnTo>
                    <a:pt x="6406" y="6086"/>
                  </a:lnTo>
                  <a:lnTo>
                    <a:pt x="8625" y="6086"/>
                  </a:lnTo>
                  <a:lnTo>
                    <a:pt x="10575" y="6069"/>
                  </a:lnTo>
                  <a:lnTo>
                    <a:pt x="11382" y="6053"/>
                  </a:lnTo>
                  <a:lnTo>
                    <a:pt x="12004" y="6019"/>
                  </a:lnTo>
                  <a:lnTo>
                    <a:pt x="12458" y="5985"/>
                  </a:lnTo>
                  <a:lnTo>
                    <a:pt x="12592" y="5952"/>
                  </a:lnTo>
                  <a:lnTo>
                    <a:pt x="12660" y="5935"/>
                  </a:lnTo>
                  <a:lnTo>
                    <a:pt x="12676" y="5884"/>
                  </a:lnTo>
                  <a:lnTo>
                    <a:pt x="12693" y="5733"/>
                  </a:lnTo>
                  <a:lnTo>
                    <a:pt x="12727" y="5195"/>
                  </a:lnTo>
                  <a:lnTo>
                    <a:pt x="12744" y="4405"/>
                  </a:lnTo>
                  <a:lnTo>
                    <a:pt x="12777" y="3413"/>
                  </a:lnTo>
                  <a:lnTo>
                    <a:pt x="12777" y="3380"/>
                  </a:lnTo>
                  <a:lnTo>
                    <a:pt x="12777" y="3178"/>
                  </a:lnTo>
                  <a:lnTo>
                    <a:pt x="12777" y="3043"/>
                  </a:lnTo>
                  <a:lnTo>
                    <a:pt x="12777" y="2842"/>
                  </a:lnTo>
                  <a:lnTo>
                    <a:pt x="12895" y="169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7" name="Google Shape;5887;p63"/>
            <p:cNvSpPr/>
            <p:nvPr/>
          </p:nvSpPr>
          <p:spPr>
            <a:xfrm>
              <a:off x="3868825" y="2048250"/>
              <a:ext cx="324475" cy="102975"/>
            </a:xfrm>
            <a:custGeom>
              <a:avLst/>
              <a:gdLst/>
              <a:ahLst/>
              <a:cxnLst/>
              <a:rect l="l" t="t" r="r" b="b"/>
              <a:pathLst>
                <a:path w="12979" h="4119" extrusionOk="0">
                  <a:moveTo>
                    <a:pt x="5397" y="0"/>
                  </a:moveTo>
                  <a:lnTo>
                    <a:pt x="4708" y="303"/>
                  </a:lnTo>
                  <a:lnTo>
                    <a:pt x="3178" y="1026"/>
                  </a:lnTo>
                  <a:lnTo>
                    <a:pt x="2320" y="1412"/>
                  </a:lnTo>
                  <a:lnTo>
                    <a:pt x="1547" y="1799"/>
                  </a:lnTo>
                  <a:lnTo>
                    <a:pt x="942" y="2102"/>
                  </a:lnTo>
                  <a:lnTo>
                    <a:pt x="723" y="2219"/>
                  </a:lnTo>
                  <a:lnTo>
                    <a:pt x="606" y="2303"/>
                  </a:lnTo>
                  <a:lnTo>
                    <a:pt x="522" y="2387"/>
                  </a:lnTo>
                  <a:lnTo>
                    <a:pt x="438" y="2472"/>
                  </a:lnTo>
                  <a:lnTo>
                    <a:pt x="354" y="2589"/>
                  </a:lnTo>
                  <a:lnTo>
                    <a:pt x="286" y="2690"/>
                  </a:lnTo>
                  <a:lnTo>
                    <a:pt x="152" y="2959"/>
                  </a:lnTo>
                  <a:lnTo>
                    <a:pt x="68" y="3228"/>
                  </a:lnTo>
                  <a:lnTo>
                    <a:pt x="17" y="3480"/>
                  </a:lnTo>
                  <a:lnTo>
                    <a:pt x="1" y="3598"/>
                  </a:lnTo>
                  <a:lnTo>
                    <a:pt x="1" y="3699"/>
                  </a:lnTo>
                  <a:lnTo>
                    <a:pt x="17" y="3800"/>
                  </a:lnTo>
                  <a:lnTo>
                    <a:pt x="51" y="3884"/>
                  </a:lnTo>
                  <a:lnTo>
                    <a:pt x="101" y="3934"/>
                  </a:lnTo>
                  <a:lnTo>
                    <a:pt x="169" y="3968"/>
                  </a:lnTo>
                  <a:lnTo>
                    <a:pt x="370" y="4001"/>
                  </a:lnTo>
                  <a:lnTo>
                    <a:pt x="807" y="4018"/>
                  </a:lnTo>
                  <a:lnTo>
                    <a:pt x="2236" y="4069"/>
                  </a:lnTo>
                  <a:lnTo>
                    <a:pt x="4203" y="4102"/>
                  </a:lnTo>
                  <a:lnTo>
                    <a:pt x="6422" y="4119"/>
                  </a:lnTo>
                  <a:lnTo>
                    <a:pt x="8641" y="4119"/>
                  </a:lnTo>
                  <a:lnTo>
                    <a:pt x="10608" y="4102"/>
                  </a:lnTo>
                  <a:lnTo>
                    <a:pt x="11415" y="4069"/>
                  </a:lnTo>
                  <a:lnTo>
                    <a:pt x="12054" y="4052"/>
                  </a:lnTo>
                  <a:lnTo>
                    <a:pt x="12491" y="4001"/>
                  </a:lnTo>
                  <a:lnTo>
                    <a:pt x="12626" y="3985"/>
                  </a:lnTo>
                  <a:lnTo>
                    <a:pt x="12693" y="3951"/>
                  </a:lnTo>
                  <a:lnTo>
                    <a:pt x="12726" y="3917"/>
                  </a:lnTo>
                  <a:lnTo>
                    <a:pt x="12760" y="3850"/>
                  </a:lnTo>
                  <a:lnTo>
                    <a:pt x="12827" y="3581"/>
                  </a:lnTo>
                  <a:lnTo>
                    <a:pt x="12878" y="3211"/>
                  </a:lnTo>
                  <a:lnTo>
                    <a:pt x="12928" y="2724"/>
                  </a:lnTo>
                  <a:lnTo>
                    <a:pt x="12962" y="2152"/>
                  </a:lnTo>
                  <a:lnTo>
                    <a:pt x="12979" y="1496"/>
                  </a:lnTo>
                  <a:lnTo>
                    <a:pt x="12962" y="807"/>
                  </a:lnTo>
                  <a:lnTo>
                    <a:pt x="12928" y="68"/>
                  </a:lnTo>
                  <a:lnTo>
                    <a:pt x="5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8" name="Google Shape;5888;p63"/>
            <p:cNvSpPr/>
            <p:nvPr/>
          </p:nvSpPr>
          <p:spPr>
            <a:xfrm>
              <a:off x="3876800" y="2136075"/>
              <a:ext cx="295500" cy="4650"/>
            </a:xfrm>
            <a:custGeom>
              <a:avLst/>
              <a:gdLst/>
              <a:ahLst/>
              <a:cxnLst/>
              <a:rect l="l" t="t" r="r" b="b"/>
              <a:pathLst>
                <a:path w="11820" h="186" extrusionOk="0">
                  <a:moveTo>
                    <a:pt x="1" y="1"/>
                  </a:moveTo>
                  <a:lnTo>
                    <a:pt x="1" y="18"/>
                  </a:lnTo>
                  <a:lnTo>
                    <a:pt x="35" y="34"/>
                  </a:lnTo>
                  <a:lnTo>
                    <a:pt x="2422" y="102"/>
                  </a:lnTo>
                  <a:lnTo>
                    <a:pt x="5918" y="152"/>
                  </a:lnTo>
                  <a:lnTo>
                    <a:pt x="9432" y="186"/>
                  </a:lnTo>
                  <a:lnTo>
                    <a:pt x="10827" y="186"/>
                  </a:lnTo>
                  <a:lnTo>
                    <a:pt x="11819" y="169"/>
                  </a:lnTo>
                  <a:lnTo>
                    <a:pt x="10827" y="118"/>
                  </a:lnTo>
                  <a:lnTo>
                    <a:pt x="9432" y="85"/>
                  </a:lnTo>
                  <a:lnTo>
                    <a:pt x="5935" y="18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9" name="Google Shape;5889;p63"/>
            <p:cNvSpPr/>
            <p:nvPr/>
          </p:nvSpPr>
          <p:spPr>
            <a:xfrm>
              <a:off x="3987350" y="2053300"/>
              <a:ext cx="55500" cy="23975"/>
            </a:xfrm>
            <a:custGeom>
              <a:avLst/>
              <a:gdLst/>
              <a:ahLst/>
              <a:cxnLst/>
              <a:rect l="l" t="t" r="r" b="b"/>
              <a:pathLst>
                <a:path w="2220" h="959" extrusionOk="0">
                  <a:moveTo>
                    <a:pt x="17" y="0"/>
                  </a:moveTo>
                  <a:lnTo>
                    <a:pt x="0" y="34"/>
                  </a:lnTo>
                  <a:lnTo>
                    <a:pt x="0" y="67"/>
                  </a:lnTo>
                  <a:lnTo>
                    <a:pt x="34" y="84"/>
                  </a:lnTo>
                  <a:lnTo>
                    <a:pt x="589" y="269"/>
                  </a:lnTo>
                  <a:lnTo>
                    <a:pt x="1127" y="471"/>
                  </a:lnTo>
                  <a:lnTo>
                    <a:pt x="1648" y="706"/>
                  </a:lnTo>
                  <a:lnTo>
                    <a:pt x="2169" y="958"/>
                  </a:lnTo>
                  <a:lnTo>
                    <a:pt x="2202" y="958"/>
                  </a:lnTo>
                  <a:lnTo>
                    <a:pt x="2219" y="941"/>
                  </a:lnTo>
                  <a:lnTo>
                    <a:pt x="2202" y="925"/>
                  </a:lnTo>
                  <a:lnTo>
                    <a:pt x="2118" y="807"/>
                  </a:lnTo>
                  <a:lnTo>
                    <a:pt x="2018" y="706"/>
                  </a:lnTo>
                  <a:lnTo>
                    <a:pt x="1900" y="605"/>
                  </a:lnTo>
                  <a:lnTo>
                    <a:pt x="1782" y="504"/>
                  </a:lnTo>
                  <a:lnTo>
                    <a:pt x="1513" y="353"/>
                  </a:lnTo>
                  <a:lnTo>
                    <a:pt x="1244" y="219"/>
                  </a:lnTo>
                  <a:lnTo>
                    <a:pt x="942" y="118"/>
                  </a:lnTo>
                  <a:lnTo>
                    <a:pt x="639" y="50"/>
                  </a:lnTo>
                  <a:lnTo>
                    <a:pt x="336" y="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0" name="Google Shape;5890;p63"/>
            <p:cNvSpPr/>
            <p:nvPr/>
          </p:nvSpPr>
          <p:spPr>
            <a:xfrm>
              <a:off x="3972225" y="2058750"/>
              <a:ext cx="55500" cy="23975"/>
            </a:xfrm>
            <a:custGeom>
              <a:avLst/>
              <a:gdLst/>
              <a:ahLst/>
              <a:cxnLst/>
              <a:rect l="l" t="t" r="r" b="b"/>
              <a:pathLst>
                <a:path w="2220" h="959" extrusionOk="0">
                  <a:moveTo>
                    <a:pt x="17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72" y="270"/>
                  </a:lnTo>
                  <a:lnTo>
                    <a:pt x="1126" y="471"/>
                  </a:lnTo>
                  <a:lnTo>
                    <a:pt x="1648" y="707"/>
                  </a:lnTo>
                  <a:lnTo>
                    <a:pt x="2169" y="959"/>
                  </a:lnTo>
                  <a:lnTo>
                    <a:pt x="2202" y="959"/>
                  </a:lnTo>
                  <a:lnTo>
                    <a:pt x="2219" y="942"/>
                  </a:lnTo>
                  <a:lnTo>
                    <a:pt x="2202" y="925"/>
                  </a:lnTo>
                  <a:lnTo>
                    <a:pt x="2118" y="807"/>
                  </a:lnTo>
                  <a:lnTo>
                    <a:pt x="2017" y="707"/>
                  </a:lnTo>
                  <a:lnTo>
                    <a:pt x="1900" y="606"/>
                  </a:lnTo>
                  <a:lnTo>
                    <a:pt x="1782" y="505"/>
                  </a:lnTo>
                  <a:lnTo>
                    <a:pt x="1513" y="354"/>
                  </a:lnTo>
                  <a:lnTo>
                    <a:pt x="1244" y="219"/>
                  </a:lnTo>
                  <a:lnTo>
                    <a:pt x="941" y="118"/>
                  </a:lnTo>
                  <a:lnTo>
                    <a:pt x="639" y="51"/>
                  </a:lnTo>
                  <a:lnTo>
                    <a:pt x="336" y="1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1" name="Google Shape;5891;p63"/>
            <p:cNvSpPr/>
            <p:nvPr/>
          </p:nvSpPr>
          <p:spPr>
            <a:xfrm>
              <a:off x="3957075" y="2064225"/>
              <a:ext cx="55500" cy="24400"/>
            </a:xfrm>
            <a:custGeom>
              <a:avLst/>
              <a:gdLst/>
              <a:ahLst/>
              <a:cxnLst/>
              <a:rect l="l" t="t" r="r" b="b"/>
              <a:pathLst>
                <a:path w="2220" h="976" extrusionOk="0">
                  <a:moveTo>
                    <a:pt x="34" y="0"/>
                  </a:moveTo>
                  <a:lnTo>
                    <a:pt x="18" y="17"/>
                  </a:lnTo>
                  <a:lnTo>
                    <a:pt x="1" y="34"/>
                  </a:lnTo>
                  <a:lnTo>
                    <a:pt x="1" y="84"/>
                  </a:lnTo>
                  <a:lnTo>
                    <a:pt x="18" y="101"/>
                  </a:lnTo>
                  <a:lnTo>
                    <a:pt x="572" y="286"/>
                  </a:lnTo>
                  <a:lnTo>
                    <a:pt x="1127" y="488"/>
                  </a:lnTo>
                  <a:lnTo>
                    <a:pt x="1648" y="706"/>
                  </a:lnTo>
                  <a:lnTo>
                    <a:pt x="2169" y="975"/>
                  </a:lnTo>
                  <a:lnTo>
                    <a:pt x="2203" y="975"/>
                  </a:lnTo>
                  <a:lnTo>
                    <a:pt x="2220" y="958"/>
                  </a:lnTo>
                  <a:lnTo>
                    <a:pt x="2203" y="942"/>
                  </a:lnTo>
                  <a:lnTo>
                    <a:pt x="2119" y="824"/>
                  </a:lnTo>
                  <a:lnTo>
                    <a:pt x="2001" y="706"/>
                  </a:lnTo>
                  <a:lnTo>
                    <a:pt x="1900" y="605"/>
                  </a:lnTo>
                  <a:lnTo>
                    <a:pt x="1783" y="521"/>
                  </a:lnTo>
                  <a:lnTo>
                    <a:pt x="1514" y="353"/>
                  </a:lnTo>
                  <a:lnTo>
                    <a:pt x="1245" y="235"/>
                  </a:lnTo>
                  <a:lnTo>
                    <a:pt x="942" y="135"/>
                  </a:lnTo>
                  <a:lnTo>
                    <a:pt x="640" y="67"/>
                  </a:lnTo>
                  <a:lnTo>
                    <a:pt x="337" y="1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2" name="Google Shape;5892;p63"/>
            <p:cNvSpPr/>
            <p:nvPr/>
          </p:nvSpPr>
          <p:spPr>
            <a:xfrm>
              <a:off x="3941950" y="2070100"/>
              <a:ext cx="55075" cy="24400"/>
            </a:xfrm>
            <a:custGeom>
              <a:avLst/>
              <a:gdLst/>
              <a:ahLst/>
              <a:cxnLst/>
              <a:rect l="l" t="t" r="r" b="b"/>
              <a:pathLst>
                <a:path w="2203" h="976" extrusionOk="0">
                  <a:moveTo>
                    <a:pt x="34" y="0"/>
                  </a:moveTo>
                  <a:lnTo>
                    <a:pt x="17" y="17"/>
                  </a:lnTo>
                  <a:lnTo>
                    <a:pt x="1" y="34"/>
                  </a:lnTo>
                  <a:lnTo>
                    <a:pt x="1" y="68"/>
                  </a:lnTo>
                  <a:lnTo>
                    <a:pt x="17" y="101"/>
                  </a:lnTo>
                  <a:lnTo>
                    <a:pt x="572" y="269"/>
                  </a:lnTo>
                  <a:lnTo>
                    <a:pt x="1110" y="471"/>
                  </a:lnTo>
                  <a:lnTo>
                    <a:pt x="1648" y="707"/>
                  </a:lnTo>
                  <a:lnTo>
                    <a:pt x="2169" y="976"/>
                  </a:lnTo>
                  <a:lnTo>
                    <a:pt x="2186" y="976"/>
                  </a:lnTo>
                  <a:lnTo>
                    <a:pt x="2203" y="959"/>
                  </a:lnTo>
                  <a:lnTo>
                    <a:pt x="2203" y="942"/>
                  </a:lnTo>
                  <a:lnTo>
                    <a:pt x="2203" y="925"/>
                  </a:lnTo>
                  <a:lnTo>
                    <a:pt x="2119" y="807"/>
                  </a:lnTo>
                  <a:lnTo>
                    <a:pt x="2001" y="707"/>
                  </a:lnTo>
                  <a:lnTo>
                    <a:pt x="1900" y="606"/>
                  </a:lnTo>
                  <a:lnTo>
                    <a:pt x="1783" y="522"/>
                  </a:lnTo>
                  <a:lnTo>
                    <a:pt x="1514" y="353"/>
                  </a:lnTo>
                  <a:lnTo>
                    <a:pt x="1228" y="219"/>
                  </a:lnTo>
                  <a:lnTo>
                    <a:pt x="942" y="118"/>
                  </a:lnTo>
                  <a:lnTo>
                    <a:pt x="639" y="51"/>
                  </a:lnTo>
                  <a:lnTo>
                    <a:pt x="337" y="1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3" name="Google Shape;5893;p63"/>
            <p:cNvSpPr/>
            <p:nvPr/>
          </p:nvSpPr>
          <p:spPr>
            <a:xfrm>
              <a:off x="3990700" y="1305625"/>
              <a:ext cx="565725" cy="740550"/>
            </a:xfrm>
            <a:custGeom>
              <a:avLst/>
              <a:gdLst/>
              <a:ahLst/>
              <a:cxnLst/>
              <a:rect l="l" t="t" r="r" b="b"/>
              <a:pathLst>
                <a:path w="22629" h="29622" extrusionOk="0">
                  <a:moveTo>
                    <a:pt x="14156" y="0"/>
                  </a:moveTo>
                  <a:lnTo>
                    <a:pt x="13987" y="387"/>
                  </a:lnTo>
                  <a:lnTo>
                    <a:pt x="13601" y="1261"/>
                  </a:lnTo>
                  <a:lnTo>
                    <a:pt x="13181" y="2286"/>
                  </a:lnTo>
                  <a:lnTo>
                    <a:pt x="13012" y="2724"/>
                  </a:lnTo>
                  <a:lnTo>
                    <a:pt x="12912" y="3060"/>
                  </a:lnTo>
                  <a:lnTo>
                    <a:pt x="12559" y="3161"/>
                  </a:lnTo>
                  <a:lnTo>
                    <a:pt x="11583" y="3430"/>
                  </a:lnTo>
                  <a:lnTo>
                    <a:pt x="10928" y="3631"/>
                  </a:lnTo>
                  <a:lnTo>
                    <a:pt x="10171" y="3867"/>
                  </a:lnTo>
                  <a:lnTo>
                    <a:pt x="9364" y="4136"/>
                  </a:lnTo>
                  <a:lnTo>
                    <a:pt x="8490" y="4455"/>
                  </a:lnTo>
                  <a:lnTo>
                    <a:pt x="7599" y="4808"/>
                  </a:lnTo>
                  <a:lnTo>
                    <a:pt x="6708" y="5178"/>
                  </a:lnTo>
                  <a:lnTo>
                    <a:pt x="5817" y="5581"/>
                  </a:lnTo>
                  <a:lnTo>
                    <a:pt x="5397" y="5800"/>
                  </a:lnTo>
                  <a:lnTo>
                    <a:pt x="4977" y="6018"/>
                  </a:lnTo>
                  <a:lnTo>
                    <a:pt x="4573" y="6237"/>
                  </a:lnTo>
                  <a:lnTo>
                    <a:pt x="4170" y="6472"/>
                  </a:lnTo>
                  <a:lnTo>
                    <a:pt x="3800" y="6708"/>
                  </a:lnTo>
                  <a:lnTo>
                    <a:pt x="3464" y="6960"/>
                  </a:lnTo>
                  <a:lnTo>
                    <a:pt x="3128" y="7212"/>
                  </a:lnTo>
                  <a:lnTo>
                    <a:pt x="2842" y="7464"/>
                  </a:lnTo>
                  <a:lnTo>
                    <a:pt x="2573" y="7733"/>
                  </a:lnTo>
                  <a:lnTo>
                    <a:pt x="2337" y="7985"/>
                  </a:lnTo>
                  <a:lnTo>
                    <a:pt x="2203" y="8153"/>
                  </a:lnTo>
                  <a:lnTo>
                    <a:pt x="2102" y="8338"/>
                  </a:lnTo>
                  <a:lnTo>
                    <a:pt x="1984" y="8540"/>
                  </a:lnTo>
                  <a:lnTo>
                    <a:pt x="1867" y="8759"/>
                  </a:lnTo>
                  <a:lnTo>
                    <a:pt x="1766" y="8994"/>
                  </a:lnTo>
                  <a:lnTo>
                    <a:pt x="1665" y="9263"/>
                  </a:lnTo>
                  <a:lnTo>
                    <a:pt x="1480" y="9835"/>
                  </a:lnTo>
                  <a:lnTo>
                    <a:pt x="1312" y="10473"/>
                  </a:lnTo>
                  <a:lnTo>
                    <a:pt x="1144" y="11163"/>
                  </a:lnTo>
                  <a:lnTo>
                    <a:pt x="993" y="11902"/>
                  </a:lnTo>
                  <a:lnTo>
                    <a:pt x="858" y="12692"/>
                  </a:lnTo>
                  <a:lnTo>
                    <a:pt x="740" y="13533"/>
                  </a:lnTo>
                  <a:lnTo>
                    <a:pt x="640" y="14390"/>
                  </a:lnTo>
                  <a:lnTo>
                    <a:pt x="539" y="15281"/>
                  </a:lnTo>
                  <a:lnTo>
                    <a:pt x="438" y="16189"/>
                  </a:lnTo>
                  <a:lnTo>
                    <a:pt x="371" y="17131"/>
                  </a:lnTo>
                  <a:lnTo>
                    <a:pt x="303" y="18055"/>
                  </a:lnTo>
                  <a:lnTo>
                    <a:pt x="186" y="19938"/>
                  </a:lnTo>
                  <a:lnTo>
                    <a:pt x="102" y="21770"/>
                  </a:lnTo>
                  <a:lnTo>
                    <a:pt x="51" y="23536"/>
                  </a:lnTo>
                  <a:lnTo>
                    <a:pt x="18" y="25149"/>
                  </a:lnTo>
                  <a:lnTo>
                    <a:pt x="1" y="26578"/>
                  </a:lnTo>
                  <a:lnTo>
                    <a:pt x="1" y="28697"/>
                  </a:lnTo>
                  <a:lnTo>
                    <a:pt x="1" y="29487"/>
                  </a:lnTo>
                  <a:lnTo>
                    <a:pt x="8423" y="29621"/>
                  </a:lnTo>
                  <a:lnTo>
                    <a:pt x="8389" y="28915"/>
                  </a:lnTo>
                  <a:lnTo>
                    <a:pt x="8339" y="27016"/>
                  </a:lnTo>
                  <a:lnTo>
                    <a:pt x="8305" y="24326"/>
                  </a:lnTo>
                  <a:lnTo>
                    <a:pt x="8289" y="22813"/>
                  </a:lnTo>
                  <a:lnTo>
                    <a:pt x="8289" y="21216"/>
                  </a:lnTo>
                  <a:lnTo>
                    <a:pt x="8322" y="19619"/>
                  </a:lnTo>
                  <a:lnTo>
                    <a:pt x="8373" y="18055"/>
                  </a:lnTo>
                  <a:lnTo>
                    <a:pt x="8440" y="16559"/>
                  </a:lnTo>
                  <a:lnTo>
                    <a:pt x="8490" y="15870"/>
                  </a:lnTo>
                  <a:lnTo>
                    <a:pt x="8541" y="15197"/>
                  </a:lnTo>
                  <a:lnTo>
                    <a:pt x="8608" y="14592"/>
                  </a:lnTo>
                  <a:lnTo>
                    <a:pt x="8692" y="14021"/>
                  </a:lnTo>
                  <a:lnTo>
                    <a:pt x="8776" y="13499"/>
                  </a:lnTo>
                  <a:lnTo>
                    <a:pt x="8860" y="13046"/>
                  </a:lnTo>
                  <a:lnTo>
                    <a:pt x="8978" y="12659"/>
                  </a:lnTo>
                  <a:lnTo>
                    <a:pt x="9095" y="12356"/>
                  </a:lnTo>
                  <a:lnTo>
                    <a:pt x="9163" y="12222"/>
                  </a:lnTo>
                  <a:lnTo>
                    <a:pt x="9230" y="12121"/>
                  </a:lnTo>
                  <a:lnTo>
                    <a:pt x="9297" y="12037"/>
                  </a:lnTo>
                  <a:lnTo>
                    <a:pt x="9364" y="11970"/>
                  </a:lnTo>
                  <a:lnTo>
                    <a:pt x="9516" y="11886"/>
                  </a:lnTo>
                  <a:lnTo>
                    <a:pt x="9684" y="11801"/>
                  </a:lnTo>
                  <a:lnTo>
                    <a:pt x="9902" y="11717"/>
                  </a:lnTo>
                  <a:lnTo>
                    <a:pt x="10138" y="11633"/>
                  </a:lnTo>
                  <a:lnTo>
                    <a:pt x="10676" y="11499"/>
                  </a:lnTo>
                  <a:lnTo>
                    <a:pt x="11315" y="11348"/>
                  </a:lnTo>
                  <a:lnTo>
                    <a:pt x="12021" y="11213"/>
                  </a:lnTo>
                  <a:lnTo>
                    <a:pt x="12811" y="11079"/>
                  </a:lnTo>
                  <a:lnTo>
                    <a:pt x="14509" y="10759"/>
                  </a:lnTo>
                  <a:lnTo>
                    <a:pt x="15400" y="10574"/>
                  </a:lnTo>
                  <a:lnTo>
                    <a:pt x="16307" y="10373"/>
                  </a:lnTo>
                  <a:lnTo>
                    <a:pt x="17198" y="10154"/>
                  </a:lnTo>
                  <a:lnTo>
                    <a:pt x="18089" y="9885"/>
                  </a:lnTo>
                  <a:lnTo>
                    <a:pt x="18526" y="9751"/>
                  </a:lnTo>
                  <a:lnTo>
                    <a:pt x="18947" y="9599"/>
                  </a:lnTo>
                  <a:lnTo>
                    <a:pt x="19367" y="9431"/>
                  </a:lnTo>
                  <a:lnTo>
                    <a:pt x="19770" y="9263"/>
                  </a:lnTo>
                  <a:lnTo>
                    <a:pt x="20157" y="9078"/>
                  </a:lnTo>
                  <a:lnTo>
                    <a:pt x="20527" y="8876"/>
                  </a:lnTo>
                  <a:lnTo>
                    <a:pt x="20897" y="8675"/>
                  </a:lnTo>
                  <a:lnTo>
                    <a:pt x="21233" y="8456"/>
                  </a:lnTo>
                  <a:lnTo>
                    <a:pt x="21485" y="8254"/>
                  </a:lnTo>
                  <a:lnTo>
                    <a:pt x="21704" y="8036"/>
                  </a:lnTo>
                  <a:lnTo>
                    <a:pt x="21905" y="7784"/>
                  </a:lnTo>
                  <a:lnTo>
                    <a:pt x="22074" y="7515"/>
                  </a:lnTo>
                  <a:lnTo>
                    <a:pt x="22208" y="7246"/>
                  </a:lnTo>
                  <a:lnTo>
                    <a:pt x="22326" y="6943"/>
                  </a:lnTo>
                  <a:lnTo>
                    <a:pt x="22427" y="6624"/>
                  </a:lnTo>
                  <a:lnTo>
                    <a:pt x="22511" y="6304"/>
                  </a:lnTo>
                  <a:lnTo>
                    <a:pt x="22561" y="5968"/>
                  </a:lnTo>
                  <a:lnTo>
                    <a:pt x="22611" y="5615"/>
                  </a:lnTo>
                  <a:lnTo>
                    <a:pt x="22628" y="5262"/>
                  </a:lnTo>
                  <a:lnTo>
                    <a:pt x="22628" y="4909"/>
                  </a:lnTo>
                  <a:lnTo>
                    <a:pt x="22628" y="4556"/>
                  </a:lnTo>
                  <a:lnTo>
                    <a:pt x="22611" y="4203"/>
                  </a:lnTo>
                  <a:lnTo>
                    <a:pt x="22578" y="3833"/>
                  </a:lnTo>
                  <a:lnTo>
                    <a:pt x="22544" y="3497"/>
                  </a:lnTo>
                  <a:lnTo>
                    <a:pt x="22443" y="2808"/>
                  </a:lnTo>
                  <a:lnTo>
                    <a:pt x="22309" y="2152"/>
                  </a:lnTo>
                  <a:lnTo>
                    <a:pt x="22174" y="1564"/>
                  </a:lnTo>
                  <a:lnTo>
                    <a:pt x="22040" y="1042"/>
                  </a:lnTo>
                  <a:lnTo>
                    <a:pt x="21905" y="622"/>
                  </a:lnTo>
                  <a:lnTo>
                    <a:pt x="21805" y="286"/>
                  </a:lnTo>
                  <a:lnTo>
                    <a:pt x="2172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4" name="Google Shape;5894;p63"/>
            <p:cNvSpPr/>
            <p:nvPr/>
          </p:nvSpPr>
          <p:spPr>
            <a:xfrm>
              <a:off x="4273975" y="1350575"/>
              <a:ext cx="76500" cy="10550"/>
            </a:xfrm>
            <a:custGeom>
              <a:avLst/>
              <a:gdLst/>
              <a:ahLst/>
              <a:cxnLst/>
              <a:rect l="l" t="t" r="r" b="b"/>
              <a:pathLst>
                <a:path w="3060" h="422" extrusionOk="0">
                  <a:moveTo>
                    <a:pt x="0" y="1"/>
                  </a:moveTo>
                  <a:lnTo>
                    <a:pt x="0" y="18"/>
                  </a:lnTo>
                  <a:lnTo>
                    <a:pt x="387" y="51"/>
                  </a:lnTo>
                  <a:lnTo>
                    <a:pt x="774" y="102"/>
                  </a:lnTo>
                  <a:lnTo>
                    <a:pt x="1530" y="219"/>
                  </a:lnTo>
                  <a:lnTo>
                    <a:pt x="2270" y="337"/>
                  </a:lnTo>
                  <a:lnTo>
                    <a:pt x="2656" y="388"/>
                  </a:lnTo>
                  <a:lnTo>
                    <a:pt x="2841" y="404"/>
                  </a:lnTo>
                  <a:lnTo>
                    <a:pt x="3009" y="421"/>
                  </a:lnTo>
                  <a:lnTo>
                    <a:pt x="3043" y="404"/>
                  </a:lnTo>
                  <a:lnTo>
                    <a:pt x="3060" y="371"/>
                  </a:lnTo>
                  <a:lnTo>
                    <a:pt x="3043" y="354"/>
                  </a:lnTo>
                  <a:lnTo>
                    <a:pt x="3026" y="320"/>
                  </a:lnTo>
                  <a:lnTo>
                    <a:pt x="2841" y="270"/>
                  </a:lnTo>
                  <a:lnTo>
                    <a:pt x="2656" y="219"/>
                  </a:lnTo>
                  <a:lnTo>
                    <a:pt x="2270" y="169"/>
                  </a:lnTo>
                  <a:lnTo>
                    <a:pt x="1530" y="85"/>
                  </a:lnTo>
                  <a:lnTo>
                    <a:pt x="1143" y="51"/>
                  </a:lnTo>
                  <a:lnTo>
                    <a:pt x="774" y="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5" name="Google Shape;5895;p63"/>
            <p:cNvSpPr/>
            <p:nvPr/>
          </p:nvSpPr>
          <p:spPr>
            <a:xfrm>
              <a:off x="4325250" y="1306025"/>
              <a:ext cx="42875" cy="47100"/>
            </a:xfrm>
            <a:custGeom>
              <a:avLst/>
              <a:gdLst/>
              <a:ahLst/>
              <a:cxnLst/>
              <a:rect l="l" t="t" r="r" b="b"/>
              <a:pathLst>
                <a:path w="1715" h="1884" extrusionOk="0">
                  <a:moveTo>
                    <a:pt x="841" y="1"/>
                  </a:moveTo>
                  <a:lnTo>
                    <a:pt x="673" y="169"/>
                  </a:lnTo>
                  <a:lnTo>
                    <a:pt x="538" y="371"/>
                  </a:lnTo>
                  <a:lnTo>
                    <a:pt x="404" y="556"/>
                  </a:lnTo>
                  <a:lnTo>
                    <a:pt x="286" y="757"/>
                  </a:lnTo>
                  <a:lnTo>
                    <a:pt x="168" y="942"/>
                  </a:lnTo>
                  <a:lnTo>
                    <a:pt x="67" y="1144"/>
                  </a:lnTo>
                  <a:lnTo>
                    <a:pt x="34" y="1245"/>
                  </a:lnTo>
                  <a:lnTo>
                    <a:pt x="0" y="1363"/>
                  </a:lnTo>
                  <a:lnTo>
                    <a:pt x="0" y="1463"/>
                  </a:lnTo>
                  <a:lnTo>
                    <a:pt x="17" y="1581"/>
                  </a:lnTo>
                  <a:lnTo>
                    <a:pt x="34" y="1648"/>
                  </a:lnTo>
                  <a:lnTo>
                    <a:pt x="84" y="1716"/>
                  </a:lnTo>
                  <a:lnTo>
                    <a:pt x="135" y="1783"/>
                  </a:lnTo>
                  <a:lnTo>
                    <a:pt x="185" y="1833"/>
                  </a:lnTo>
                  <a:lnTo>
                    <a:pt x="269" y="1867"/>
                  </a:lnTo>
                  <a:lnTo>
                    <a:pt x="336" y="1884"/>
                  </a:lnTo>
                  <a:lnTo>
                    <a:pt x="421" y="1884"/>
                  </a:lnTo>
                  <a:lnTo>
                    <a:pt x="488" y="1867"/>
                  </a:lnTo>
                  <a:lnTo>
                    <a:pt x="589" y="1833"/>
                  </a:lnTo>
                  <a:lnTo>
                    <a:pt x="673" y="1783"/>
                  </a:lnTo>
                  <a:lnTo>
                    <a:pt x="757" y="1716"/>
                  </a:lnTo>
                  <a:lnTo>
                    <a:pt x="824" y="1632"/>
                  </a:lnTo>
                  <a:lnTo>
                    <a:pt x="891" y="1548"/>
                  </a:lnTo>
                  <a:lnTo>
                    <a:pt x="1009" y="1363"/>
                  </a:lnTo>
                  <a:lnTo>
                    <a:pt x="1110" y="1161"/>
                  </a:lnTo>
                  <a:lnTo>
                    <a:pt x="1715" y="135"/>
                  </a:lnTo>
                  <a:lnTo>
                    <a:pt x="1715" y="119"/>
                  </a:lnTo>
                  <a:lnTo>
                    <a:pt x="1681" y="119"/>
                  </a:lnTo>
                  <a:lnTo>
                    <a:pt x="1446" y="488"/>
                  </a:lnTo>
                  <a:lnTo>
                    <a:pt x="1194" y="875"/>
                  </a:lnTo>
                  <a:lnTo>
                    <a:pt x="958" y="1228"/>
                  </a:lnTo>
                  <a:lnTo>
                    <a:pt x="841" y="1396"/>
                  </a:lnTo>
                  <a:lnTo>
                    <a:pt x="723" y="1548"/>
                  </a:lnTo>
                  <a:lnTo>
                    <a:pt x="656" y="1615"/>
                  </a:lnTo>
                  <a:lnTo>
                    <a:pt x="589" y="1665"/>
                  </a:lnTo>
                  <a:lnTo>
                    <a:pt x="505" y="1699"/>
                  </a:lnTo>
                  <a:lnTo>
                    <a:pt x="421" y="1716"/>
                  </a:lnTo>
                  <a:lnTo>
                    <a:pt x="336" y="1716"/>
                  </a:lnTo>
                  <a:lnTo>
                    <a:pt x="269" y="1682"/>
                  </a:lnTo>
                  <a:lnTo>
                    <a:pt x="202" y="1632"/>
                  </a:lnTo>
                  <a:lnTo>
                    <a:pt x="168" y="1531"/>
                  </a:lnTo>
                  <a:lnTo>
                    <a:pt x="152" y="1447"/>
                  </a:lnTo>
                  <a:lnTo>
                    <a:pt x="168" y="1346"/>
                  </a:lnTo>
                  <a:lnTo>
                    <a:pt x="185" y="1262"/>
                  </a:lnTo>
                  <a:lnTo>
                    <a:pt x="219" y="1178"/>
                  </a:lnTo>
                  <a:lnTo>
                    <a:pt x="303" y="993"/>
                  </a:lnTo>
                  <a:lnTo>
                    <a:pt x="387" y="808"/>
                  </a:lnTo>
                  <a:lnTo>
                    <a:pt x="622" y="404"/>
                  </a:lnTo>
                  <a:lnTo>
                    <a:pt x="858" y="18"/>
                  </a:lnTo>
                  <a:lnTo>
                    <a:pt x="8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6" name="Google Shape;5896;p63"/>
            <p:cNvSpPr/>
            <p:nvPr/>
          </p:nvSpPr>
          <p:spPr>
            <a:xfrm>
              <a:off x="3997850" y="2006625"/>
              <a:ext cx="199650" cy="5925"/>
            </a:xfrm>
            <a:custGeom>
              <a:avLst/>
              <a:gdLst/>
              <a:ahLst/>
              <a:cxnLst/>
              <a:rect l="l" t="t" r="r" b="b"/>
              <a:pathLst>
                <a:path w="7986" h="237" extrusionOk="0">
                  <a:moveTo>
                    <a:pt x="438" y="1"/>
                  </a:moveTo>
                  <a:lnTo>
                    <a:pt x="219" y="18"/>
                  </a:lnTo>
                  <a:lnTo>
                    <a:pt x="1" y="35"/>
                  </a:lnTo>
                  <a:lnTo>
                    <a:pt x="1" y="51"/>
                  </a:lnTo>
                  <a:lnTo>
                    <a:pt x="1" y="68"/>
                  </a:lnTo>
                  <a:lnTo>
                    <a:pt x="387" y="102"/>
                  </a:lnTo>
                  <a:lnTo>
                    <a:pt x="774" y="135"/>
                  </a:lnTo>
                  <a:lnTo>
                    <a:pt x="1144" y="152"/>
                  </a:lnTo>
                  <a:lnTo>
                    <a:pt x="1530" y="152"/>
                  </a:lnTo>
                  <a:lnTo>
                    <a:pt x="3094" y="186"/>
                  </a:lnTo>
                  <a:lnTo>
                    <a:pt x="6204" y="236"/>
                  </a:lnTo>
                  <a:lnTo>
                    <a:pt x="7078" y="236"/>
                  </a:lnTo>
                  <a:lnTo>
                    <a:pt x="7532" y="220"/>
                  </a:lnTo>
                  <a:lnTo>
                    <a:pt x="7969" y="203"/>
                  </a:lnTo>
                  <a:lnTo>
                    <a:pt x="7986" y="186"/>
                  </a:lnTo>
                  <a:lnTo>
                    <a:pt x="7986" y="169"/>
                  </a:lnTo>
                  <a:lnTo>
                    <a:pt x="7986" y="152"/>
                  </a:lnTo>
                  <a:lnTo>
                    <a:pt x="7969" y="135"/>
                  </a:lnTo>
                  <a:lnTo>
                    <a:pt x="7582" y="102"/>
                  </a:lnTo>
                  <a:lnTo>
                    <a:pt x="7196" y="85"/>
                  </a:lnTo>
                  <a:lnTo>
                    <a:pt x="6439" y="51"/>
                  </a:lnTo>
                  <a:lnTo>
                    <a:pt x="5649" y="35"/>
                  </a:lnTo>
                  <a:lnTo>
                    <a:pt x="4876" y="18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7" name="Google Shape;5897;p63"/>
            <p:cNvSpPr/>
            <p:nvPr/>
          </p:nvSpPr>
          <p:spPr>
            <a:xfrm>
              <a:off x="3989875" y="1378325"/>
              <a:ext cx="327000" cy="652725"/>
            </a:xfrm>
            <a:custGeom>
              <a:avLst/>
              <a:gdLst/>
              <a:ahLst/>
              <a:cxnLst/>
              <a:rect l="l" t="t" r="r" b="b"/>
              <a:pathLst>
                <a:path w="13080" h="26109" extrusionOk="0">
                  <a:moveTo>
                    <a:pt x="12978" y="0"/>
                  </a:moveTo>
                  <a:lnTo>
                    <a:pt x="12928" y="17"/>
                  </a:lnTo>
                  <a:lnTo>
                    <a:pt x="12121" y="269"/>
                  </a:lnTo>
                  <a:lnTo>
                    <a:pt x="11314" y="522"/>
                  </a:lnTo>
                  <a:lnTo>
                    <a:pt x="10524" y="807"/>
                  </a:lnTo>
                  <a:lnTo>
                    <a:pt x="9734" y="1093"/>
                  </a:lnTo>
                  <a:lnTo>
                    <a:pt x="8944" y="1396"/>
                  </a:lnTo>
                  <a:lnTo>
                    <a:pt x="8153" y="1698"/>
                  </a:lnTo>
                  <a:lnTo>
                    <a:pt x="7380" y="2018"/>
                  </a:lnTo>
                  <a:lnTo>
                    <a:pt x="6607" y="2354"/>
                  </a:lnTo>
                  <a:lnTo>
                    <a:pt x="5901" y="2640"/>
                  </a:lnTo>
                  <a:lnTo>
                    <a:pt x="5212" y="2959"/>
                  </a:lnTo>
                  <a:lnTo>
                    <a:pt x="4522" y="3312"/>
                  </a:lnTo>
                  <a:lnTo>
                    <a:pt x="3867" y="3682"/>
                  </a:lnTo>
                  <a:lnTo>
                    <a:pt x="3581" y="3884"/>
                  </a:lnTo>
                  <a:lnTo>
                    <a:pt x="3295" y="4086"/>
                  </a:lnTo>
                  <a:lnTo>
                    <a:pt x="3026" y="4321"/>
                  </a:lnTo>
                  <a:lnTo>
                    <a:pt x="2791" y="4556"/>
                  </a:lnTo>
                  <a:lnTo>
                    <a:pt x="2555" y="4825"/>
                  </a:lnTo>
                  <a:lnTo>
                    <a:pt x="2337" y="5094"/>
                  </a:lnTo>
                  <a:lnTo>
                    <a:pt x="2135" y="5380"/>
                  </a:lnTo>
                  <a:lnTo>
                    <a:pt x="1950" y="5683"/>
                  </a:lnTo>
                  <a:lnTo>
                    <a:pt x="1782" y="6002"/>
                  </a:lnTo>
                  <a:lnTo>
                    <a:pt x="1648" y="6321"/>
                  </a:lnTo>
                  <a:lnTo>
                    <a:pt x="1513" y="6641"/>
                  </a:lnTo>
                  <a:lnTo>
                    <a:pt x="1395" y="6960"/>
                  </a:lnTo>
                  <a:lnTo>
                    <a:pt x="1295" y="7296"/>
                  </a:lnTo>
                  <a:lnTo>
                    <a:pt x="1194" y="7633"/>
                  </a:lnTo>
                  <a:lnTo>
                    <a:pt x="1110" y="7986"/>
                  </a:lnTo>
                  <a:lnTo>
                    <a:pt x="1059" y="8322"/>
                  </a:lnTo>
                  <a:lnTo>
                    <a:pt x="925" y="9078"/>
                  </a:lnTo>
                  <a:lnTo>
                    <a:pt x="807" y="9852"/>
                  </a:lnTo>
                  <a:lnTo>
                    <a:pt x="639" y="11382"/>
                  </a:lnTo>
                  <a:lnTo>
                    <a:pt x="454" y="13096"/>
                  </a:lnTo>
                  <a:lnTo>
                    <a:pt x="303" y="14828"/>
                  </a:lnTo>
                  <a:lnTo>
                    <a:pt x="168" y="16543"/>
                  </a:lnTo>
                  <a:lnTo>
                    <a:pt x="84" y="18274"/>
                  </a:lnTo>
                  <a:lnTo>
                    <a:pt x="34" y="20006"/>
                  </a:lnTo>
                  <a:lnTo>
                    <a:pt x="0" y="21737"/>
                  </a:lnTo>
                  <a:lnTo>
                    <a:pt x="17" y="23486"/>
                  </a:lnTo>
                  <a:lnTo>
                    <a:pt x="51" y="25217"/>
                  </a:lnTo>
                  <a:lnTo>
                    <a:pt x="67" y="25654"/>
                  </a:lnTo>
                  <a:lnTo>
                    <a:pt x="84" y="26091"/>
                  </a:lnTo>
                  <a:lnTo>
                    <a:pt x="84" y="26108"/>
                  </a:lnTo>
                  <a:lnTo>
                    <a:pt x="101" y="26108"/>
                  </a:lnTo>
                  <a:lnTo>
                    <a:pt x="118" y="26091"/>
                  </a:lnTo>
                  <a:lnTo>
                    <a:pt x="101" y="24376"/>
                  </a:lnTo>
                  <a:lnTo>
                    <a:pt x="118" y="22662"/>
                  </a:lnTo>
                  <a:lnTo>
                    <a:pt x="168" y="20964"/>
                  </a:lnTo>
                  <a:lnTo>
                    <a:pt x="235" y="19249"/>
                  </a:lnTo>
                  <a:lnTo>
                    <a:pt x="320" y="17534"/>
                  </a:lnTo>
                  <a:lnTo>
                    <a:pt x="437" y="15836"/>
                  </a:lnTo>
                  <a:lnTo>
                    <a:pt x="572" y="14122"/>
                  </a:lnTo>
                  <a:lnTo>
                    <a:pt x="723" y="12424"/>
                  </a:lnTo>
                  <a:lnTo>
                    <a:pt x="908" y="10793"/>
                  </a:lnTo>
                  <a:lnTo>
                    <a:pt x="1009" y="9986"/>
                  </a:lnTo>
                  <a:lnTo>
                    <a:pt x="1126" y="9162"/>
                  </a:lnTo>
                  <a:lnTo>
                    <a:pt x="1177" y="8826"/>
                  </a:lnTo>
                  <a:lnTo>
                    <a:pt x="1244" y="8473"/>
                  </a:lnTo>
                  <a:lnTo>
                    <a:pt x="1311" y="8137"/>
                  </a:lnTo>
                  <a:lnTo>
                    <a:pt x="1395" y="7801"/>
                  </a:lnTo>
                  <a:lnTo>
                    <a:pt x="1479" y="7465"/>
                  </a:lnTo>
                  <a:lnTo>
                    <a:pt x="1580" y="7128"/>
                  </a:lnTo>
                  <a:lnTo>
                    <a:pt x="1698" y="6792"/>
                  </a:lnTo>
                  <a:lnTo>
                    <a:pt x="1816" y="6473"/>
                  </a:lnTo>
                  <a:lnTo>
                    <a:pt x="1950" y="6153"/>
                  </a:lnTo>
                  <a:lnTo>
                    <a:pt x="2118" y="5834"/>
                  </a:lnTo>
                  <a:lnTo>
                    <a:pt x="2303" y="5531"/>
                  </a:lnTo>
                  <a:lnTo>
                    <a:pt x="2488" y="5245"/>
                  </a:lnTo>
                  <a:lnTo>
                    <a:pt x="2707" y="4977"/>
                  </a:lnTo>
                  <a:lnTo>
                    <a:pt x="2942" y="4724"/>
                  </a:lnTo>
                  <a:lnTo>
                    <a:pt x="3194" y="4472"/>
                  </a:lnTo>
                  <a:lnTo>
                    <a:pt x="3463" y="4254"/>
                  </a:lnTo>
                  <a:lnTo>
                    <a:pt x="3766" y="4035"/>
                  </a:lnTo>
                  <a:lnTo>
                    <a:pt x="4068" y="3833"/>
                  </a:lnTo>
                  <a:lnTo>
                    <a:pt x="4371" y="3648"/>
                  </a:lnTo>
                  <a:lnTo>
                    <a:pt x="4690" y="3464"/>
                  </a:lnTo>
                  <a:lnTo>
                    <a:pt x="5010" y="3295"/>
                  </a:lnTo>
                  <a:lnTo>
                    <a:pt x="5346" y="3144"/>
                  </a:lnTo>
                  <a:lnTo>
                    <a:pt x="5665" y="2993"/>
                  </a:lnTo>
                  <a:lnTo>
                    <a:pt x="6002" y="2858"/>
                  </a:lnTo>
                  <a:lnTo>
                    <a:pt x="7548" y="2203"/>
                  </a:lnTo>
                  <a:lnTo>
                    <a:pt x="9095" y="1597"/>
                  </a:lnTo>
                  <a:lnTo>
                    <a:pt x="10641" y="1026"/>
                  </a:lnTo>
                  <a:lnTo>
                    <a:pt x="12222" y="488"/>
                  </a:lnTo>
                  <a:lnTo>
                    <a:pt x="12995" y="219"/>
                  </a:lnTo>
                  <a:lnTo>
                    <a:pt x="13045" y="202"/>
                  </a:lnTo>
                  <a:lnTo>
                    <a:pt x="13062" y="169"/>
                  </a:lnTo>
                  <a:lnTo>
                    <a:pt x="13079" y="118"/>
                  </a:lnTo>
                  <a:lnTo>
                    <a:pt x="13079" y="84"/>
                  </a:lnTo>
                  <a:lnTo>
                    <a:pt x="13045" y="51"/>
                  </a:lnTo>
                  <a:lnTo>
                    <a:pt x="13012" y="17"/>
                  </a:lnTo>
                  <a:lnTo>
                    <a:pt x="129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8" name="Google Shape;5898;p63"/>
            <p:cNvSpPr/>
            <p:nvPr/>
          </p:nvSpPr>
          <p:spPr>
            <a:xfrm>
              <a:off x="4175625" y="1317375"/>
              <a:ext cx="356850" cy="683825"/>
            </a:xfrm>
            <a:custGeom>
              <a:avLst/>
              <a:gdLst/>
              <a:ahLst/>
              <a:cxnLst/>
              <a:rect l="l" t="t" r="r" b="b"/>
              <a:pathLst>
                <a:path w="14274" h="27353" extrusionOk="0">
                  <a:moveTo>
                    <a:pt x="13584" y="1"/>
                  </a:moveTo>
                  <a:lnTo>
                    <a:pt x="13567" y="18"/>
                  </a:lnTo>
                  <a:lnTo>
                    <a:pt x="13685" y="472"/>
                  </a:lnTo>
                  <a:lnTo>
                    <a:pt x="13786" y="925"/>
                  </a:lnTo>
                  <a:lnTo>
                    <a:pt x="13870" y="1379"/>
                  </a:lnTo>
                  <a:lnTo>
                    <a:pt x="13954" y="1833"/>
                  </a:lnTo>
                  <a:lnTo>
                    <a:pt x="14021" y="2287"/>
                  </a:lnTo>
                  <a:lnTo>
                    <a:pt x="14071" y="2741"/>
                  </a:lnTo>
                  <a:lnTo>
                    <a:pt x="14105" y="3212"/>
                  </a:lnTo>
                  <a:lnTo>
                    <a:pt x="14122" y="3666"/>
                  </a:lnTo>
                  <a:lnTo>
                    <a:pt x="14139" y="4120"/>
                  </a:lnTo>
                  <a:lnTo>
                    <a:pt x="14139" y="4557"/>
                  </a:lnTo>
                  <a:lnTo>
                    <a:pt x="14088" y="4994"/>
                  </a:lnTo>
                  <a:lnTo>
                    <a:pt x="14038" y="5448"/>
                  </a:lnTo>
                  <a:lnTo>
                    <a:pt x="13987" y="5649"/>
                  </a:lnTo>
                  <a:lnTo>
                    <a:pt x="13920" y="5851"/>
                  </a:lnTo>
                  <a:lnTo>
                    <a:pt x="13836" y="6053"/>
                  </a:lnTo>
                  <a:lnTo>
                    <a:pt x="13735" y="6238"/>
                  </a:lnTo>
                  <a:lnTo>
                    <a:pt x="13634" y="6423"/>
                  </a:lnTo>
                  <a:lnTo>
                    <a:pt x="13517" y="6608"/>
                  </a:lnTo>
                  <a:lnTo>
                    <a:pt x="13399" y="6776"/>
                  </a:lnTo>
                  <a:lnTo>
                    <a:pt x="13248" y="6944"/>
                  </a:lnTo>
                  <a:lnTo>
                    <a:pt x="12962" y="7213"/>
                  </a:lnTo>
                  <a:lnTo>
                    <a:pt x="12642" y="7465"/>
                  </a:lnTo>
                  <a:lnTo>
                    <a:pt x="12289" y="7683"/>
                  </a:lnTo>
                  <a:lnTo>
                    <a:pt x="11936" y="7885"/>
                  </a:lnTo>
                  <a:lnTo>
                    <a:pt x="11566" y="8070"/>
                  </a:lnTo>
                  <a:lnTo>
                    <a:pt x="11197" y="8221"/>
                  </a:lnTo>
                  <a:lnTo>
                    <a:pt x="10827" y="8356"/>
                  </a:lnTo>
                  <a:lnTo>
                    <a:pt x="10440" y="8490"/>
                  </a:lnTo>
                  <a:lnTo>
                    <a:pt x="10003" y="8608"/>
                  </a:lnTo>
                  <a:lnTo>
                    <a:pt x="9566" y="8726"/>
                  </a:lnTo>
                  <a:lnTo>
                    <a:pt x="8692" y="8911"/>
                  </a:lnTo>
                  <a:lnTo>
                    <a:pt x="6927" y="9281"/>
                  </a:lnTo>
                  <a:lnTo>
                    <a:pt x="5599" y="9583"/>
                  </a:lnTo>
                  <a:lnTo>
                    <a:pt x="3867" y="10003"/>
                  </a:lnTo>
                  <a:lnTo>
                    <a:pt x="2320" y="10390"/>
                  </a:lnTo>
                  <a:lnTo>
                    <a:pt x="1799" y="10525"/>
                  </a:lnTo>
                  <a:lnTo>
                    <a:pt x="1547" y="10592"/>
                  </a:lnTo>
                  <a:lnTo>
                    <a:pt x="1396" y="10659"/>
                  </a:lnTo>
                  <a:lnTo>
                    <a:pt x="1261" y="10760"/>
                  </a:lnTo>
                  <a:lnTo>
                    <a:pt x="1144" y="10878"/>
                  </a:lnTo>
                  <a:lnTo>
                    <a:pt x="1060" y="11012"/>
                  </a:lnTo>
                  <a:lnTo>
                    <a:pt x="976" y="11214"/>
                  </a:lnTo>
                  <a:lnTo>
                    <a:pt x="908" y="11399"/>
                  </a:lnTo>
                  <a:lnTo>
                    <a:pt x="858" y="11584"/>
                  </a:lnTo>
                  <a:lnTo>
                    <a:pt x="807" y="11785"/>
                  </a:lnTo>
                  <a:lnTo>
                    <a:pt x="707" y="12222"/>
                  </a:lnTo>
                  <a:lnTo>
                    <a:pt x="606" y="12660"/>
                  </a:lnTo>
                  <a:lnTo>
                    <a:pt x="438" y="13517"/>
                  </a:lnTo>
                  <a:lnTo>
                    <a:pt x="320" y="14391"/>
                  </a:lnTo>
                  <a:lnTo>
                    <a:pt x="219" y="15248"/>
                  </a:lnTo>
                  <a:lnTo>
                    <a:pt x="152" y="16123"/>
                  </a:lnTo>
                  <a:lnTo>
                    <a:pt x="101" y="16997"/>
                  </a:lnTo>
                  <a:lnTo>
                    <a:pt x="68" y="17871"/>
                  </a:lnTo>
                  <a:lnTo>
                    <a:pt x="51" y="18779"/>
                  </a:lnTo>
                  <a:lnTo>
                    <a:pt x="1" y="20678"/>
                  </a:lnTo>
                  <a:lnTo>
                    <a:pt x="1" y="22595"/>
                  </a:lnTo>
                  <a:lnTo>
                    <a:pt x="1" y="24495"/>
                  </a:lnTo>
                  <a:lnTo>
                    <a:pt x="51" y="26411"/>
                  </a:lnTo>
                  <a:lnTo>
                    <a:pt x="68" y="27336"/>
                  </a:lnTo>
                  <a:lnTo>
                    <a:pt x="85" y="27352"/>
                  </a:lnTo>
                  <a:lnTo>
                    <a:pt x="101" y="27336"/>
                  </a:lnTo>
                  <a:lnTo>
                    <a:pt x="85" y="26377"/>
                  </a:lnTo>
                  <a:lnTo>
                    <a:pt x="101" y="25419"/>
                  </a:lnTo>
                  <a:lnTo>
                    <a:pt x="135" y="23503"/>
                  </a:lnTo>
                  <a:lnTo>
                    <a:pt x="185" y="19670"/>
                  </a:lnTo>
                  <a:lnTo>
                    <a:pt x="236" y="17854"/>
                  </a:lnTo>
                  <a:lnTo>
                    <a:pt x="270" y="16980"/>
                  </a:lnTo>
                  <a:lnTo>
                    <a:pt x="320" y="16089"/>
                  </a:lnTo>
                  <a:lnTo>
                    <a:pt x="387" y="15215"/>
                  </a:lnTo>
                  <a:lnTo>
                    <a:pt x="488" y="14324"/>
                  </a:lnTo>
                  <a:lnTo>
                    <a:pt x="623" y="13450"/>
                  </a:lnTo>
                  <a:lnTo>
                    <a:pt x="707" y="12996"/>
                  </a:lnTo>
                  <a:lnTo>
                    <a:pt x="791" y="12559"/>
                  </a:lnTo>
                  <a:lnTo>
                    <a:pt x="875" y="12189"/>
                  </a:lnTo>
                  <a:lnTo>
                    <a:pt x="1009" y="11685"/>
                  </a:lnTo>
                  <a:lnTo>
                    <a:pt x="1093" y="11432"/>
                  </a:lnTo>
                  <a:lnTo>
                    <a:pt x="1161" y="11197"/>
                  </a:lnTo>
                  <a:lnTo>
                    <a:pt x="1245" y="11012"/>
                  </a:lnTo>
                  <a:lnTo>
                    <a:pt x="1329" y="10894"/>
                  </a:lnTo>
                  <a:lnTo>
                    <a:pt x="1396" y="10861"/>
                  </a:lnTo>
                  <a:lnTo>
                    <a:pt x="1547" y="10794"/>
                  </a:lnTo>
                  <a:lnTo>
                    <a:pt x="2068" y="10642"/>
                  </a:lnTo>
                  <a:lnTo>
                    <a:pt x="2774" y="10441"/>
                  </a:lnTo>
                  <a:lnTo>
                    <a:pt x="3615" y="10239"/>
                  </a:lnTo>
                  <a:lnTo>
                    <a:pt x="5363" y="9818"/>
                  </a:lnTo>
                  <a:lnTo>
                    <a:pt x="6691" y="9516"/>
                  </a:lnTo>
                  <a:lnTo>
                    <a:pt x="8456" y="9163"/>
                  </a:lnTo>
                  <a:lnTo>
                    <a:pt x="9331" y="8961"/>
                  </a:lnTo>
                  <a:lnTo>
                    <a:pt x="10205" y="8743"/>
                  </a:lnTo>
                  <a:lnTo>
                    <a:pt x="10608" y="8642"/>
                  </a:lnTo>
                  <a:lnTo>
                    <a:pt x="10995" y="8507"/>
                  </a:lnTo>
                  <a:lnTo>
                    <a:pt x="11382" y="8356"/>
                  </a:lnTo>
                  <a:lnTo>
                    <a:pt x="11768" y="8188"/>
                  </a:lnTo>
                  <a:lnTo>
                    <a:pt x="12121" y="8003"/>
                  </a:lnTo>
                  <a:lnTo>
                    <a:pt x="12491" y="7801"/>
                  </a:lnTo>
                  <a:lnTo>
                    <a:pt x="12827" y="7566"/>
                  </a:lnTo>
                  <a:lnTo>
                    <a:pt x="13164" y="7330"/>
                  </a:lnTo>
                  <a:lnTo>
                    <a:pt x="13298" y="7196"/>
                  </a:lnTo>
                  <a:lnTo>
                    <a:pt x="13433" y="7061"/>
                  </a:lnTo>
                  <a:lnTo>
                    <a:pt x="13550" y="6910"/>
                  </a:lnTo>
                  <a:lnTo>
                    <a:pt x="13651" y="6759"/>
                  </a:lnTo>
                  <a:lnTo>
                    <a:pt x="13752" y="6608"/>
                  </a:lnTo>
                  <a:lnTo>
                    <a:pt x="13853" y="6456"/>
                  </a:lnTo>
                  <a:lnTo>
                    <a:pt x="13937" y="6288"/>
                  </a:lnTo>
                  <a:lnTo>
                    <a:pt x="14004" y="6103"/>
                  </a:lnTo>
                  <a:lnTo>
                    <a:pt x="14071" y="5918"/>
                  </a:lnTo>
                  <a:lnTo>
                    <a:pt x="14139" y="5717"/>
                  </a:lnTo>
                  <a:lnTo>
                    <a:pt x="14189" y="5515"/>
                  </a:lnTo>
                  <a:lnTo>
                    <a:pt x="14223" y="5313"/>
                  </a:lnTo>
                  <a:lnTo>
                    <a:pt x="14256" y="5095"/>
                  </a:lnTo>
                  <a:lnTo>
                    <a:pt x="14273" y="4893"/>
                  </a:lnTo>
                  <a:lnTo>
                    <a:pt x="14273" y="4691"/>
                  </a:lnTo>
                  <a:lnTo>
                    <a:pt x="14273" y="4473"/>
                  </a:lnTo>
                  <a:lnTo>
                    <a:pt x="14273" y="4019"/>
                  </a:lnTo>
                  <a:lnTo>
                    <a:pt x="14256" y="3565"/>
                  </a:lnTo>
                  <a:lnTo>
                    <a:pt x="14223" y="3128"/>
                  </a:lnTo>
                  <a:lnTo>
                    <a:pt x="14172" y="2674"/>
                  </a:lnTo>
                  <a:lnTo>
                    <a:pt x="14105" y="2220"/>
                  </a:lnTo>
                  <a:lnTo>
                    <a:pt x="14038" y="1783"/>
                  </a:lnTo>
                  <a:lnTo>
                    <a:pt x="13954" y="1329"/>
                  </a:lnTo>
                  <a:lnTo>
                    <a:pt x="13853" y="892"/>
                  </a:lnTo>
                  <a:lnTo>
                    <a:pt x="13752" y="455"/>
                  </a:lnTo>
                  <a:lnTo>
                    <a:pt x="13617" y="18"/>
                  </a:lnTo>
                  <a:lnTo>
                    <a:pt x="136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9" name="Google Shape;5899;p63"/>
            <p:cNvSpPr/>
            <p:nvPr/>
          </p:nvSpPr>
          <p:spPr>
            <a:xfrm>
              <a:off x="4450900" y="1318225"/>
              <a:ext cx="58025" cy="63475"/>
            </a:xfrm>
            <a:custGeom>
              <a:avLst/>
              <a:gdLst/>
              <a:ahLst/>
              <a:cxnLst/>
              <a:rect l="l" t="t" r="r" b="b"/>
              <a:pathLst>
                <a:path w="2321" h="2539" extrusionOk="0">
                  <a:moveTo>
                    <a:pt x="68" y="0"/>
                  </a:moveTo>
                  <a:lnTo>
                    <a:pt x="51" y="17"/>
                  </a:lnTo>
                  <a:lnTo>
                    <a:pt x="34" y="169"/>
                  </a:lnTo>
                  <a:lnTo>
                    <a:pt x="18" y="303"/>
                  </a:lnTo>
                  <a:lnTo>
                    <a:pt x="1" y="454"/>
                  </a:lnTo>
                  <a:lnTo>
                    <a:pt x="1" y="589"/>
                  </a:lnTo>
                  <a:lnTo>
                    <a:pt x="18" y="858"/>
                  </a:lnTo>
                  <a:lnTo>
                    <a:pt x="51" y="1110"/>
                  </a:lnTo>
                  <a:lnTo>
                    <a:pt x="102" y="1329"/>
                  </a:lnTo>
                  <a:lnTo>
                    <a:pt x="186" y="1547"/>
                  </a:lnTo>
                  <a:lnTo>
                    <a:pt x="303" y="1749"/>
                  </a:lnTo>
                  <a:lnTo>
                    <a:pt x="455" y="1917"/>
                  </a:lnTo>
                  <a:lnTo>
                    <a:pt x="623" y="2068"/>
                  </a:lnTo>
                  <a:lnTo>
                    <a:pt x="824" y="2186"/>
                  </a:lnTo>
                  <a:lnTo>
                    <a:pt x="1026" y="2287"/>
                  </a:lnTo>
                  <a:lnTo>
                    <a:pt x="1245" y="2337"/>
                  </a:lnTo>
                  <a:lnTo>
                    <a:pt x="1514" y="2421"/>
                  </a:lnTo>
                  <a:lnTo>
                    <a:pt x="1766" y="2472"/>
                  </a:lnTo>
                  <a:lnTo>
                    <a:pt x="2018" y="2522"/>
                  </a:lnTo>
                  <a:lnTo>
                    <a:pt x="2287" y="2539"/>
                  </a:lnTo>
                  <a:lnTo>
                    <a:pt x="2304" y="2539"/>
                  </a:lnTo>
                  <a:lnTo>
                    <a:pt x="2321" y="2522"/>
                  </a:lnTo>
                  <a:lnTo>
                    <a:pt x="2321" y="2505"/>
                  </a:lnTo>
                  <a:lnTo>
                    <a:pt x="2304" y="2488"/>
                  </a:lnTo>
                  <a:lnTo>
                    <a:pt x="1867" y="2354"/>
                  </a:lnTo>
                  <a:lnTo>
                    <a:pt x="1413" y="2220"/>
                  </a:lnTo>
                  <a:lnTo>
                    <a:pt x="1194" y="2135"/>
                  </a:lnTo>
                  <a:lnTo>
                    <a:pt x="993" y="2035"/>
                  </a:lnTo>
                  <a:lnTo>
                    <a:pt x="791" y="1917"/>
                  </a:lnTo>
                  <a:lnTo>
                    <a:pt x="623" y="1766"/>
                  </a:lnTo>
                  <a:lnTo>
                    <a:pt x="471" y="1614"/>
                  </a:lnTo>
                  <a:lnTo>
                    <a:pt x="371" y="1429"/>
                  </a:lnTo>
                  <a:lnTo>
                    <a:pt x="270" y="1244"/>
                  </a:lnTo>
                  <a:lnTo>
                    <a:pt x="219" y="1043"/>
                  </a:lnTo>
                  <a:lnTo>
                    <a:pt x="169" y="791"/>
                  </a:lnTo>
                  <a:lnTo>
                    <a:pt x="135" y="555"/>
                  </a:lnTo>
                  <a:lnTo>
                    <a:pt x="102" y="286"/>
                  </a:lnTo>
                  <a:lnTo>
                    <a:pt x="85" y="17"/>
                  </a:lnTo>
                  <a:lnTo>
                    <a:pt x="68" y="1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0" name="Google Shape;5900;p63"/>
            <p:cNvSpPr/>
            <p:nvPr/>
          </p:nvSpPr>
          <p:spPr>
            <a:xfrm>
              <a:off x="4049125" y="1053450"/>
              <a:ext cx="274875" cy="308075"/>
            </a:xfrm>
            <a:custGeom>
              <a:avLst/>
              <a:gdLst/>
              <a:ahLst/>
              <a:cxnLst/>
              <a:rect l="l" t="t" r="r" b="b"/>
              <a:pathLst>
                <a:path w="10995" h="12323" extrusionOk="0">
                  <a:moveTo>
                    <a:pt x="10289" y="0"/>
                  </a:moveTo>
                  <a:lnTo>
                    <a:pt x="10188" y="34"/>
                  </a:lnTo>
                  <a:lnTo>
                    <a:pt x="10087" y="101"/>
                  </a:lnTo>
                  <a:lnTo>
                    <a:pt x="9986" y="169"/>
                  </a:lnTo>
                  <a:lnTo>
                    <a:pt x="9885" y="269"/>
                  </a:lnTo>
                  <a:lnTo>
                    <a:pt x="9768" y="404"/>
                  </a:lnTo>
                  <a:lnTo>
                    <a:pt x="9650" y="538"/>
                  </a:lnTo>
                  <a:lnTo>
                    <a:pt x="9398" y="908"/>
                  </a:lnTo>
                  <a:lnTo>
                    <a:pt x="9129" y="1362"/>
                  </a:lnTo>
                  <a:lnTo>
                    <a:pt x="8843" y="1900"/>
                  </a:lnTo>
                  <a:lnTo>
                    <a:pt x="7380" y="4825"/>
                  </a:lnTo>
                  <a:lnTo>
                    <a:pt x="6927" y="5750"/>
                  </a:lnTo>
                  <a:lnTo>
                    <a:pt x="6775" y="6036"/>
                  </a:lnTo>
                  <a:lnTo>
                    <a:pt x="6674" y="6204"/>
                  </a:lnTo>
                  <a:lnTo>
                    <a:pt x="6607" y="6254"/>
                  </a:lnTo>
                  <a:lnTo>
                    <a:pt x="6456" y="6321"/>
                  </a:lnTo>
                  <a:lnTo>
                    <a:pt x="5968" y="6473"/>
                  </a:lnTo>
                  <a:lnTo>
                    <a:pt x="5262" y="6674"/>
                  </a:lnTo>
                  <a:lnTo>
                    <a:pt x="4422" y="6893"/>
                  </a:lnTo>
                  <a:lnTo>
                    <a:pt x="2606" y="7364"/>
                  </a:lnTo>
                  <a:lnTo>
                    <a:pt x="1732" y="7599"/>
                  </a:lnTo>
                  <a:lnTo>
                    <a:pt x="992" y="7834"/>
                  </a:lnTo>
                  <a:lnTo>
                    <a:pt x="639" y="7969"/>
                  </a:lnTo>
                  <a:lnTo>
                    <a:pt x="353" y="8087"/>
                  </a:lnTo>
                  <a:lnTo>
                    <a:pt x="152" y="8187"/>
                  </a:lnTo>
                  <a:lnTo>
                    <a:pt x="85" y="8255"/>
                  </a:lnTo>
                  <a:lnTo>
                    <a:pt x="34" y="8288"/>
                  </a:lnTo>
                  <a:lnTo>
                    <a:pt x="17" y="8356"/>
                  </a:lnTo>
                  <a:lnTo>
                    <a:pt x="0" y="8440"/>
                  </a:lnTo>
                  <a:lnTo>
                    <a:pt x="0" y="8625"/>
                  </a:lnTo>
                  <a:lnTo>
                    <a:pt x="51" y="8877"/>
                  </a:lnTo>
                  <a:lnTo>
                    <a:pt x="135" y="9179"/>
                  </a:lnTo>
                  <a:lnTo>
                    <a:pt x="236" y="9499"/>
                  </a:lnTo>
                  <a:lnTo>
                    <a:pt x="370" y="9852"/>
                  </a:lnTo>
                  <a:lnTo>
                    <a:pt x="522" y="10205"/>
                  </a:lnTo>
                  <a:lnTo>
                    <a:pt x="690" y="10575"/>
                  </a:lnTo>
                  <a:lnTo>
                    <a:pt x="875" y="10928"/>
                  </a:lnTo>
                  <a:lnTo>
                    <a:pt x="1043" y="11264"/>
                  </a:lnTo>
                  <a:lnTo>
                    <a:pt x="1228" y="11566"/>
                  </a:lnTo>
                  <a:lnTo>
                    <a:pt x="1413" y="11835"/>
                  </a:lnTo>
                  <a:lnTo>
                    <a:pt x="1581" y="12054"/>
                  </a:lnTo>
                  <a:lnTo>
                    <a:pt x="1749" y="12222"/>
                  </a:lnTo>
                  <a:lnTo>
                    <a:pt x="1816" y="12273"/>
                  </a:lnTo>
                  <a:lnTo>
                    <a:pt x="1883" y="12306"/>
                  </a:lnTo>
                  <a:lnTo>
                    <a:pt x="1951" y="12323"/>
                  </a:lnTo>
                  <a:lnTo>
                    <a:pt x="2018" y="12323"/>
                  </a:lnTo>
                  <a:lnTo>
                    <a:pt x="2959" y="12054"/>
                  </a:lnTo>
                  <a:lnTo>
                    <a:pt x="3178" y="11987"/>
                  </a:lnTo>
                  <a:lnTo>
                    <a:pt x="3497" y="11869"/>
                  </a:lnTo>
                  <a:lnTo>
                    <a:pt x="4304" y="11550"/>
                  </a:lnTo>
                  <a:lnTo>
                    <a:pt x="5296" y="11129"/>
                  </a:lnTo>
                  <a:lnTo>
                    <a:pt x="6372" y="10659"/>
                  </a:lnTo>
                  <a:lnTo>
                    <a:pt x="7431" y="10154"/>
                  </a:lnTo>
                  <a:lnTo>
                    <a:pt x="8389" y="9684"/>
                  </a:lnTo>
                  <a:lnTo>
                    <a:pt x="8793" y="9465"/>
                  </a:lnTo>
                  <a:lnTo>
                    <a:pt x="9129" y="9263"/>
                  </a:lnTo>
                  <a:lnTo>
                    <a:pt x="9398" y="9078"/>
                  </a:lnTo>
                  <a:lnTo>
                    <a:pt x="9583" y="8927"/>
                  </a:lnTo>
                  <a:lnTo>
                    <a:pt x="9667" y="8843"/>
                  </a:lnTo>
                  <a:lnTo>
                    <a:pt x="9734" y="8742"/>
                  </a:lnTo>
                  <a:lnTo>
                    <a:pt x="9885" y="8507"/>
                  </a:lnTo>
                  <a:lnTo>
                    <a:pt x="10020" y="8238"/>
                  </a:lnTo>
                  <a:lnTo>
                    <a:pt x="10137" y="7918"/>
                  </a:lnTo>
                  <a:lnTo>
                    <a:pt x="10238" y="7565"/>
                  </a:lnTo>
                  <a:lnTo>
                    <a:pt x="10339" y="7162"/>
                  </a:lnTo>
                  <a:lnTo>
                    <a:pt x="10440" y="6725"/>
                  </a:lnTo>
                  <a:lnTo>
                    <a:pt x="10524" y="6254"/>
                  </a:lnTo>
                  <a:lnTo>
                    <a:pt x="10591" y="5750"/>
                  </a:lnTo>
                  <a:lnTo>
                    <a:pt x="10659" y="5212"/>
                  </a:lnTo>
                  <a:lnTo>
                    <a:pt x="10776" y="4052"/>
                  </a:lnTo>
                  <a:lnTo>
                    <a:pt x="10894" y="2791"/>
                  </a:lnTo>
                  <a:lnTo>
                    <a:pt x="10978" y="1429"/>
                  </a:lnTo>
                  <a:lnTo>
                    <a:pt x="10995" y="1177"/>
                  </a:lnTo>
                  <a:lnTo>
                    <a:pt x="10995" y="942"/>
                  </a:lnTo>
                  <a:lnTo>
                    <a:pt x="10961" y="723"/>
                  </a:lnTo>
                  <a:lnTo>
                    <a:pt x="10928" y="555"/>
                  </a:lnTo>
                  <a:lnTo>
                    <a:pt x="10877" y="387"/>
                  </a:lnTo>
                  <a:lnTo>
                    <a:pt x="10810" y="253"/>
                  </a:lnTo>
                  <a:lnTo>
                    <a:pt x="10743" y="152"/>
                  </a:lnTo>
                  <a:lnTo>
                    <a:pt x="10642" y="68"/>
                  </a:lnTo>
                  <a:lnTo>
                    <a:pt x="10558" y="34"/>
                  </a:lnTo>
                  <a:lnTo>
                    <a:pt x="10474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1" name="Google Shape;5901;p63"/>
            <p:cNvSpPr/>
            <p:nvPr/>
          </p:nvSpPr>
          <p:spPr>
            <a:xfrm>
              <a:off x="3905800" y="1248875"/>
              <a:ext cx="217325" cy="149650"/>
            </a:xfrm>
            <a:custGeom>
              <a:avLst/>
              <a:gdLst/>
              <a:ahLst/>
              <a:cxnLst/>
              <a:rect l="l" t="t" r="r" b="b"/>
              <a:pathLst>
                <a:path w="8693" h="5986" extrusionOk="0">
                  <a:moveTo>
                    <a:pt x="6759" y="1"/>
                  </a:moveTo>
                  <a:lnTo>
                    <a:pt x="6171" y="68"/>
                  </a:lnTo>
                  <a:lnTo>
                    <a:pt x="5582" y="169"/>
                  </a:lnTo>
                  <a:lnTo>
                    <a:pt x="5011" y="270"/>
                  </a:lnTo>
                  <a:lnTo>
                    <a:pt x="4422" y="404"/>
                  </a:lnTo>
                  <a:lnTo>
                    <a:pt x="3851" y="539"/>
                  </a:lnTo>
                  <a:lnTo>
                    <a:pt x="3296" y="707"/>
                  </a:lnTo>
                  <a:lnTo>
                    <a:pt x="2724" y="892"/>
                  </a:lnTo>
                  <a:lnTo>
                    <a:pt x="2170" y="1110"/>
                  </a:lnTo>
                  <a:lnTo>
                    <a:pt x="2018" y="1177"/>
                  </a:lnTo>
                  <a:lnTo>
                    <a:pt x="1850" y="1312"/>
                  </a:lnTo>
                  <a:lnTo>
                    <a:pt x="1665" y="1463"/>
                  </a:lnTo>
                  <a:lnTo>
                    <a:pt x="1463" y="1648"/>
                  </a:lnTo>
                  <a:lnTo>
                    <a:pt x="1262" y="1867"/>
                  </a:lnTo>
                  <a:lnTo>
                    <a:pt x="1043" y="2085"/>
                  </a:lnTo>
                  <a:lnTo>
                    <a:pt x="841" y="2337"/>
                  </a:lnTo>
                  <a:lnTo>
                    <a:pt x="657" y="2590"/>
                  </a:lnTo>
                  <a:lnTo>
                    <a:pt x="472" y="2842"/>
                  </a:lnTo>
                  <a:lnTo>
                    <a:pt x="320" y="3111"/>
                  </a:lnTo>
                  <a:lnTo>
                    <a:pt x="186" y="3363"/>
                  </a:lnTo>
                  <a:lnTo>
                    <a:pt x="85" y="3598"/>
                  </a:lnTo>
                  <a:lnTo>
                    <a:pt x="18" y="3817"/>
                  </a:lnTo>
                  <a:lnTo>
                    <a:pt x="1" y="3918"/>
                  </a:lnTo>
                  <a:lnTo>
                    <a:pt x="1" y="4002"/>
                  </a:lnTo>
                  <a:lnTo>
                    <a:pt x="1" y="4086"/>
                  </a:lnTo>
                  <a:lnTo>
                    <a:pt x="18" y="4170"/>
                  </a:lnTo>
                  <a:lnTo>
                    <a:pt x="51" y="4237"/>
                  </a:lnTo>
                  <a:lnTo>
                    <a:pt x="102" y="4304"/>
                  </a:lnTo>
                  <a:lnTo>
                    <a:pt x="135" y="4338"/>
                  </a:lnTo>
                  <a:lnTo>
                    <a:pt x="186" y="4372"/>
                  </a:lnTo>
                  <a:lnTo>
                    <a:pt x="236" y="4388"/>
                  </a:lnTo>
                  <a:lnTo>
                    <a:pt x="304" y="4388"/>
                  </a:lnTo>
                  <a:lnTo>
                    <a:pt x="236" y="4540"/>
                  </a:lnTo>
                  <a:lnTo>
                    <a:pt x="186" y="4657"/>
                  </a:lnTo>
                  <a:lnTo>
                    <a:pt x="169" y="4792"/>
                  </a:lnTo>
                  <a:lnTo>
                    <a:pt x="152" y="4909"/>
                  </a:lnTo>
                  <a:lnTo>
                    <a:pt x="152" y="5027"/>
                  </a:lnTo>
                  <a:lnTo>
                    <a:pt x="186" y="5128"/>
                  </a:lnTo>
                  <a:lnTo>
                    <a:pt x="236" y="5212"/>
                  </a:lnTo>
                  <a:lnTo>
                    <a:pt x="320" y="5279"/>
                  </a:lnTo>
                  <a:lnTo>
                    <a:pt x="371" y="5313"/>
                  </a:lnTo>
                  <a:lnTo>
                    <a:pt x="438" y="5347"/>
                  </a:lnTo>
                  <a:lnTo>
                    <a:pt x="572" y="5363"/>
                  </a:lnTo>
                  <a:lnTo>
                    <a:pt x="707" y="5347"/>
                  </a:lnTo>
                  <a:lnTo>
                    <a:pt x="774" y="5313"/>
                  </a:lnTo>
                  <a:lnTo>
                    <a:pt x="825" y="5279"/>
                  </a:lnTo>
                  <a:lnTo>
                    <a:pt x="808" y="5347"/>
                  </a:lnTo>
                  <a:lnTo>
                    <a:pt x="791" y="5414"/>
                  </a:lnTo>
                  <a:lnTo>
                    <a:pt x="791" y="5481"/>
                  </a:lnTo>
                  <a:lnTo>
                    <a:pt x="808" y="5531"/>
                  </a:lnTo>
                  <a:lnTo>
                    <a:pt x="841" y="5599"/>
                  </a:lnTo>
                  <a:lnTo>
                    <a:pt x="875" y="5649"/>
                  </a:lnTo>
                  <a:lnTo>
                    <a:pt x="926" y="5700"/>
                  </a:lnTo>
                  <a:lnTo>
                    <a:pt x="976" y="5733"/>
                  </a:lnTo>
                  <a:lnTo>
                    <a:pt x="1043" y="5750"/>
                  </a:lnTo>
                  <a:lnTo>
                    <a:pt x="1110" y="5767"/>
                  </a:lnTo>
                  <a:lnTo>
                    <a:pt x="1178" y="5767"/>
                  </a:lnTo>
                  <a:lnTo>
                    <a:pt x="1262" y="5750"/>
                  </a:lnTo>
                  <a:lnTo>
                    <a:pt x="1430" y="5683"/>
                  </a:lnTo>
                  <a:lnTo>
                    <a:pt x="1632" y="5582"/>
                  </a:lnTo>
                  <a:lnTo>
                    <a:pt x="1833" y="5464"/>
                  </a:lnTo>
                  <a:lnTo>
                    <a:pt x="2052" y="5313"/>
                  </a:lnTo>
                  <a:lnTo>
                    <a:pt x="2270" y="5128"/>
                  </a:lnTo>
                  <a:lnTo>
                    <a:pt x="2489" y="4943"/>
                  </a:lnTo>
                  <a:lnTo>
                    <a:pt x="2354" y="5094"/>
                  </a:lnTo>
                  <a:lnTo>
                    <a:pt x="2254" y="5246"/>
                  </a:lnTo>
                  <a:lnTo>
                    <a:pt x="2170" y="5397"/>
                  </a:lnTo>
                  <a:lnTo>
                    <a:pt x="2119" y="5515"/>
                  </a:lnTo>
                  <a:lnTo>
                    <a:pt x="2085" y="5649"/>
                  </a:lnTo>
                  <a:lnTo>
                    <a:pt x="2085" y="5750"/>
                  </a:lnTo>
                  <a:lnTo>
                    <a:pt x="2085" y="5800"/>
                  </a:lnTo>
                  <a:lnTo>
                    <a:pt x="2119" y="5834"/>
                  </a:lnTo>
                  <a:lnTo>
                    <a:pt x="2153" y="5868"/>
                  </a:lnTo>
                  <a:lnTo>
                    <a:pt x="2186" y="5901"/>
                  </a:lnTo>
                  <a:lnTo>
                    <a:pt x="2338" y="5969"/>
                  </a:lnTo>
                  <a:lnTo>
                    <a:pt x="2472" y="5985"/>
                  </a:lnTo>
                  <a:lnTo>
                    <a:pt x="2640" y="5985"/>
                  </a:lnTo>
                  <a:lnTo>
                    <a:pt x="2792" y="5935"/>
                  </a:lnTo>
                  <a:lnTo>
                    <a:pt x="2960" y="5868"/>
                  </a:lnTo>
                  <a:lnTo>
                    <a:pt x="3145" y="5784"/>
                  </a:lnTo>
                  <a:lnTo>
                    <a:pt x="3329" y="5666"/>
                  </a:lnTo>
                  <a:lnTo>
                    <a:pt x="3498" y="5548"/>
                  </a:lnTo>
                  <a:lnTo>
                    <a:pt x="3884" y="5246"/>
                  </a:lnTo>
                  <a:lnTo>
                    <a:pt x="4254" y="4926"/>
                  </a:lnTo>
                  <a:lnTo>
                    <a:pt x="4624" y="4607"/>
                  </a:lnTo>
                  <a:lnTo>
                    <a:pt x="4977" y="4304"/>
                  </a:lnTo>
                  <a:lnTo>
                    <a:pt x="5162" y="4153"/>
                  </a:lnTo>
                  <a:lnTo>
                    <a:pt x="5364" y="4002"/>
                  </a:lnTo>
                  <a:lnTo>
                    <a:pt x="5582" y="3867"/>
                  </a:lnTo>
                  <a:lnTo>
                    <a:pt x="5784" y="3766"/>
                  </a:lnTo>
                  <a:lnTo>
                    <a:pt x="5986" y="3682"/>
                  </a:lnTo>
                  <a:lnTo>
                    <a:pt x="6070" y="3665"/>
                  </a:lnTo>
                  <a:lnTo>
                    <a:pt x="6154" y="3649"/>
                  </a:lnTo>
                  <a:lnTo>
                    <a:pt x="6221" y="3649"/>
                  </a:lnTo>
                  <a:lnTo>
                    <a:pt x="6288" y="3665"/>
                  </a:lnTo>
                  <a:lnTo>
                    <a:pt x="6355" y="3699"/>
                  </a:lnTo>
                  <a:lnTo>
                    <a:pt x="6406" y="3749"/>
                  </a:lnTo>
                  <a:lnTo>
                    <a:pt x="6423" y="3800"/>
                  </a:lnTo>
                  <a:lnTo>
                    <a:pt x="6423" y="3834"/>
                  </a:lnTo>
                  <a:lnTo>
                    <a:pt x="6406" y="3918"/>
                  </a:lnTo>
                  <a:lnTo>
                    <a:pt x="6372" y="4018"/>
                  </a:lnTo>
                  <a:lnTo>
                    <a:pt x="6305" y="4136"/>
                  </a:lnTo>
                  <a:lnTo>
                    <a:pt x="6221" y="4237"/>
                  </a:lnTo>
                  <a:lnTo>
                    <a:pt x="6120" y="4338"/>
                  </a:lnTo>
                  <a:lnTo>
                    <a:pt x="6019" y="4422"/>
                  </a:lnTo>
                  <a:lnTo>
                    <a:pt x="5902" y="4506"/>
                  </a:lnTo>
                  <a:lnTo>
                    <a:pt x="5481" y="4775"/>
                  </a:lnTo>
                  <a:lnTo>
                    <a:pt x="5263" y="4926"/>
                  </a:lnTo>
                  <a:lnTo>
                    <a:pt x="5061" y="5078"/>
                  </a:lnTo>
                  <a:lnTo>
                    <a:pt x="4910" y="5229"/>
                  </a:lnTo>
                  <a:lnTo>
                    <a:pt x="4842" y="5296"/>
                  </a:lnTo>
                  <a:lnTo>
                    <a:pt x="4809" y="5363"/>
                  </a:lnTo>
                  <a:lnTo>
                    <a:pt x="4775" y="5447"/>
                  </a:lnTo>
                  <a:lnTo>
                    <a:pt x="4758" y="5515"/>
                  </a:lnTo>
                  <a:lnTo>
                    <a:pt x="4758" y="5582"/>
                  </a:lnTo>
                  <a:lnTo>
                    <a:pt x="4792" y="5649"/>
                  </a:lnTo>
                  <a:lnTo>
                    <a:pt x="4859" y="5733"/>
                  </a:lnTo>
                  <a:lnTo>
                    <a:pt x="4943" y="5784"/>
                  </a:lnTo>
                  <a:lnTo>
                    <a:pt x="5061" y="5817"/>
                  </a:lnTo>
                  <a:lnTo>
                    <a:pt x="5195" y="5834"/>
                  </a:lnTo>
                  <a:lnTo>
                    <a:pt x="5330" y="5834"/>
                  </a:lnTo>
                  <a:lnTo>
                    <a:pt x="5481" y="5817"/>
                  </a:lnTo>
                  <a:lnTo>
                    <a:pt x="5818" y="5750"/>
                  </a:lnTo>
                  <a:lnTo>
                    <a:pt x="6154" y="5649"/>
                  </a:lnTo>
                  <a:lnTo>
                    <a:pt x="6473" y="5515"/>
                  </a:lnTo>
                  <a:lnTo>
                    <a:pt x="6977" y="5296"/>
                  </a:lnTo>
                  <a:lnTo>
                    <a:pt x="7415" y="5061"/>
                  </a:lnTo>
                  <a:lnTo>
                    <a:pt x="7852" y="4809"/>
                  </a:lnTo>
                  <a:lnTo>
                    <a:pt x="8272" y="4523"/>
                  </a:lnTo>
                  <a:lnTo>
                    <a:pt x="8692" y="4237"/>
                  </a:lnTo>
                  <a:lnTo>
                    <a:pt x="8541" y="3665"/>
                  </a:lnTo>
                  <a:lnTo>
                    <a:pt x="8339" y="3060"/>
                  </a:lnTo>
                  <a:lnTo>
                    <a:pt x="8104" y="2337"/>
                  </a:lnTo>
                  <a:lnTo>
                    <a:pt x="7952" y="1968"/>
                  </a:lnTo>
                  <a:lnTo>
                    <a:pt x="7801" y="1598"/>
                  </a:lnTo>
                  <a:lnTo>
                    <a:pt x="7650" y="1245"/>
                  </a:lnTo>
                  <a:lnTo>
                    <a:pt x="7482" y="908"/>
                  </a:lnTo>
                  <a:lnTo>
                    <a:pt x="7314" y="606"/>
                  </a:lnTo>
                  <a:lnTo>
                    <a:pt x="7129" y="354"/>
                  </a:lnTo>
                  <a:lnTo>
                    <a:pt x="7028" y="236"/>
                  </a:lnTo>
                  <a:lnTo>
                    <a:pt x="6944" y="152"/>
                  </a:lnTo>
                  <a:lnTo>
                    <a:pt x="6860" y="68"/>
                  </a:lnTo>
                  <a:lnTo>
                    <a:pt x="6759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2" name="Google Shape;5902;p63"/>
            <p:cNvSpPr/>
            <p:nvPr/>
          </p:nvSpPr>
          <p:spPr>
            <a:xfrm>
              <a:off x="3966325" y="1316125"/>
              <a:ext cx="65600" cy="58025"/>
            </a:xfrm>
            <a:custGeom>
              <a:avLst/>
              <a:gdLst/>
              <a:ahLst/>
              <a:cxnLst/>
              <a:rect l="l" t="t" r="r" b="b"/>
              <a:pathLst>
                <a:path w="2624" h="2321" extrusionOk="0">
                  <a:moveTo>
                    <a:pt x="2623" y="0"/>
                  </a:moveTo>
                  <a:lnTo>
                    <a:pt x="2438" y="68"/>
                  </a:lnTo>
                  <a:lnTo>
                    <a:pt x="2253" y="135"/>
                  </a:lnTo>
                  <a:lnTo>
                    <a:pt x="2068" y="236"/>
                  </a:lnTo>
                  <a:lnTo>
                    <a:pt x="1884" y="337"/>
                  </a:lnTo>
                  <a:lnTo>
                    <a:pt x="1715" y="437"/>
                  </a:lnTo>
                  <a:lnTo>
                    <a:pt x="1547" y="555"/>
                  </a:lnTo>
                  <a:lnTo>
                    <a:pt x="1379" y="690"/>
                  </a:lnTo>
                  <a:lnTo>
                    <a:pt x="1228" y="824"/>
                  </a:lnTo>
                  <a:lnTo>
                    <a:pt x="1060" y="992"/>
                  </a:lnTo>
                  <a:lnTo>
                    <a:pt x="892" y="1177"/>
                  </a:lnTo>
                  <a:lnTo>
                    <a:pt x="589" y="1547"/>
                  </a:lnTo>
                  <a:lnTo>
                    <a:pt x="303" y="1934"/>
                  </a:lnTo>
                  <a:lnTo>
                    <a:pt x="1" y="2304"/>
                  </a:lnTo>
                  <a:lnTo>
                    <a:pt x="17" y="2320"/>
                  </a:lnTo>
                  <a:lnTo>
                    <a:pt x="337" y="1967"/>
                  </a:lnTo>
                  <a:lnTo>
                    <a:pt x="640" y="1614"/>
                  </a:lnTo>
                  <a:lnTo>
                    <a:pt x="942" y="1261"/>
                  </a:lnTo>
                  <a:lnTo>
                    <a:pt x="1245" y="908"/>
                  </a:lnTo>
                  <a:lnTo>
                    <a:pt x="1396" y="757"/>
                  </a:lnTo>
                  <a:lnTo>
                    <a:pt x="1547" y="622"/>
                  </a:lnTo>
                  <a:lnTo>
                    <a:pt x="1715" y="505"/>
                  </a:lnTo>
                  <a:lnTo>
                    <a:pt x="1884" y="387"/>
                  </a:lnTo>
                  <a:lnTo>
                    <a:pt x="2068" y="269"/>
                  </a:lnTo>
                  <a:lnTo>
                    <a:pt x="2237" y="169"/>
                  </a:lnTo>
                  <a:lnTo>
                    <a:pt x="2438" y="84"/>
                  </a:lnTo>
                  <a:lnTo>
                    <a:pt x="26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3" name="Google Shape;5903;p63"/>
            <p:cNvSpPr/>
            <p:nvPr/>
          </p:nvSpPr>
          <p:spPr>
            <a:xfrm>
              <a:off x="3926825" y="1293850"/>
              <a:ext cx="90800" cy="86600"/>
            </a:xfrm>
            <a:custGeom>
              <a:avLst/>
              <a:gdLst/>
              <a:ahLst/>
              <a:cxnLst/>
              <a:rect l="l" t="t" r="r" b="b"/>
              <a:pathLst>
                <a:path w="3632" h="3464" extrusionOk="0">
                  <a:moveTo>
                    <a:pt x="3632" y="0"/>
                  </a:moveTo>
                  <a:lnTo>
                    <a:pt x="3211" y="185"/>
                  </a:lnTo>
                  <a:lnTo>
                    <a:pt x="2791" y="404"/>
                  </a:lnTo>
                  <a:lnTo>
                    <a:pt x="2388" y="639"/>
                  </a:lnTo>
                  <a:lnTo>
                    <a:pt x="1984" y="891"/>
                  </a:lnTo>
                  <a:lnTo>
                    <a:pt x="1782" y="1043"/>
                  </a:lnTo>
                  <a:lnTo>
                    <a:pt x="1597" y="1228"/>
                  </a:lnTo>
                  <a:lnTo>
                    <a:pt x="1429" y="1413"/>
                  </a:lnTo>
                  <a:lnTo>
                    <a:pt x="1261" y="1597"/>
                  </a:lnTo>
                  <a:lnTo>
                    <a:pt x="959" y="2001"/>
                  </a:lnTo>
                  <a:lnTo>
                    <a:pt x="673" y="2421"/>
                  </a:lnTo>
                  <a:lnTo>
                    <a:pt x="320" y="2926"/>
                  </a:lnTo>
                  <a:lnTo>
                    <a:pt x="0" y="3447"/>
                  </a:lnTo>
                  <a:lnTo>
                    <a:pt x="0" y="3463"/>
                  </a:lnTo>
                  <a:lnTo>
                    <a:pt x="17" y="3463"/>
                  </a:lnTo>
                  <a:lnTo>
                    <a:pt x="606" y="2606"/>
                  </a:lnTo>
                  <a:lnTo>
                    <a:pt x="1228" y="1782"/>
                  </a:lnTo>
                  <a:lnTo>
                    <a:pt x="1379" y="1581"/>
                  </a:lnTo>
                  <a:lnTo>
                    <a:pt x="1547" y="1413"/>
                  </a:lnTo>
                  <a:lnTo>
                    <a:pt x="1715" y="1244"/>
                  </a:lnTo>
                  <a:lnTo>
                    <a:pt x="1883" y="1076"/>
                  </a:lnTo>
                  <a:lnTo>
                    <a:pt x="2068" y="925"/>
                  </a:lnTo>
                  <a:lnTo>
                    <a:pt x="2253" y="774"/>
                  </a:lnTo>
                  <a:lnTo>
                    <a:pt x="2455" y="639"/>
                  </a:lnTo>
                  <a:lnTo>
                    <a:pt x="2657" y="522"/>
                  </a:lnTo>
                  <a:lnTo>
                    <a:pt x="3144" y="253"/>
                  </a:lnTo>
                  <a:lnTo>
                    <a:pt x="3632" y="17"/>
                  </a:lnTo>
                  <a:lnTo>
                    <a:pt x="36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4" name="Google Shape;5904;p63"/>
            <p:cNvSpPr/>
            <p:nvPr/>
          </p:nvSpPr>
          <p:spPr>
            <a:xfrm>
              <a:off x="3912525" y="1275350"/>
              <a:ext cx="85775" cy="83250"/>
            </a:xfrm>
            <a:custGeom>
              <a:avLst/>
              <a:gdLst/>
              <a:ahLst/>
              <a:cxnLst/>
              <a:rect l="l" t="t" r="r" b="b"/>
              <a:pathLst>
                <a:path w="3431" h="3330" extrusionOk="0">
                  <a:moveTo>
                    <a:pt x="3430" y="1"/>
                  </a:moveTo>
                  <a:lnTo>
                    <a:pt x="3044" y="152"/>
                  </a:lnTo>
                  <a:lnTo>
                    <a:pt x="2657" y="320"/>
                  </a:lnTo>
                  <a:lnTo>
                    <a:pt x="2287" y="539"/>
                  </a:lnTo>
                  <a:lnTo>
                    <a:pt x="1934" y="791"/>
                  </a:lnTo>
                  <a:lnTo>
                    <a:pt x="1564" y="1144"/>
                  </a:lnTo>
                  <a:lnTo>
                    <a:pt x="1228" y="1547"/>
                  </a:lnTo>
                  <a:lnTo>
                    <a:pt x="909" y="1951"/>
                  </a:lnTo>
                  <a:lnTo>
                    <a:pt x="606" y="2371"/>
                  </a:lnTo>
                  <a:lnTo>
                    <a:pt x="1" y="3329"/>
                  </a:lnTo>
                  <a:lnTo>
                    <a:pt x="35" y="3329"/>
                  </a:lnTo>
                  <a:lnTo>
                    <a:pt x="371" y="2808"/>
                  </a:lnTo>
                  <a:lnTo>
                    <a:pt x="724" y="2304"/>
                  </a:lnTo>
                  <a:lnTo>
                    <a:pt x="1110" y="1800"/>
                  </a:lnTo>
                  <a:lnTo>
                    <a:pt x="1497" y="1312"/>
                  </a:lnTo>
                  <a:lnTo>
                    <a:pt x="1682" y="1093"/>
                  </a:lnTo>
                  <a:lnTo>
                    <a:pt x="1901" y="875"/>
                  </a:lnTo>
                  <a:lnTo>
                    <a:pt x="2136" y="690"/>
                  </a:lnTo>
                  <a:lnTo>
                    <a:pt x="2371" y="522"/>
                  </a:lnTo>
                  <a:lnTo>
                    <a:pt x="2623" y="371"/>
                  </a:lnTo>
                  <a:lnTo>
                    <a:pt x="2892" y="236"/>
                  </a:lnTo>
                  <a:lnTo>
                    <a:pt x="3161" y="118"/>
                  </a:lnTo>
                  <a:lnTo>
                    <a:pt x="34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5" name="Google Shape;5905;p63"/>
            <p:cNvSpPr/>
            <p:nvPr/>
          </p:nvSpPr>
          <p:spPr>
            <a:xfrm>
              <a:off x="4100400" y="1047975"/>
              <a:ext cx="226975" cy="305575"/>
            </a:xfrm>
            <a:custGeom>
              <a:avLst/>
              <a:gdLst/>
              <a:ahLst/>
              <a:cxnLst/>
              <a:rect l="l" t="t" r="r" b="b"/>
              <a:pathLst>
                <a:path w="9079" h="12223" extrusionOk="0">
                  <a:moveTo>
                    <a:pt x="8423" y="1"/>
                  </a:moveTo>
                  <a:lnTo>
                    <a:pt x="8339" y="18"/>
                  </a:lnTo>
                  <a:lnTo>
                    <a:pt x="8187" y="85"/>
                  </a:lnTo>
                  <a:lnTo>
                    <a:pt x="8019" y="186"/>
                  </a:lnTo>
                  <a:lnTo>
                    <a:pt x="7834" y="337"/>
                  </a:lnTo>
                  <a:lnTo>
                    <a:pt x="7649" y="522"/>
                  </a:lnTo>
                  <a:lnTo>
                    <a:pt x="7448" y="757"/>
                  </a:lnTo>
                  <a:lnTo>
                    <a:pt x="7263" y="1043"/>
                  </a:lnTo>
                  <a:lnTo>
                    <a:pt x="7061" y="1363"/>
                  </a:lnTo>
                  <a:lnTo>
                    <a:pt x="6641" y="2102"/>
                  </a:lnTo>
                  <a:lnTo>
                    <a:pt x="6220" y="2909"/>
                  </a:lnTo>
                  <a:lnTo>
                    <a:pt x="5800" y="3733"/>
                  </a:lnTo>
                  <a:lnTo>
                    <a:pt x="5414" y="4523"/>
                  </a:lnTo>
                  <a:lnTo>
                    <a:pt x="4808" y="5801"/>
                  </a:lnTo>
                  <a:lnTo>
                    <a:pt x="4607" y="6204"/>
                  </a:lnTo>
                  <a:lnTo>
                    <a:pt x="4506" y="6389"/>
                  </a:lnTo>
                  <a:lnTo>
                    <a:pt x="4438" y="6423"/>
                  </a:lnTo>
                  <a:lnTo>
                    <a:pt x="4287" y="6473"/>
                  </a:lnTo>
                  <a:lnTo>
                    <a:pt x="3749" y="6641"/>
                  </a:lnTo>
                  <a:lnTo>
                    <a:pt x="2203" y="7095"/>
                  </a:lnTo>
                  <a:lnTo>
                    <a:pt x="0" y="7717"/>
                  </a:lnTo>
                  <a:lnTo>
                    <a:pt x="1581" y="12223"/>
                  </a:lnTo>
                  <a:lnTo>
                    <a:pt x="2404" y="11937"/>
                  </a:lnTo>
                  <a:lnTo>
                    <a:pt x="3279" y="11617"/>
                  </a:lnTo>
                  <a:lnTo>
                    <a:pt x="4321" y="11197"/>
                  </a:lnTo>
                  <a:lnTo>
                    <a:pt x="4859" y="10962"/>
                  </a:lnTo>
                  <a:lnTo>
                    <a:pt x="5414" y="10726"/>
                  </a:lnTo>
                  <a:lnTo>
                    <a:pt x="5935" y="10457"/>
                  </a:lnTo>
                  <a:lnTo>
                    <a:pt x="6439" y="10205"/>
                  </a:lnTo>
                  <a:lnTo>
                    <a:pt x="6893" y="9936"/>
                  </a:lnTo>
                  <a:lnTo>
                    <a:pt x="7296" y="9667"/>
                  </a:lnTo>
                  <a:lnTo>
                    <a:pt x="7464" y="9550"/>
                  </a:lnTo>
                  <a:lnTo>
                    <a:pt x="7616" y="9415"/>
                  </a:lnTo>
                  <a:lnTo>
                    <a:pt x="7750" y="9281"/>
                  </a:lnTo>
                  <a:lnTo>
                    <a:pt x="7868" y="9163"/>
                  </a:lnTo>
                  <a:lnTo>
                    <a:pt x="7969" y="9028"/>
                  </a:lnTo>
                  <a:lnTo>
                    <a:pt x="8053" y="8860"/>
                  </a:lnTo>
                  <a:lnTo>
                    <a:pt x="8137" y="8692"/>
                  </a:lnTo>
                  <a:lnTo>
                    <a:pt x="8221" y="8507"/>
                  </a:lnTo>
                  <a:lnTo>
                    <a:pt x="8372" y="8087"/>
                  </a:lnTo>
                  <a:lnTo>
                    <a:pt x="8507" y="7616"/>
                  </a:lnTo>
                  <a:lnTo>
                    <a:pt x="8608" y="7112"/>
                  </a:lnTo>
                  <a:lnTo>
                    <a:pt x="8708" y="6574"/>
                  </a:lnTo>
                  <a:lnTo>
                    <a:pt x="8793" y="6002"/>
                  </a:lnTo>
                  <a:lnTo>
                    <a:pt x="8860" y="5414"/>
                  </a:lnTo>
                  <a:lnTo>
                    <a:pt x="8910" y="4843"/>
                  </a:lnTo>
                  <a:lnTo>
                    <a:pt x="8961" y="4254"/>
                  </a:lnTo>
                  <a:lnTo>
                    <a:pt x="9028" y="3145"/>
                  </a:lnTo>
                  <a:lnTo>
                    <a:pt x="9061" y="2153"/>
                  </a:lnTo>
                  <a:lnTo>
                    <a:pt x="9078" y="1363"/>
                  </a:lnTo>
                  <a:lnTo>
                    <a:pt x="9078" y="1060"/>
                  </a:lnTo>
                  <a:lnTo>
                    <a:pt x="9061" y="774"/>
                  </a:lnTo>
                  <a:lnTo>
                    <a:pt x="9011" y="556"/>
                  </a:lnTo>
                  <a:lnTo>
                    <a:pt x="8944" y="354"/>
                  </a:lnTo>
                  <a:lnTo>
                    <a:pt x="8860" y="203"/>
                  </a:lnTo>
                  <a:lnTo>
                    <a:pt x="8809" y="152"/>
                  </a:lnTo>
                  <a:lnTo>
                    <a:pt x="8742" y="102"/>
                  </a:lnTo>
                  <a:lnTo>
                    <a:pt x="8692" y="51"/>
                  </a:lnTo>
                  <a:lnTo>
                    <a:pt x="8624" y="35"/>
                  </a:lnTo>
                  <a:lnTo>
                    <a:pt x="8557" y="18"/>
                  </a:lnTo>
                  <a:lnTo>
                    <a:pt x="84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6" name="Google Shape;5906;p63"/>
            <p:cNvSpPr/>
            <p:nvPr/>
          </p:nvSpPr>
          <p:spPr>
            <a:xfrm>
              <a:off x="4122675" y="1081600"/>
              <a:ext cx="202600" cy="246325"/>
            </a:xfrm>
            <a:custGeom>
              <a:avLst/>
              <a:gdLst/>
              <a:ahLst/>
              <a:cxnLst/>
              <a:rect l="l" t="t" r="r" b="b"/>
              <a:pathLst>
                <a:path w="8104" h="9853" extrusionOk="0">
                  <a:moveTo>
                    <a:pt x="7027" y="1"/>
                  </a:moveTo>
                  <a:lnTo>
                    <a:pt x="6977" y="18"/>
                  </a:lnTo>
                  <a:lnTo>
                    <a:pt x="6926" y="51"/>
                  </a:lnTo>
                  <a:lnTo>
                    <a:pt x="6893" y="85"/>
                  </a:lnTo>
                  <a:lnTo>
                    <a:pt x="6842" y="152"/>
                  </a:lnTo>
                  <a:lnTo>
                    <a:pt x="6926" y="102"/>
                  </a:lnTo>
                  <a:lnTo>
                    <a:pt x="6994" y="68"/>
                  </a:lnTo>
                  <a:lnTo>
                    <a:pt x="7061" y="85"/>
                  </a:lnTo>
                  <a:lnTo>
                    <a:pt x="7128" y="118"/>
                  </a:lnTo>
                  <a:lnTo>
                    <a:pt x="7162" y="152"/>
                  </a:lnTo>
                  <a:lnTo>
                    <a:pt x="7212" y="169"/>
                  </a:lnTo>
                  <a:lnTo>
                    <a:pt x="7263" y="169"/>
                  </a:lnTo>
                  <a:lnTo>
                    <a:pt x="7330" y="152"/>
                  </a:lnTo>
                  <a:lnTo>
                    <a:pt x="7364" y="118"/>
                  </a:lnTo>
                  <a:lnTo>
                    <a:pt x="7397" y="85"/>
                  </a:lnTo>
                  <a:lnTo>
                    <a:pt x="7448" y="1"/>
                  </a:lnTo>
                  <a:lnTo>
                    <a:pt x="7380" y="51"/>
                  </a:lnTo>
                  <a:lnTo>
                    <a:pt x="7313" y="102"/>
                  </a:lnTo>
                  <a:lnTo>
                    <a:pt x="7229" y="102"/>
                  </a:lnTo>
                  <a:lnTo>
                    <a:pt x="7179" y="68"/>
                  </a:lnTo>
                  <a:lnTo>
                    <a:pt x="7128" y="34"/>
                  </a:lnTo>
                  <a:lnTo>
                    <a:pt x="7078" y="1"/>
                  </a:lnTo>
                  <a:close/>
                  <a:moveTo>
                    <a:pt x="5817" y="942"/>
                  </a:moveTo>
                  <a:lnTo>
                    <a:pt x="5767" y="959"/>
                  </a:lnTo>
                  <a:lnTo>
                    <a:pt x="5666" y="976"/>
                  </a:lnTo>
                  <a:lnTo>
                    <a:pt x="5767" y="993"/>
                  </a:lnTo>
                  <a:lnTo>
                    <a:pt x="5834" y="1009"/>
                  </a:lnTo>
                  <a:lnTo>
                    <a:pt x="5884" y="1060"/>
                  </a:lnTo>
                  <a:lnTo>
                    <a:pt x="5901" y="1127"/>
                  </a:lnTo>
                  <a:lnTo>
                    <a:pt x="5918" y="1178"/>
                  </a:lnTo>
                  <a:lnTo>
                    <a:pt x="5935" y="1228"/>
                  </a:lnTo>
                  <a:lnTo>
                    <a:pt x="5968" y="1262"/>
                  </a:lnTo>
                  <a:lnTo>
                    <a:pt x="6019" y="1295"/>
                  </a:lnTo>
                  <a:lnTo>
                    <a:pt x="6069" y="1312"/>
                  </a:lnTo>
                  <a:lnTo>
                    <a:pt x="6120" y="1312"/>
                  </a:lnTo>
                  <a:lnTo>
                    <a:pt x="6220" y="1295"/>
                  </a:lnTo>
                  <a:lnTo>
                    <a:pt x="6120" y="1278"/>
                  </a:lnTo>
                  <a:lnTo>
                    <a:pt x="6052" y="1245"/>
                  </a:lnTo>
                  <a:lnTo>
                    <a:pt x="6002" y="1194"/>
                  </a:lnTo>
                  <a:lnTo>
                    <a:pt x="5985" y="1127"/>
                  </a:lnTo>
                  <a:lnTo>
                    <a:pt x="5968" y="1077"/>
                  </a:lnTo>
                  <a:lnTo>
                    <a:pt x="5951" y="1026"/>
                  </a:lnTo>
                  <a:lnTo>
                    <a:pt x="5918" y="976"/>
                  </a:lnTo>
                  <a:lnTo>
                    <a:pt x="5867" y="959"/>
                  </a:lnTo>
                  <a:lnTo>
                    <a:pt x="5817" y="942"/>
                  </a:lnTo>
                  <a:close/>
                  <a:moveTo>
                    <a:pt x="6792" y="1934"/>
                  </a:moveTo>
                  <a:lnTo>
                    <a:pt x="6775" y="2035"/>
                  </a:lnTo>
                  <a:lnTo>
                    <a:pt x="6792" y="2035"/>
                  </a:lnTo>
                  <a:lnTo>
                    <a:pt x="6758" y="2119"/>
                  </a:lnTo>
                  <a:lnTo>
                    <a:pt x="6708" y="2169"/>
                  </a:lnTo>
                  <a:lnTo>
                    <a:pt x="6641" y="2186"/>
                  </a:lnTo>
                  <a:lnTo>
                    <a:pt x="6590" y="2186"/>
                  </a:lnTo>
                  <a:lnTo>
                    <a:pt x="6540" y="2220"/>
                  </a:lnTo>
                  <a:lnTo>
                    <a:pt x="6506" y="2254"/>
                  </a:lnTo>
                  <a:lnTo>
                    <a:pt x="6473" y="2304"/>
                  </a:lnTo>
                  <a:lnTo>
                    <a:pt x="6456" y="2354"/>
                  </a:lnTo>
                  <a:lnTo>
                    <a:pt x="6456" y="2405"/>
                  </a:lnTo>
                  <a:lnTo>
                    <a:pt x="6473" y="2489"/>
                  </a:lnTo>
                  <a:lnTo>
                    <a:pt x="6506" y="2405"/>
                  </a:lnTo>
                  <a:lnTo>
                    <a:pt x="6523" y="2321"/>
                  </a:lnTo>
                  <a:lnTo>
                    <a:pt x="6573" y="2270"/>
                  </a:lnTo>
                  <a:lnTo>
                    <a:pt x="6641" y="2254"/>
                  </a:lnTo>
                  <a:lnTo>
                    <a:pt x="6708" y="2254"/>
                  </a:lnTo>
                  <a:lnTo>
                    <a:pt x="6742" y="2220"/>
                  </a:lnTo>
                  <a:lnTo>
                    <a:pt x="6792" y="2186"/>
                  </a:lnTo>
                  <a:lnTo>
                    <a:pt x="6809" y="2136"/>
                  </a:lnTo>
                  <a:lnTo>
                    <a:pt x="6826" y="2085"/>
                  </a:lnTo>
                  <a:lnTo>
                    <a:pt x="6809" y="2035"/>
                  </a:lnTo>
                  <a:lnTo>
                    <a:pt x="6792" y="1934"/>
                  </a:lnTo>
                  <a:close/>
                  <a:moveTo>
                    <a:pt x="8103" y="2354"/>
                  </a:moveTo>
                  <a:lnTo>
                    <a:pt x="8053" y="2388"/>
                  </a:lnTo>
                  <a:lnTo>
                    <a:pt x="8019" y="2422"/>
                  </a:lnTo>
                  <a:lnTo>
                    <a:pt x="7969" y="2489"/>
                  </a:lnTo>
                  <a:lnTo>
                    <a:pt x="7969" y="2489"/>
                  </a:lnTo>
                  <a:lnTo>
                    <a:pt x="8036" y="2438"/>
                  </a:lnTo>
                  <a:lnTo>
                    <a:pt x="8103" y="2422"/>
                  </a:lnTo>
                  <a:lnTo>
                    <a:pt x="8103" y="2354"/>
                  </a:lnTo>
                  <a:close/>
                  <a:moveTo>
                    <a:pt x="6473" y="2489"/>
                  </a:moveTo>
                  <a:lnTo>
                    <a:pt x="6473" y="2489"/>
                  </a:lnTo>
                  <a:lnTo>
                    <a:pt x="6473" y="2489"/>
                  </a:lnTo>
                  <a:close/>
                  <a:moveTo>
                    <a:pt x="5346" y="3464"/>
                  </a:moveTo>
                  <a:lnTo>
                    <a:pt x="5245" y="3498"/>
                  </a:lnTo>
                  <a:lnTo>
                    <a:pt x="5346" y="3498"/>
                  </a:lnTo>
                  <a:lnTo>
                    <a:pt x="5414" y="3531"/>
                  </a:lnTo>
                  <a:lnTo>
                    <a:pt x="5464" y="3582"/>
                  </a:lnTo>
                  <a:lnTo>
                    <a:pt x="5481" y="3649"/>
                  </a:lnTo>
                  <a:lnTo>
                    <a:pt x="5498" y="3699"/>
                  </a:lnTo>
                  <a:lnTo>
                    <a:pt x="5514" y="3750"/>
                  </a:lnTo>
                  <a:lnTo>
                    <a:pt x="5548" y="3783"/>
                  </a:lnTo>
                  <a:lnTo>
                    <a:pt x="5598" y="3817"/>
                  </a:lnTo>
                  <a:lnTo>
                    <a:pt x="5649" y="3834"/>
                  </a:lnTo>
                  <a:lnTo>
                    <a:pt x="5699" y="3834"/>
                  </a:lnTo>
                  <a:lnTo>
                    <a:pt x="5800" y="3800"/>
                  </a:lnTo>
                  <a:lnTo>
                    <a:pt x="5699" y="3783"/>
                  </a:lnTo>
                  <a:lnTo>
                    <a:pt x="5632" y="3767"/>
                  </a:lnTo>
                  <a:lnTo>
                    <a:pt x="5582" y="3716"/>
                  </a:lnTo>
                  <a:lnTo>
                    <a:pt x="5565" y="3649"/>
                  </a:lnTo>
                  <a:lnTo>
                    <a:pt x="5548" y="3582"/>
                  </a:lnTo>
                  <a:lnTo>
                    <a:pt x="5531" y="3531"/>
                  </a:lnTo>
                  <a:lnTo>
                    <a:pt x="5498" y="3498"/>
                  </a:lnTo>
                  <a:lnTo>
                    <a:pt x="5447" y="3464"/>
                  </a:lnTo>
                  <a:close/>
                  <a:moveTo>
                    <a:pt x="8002" y="3867"/>
                  </a:moveTo>
                  <a:lnTo>
                    <a:pt x="7969" y="3884"/>
                  </a:lnTo>
                  <a:lnTo>
                    <a:pt x="7868" y="3884"/>
                  </a:lnTo>
                  <a:lnTo>
                    <a:pt x="7817" y="3918"/>
                  </a:lnTo>
                  <a:lnTo>
                    <a:pt x="7784" y="3951"/>
                  </a:lnTo>
                  <a:lnTo>
                    <a:pt x="7750" y="4002"/>
                  </a:lnTo>
                  <a:lnTo>
                    <a:pt x="7733" y="4052"/>
                  </a:lnTo>
                  <a:lnTo>
                    <a:pt x="7750" y="4103"/>
                  </a:lnTo>
                  <a:lnTo>
                    <a:pt x="7750" y="4136"/>
                  </a:lnTo>
                  <a:lnTo>
                    <a:pt x="7767" y="4187"/>
                  </a:lnTo>
                  <a:lnTo>
                    <a:pt x="7784" y="4103"/>
                  </a:lnTo>
                  <a:lnTo>
                    <a:pt x="7817" y="4019"/>
                  </a:lnTo>
                  <a:lnTo>
                    <a:pt x="7868" y="3968"/>
                  </a:lnTo>
                  <a:lnTo>
                    <a:pt x="7935" y="3951"/>
                  </a:lnTo>
                  <a:lnTo>
                    <a:pt x="7986" y="3951"/>
                  </a:lnTo>
                  <a:lnTo>
                    <a:pt x="8002" y="3867"/>
                  </a:lnTo>
                  <a:close/>
                  <a:moveTo>
                    <a:pt x="4069" y="4691"/>
                  </a:moveTo>
                  <a:lnTo>
                    <a:pt x="4018" y="4708"/>
                  </a:lnTo>
                  <a:lnTo>
                    <a:pt x="3968" y="4725"/>
                  </a:lnTo>
                  <a:lnTo>
                    <a:pt x="3934" y="4775"/>
                  </a:lnTo>
                  <a:lnTo>
                    <a:pt x="3884" y="4842"/>
                  </a:lnTo>
                  <a:lnTo>
                    <a:pt x="3884" y="4842"/>
                  </a:lnTo>
                  <a:lnTo>
                    <a:pt x="3968" y="4792"/>
                  </a:lnTo>
                  <a:lnTo>
                    <a:pt x="4001" y="4775"/>
                  </a:lnTo>
                  <a:lnTo>
                    <a:pt x="4035" y="4758"/>
                  </a:lnTo>
                  <a:lnTo>
                    <a:pt x="4102" y="4758"/>
                  </a:lnTo>
                  <a:lnTo>
                    <a:pt x="4169" y="4792"/>
                  </a:lnTo>
                  <a:lnTo>
                    <a:pt x="4203" y="4826"/>
                  </a:lnTo>
                  <a:lnTo>
                    <a:pt x="4254" y="4842"/>
                  </a:lnTo>
                  <a:lnTo>
                    <a:pt x="4371" y="4842"/>
                  </a:lnTo>
                  <a:lnTo>
                    <a:pt x="4405" y="4809"/>
                  </a:lnTo>
                  <a:lnTo>
                    <a:pt x="4438" y="4775"/>
                  </a:lnTo>
                  <a:lnTo>
                    <a:pt x="4489" y="4691"/>
                  </a:lnTo>
                  <a:lnTo>
                    <a:pt x="4422" y="4742"/>
                  </a:lnTo>
                  <a:lnTo>
                    <a:pt x="4354" y="4775"/>
                  </a:lnTo>
                  <a:lnTo>
                    <a:pt x="4270" y="4775"/>
                  </a:lnTo>
                  <a:lnTo>
                    <a:pt x="4220" y="4742"/>
                  </a:lnTo>
                  <a:lnTo>
                    <a:pt x="4169" y="4708"/>
                  </a:lnTo>
                  <a:lnTo>
                    <a:pt x="4119" y="4691"/>
                  </a:lnTo>
                  <a:close/>
                  <a:moveTo>
                    <a:pt x="6355" y="4910"/>
                  </a:moveTo>
                  <a:lnTo>
                    <a:pt x="6304" y="4926"/>
                  </a:lnTo>
                  <a:lnTo>
                    <a:pt x="6254" y="4943"/>
                  </a:lnTo>
                  <a:lnTo>
                    <a:pt x="6220" y="4994"/>
                  </a:lnTo>
                  <a:lnTo>
                    <a:pt x="6170" y="5061"/>
                  </a:lnTo>
                  <a:lnTo>
                    <a:pt x="6254" y="5011"/>
                  </a:lnTo>
                  <a:lnTo>
                    <a:pt x="6321" y="4977"/>
                  </a:lnTo>
                  <a:lnTo>
                    <a:pt x="6389" y="4977"/>
                  </a:lnTo>
                  <a:lnTo>
                    <a:pt x="6456" y="5011"/>
                  </a:lnTo>
                  <a:lnTo>
                    <a:pt x="6489" y="5044"/>
                  </a:lnTo>
                  <a:lnTo>
                    <a:pt x="6540" y="5061"/>
                  </a:lnTo>
                  <a:lnTo>
                    <a:pt x="6607" y="5061"/>
                  </a:lnTo>
                  <a:lnTo>
                    <a:pt x="6658" y="5044"/>
                  </a:lnTo>
                  <a:lnTo>
                    <a:pt x="6691" y="5027"/>
                  </a:lnTo>
                  <a:lnTo>
                    <a:pt x="6725" y="4994"/>
                  </a:lnTo>
                  <a:lnTo>
                    <a:pt x="6775" y="4910"/>
                  </a:lnTo>
                  <a:lnTo>
                    <a:pt x="6708" y="4960"/>
                  </a:lnTo>
                  <a:lnTo>
                    <a:pt x="6641" y="4994"/>
                  </a:lnTo>
                  <a:lnTo>
                    <a:pt x="6557" y="4994"/>
                  </a:lnTo>
                  <a:lnTo>
                    <a:pt x="6506" y="4960"/>
                  </a:lnTo>
                  <a:lnTo>
                    <a:pt x="6456" y="4926"/>
                  </a:lnTo>
                  <a:lnTo>
                    <a:pt x="6405" y="4910"/>
                  </a:lnTo>
                  <a:close/>
                  <a:moveTo>
                    <a:pt x="7633" y="5851"/>
                  </a:moveTo>
                  <a:lnTo>
                    <a:pt x="7582" y="5868"/>
                  </a:lnTo>
                  <a:lnTo>
                    <a:pt x="7498" y="5885"/>
                  </a:lnTo>
                  <a:lnTo>
                    <a:pt x="7582" y="5902"/>
                  </a:lnTo>
                  <a:lnTo>
                    <a:pt x="7649" y="5918"/>
                  </a:lnTo>
                  <a:lnTo>
                    <a:pt x="7683" y="5952"/>
                  </a:lnTo>
                  <a:lnTo>
                    <a:pt x="7700" y="5885"/>
                  </a:lnTo>
                  <a:lnTo>
                    <a:pt x="7683" y="5868"/>
                  </a:lnTo>
                  <a:lnTo>
                    <a:pt x="7633" y="5851"/>
                  </a:lnTo>
                  <a:close/>
                  <a:moveTo>
                    <a:pt x="5195" y="5649"/>
                  </a:moveTo>
                  <a:lnTo>
                    <a:pt x="5178" y="5750"/>
                  </a:lnTo>
                  <a:lnTo>
                    <a:pt x="5161" y="5817"/>
                  </a:lnTo>
                  <a:lnTo>
                    <a:pt x="5111" y="5868"/>
                  </a:lnTo>
                  <a:lnTo>
                    <a:pt x="5027" y="5885"/>
                  </a:lnTo>
                  <a:lnTo>
                    <a:pt x="4976" y="5902"/>
                  </a:lnTo>
                  <a:lnTo>
                    <a:pt x="4926" y="5918"/>
                  </a:lnTo>
                  <a:lnTo>
                    <a:pt x="4892" y="5952"/>
                  </a:lnTo>
                  <a:lnTo>
                    <a:pt x="4859" y="6002"/>
                  </a:lnTo>
                  <a:lnTo>
                    <a:pt x="4859" y="6053"/>
                  </a:lnTo>
                  <a:lnTo>
                    <a:pt x="4859" y="6103"/>
                  </a:lnTo>
                  <a:lnTo>
                    <a:pt x="4859" y="6154"/>
                  </a:lnTo>
                  <a:lnTo>
                    <a:pt x="4876" y="6204"/>
                  </a:lnTo>
                  <a:lnTo>
                    <a:pt x="4892" y="6103"/>
                  </a:lnTo>
                  <a:lnTo>
                    <a:pt x="4909" y="6070"/>
                  </a:lnTo>
                  <a:lnTo>
                    <a:pt x="4926" y="6036"/>
                  </a:lnTo>
                  <a:lnTo>
                    <a:pt x="4976" y="5986"/>
                  </a:lnTo>
                  <a:lnTo>
                    <a:pt x="5044" y="5969"/>
                  </a:lnTo>
                  <a:lnTo>
                    <a:pt x="5094" y="5952"/>
                  </a:lnTo>
                  <a:lnTo>
                    <a:pt x="5145" y="5935"/>
                  </a:lnTo>
                  <a:lnTo>
                    <a:pt x="5195" y="5902"/>
                  </a:lnTo>
                  <a:lnTo>
                    <a:pt x="5212" y="5851"/>
                  </a:lnTo>
                  <a:lnTo>
                    <a:pt x="5229" y="5801"/>
                  </a:lnTo>
                  <a:lnTo>
                    <a:pt x="5212" y="5750"/>
                  </a:lnTo>
                  <a:lnTo>
                    <a:pt x="5212" y="5700"/>
                  </a:lnTo>
                  <a:lnTo>
                    <a:pt x="5195" y="5649"/>
                  </a:lnTo>
                  <a:close/>
                  <a:moveTo>
                    <a:pt x="2388" y="5952"/>
                  </a:moveTo>
                  <a:lnTo>
                    <a:pt x="2337" y="5969"/>
                  </a:lnTo>
                  <a:lnTo>
                    <a:pt x="2287" y="5986"/>
                  </a:lnTo>
                  <a:lnTo>
                    <a:pt x="2388" y="5986"/>
                  </a:lnTo>
                  <a:lnTo>
                    <a:pt x="2455" y="6019"/>
                  </a:lnTo>
                  <a:lnTo>
                    <a:pt x="2505" y="6070"/>
                  </a:lnTo>
                  <a:lnTo>
                    <a:pt x="2522" y="6137"/>
                  </a:lnTo>
                  <a:lnTo>
                    <a:pt x="2539" y="6187"/>
                  </a:lnTo>
                  <a:lnTo>
                    <a:pt x="2556" y="6238"/>
                  </a:lnTo>
                  <a:lnTo>
                    <a:pt x="2589" y="6271"/>
                  </a:lnTo>
                  <a:lnTo>
                    <a:pt x="2640" y="6305"/>
                  </a:lnTo>
                  <a:lnTo>
                    <a:pt x="2690" y="6322"/>
                  </a:lnTo>
                  <a:lnTo>
                    <a:pt x="2741" y="6305"/>
                  </a:lnTo>
                  <a:lnTo>
                    <a:pt x="2825" y="6288"/>
                  </a:lnTo>
                  <a:lnTo>
                    <a:pt x="2741" y="6271"/>
                  </a:lnTo>
                  <a:lnTo>
                    <a:pt x="2657" y="6255"/>
                  </a:lnTo>
                  <a:lnTo>
                    <a:pt x="2623" y="6204"/>
                  </a:lnTo>
                  <a:lnTo>
                    <a:pt x="2606" y="6137"/>
                  </a:lnTo>
                  <a:lnTo>
                    <a:pt x="2589" y="6070"/>
                  </a:lnTo>
                  <a:lnTo>
                    <a:pt x="2572" y="6019"/>
                  </a:lnTo>
                  <a:lnTo>
                    <a:pt x="2522" y="5986"/>
                  </a:lnTo>
                  <a:lnTo>
                    <a:pt x="2472" y="5952"/>
                  </a:lnTo>
                  <a:close/>
                  <a:moveTo>
                    <a:pt x="185" y="6322"/>
                  </a:moveTo>
                  <a:lnTo>
                    <a:pt x="135" y="6339"/>
                  </a:lnTo>
                  <a:lnTo>
                    <a:pt x="84" y="6355"/>
                  </a:lnTo>
                  <a:lnTo>
                    <a:pt x="51" y="6406"/>
                  </a:lnTo>
                  <a:lnTo>
                    <a:pt x="0" y="6473"/>
                  </a:lnTo>
                  <a:lnTo>
                    <a:pt x="84" y="6423"/>
                  </a:lnTo>
                  <a:lnTo>
                    <a:pt x="152" y="6389"/>
                  </a:lnTo>
                  <a:lnTo>
                    <a:pt x="219" y="6389"/>
                  </a:lnTo>
                  <a:lnTo>
                    <a:pt x="286" y="6423"/>
                  </a:lnTo>
                  <a:lnTo>
                    <a:pt x="320" y="6456"/>
                  </a:lnTo>
                  <a:lnTo>
                    <a:pt x="370" y="6473"/>
                  </a:lnTo>
                  <a:lnTo>
                    <a:pt x="488" y="6473"/>
                  </a:lnTo>
                  <a:lnTo>
                    <a:pt x="522" y="6439"/>
                  </a:lnTo>
                  <a:lnTo>
                    <a:pt x="555" y="6406"/>
                  </a:lnTo>
                  <a:lnTo>
                    <a:pt x="606" y="6322"/>
                  </a:lnTo>
                  <a:lnTo>
                    <a:pt x="538" y="6372"/>
                  </a:lnTo>
                  <a:lnTo>
                    <a:pt x="471" y="6406"/>
                  </a:lnTo>
                  <a:lnTo>
                    <a:pt x="387" y="6406"/>
                  </a:lnTo>
                  <a:lnTo>
                    <a:pt x="337" y="6372"/>
                  </a:lnTo>
                  <a:lnTo>
                    <a:pt x="286" y="6339"/>
                  </a:lnTo>
                  <a:lnTo>
                    <a:pt x="236" y="6322"/>
                  </a:lnTo>
                  <a:close/>
                  <a:moveTo>
                    <a:pt x="6641" y="6725"/>
                  </a:moveTo>
                  <a:lnTo>
                    <a:pt x="6624" y="6826"/>
                  </a:lnTo>
                  <a:lnTo>
                    <a:pt x="6607" y="6893"/>
                  </a:lnTo>
                  <a:lnTo>
                    <a:pt x="6557" y="6944"/>
                  </a:lnTo>
                  <a:lnTo>
                    <a:pt x="6489" y="6961"/>
                  </a:lnTo>
                  <a:lnTo>
                    <a:pt x="6422" y="6977"/>
                  </a:lnTo>
                  <a:lnTo>
                    <a:pt x="6372" y="6994"/>
                  </a:lnTo>
                  <a:lnTo>
                    <a:pt x="6338" y="7028"/>
                  </a:lnTo>
                  <a:lnTo>
                    <a:pt x="6304" y="7078"/>
                  </a:lnTo>
                  <a:lnTo>
                    <a:pt x="6304" y="7129"/>
                  </a:lnTo>
                  <a:lnTo>
                    <a:pt x="6304" y="7179"/>
                  </a:lnTo>
                  <a:lnTo>
                    <a:pt x="6321" y="7280"/>
                  </a:lnTo>
                  <a:lnTo>
                    <a:pt x="6338" y="7179"/>
                  </a:lnTo>
                  <a:lnTo>
                    <a:pt x="6355" y="7112"/>
                  </a:lnTo>
                  <a:lnTo>
                    <a:pt x="6422" y="7061"/>
                  </a:lnTo>
                  <a:lnTo>
                    <a:pt x="6489" y="7045"/>
                  </a:lnTo>
                  <a:lnTo>
                    <a:pt x="6540" y="7028"/>
                  </a:lnTo>
                  <a:lnTo>
                    <a:pt x="6590" y="7011"/>
                  </a:lnTo>
                  <a:lnTo>
                    <a:pt x="6624" y="6977"/>
                  </a:lnTo>
                  <a:lnTo>
                    <a:pt x="6658" y="6927"/>
                  </a:lnTo>
                  <a:lnTo>
                    <a:pt x="6658" y="6877"/>
                  </a:lnTo>
                  <a:lnTo>
                    <a:pt x="6658" y="6826"/>
                  </a:lnTo>
                  <a:lnTo>
                    <a:pt x="6641" y="6725"/>
                  </a:lnTo>
                  <a:close/>
                  <a:moveTo>
                    <a:pt x="3329" y="7213"/>
                  </a:moveTo>
                  <a:lnTo>
                    <a:pt x="3295" y="7246"/>
                  </a:lnTo>
                  <a:lnTo>
                    <a:pt x="3262" y="7280"/>
                  </a:lnTo>
                  <a:lnTo>
                    <a:pt x="3194" y="7364"/>
                  </a:lnTo>
                  <a:lnTo>
                    <a:pt x="3279" y="7314"/>
                  </a:lnTo>
                  <a:lnTo>
                    <a:pt x="3346" y="7280"/>
                  </a:lnTo>
                  <a:lnTo>
                    <a:pt x="3413" y="7280"/>
                  </a:lnTo>
                  <a:lnTo>
                    <a:pt x="3480" y="7314"/>
                  </a:lnTo>
                  <a:lnTo>
                    <a:pt x="3531" y="7347"/>
                  </a:lnTo>
                  <a:lnTo>
                    <a:pt x="3581" y="7364"/>
                  </a:lnTo>
                  <a:lnTo>
                    <a:pt x="3632" y="7364"/>
                  </a:lnTo>
                  <a:lnTo>
                    <a:pt x="3682" y="7347"/>
                  </a:lnTo>
                  <a:lnTo>
                    <a:pt x="3732" y="7330"/>
                  </a:lnTo>
                  <a:lnTo>
                    <a:pt x="3766" y="7280"/>
                  </a:lnTo>
                  <a:lnTo>
                    <a:pt x="3816" y="7213"/>
                  </a:lnTo>
                  <a:lnTo>
                    <a:pt x="3732" y="7263"/>
                  </a:lnTo>
                  <a:lnTo>
                    <a:pt x="3665" y="7297"/>
                  </a:lnTo>
                  <a:lnTo>
                    <a:pt x="3598" y="7297"/>
                  </a:lnTo>
                  <a:lnTo>
                    <a:pt x="3531" y="7246"/>
                  </a:lnTo>
                  <a:lnTo>
                    <a:pt x="3480" y="7230"/>
                  </a:lnTo>
                  <a:lnTo>
                    <a:pt x="3430" y="7213"/>
                  </a:lnTo>
                  <a:close/>
                  <a:moveTo>
                    <a:pt x="1480" y="7213"/>
                  </a:moveTo>
                  <a:lnTo>
                    <a:pt x="1463" y="7297"/>
                  </a:lnTo>
                  <a:lnTo>
                    <a:pt x="1480" y="7297"/>
                  </a:lnTo>
                  <a:lnTo>
                    <a:pt x="1446" y="7381"/>
                  </a:lnTo>
                  <a:lnTo>
                    <a:pt x="1396" y="7431"/>
                  </a:lnTo>
                  <a:lnTo>
                    <a:pt x="1328" y="7448"/>
                  </a:lnTo>
                  <a:lnTo>
                    <a:pt x="1278" y="7448"/>
                  </a:lnTo>
                  <a:lnTo>
                    <a:pt x="1228" y="7482"/>
                  </a:lnTo>
                  <a:lnTo>
                    <a:pt x="1194" y="7515"/>
                  </a:lnTo>
                  <a:lnTo>
                    <a:pt x="1160" y="7549"/>
                  </a:lnTo>
                  <a:lnTo>
                    <a:pt x="1144" y="7599"/>
                  </a:lnTo>
                  <a:lnTo>
                    <a:pt x="1144" y="7667"/>
                  </a:lnTo>
                  <a:lnTo>
                    <a:pt x="1160" y="7751"/>
                  </a:lnTo>
                  <a:lnTo>
                    <a:pt x="1177" y="7667"/>
                  </a:lnTo>
                  <a:lnTo>
                    <a:pt x="1194" y="7616"/>
                  </a:lnTo>
                  <a:lnTo>
                    <a:pt x="1211" y="7583"/>
                  </a:lnTo>
                  <a:lnTo>
                    <a:pt x="1261" y="7532"/>
                  </a:lnTo>
                  <a:lnTo>
                    <a:pt x="1328" y="7515"/>
                  </a:lnTo>
                  <a:lnTo>
                    <a:pt x="1379" y="7515"/>
                  </a:lnTo>
                  <a:lnTo>
                    <a:pt x="1429" y="7482"/>
                  </a:lnTo>
                  <a:lnTo>
                    <a:pt x="1480" y="7448"/>
                  </a:lnTo>
                  <a:lnTo>
                    <a:pt x="1497" y="7398"/>
                  </a:lnTo>
                  <a:lnTo>
                    <a:pt x="1513" y="7347"/>
                  </a:lnTo>
                  <a:lnTo>
                    <a:pt x="1497" y="7297"/>
                  </a:lnTo>
                  <a:lnTo>
                    <a:pt x="1480" y="7213"/>
                  </a:lnTo>
                  <a:close/>
                  <a:moveTo>
                    <a:pt x="5027" y="7818"/>
                  </a:moveTo>
                  <a:lnTo>
                    <a:pt x="4976" y="7835"/>
                  </a:lnTo>
                  <a:lnTo>
                    <a:pt x="5077" y="7868"/>
                  </a:lnTo>
                  <a:lnTo>
                    <a:pt x="5145" y="7885"/>
                  </a:lnTo>
                  <a:lnTo>
                    <a:pt x="5195" y="7936"/>
                  </a:lnTo>
                  <a:lnTo>
                    <a:pt x="5212" y="8003"/>
                  </a:lnTo>
                  <a:lnTo>
                    <a:pt x="5229" y="8053"/>
                  </a:lnTo>
                  <a:lnTo>
                    <a:pt x="5245" y="8104"/>
                  </a:lnTo>
                  <a:lnTo>
                    <a:pt x="5279" y="8154"/>
                  </a:lnTo>
                  <a:lnTo>
                    <a:pt x="5329" y="8171"/>
                  </a:lnTo>
                  <a:lnTo>
                    <a:pt x="5380" y="8188"/>
                  </a:lnTo>
                  <a:lnTo>
                    <a:pt x="5430" y="8171"/>
                  </a:lnTo>
                  <a:lnTo>
                    <a:pt x="5481" y="8171"/>
                  </a:lnTo>
                  <a:lnTo>
                    <a:pt x="5531" y="8154"/>
                  </a:lnTo>
                  <a:lnTo>
                    <a:pt x="5430" y="8137"/>
                  </a:lnTo>
                  <a:lnTo>
                    <a:pt x="5363" y="8121"/>
                  </a:lnTo>
                  <a:lnTo>
                    <a:pt x="5313" y="8053"/>
                  </a:lnTo>
                  <a:lnTo>
                    <a:pt x="5296" y="7986"/>
                  </a:lnTo>
                  <a:lnTo>
                    <a:pt x="5279" y="7936"/>
                  </a:lnTo>
                  <a:lnTo>
                    <a:pt x="5262" y="7885"/>
                  </a:lnTo>
                  <a:lnTo>
                    <a:pt x="5212" y="7852"/>
                  </a:lnTo>
                  <a:lnTo>
                    <a:pt x="5178" y="7818"/>
                  </a:lnTo>
                  <a:close/>
                  <a:moveTo>
                    <a:pt x="2455" y="8490"/>
                  </a:moveTo>
                  <a:lnTo>
                    <a:pt x="2438" y="8591"/>
                  </a:lnTo>
                  <a:lnTo>
                    <a:pt x="2404" y="8659"/>
                  </a:lnTo>
                  <a:lnTo>
                    <a:pt x="2354" y="8709"/>
                  </a:lnTo>
                  <a:lnTo>
                    <a:pt x="2287" y="8726"/>
                  </a:lnTo>
                  <a:lnTo>
                    <a:pt x="2236" y="8743"/>
                  </a:lnTo>
                  <a:lnTo>
                    <a:pt x="2186" y="8759"/>
                  </a:lnTo>
                  <a:lnTo>
                    <a:pt x="2152" y="8793"/>
                  </a:lnTo>
                  <a:lnTo>
                    <a:pt x="2119" y="8843"/>
                  </a:lnTo>
                  <a:lnTo>
                    <a:pt x="2102" y="8894"/>
                  </a:lnTo>
                  <a:lnTo>
                    <a:pt x="2102" y="8944"/>
                  </a:lnTo>
                  <a:lnTo>
                    <a:pt x="2119" y="9028"/>
                  </a:lnTo>
                  <a:lnTo>
                    <a:pt x="2135" y="8944"/>
                  </a:lnTo>
                  <a:lnTo>
                    <a:pt x="2169" y="8877"/>
                  </a:lnTo>
                  <a:lnTo>
                    <a:pt x="2219" y="8827"/>
                  </a:lnTo>
                  <a:lnTo>
                    <a:pt x="2287" y="8810"/>
                  </a:lnTo>
                  <a:lnTo>
                    <a:pt x="2354" y="8793"/>
                  </a:lnTo>
                  <a:lnTo>
                    <a:pt x="2421" y="8759"/>
                  </a:lnTo>
                  <a:lnTo>
                    <a:pt x="2455" y="8692"/>
                  </a:lnTo>
                  <a:lnTo>
                    <a:pt x="2472" y="8625"/>
                  </a:lnTo>
                  <a:lnTo>
                    <a:pt x="2472" y="8591"/>
                  </a:lnTo>
                  <a:lnTo>
                    <a:pt x="2455" y="8490"/>
                  </a:lnTo>
                  <a:close/>
                  <a:moveTo>
                    <a:pt x="3816" y="9163"/>
                  </a:moveTo>
                  <a:lnTo>
                    <a:pt x="3783" y="9180"/>
                  </a:lnTo>
                  <a:lnTo>
                    <a:pt x="3867" y="9196"/>
                  </a:lnTo>
                  <a:lnTo>
                    <a:pt x="3951" y="9230"/>
                  </a:lnTo>
                  <a:lnTo>
                    <a:pt x="3985" y="9281"/>
                  </a:lnTo>
                  <a:lnTo>
                    <a:pt x="4018" y="9348"/>
                  </a:lnTo>
                  <a:lnTo>
                    <a:pt x="4018" y="9398"/>
                  </a:lnTo>
                  <a:lnTo>
                    <a:pt x="4052" y="9449"/>
                  </a:lnTo>
                  <a:lnTo>
                    <a:pt x="4085" y="9482"/>
                  </a:lnTo>
                  <a:lnTo>
                    <a:pt x="4119" y="9516"/>
                  </a:lnTo>
                  <a:lnTo>
                    <a:pt x="4220" y="9516"/>
                  </a:lnTo>
                  <a:lnTo>
                    <a:pt x="4321" y="9499"/>
                  </a:lnTo>
                  <a:lnTo>
                    <a:pt x="4220" y="9482"/>
                  </a:lnTo>
                  <a:lnTo>
                    <a:pt x="4153" y="9449"/>
                  </a:lnTo>
                  <a:lnTo>
                    <a:pt x="4102" y="9398"/>
                  </a:lnTo>
                  <a:lnTo>
                    <a:pt x="4085" y="9331"/>
                  </a:lnTo>
                  <a:lnTo>
                    <a:pt x="4085" y="9281"/>
                  </a:lnTo>
                  <a:lnTo>
                    <a:pt x="4052" y="9230"/>
                  </a:lnTo>
                  <a:lnTo>
                    <a:pt x="4018" y="9196"/>
                  </a:lnTo>
                  <a:lnTo>
                    <a:pt x="3968" y="9163"/>
                  </a:lnTo>
                  <a:close/>
                  <a:moveTo>
                    <a:pt x="1093" y="9701"/>
                  </a:moveTo>
                  <a:lnTo>
                    <a:pt x="1043" y="9718"/>
                  </a:lnTo>
                  <a:lnTo>
                    <a:pt x="1009" y="9734"/>
                  </a:lnTo>
                  <a:lnTo>
                    <a:pt x="975" y="9785"/>
                  </a:lnTo>
                  <a:lnTo>
                    <a:pt x="925" y="9852"/>
                  </a:lnTo>
                  <a:lnTo>
                    <a:pt x="992" y="9802"/>
                  </a:lnTo>
                  <a:lnTo>
                    <a:pt x="1059" y="9768"/>
                  </a:lnTo>
                  <a:lnTo>
                    <a:pt x="1127" y="9768"/>
                  </a:lnTo>
                  <a:lnTo>
                    <a:pt x="1194" y="9802"/>
                  </a:lnTo>
                  <a:lnTo>
                    <a:pt x="1261" y="9852"/>
                  </a:lnTo>
                  <a:lnTo>
                    <a:pt x="1396" y="9852"/>
                  </a:lnTo>
                  <a:lnTo>
                    <a:pt x="1446" y="9802"/>
                  </a:lnTo>
                  <a:lnTo>
                    <a:pt x="1480" y="9785"/>
                  </a:lnTo>
                  <a:lnTo>
                    <a:pt x="1530" y="9701"/>
                  </a:lnTo>
                  <a:lnTo>
                    <a:pt x="1446" y="9751"/>
                  </a:lnTo>
                  <a:lnTo>
                    <a:pt x="1379" y="9785"/>
                  </a:lnTo>
                  <a:lnTo>
                    <a:pt x="1312" y="9785"/>
                  </a:lnTo>
                  <a:lnTo>
                    <a:pt x="1244" y="9751"/>
                  </a:lnTo>
                  <a:lnTo>
                    <a:pt x="1211" y="9718"/>
                  </a:lnTo>
                  <a:lnTo>
                    <a:pt x="1160" y="97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7" name="Google Shape;5907;p63"/>
            <p:cNvSpPr/>
            <p:nvPr/>
          </p:nvSpPr>
          <p:spPr>
            <a:xfrm>
              <a:off x="4084000" y="1227025"/>
              <a:ext cx="77350" cy="140400"/>
            </a:xfrm>
            <a:custGeom>
              <a:avLst/>
              <a:gdLst/>
              <a:ahLst/>
              <a:cxnLst/>
              <a:rect l="l" t="t" r="r" b="b"/>
              <a:pathLst>
                <a:path w="3094" h="5616" extrusionOk="0">
                  <a:moveTo>
                    <a:pt x="1228" y="0"/>
                  </a:moveTo>
                  <a:lnTo>
                    <a:pt x="1" y="370"/>
                  </a:lnTo>
                  <a:lnTo>
                    <a:pt x="1833" y="5615"/>
                  </a:lnTo>
                  <a:lnTo>
                    <a:pt x="3094" y="5145"/>
                  </a:lnTo>
                  <a:lnTo>
                    <a:pt x="12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8" name="Google Shape;5908;p63"/>
            <p:cNvSpPr/>
            <p:nvPr/>
          </p:nvSpPr>
          <p:spPr>
            <a:xfrm>
              <a:off x="4117625" y="1237950"/>
              <a:ext cx="40800" cy="107200"/>
            </a:xfrm>
            <a:custGeom>
              <a:avLst/>
              <a:gdLst/>
              <a:ahLst/>
              <a:cxnLst/>
              <a:rect l="l" t="t" r="r" b="b"/>
              <a:pathLst>
                <a:path w="1632" h="4288" extrusionOk="0">
                  <a:moveTo>
                    <a:pt x="1" y="1"/>
                  </a:moveTo>
                  <a:lnTo>
                    <a:pt x="1" y="17"/>
                  </a:lnTo>
                  <a:lnTo>
                    <a:pt x="68" y="286"/>
                  </a:lnTo>
                  <a:lnTo>
                    <a:pt x="169" y="538"/>
                  </a:lnTo>
                  <a:lnTo>
                    <a:pt x="354" y="1060"/>
                  </a:lnTo>
                  <a:lnTo>
                    <a:pt x="757" y="2152"/>
                  </a:lnTo>
                  <a:lnTo>
                    <a:pt x="959" y="2690"/>
                  </a:lnTo>
                  <a:lnTo>
                    <a:pt x="1161" y="3211"/>
                  </a:lnTo>
                  <a:lnTo>
                    <a:pt x="1614" y="4271"/>
                  </a:lnTo>
                  <a:lnTo>
                    <a:pt x="1614" y="4287"/>
                  </a:lnTo>
                  <a:lnTo>
                    <a:pt x="1631" y="4271"/>
                  </a:lnTo>
                  <a:lnTo>
                    <a:pt x="1631" y="4254"/>
                  </a:lnTo>
                  <a:lnTo>
                    <a:pt x="1261" y="3178"/>
                  </a:lnTo>
                  <a:lnTo>
                    <a:pt x="1077" y="2640"/>
                  </a:lnTo>
                  <a:lnTo>
                    <a:pt x="875" y="2119"/>
                  </a:lnTo>
                  <a:lnTo>
                    <a:pt x="455" y="1060"/>
                  </a:lnTo>
                  <a:lnTo>
                    <a:pt x="253" y="522"/>
                  </a:lnTo>
                  <a:lnTo>
                    <a:pt x="152" y="270"/>
                  </a:lnTo>
                  <a:lnTo>
                    <a:pt x="34" y="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9" name="Google Shape;5909;p63"/>
            <p:cNvSpPr/>
            <p:nvPr/>
          </p:nvSpPr>
          <p:spPr>
            <a:xfrm>
              <a:off x="4258850" y="1032425"/>
              <a:ext cx="302200" cy="351800"/>
            </a:xfrm>
            <a:custGeom>
              <a:avLst/>
              <a:gdLst/>
              <a:ahLst/>
              <a:cxnLst/>
              <a:rect l="l" t="t" r="r" b="b"/>
              <a:pathLst>
                <a:path w="12088" h="14072" extrusionOk="0">
                  <a:moveTo>
                    <a:pt x="3245" y="1"/>
                  </a:moveTo>
                  <a:lnTo>
                    <a:pt x="2824" y="35"/>
                  </a:lnTo>
                  <a:lnTo>
                    <a:pt x="2421" y="85"/>
                  </a:lnTo>
                  <a:lnTo>
                    <a:pt x="2085" y="152"/>
                  </a:lnTo>
                  <a:lnTo>
                    <a:pt x="1933" y="203"/>
                  </a:lnTo>
                  <a:lnTo>
                    <a:pt x="1816" y="236"/>
                  </a:lnTo>
                  <a:lnTo>
                    <a:pt x="1732" y="287"/>
                  </a:lnTo>
                  <a:lnTo>
                    <a:pt x="1681" y="337"/>
                  </a:lnTo>
                  <a:lnTo>
                    <a:pt x="1547" y="573"/>
                  </a:lnTo>
                  <a:lnTo>
                    <a:pt x="1412" y="841"/>
                  </a:lnTo>
                  <a:lnTo>
                    <a:pt x="1278" y="1178"/>
                  </a:lnTo>
                  <a:lnTo>
                    <a:pt x="1160" y="1531"/>
                  </a:lnTo>
                  <a:lnTo>
                    <a:pt x="1042" y="1951"/>
                  </a:lnTo>
                  <a:lnTo>
                    <a:pt x="942" y="2388"/>
                  </a:lnTo>
                  <a:lnTo>
                    <a:pt x="841" y="2859"/>
                  </a:lnTo>
                  <a:lnTo>
                    <a:pt x="757" y="3346"/>
                  </a:lnTo>
                  <a:lnTo>
                    <a:pt x="589" y="4422"/>
                  </a:lnTo>
                  <a:lnTo>
                    <a:pt x="437" y="5549"/>
                  </a:lnTo>
                  <a:lnTo>
                    <a:pt x="320" y="6709"/>
                  </a:lnTo>
                  <a:lnTo>
                    <a:pt x="219" y="7885"/>
                  </a:lnTo>
                  <a:lnTo>
                    <a:pt x="135" y="9045"/>
                  </a:lnTo>
                  <a:lnTo>
                    <a:pt x="67" y="10138"/>
                  </a:lnTo>
                  <a:lnTo>
                    <a:pt x="34" y="11147"/>
                  </a:lnTo>
                  <a:lnTo>
                    <a:pt x="0" y="12038"/>
                  </a:lnTo>
                  <a:lnTo>
                    <a:pt x="0" y="12794"/>
                  </a:lnTo>
                  <a:lnTo>
                    <a:pt x="0" y="13383"/>
                  </a:lnTo>
                  <a:lnTo>
                    <a:pt x="17" y="13769"/>
                  </a:lnTo>
                  <a:lnTo>
                    <a:pt x="34" y="13870"/>
                  </a:lnTo>
                  <a:lnTo>
                    <a:pt x="51" y="13920"/>
                  </a:lnTo>
                  <a:lnTo>
                    <a:pt x="101" y="13937"/>
                  </a:lnTo>
                  <a:lnTo>
                    <a:pt x="219" y="13954"/>
                  </a:lnTo>
                  <a:lnTo>
                    <a:pt x="639" y="13988"/>
                  </a:lnTo>
                  <a:lnTo>
                    <a:pt x="1261" y="14021"/>
                  </a:lnTo>
                  <a:lnTo>
                    <a:pt x="2034" y="14038"/>
                  </a:lnTo>
                  <a:lnTo>
                    <a:pt x="3968" y="14055"/>
                  </a:lnTo>
                  <a:lnTo>
                    <a:pt x="6153" y="14072"/>
                  </a:lnTo>
                  <a:lnTo>
                    <a:pt x="8338" y="14055"/>
                  </a:lnTo>
                  <a:lnTo>
                    <a:pt x="10221" y="14038"/>
                  </a:lnTo>
                  <a:lnTo>
                    <a:pt x="11566" y="14005"/>
                  </a:lnTo>
                  <a:lnTo>
                    <a:pt x="11953" y="13988"/>
                  </a:lnTo>
                  <a:lnTo>
                    <a:pt x="12087" y="13971"/>
                  </a:lnTo>
                  <a:lnTo>
                    <a:pt x="12054" y="13820"/>
                  </a:lnTo>
                  <a:lnTo>
                    <a:pt x="11936" y="13416"/>
                  </a:lnTo>
                  <a:lnTo>
                    <a:pt x="11751" y="12777"/>
                  </a:lnTo>
                  <a:lnTo>
                    <a:pt x="11499" y="11970"/>
                  </a:lnTo>
                  <a:lnTo>
                    <a:pt x="11179" y="11012"/>
                  </a:lnTo>
                  <a:lnTo>
                    <a:pt x="10793" y="9919"/>
                  </a:lnTo>
                  <a:lnTo>
                    <a:pt x="10339" y="8759"/>
                  </a:lnTo>
                  <a:lnTo>
                    <a:pt x="9835" y="7549"/>
                  </a:lnTo>
                  <a:lnTo>
                    <a:pt x="9566" y="6927"/>
                  </a:lnTo>
                  <a:lnTo>
                    <a:pt x="9280" y="6322"/>
                  </a:lnTo>
                  <a:lnTo>
                    <a:pt x="8994" y="5700"/>
                  </a:lnTo>
                  <a:lnTo>
                    <a:pt x="8691" y="5095"/>
                  </a:lnTo>
                  <a:lnTo>
                    <a:pt x="8372" y="4506"/>
                  </a:lnTo>
                  <a:lnTo>
                    <a:pt x="8036" y="3935"/>
                  </a:lnTo>
                  <a:lnTo>
                    <a:pt x="7700" y="3380"/>
                  </a:lnTo>
                  <a:lnTo>
                    <a:pt x="7363" y="2859"/>
                  </a:lnTo>
                  <a:lnTo>
                    <a:pt x="7010" y="2371"/>
                  </a:lnTo>
                  <a:lnTo>
                    <a:pt x="6640" y="1901"/>
                  </a:lnTo>
                  <a:lnTo>
                    <a:pt x="6271" y="1480"/>
                  </a:lnTo>
                  <a:lnTo>
                    <a:pt x="5901" y="1110"/>
                  </a:lnTo>
                  <a:lnTo>
                    <a:pt x="5699" y="926"/>
                  </a:lnTo>
                  <a:lnTo>
                    <a:pt x="5514" y="774"/>
                  </a:lnTo>
                  <a:lnTo>
                    <a:pt x="5312" y="623"/>
                  </a:lnTo>
                  <a:lnTo>
                    <a:pt x="5127" y="488"/>
                  </a:lnTo>
                  <a:lnTo>
                    <a:pt x="4926" y="371"/>
                  </a:lnTo>
                  <a:lnTo>
                    <a:pt x="4724" y="253"/>
                  </a:lnTo>
                  <a:lnTo>
                    <a:pt x="4522" y="169"/>
                  </a:lnTo>
                  <a:lnTo>
                    <a:pt x="4321" y="102"/>
                  </a:lnTo>
                  <a:lnTo>
                    <a:pt x="4186" y="51"/>
                  </a:lnTo>
                  <a:lnTo>
                    <a:pt x="4018" y="35"/>
                  </a:lnTo>
                  <a:lnTo>
                    <a:pt x="36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0" name="Google Shape;5910;p63"/>
            <p:cNvSpPr/>
            <p:nvPr/>
          </p:nvSpPr>
          <p:spPr>
            <a:xfrm>
              <a:off x="4258425" y="1126150"/>
              <a:ext cx="16825" cy="254725"/>
            </a:xfrm>
            <a:custGeom>
              <a:avLst/>
              <a:gdLst/>
              <a:ahLst/>
              <a:cxnLst/>
              <a:rect l="l" t="t" r="r" b="b"/>
              <a:pathLst>
                <a:path w="673" h="10189" extrusionOk="0">
                  <a:moveTo>
                    <a:pt x="656" y="1"/>
                  </a:moveTo>
                  <a:lnTo>
                    <a:pt x="555" y="774"/>
                  </a:lnTo>
                  <a:lnTo>
                    <a:pt x="454" y="1564"/>
                  </a:lnTo>
                  <a:lnTo>
                    <a:pt x="454" y="1211"/>
                  </a:lnTo>
                  <a:lnTo>
                    <a:pt x="437" y="858"/>
                  </a:lnTo>
                  <a:lnTo>
                    <a:pt x="421" y="841"/>
                  </a:lnTo>
                  <a:lnTo>
                    <a:pt x="404" y="858"/>
                  </a:lnTo>
                  <a:lnTo>
                    <a:pt x="404" y="1379"/>
                  </a:lnTo>
                  <a:lnTo>
                    <a:pt x="421" y="1884"/>
                  </a:lnTo>
                  <a:lnTo>
                    <a:pt x="421" y="1934"/>
                  </a:lnTo>
                  <a:lnTo>
                    <a:pt x="236" y="3935"/>
                  </a:lnTo>
                  <a:lnTo>
                    <a:pt x="152" y="4943"/>
                  </a:lnTo>
                  <a:lnTo>
                    <a:pt x="84" y="5935"/>
                  </a:lnTo>
                  <a:lnTo>
                    <a:pt x="34" y="6944"/>
                  </a:lnTo>
                  <a:lnTo>
                    <a:pt x="17" y="7936"/>
                  </a:lnTo>
                  <a:lnTo>
                    <a:pt x="0" y="9062"/>
                  </a:lnTo>
                  <a:lnTo>
                    <a:pt x="17" y="10171"/>
                  </a:lnTo>
                  <a:lnTo>
                    <a:pt x="17" y="10188"/>
                  </a:lnTo>
                  <a:lnTo>
                    <a:pt x="34" y="10188"/>
                  </a:lnTo>
                  <a:lnTo>
                    <a:pt x="51" y="10171"/>
                  </a:lnTo>
                  <a:lnTo>
                    <a:pt x="101" y="9180"/>
                  </a:lnTo>
                  <a:lnTo>
                    <a:pt x="168" y="8188"/>
                  </a:lnTo>
                  <a:lnTo>
                    <a:pt x="269" y="6204"/>
                  </a:lnTo>
                  <a:lnTo>
                    <a:pt x="387" y="4204"/>
                  </a:lnTo>
                  <a:lnTo>
                    <a:pt x="521" y="2220"/>
                  </a:lnTo>
                  <a:lnTo>
                    <a:pt x="606" y="1110"/>
                  </a:lnTo>
                  <a:lnTo>
                    <a:pt x="656" y="556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1" name="Google Shape;5911;p63"/>
            <p:cNvSpPr/>
            <p:nvPr/>
          </p:nvSpPr>
          <p:spPr>
            <a:xfrm>
              <a:off x="4258425" y="1052600"/>
              <a:ext cx="299250" cy="331625"/>
            </a:xfrm>
            <a:custGeom>
              <a:avLst/>
              <a:gdLst/>
              <a:ahLst/>
              <a:cxnLst/>
              <a:rect l="l" t="t" r="r" b="b"/>
              <a:pathLst>
                <a:path w="11970" h="13265" extrusionOk="0">
                  <a:moveTo>
                    <a:pt x="3110" y="1"/>
                  </a:moveTo>
                  <a:lnTo>
                    <a:pt x="3110" y="34"/>
                  </a:lnTo>
                  <a:lnTo>
                    <a:pt x="3094" y="85"/>
                  </a:lnTo>
                  <a:lnTo>
                    <a:pt x="3060" y="169"/>
                  </a:lnTo>
                  <a:lnTo>
                    <a:pt x="3009" y="219"/>
                  </a:lnTo>
                  <a:lnTo>
                    <a:pt x="2942" y="236"/>
                  </a:lnTo>
                  <a:lnTo>
                    <a:pt x="2892" y="236"/>
                  </a:lnTo>
                  <a:lnTo>
                    <a:pt x="2841" y="270"/>
                  </a:lnTo>
                  <a:lnTo>
                    <a:pt x="2808" y="303"/>
                  </a:lnTo>
                  <a:lnTo>
                    <a:pt x="2774" y="354"/>
                  </a:lnTo>
                  <a:lnTo>
                    <a:pt x="2757" y="404"/>
                  </a:lnTo>
                  <a:lnTo>
                    <a:pt x="2774" y="455"/>
                  </a:lnTo>
                  <a:lnTo>
                    <a:pt x="2791" y="539"/>
                  </a:lnTo>
                  <a:lnTo>
                    <a:pt x="2808" y="455"/>
                  </a:lnTo>
                  <a:lnTo>
                    <a:pt x="2825" y="371"/>
                  </a:lnTo>
                  <a:lnTo>
                    <a:pt x="2875" y="320"/>
                  </a:lnTo>
                  <a:lnTo>
                    <a:pt x="2959" y="303"/>
                  </a:lnTo>
                  <a:lnTo>
                    <a:pt x="3009" y="303"/>
                  </a:lnTo>
                  <a:lnTo>
                    <a:pt x="3060" y="270"/>
                  </a:lnTo>
                  <a:lnTo>
                    <a:pt x="3094" y="236"/>
                  </a:lnTo>
                  <a:lnTo>
                    <a:pt x="3127" y="186"/>
                  </a:lnTo>
                  <a:lnTo>
                    <a:pt x="3127" y="135"/>
                  </a:lnTo>
                  <a:lnTo>
                    <a:pt x="3127" y="85"/>
                  </a:lnTo>
                  <a:lnTo>
                    <a:pt x="3110" y="1"/>
                  </a:lnTo>
                  <a:close/>
                  <a:moveTo>
                    <a:pt x="4556" y="455"/>
                  </a:moveTo>
                  <a:lnTo>
                    <a:pt x="4506" y="472"/>
                  </a:lnTo>
                  <a:lnTo>
                    <a:pt x="4455" y="505"/>
                  </a:lnTo>
                  <a:lnTo>
                    <a:pt x="4422" y="539"/>
                  </a:lnTo>
                  <a:lnTo>
                    <a:pt x="4371" y="623"/>
                  </a:lnTo>
                  <a:lnTo>
                    <a:pt x="4455" y="572"/>
                  </a:lnTo>
                  <a:lnTo>
                    <a:pt x="4522" y="522"/>
                  </a:lnTo>
                  <a:lnTo>
                    <a:pt x="4590" y="539"/>
                  </a:lnTo>
                  <a:lnTo>
                    <a:pt x="4657" y="572"/>
                  </a:lnTo>
                  <a:lnTo>
                    <a:pt x="4691" y="606"/>
                  </a:lnTo>
                  <a:lnTo>
                    <a:pt x="4741" y="623"/>
                  </a:lnTo>
                  <a:lnTo>
                    <a:pt x="4808" y="623"/>
                  </a:lnTo>
                  <a:lnTo>
                    <a:pt x="4859" y="606"/>
                  </a:lnTo>
                  <a:lnTo>
                    <a:pt x="4892" y="572"/>
                  </a:lnTo>
                  <a:lnTo>
                    <a:pt x="4926" y="539"/>
                  </a:lnTo>
                  <a:lnTo>
                    <a:pt x="4976" y="472"/>
                  </a:lnTo>
                  <a:lnTo>
                    <a:pt x="4909" y="505"/>
                  </a:lnTo>
                  <a:lnTo>
                    <a:pt x="4842" y="556"/>
                  </a:lnTo>
                  <a:lnTo>
                    <a:pt x="4758" y="556"/>
                  </a:lnTo>
                  <a:lnTo>
                    <a:pt x="4707" y="522"/>
                  </a:lnTo>
                  <a:lnTo>
                    <a:pt x="4657" y="488"/>
                  </a:lnTo>
                  <a:lnTo>
                    <a:pt x="4607" y="472"/>
                  </a:lnTo>
                  <a:lnTo>
                    <a:pt x="4556" y="455"/>
                  </a:lnTo>
                  <a:close/>
                  <a:moveTo>
                    <a:pt x="1597" y="1161"/>
                  </a:moveTo>
                  <a:lnTo>
                    <a:pt x="1547" y="1178"/>
                  </a:lnTo>
                  <a:lnTo>
                    <a:pt x="1496" y="1211"/>
                  </a:lnTo>
                  <a:lnTo>
                    <a:pt x="1463" y="1245"/>
                  </a:lnTo>
                  <a:lnTo>
                    <a:pt x="1412" y="1312"/>
                  </a:lnTo>
                  <a:lnTo>
                    <a:pt x="1412" y="1312"/>
                  </a:lnTo>
                  <a:lnTo>
                    <a:pt x="1480" y="1262"/>
                  </a:lnTo>
                  <a:lnTo>
                    <a:pt x="1564" y="1228"/>
                  </a:lnTo>
                  <a:lnTo>
                    <a:pt x="1631" y="1245"/>
                  </a:lnTo>
                  <a:lnTo>
                    <a:pt x="1698" y="1278"/>
                  </a:lnTo>
                  <a:lnTo>
                    <a:pt x="1732" y="1312"/>
                  </a:lnTo>
                  <a:lnTo>
                    <a:pt x="1782" y="1329"/>
                  </a:lnTo>
                  <a:lnTo>
                    <a:pt x="1833" y="1329"/>
                  </a:lnTo>
                  <a:lnTo>
                    <a:pt x="1883" y="1312"/>
                  </a:lnTo>
                  <a:lnTo>
                    <a:pt x="1934" y="1278"/>
                  </a:lnTo>
                  <a:lnTo>
                    <a:pt x="1967" y="1245"/>
                  </a:lnTo>
                  <a:lnTo>
                    <a:pt x="2018" y="1161"/>
                  </a:lnTo>
                  <a:lnTo>
                    <a:pt x="1950" y="1211"/>
                  </a:lnTo>
                  <a:lnTo>
                    <a:pt x="1866" y="1262"/>
                  </a:lnTo>
                  <a:lnTo>
                    <a:pt x="1799" y="1262"/>
                  </a:lnTo>
                  <a:lnTo>
                    <a:pt x="1749" y="1228"/>
                  </a:lnTo>
                  <a:lnTo>
                    <a:pt x="1698" y="1194"/>
                  </a:lnTo>
                  <a:lnTo>
                    <a:pt x="1648" y="1161"/>
                  </a:lnTo>
                  <a:close/>
                  <a:moveTo>
                    <a:pt x="6237" y="1716"/>
                  </a:moveTo>
                  <a:lnTo>
                    <a:pt x="6153" y="1732"/>
                  </a:lnTo>
                  <a:lnTo>
                    <a:pt x="6237" y="1749"/>
                  </a:lnTo>
                  <a:lnTo>
                    <a:pt x="6321" y="1766"/>
                  </a:lnTo>
                  <a:lnTo>
                    <a:pt x="6372" y="1816"/>
                  </a:lnTo>
                  <a:lnTo>
                    <a:pt x="6388" y="1901"/>
                  </a:lnTo>
                  <a:lnTo>
                    <a:pt x="6388" y="1951"/>
                  </a:lnTo>
                  <a:lnTo>
                    <a:pt x="6422" y="2001"/>
                  </a:lnTo>
                  <a:lnTo>
                    <a:pt x="6456" y="2035"/>
                  </a:lnTo>
                  <a:lnTo>
                    <a:pt x="6506" y="2069"/>
                  </a:lnTo>
                  <a:lnTo>
                    <a:pt x="6557" y="2085"/>
                  </a:lnTo>
                  <a:lnTo>
                    <a:pt x="6607" y="2069"/>
                  </a:lnTo>
                  <a:lnTo>
                    <a:pt x="6691" y="2052"/>
                  </a:lnTo>
                  <a:lnTo>
                    <a:pt x="6607" y="2035"/>
                  </a:lnTo>
                  <a:lnTo>
                    <a:pt x="6523" y="2018"/>
                  </a:lnTo>
                  <a:lnTo>
                    <a:pt x="6473" y="1968"/>
                  </a:lnTo>
                  <a:lnTo>
                    <a:pt x="6456" y="1884"/>
                  </a:lnTo>
                  <a:lnTo>
                    <a:pt x="6456" y="1833"/>
                  </a:lnTo>
                  <a:lnTo>
                    <a:pt x="6422" y="1783"/>
                  </a:lnTo>
                  <a:lnTo>
                    <a:pt x="6388" y="1749"/>
                  </a:lnTo>
                  <a:lnTo>
                    <a:pt x="6338" y="1716"/>
                  </a:lnTo>
                  <a:close/>
                  <a:moveTo>
                    <a:pt x="2959" y="1783"/>
                  </a:moveTo>
                  <a:lnTo>
                    <a:pt x="2858" y="1816"/>
                  </a:lnTo>
                  <a:lnTo>
                    <a:pt x="2959" y="1816"/>
                  </a:lnTo>
                  <a:lnTo>
                    <a:pt x="3026" y="1850"/>
                  </a:lnTo>
                  <a:lnTo>
                    <a:pt x="3077" y="1901"/>
                  </a:lnTo>
                  <a:lnTo>
                    <a:pt x="3094" y="1968"/>
                  </a:lnTo>
                  <a:lnTo>
                    <a:pt x="3110" y="2018"/>
                  </a:lnTo>
                  <a:lnTo>
                    <a:pt x="3127" y="2069"/>
                  </a:lnTo>
                  <a:lnTo>
                    <a:pt x="3161" y="2102"/>
                  </a:lnTo>
                  <a:lnTo>
                    <a:pt x="3211" y="2136"/>
                  </a:lnTo>
                  <a:lnTo>
                    <a:pt x="3262" y="2153"/>
                  </a:lnTo>
                  <a:lnTo>
                    <a:pt x="3312" y="2136"/>
                  </a:lnTo>
                  <a:lnTo>
                    <a:pt x="3413" y="2119"/>
                  </a:lnTo>
                  <a:lnTo>
                    <a:pt x="3312" y="2102"/>
                  </a:lnTo>
                  <a:lnTo>
                    <a:pt x="3245" y="2085"/>
                  </a:lnTo>
                  <a:lnTo>
                    <a:pt x="3194" y="2035"/>
                  </a:lnTo>
                  <a:lnTo>
                    <a:pt x="3178" y="1968"/>
                  </a:lnTo>
                  <a:lnTo>
                    <a:pt x="3161" y="1901"/>
                  </a:lnTo>
                  <a:lnTo>
                    <a:pt x="3144" y="1850"/>
                  </a:lnTo>
                  <a:lnTo>
                    <a:pt x="3110" y="1816"/>
                  </a:lnTo>
                  <a:lnTo>
                    <a:pt x="3060" y="1783"/>
                  </a:lnTo>
                  <a:close/>
                  <a:moveTo>
                    <a:pt x="4859" y="2371"/>
                  </a:moveTo>
                  <a:lnTo>
                    <a:pt x="4859" y="2422"/>
                  </a:lnTo>
                  <a:lnTo>
                    <a:pt x="4859" y="2455"/>
                  </a:lnTo>
                  <a:lnTo>
                    <a:pt x="4842" y="2455"/>
                  </a:lnTo>
                  <a:lnTo>
                    <a:pt x="4825" y="2539"/>
                  </a:lnTo>
                  <a:lnTo>
                    <a:pt x="4775" y="2590"/>
                  </a:lnTo>
                  <a:lnTo>
                    <a:pt x="4707" y="2607"/>
                  </a:lnTo>
                  <a:lnTo>
                    <a:pt x="4657" y="2607"/>
                  </a:lnTo>
                  <a:lnTo>
                    <a:pt x="4607" y="2640"/>
                  </a:lnTo>
                  <a:lnTo>
                    <a:pt x="4556" y="2674"/>
                  </a:lnTo>
                  <a:lnTo>
                    <a:pt x="4522" y="2724"/>
                  </a:lnTo>
                  <a:lnTo>
                    <a:pt x="4522" y="2775"/>
                  </a:lnTo>
                  <a:lnTo>
                    <a:pt x="4522" y="2825"/>
                  </a:lnTo>
                  <a:lnTo>
                    <a:pt x="4539" y="2909"/>
                  </a:lnTo>
                  <a:lnTo>
                    <a:pt x="4556" y="2825"/>
                  </a:lnTo>
                  <a:lnTo>
                    <a:pt x="4590" y="2741"/>
                  </a:lnTo>
                  <a:lnTo>
                    <a:pt x="4640" y="2691"/>
                  </a:lnTo>
                  <a:lnTo>
                    <a:pt x="4707" y="2674"/>
                  </a:lnTo>
                  <a:lnTo>
                    <a:pt x="4758" y="2674"/>
                  </a:lnTo>
                  <a:lnTo>
                    <a:pt x="4808" y="2640"/>
                  </a:lnTo>
                  <a:lnTo>
                    <a:pt x="4842" y="2607"/>
                  </a:lnTo>
                  <a:lnTo>
                    <a:pt x="4875" y="2556"/>
                  </a:lnTo>
                  <a:lnTo>
                    <a:pt x="4875" y="2506"/>
                  </a:lnTo>
                  <a:lnTo>
                    <a:pt x="4875" y="2455"/>
                  </a:lnTo>
                  <a:lnTo>
                    <a:pt x="4859" y="2371"/>
                  </a:lnTo>
                  <a:close/>
                  <a:moveTo>
                    <a:pt x="1362" y="3094"/>
                  </a:moveTo>
                  <a:lnTo>
                    <a:pt x="1345" y="3195"/>
                  </a:lnTo>
                  <a:lnTo>
                    <a:pt x="1328" y="3279"/>
                  </a:lnTo>
                  <a:lnTo>
                    <a:pt x="1278" y="3329"/>
                  </a:lnTo>
                  <a:lnTo>
                    <a:pt x="1211" y="3346"/>
                  </a:lnTo>
                  <a:lnTo>
                    <a:pt x="1143" y="3346"/>
                  </a:lnTo>
                  <a:lnTo>
                    <a:pt x="1093" y="3380"/>
                  </a:lnTo>
                  <a:lnTo>
                    <a:pt x="1059" y="3414"/>
                  </a:lnTo>
                  <a:lnTo>
                    <a:pt x="1026" y="3464"/>
                  </a:lnTo>
                  <a:lnTo>
                    <a:pt x="1026" y="3514"/>
                  </a:lnTo>
                  <a:lnTo>
                    <a:pt x="1026" y="3565"/>
                  </a:lnTo>
                  <a:lnTo>
                    <a:pt x="1043" y="3649"/>
                  </a:lnTo>
                  <a:lnTo>
                    <a:pt x="1059" y="3565"/>
                  </a:lnTo>
                  <a:lnTo>
                    <a:pt x="1076" y="3481"/>
                  </a:lnTo>
                  <a:lnTo>
                    <a:pt x="1143" y="3430"/>
                  </a:lnTo>
                  <a:lnTo>
                    <a:pt x="1211" y="3414"/>
                  </a:lnTo>
                  <a:lnTo>
                    <a:pt x="1261" y="3414"/>
                  </a:lnTo>
                  <a:lnTo>
                    <a:pt x="1312" y="3380"/>
                  </a:lnTo>
                  <a:lnTo>
                    <a:pt x="1362" y="3346"/>
                  </a:lnTo>
                  <a:lnTo>
                    <a:pt x="1379" y="3296"/>
                  </a:lnTo>
                  <a:lnTo>
                    <a:pt x="1396" y="3245"/>
                  </a:lnTo>
                  <a:lnTo>
                    <a:pt x="1379" y="3195"/>
                  </a:lnTo>
                  <a:lnTo>
                    <a:pt x="1362" y="3094"/>
                  </a:lnTo>
                  <a:close/>
                  <a:moveTo>
                    <a:pt x="7901" y="3111"/>
                  </a:moveTo>
                  <a:lnTo>
                    <a:pt x="7885" y="3195"/>
                  </a:lnTo>
                  <a:lnTo>
                    <a:pt x="7851" y="3279"/>
                  </a:lnTo>
                  <a:lnTo>
                    <a:pt x="7801" y="3329"/>
                  </a:lnTo>
                  <a:lnTo>
                    <a:pt x="7733" y="3346"/>
                  </a:lnTo>
                  <a:lnTo>
                    <a:pt x="7683" y="3346"/>
                  </a:lnTo>
                  <a:lnTo>
                    <a:pt x="7632" y="3380"/>
                  </a:lnTo>
                  <a:lnTo>
                    <a:pt x="7599" y="3414"/>
                  </a:lnTo>
                  <a:lnTo>
                    <a:pt x="7565" y="3464"/>
                  </a:lnTo>
                  <a:lnTo>
                    <a:pt x="7565" y="3514"/>
                  </a:lnTo>
                  <a:lnTo>
                    <a:pt x="7565" y="3565"/>
                  </a:lnTo>
                  <a:lnTo>
                    <a:pt x="7565" y="3598"/>
                  </a:lnTo>
                  <a:lnTo>
                    <a:pt x="7582" y="3649"/>
                  </a:lnTo>
                  <a:lnTo>
                    <a:pt x="7599" y="3565"/>
                  </a:lnTo>
                  <a:lnTo>
                    <a:pt x="7616" y="3514"/>
                  </a:lnTo>
                  <a:lnTo>
                    <a:pt x="7632" y="3481"/>
                  </a:lnTo>
                  <a:lnTo>
                    <a:pt x="7683" y="3430"/>
                  </a:lnTo>
                  <a:lnTo>
                    <a:pt x="7750" y="3414"/>
                  </a:lnTo>
                  <a:lnTo>
                    <a:pt x="7801" y="3414"/>
                  </a:lnTo>
                  <a:lnTo>
                    <a:pt x="7851" y="3380"/>
                  </a:lnTo>
                  <a:lnTo>
                    <a:pt x="7901" y="3346"/>
                  </a:lnTo>
                  <a:lnTo>
                    <a:pt x="7918" y="3296"/>
                  </a:lnTo>
                  <a:lnTo>
                    <a:pt x="7935" y="3245"/>
                  </a:lnTo>
                  <a:lnTo>
                    <a:pt x="7918" y="3195"/>
                  </a:lnTo>
                  <a:lnTo>
                    <a:pt x="7918" y="3145"/>
                  </a:lnTo>
                  <a:lnTo>
                    <a:pt x="7901" y="3111"/>
                  </a:lnTo>
                  <a:close/>
                  <a:moveTo>
                    <a:pt x="1043" y="3649"/>
                  </a:moveTo>
                  <a:lnTo>
                    <a:pt x="1043" y="3649"/>
                  </a:lnTo>
                  <a:lnTo>
                    <a:pt x="1043" y="3649"/>
                  </a:lnTo>
                  <a:close/>
                  <a:moveTo>
                    <a:pt x="7582" y="3649"/>
                  </a:moveTo>
                  <a:lnTo>
                    <a:pt x="7582" y="3649"/>
                  </a:lnTo>
                  <a:lnTo>
                    <a:pt x="7582" y="3649"/>
                  </a:lnTo>
                  <a:close/>
                  <a:moveTo>
                    <a:pt x="2724" y="3498"/>
                  </a:moveTo>
                  <a:lnTo>
                    <a:pt x="2673" y="3514"/>
                  </a:lnTo>
                  <a:lnTo>
                    <a:pt x="2623" y="3548"/>
                  </a:lnTo>
                  <a:lnTo>
                    <a:pt x="2589" y="3582"/>
                  </a:lnTo>
                  <a:lnTo>
                    <a:pt x="2539" y="3649"/>
                  </a:lnTo>
                  <a:lnTo>
                    <a:pt x="2539" y="3649"/>
                  </a:lnTo>
                  <a:lnTo>
                    <a:pt x="2606" y="3598"/>
                  </a:lnTo>
                  <a:lnTo>
                    <a:pt x="2690" y="3565"/>
                  </a:lnTo>
                  <a:lnTo>
                    <a:pt x="2757" y="3582"/>
                  </a:lnTo>
                  <a:lnTo>
                    <a:pt x="2825" y="3615"/>
                  </a:lnTo>
                  <a:lnTo>
                    <a:pt x="2858" y="3649"/>
                  </a:lnTo>
                  <a:lnTo>
                    <a:pt x="2909" y="3666"/>
                  </a:lnTo>
                  <a:lnTo>
                    <a:pt x="2959" y="3666"/>
                  </a:lnTo>
                  <a:lnTo>
                    <a:pt x="3009" y="3649"/>
                  </a:lnTo>
                  <a:lnTo>
                    <a:pt x="3060" y="3615"/>
                  </a:lnTo>
                  <a:lnTo>
                    <a:pt x="3094" y="3582"/>
                  </a:lnTo>
                  <a:lnTo>
                    <a:pt x="3144" y="3498"/>
                  </a:lnTo>
                  <a:lnTo>
                    <a:pt x="3077" y="3548"/>
                  </a:lnTo>
                  <a:lnTo>
                    <a:pt x="2993" y="3598"/>
                  </a:lnTo>
                  <a:lnTo>
                    <a:pt x="2925" y="3598"/>
                  </a:lnTo>
                  <a:lnTo>
                    <a:pt x="2875" y="3565"/>
                  </a:lnTo>
                  <a:lnTo>
                    <a:pt x="2825" y="3531"/>
                  </a:lnTo>
                  <a:lnTo>
                    <a:pt x="2774" y="3514"/>
                  </a:lnTo>
                  <a:lnTo>
                    <a:pt x="2724" y="3498"/>
                  </a:lnTo>
                  <a:close/>
                  <a:moveTo>
                    <a:pt x="6271" y="3783"/>
                  </a:moveTo>
                  <a:lnTo>
                    <a:pt x="6220" y="3817"/>
                  </a:lnTo>
                  <a:lnTo>
                    <a:pt x="6187" y="3851"/>
                  </a:lnTo>
                  <a:lnTo>
                    <a:pt x="6136" y="3935"/>
                  </a:lnTo>
                  <a:lnTo>
                    <a:pt x="6220" y="3867"/>
                  </a:lnTo>
                  <a:lnTo>
                    <a:pt x="6220" y="3884"/>
                  </a:lnTo>
                  <a:lnTo>
                    <a:pt x="6288" y="3851"/>
                  </a:lnTo>
                  <a:lnTo>
                    <a:pt x="6355" y="3851"/>
                  </a:lnTo>
                  <a:lnTo>
                    <a:pt x="6422" y="3884"/>
                  </a:lnTo>
                  <a:lnTo>
                    <a:pt x="6456" y="3918"/>
                  </a:lnTo>
                  <a:lnTo>
                    <a:pt x="6506" y="3935"/>
                  </a:lnTo>
                  <a:lnTo>
                    <a:pt x="6557" y="3935"/>
                  </a:lnTo>
                  <a:lnTo>
                    <a:pt x="6624" y="3918"/>
                  </a:lnTo>
                  <a:lnTo>
                    <a:pt x="6657" y="3901"/>
                  </a:lnTo>
                  <a:lnTo>
                    <a:pt x="6691" y="3851"/>
                  </a:lnTo>
                  <a:lnTo>
                    <a:pt x="6742" y="3783"/>
                  </a:lnTo>
                  <a:lnTo>
                    <a:pt x="6674" y="3834"/>
                  </a:lnTo>
                  <a:lnTo>
                    <a:pt x="6590" y="3867"/>
                  </a:lnTo>
                  <a:lnTo>
                    <a:pt x="6523" y="3867"/>
                  </a:lnTo>
                  <a:lnTo>
                    <a:pt x="6473" y="3834"/>
                  </a:lnTo>
                  <a:lnTo>
                    <a:pt x="6422" y="3800"/>
                  </a:lnTo>
                  <a:lnTo>
                    <a:pt x="6372" y="3783"/>
                  </a:lnTo>
                  <a:close/>
                  <a:moveTo>
                    <a:pt x="4522" y="4506"/>
                  </a:moveTo>
                  <a:lnTo>
                    <a:pt x="4438" y="4523"/>
                  </a:lnTo>
                  <a:lnTo>
                    <a:pt x="4522" y="4540"/>
                  </a:lnTo>
                  <a:lnTo>
                    <a:pt x="4607" y="4557"/>
                  </a:lnTo>
                  <a:lnTo>
                    <a:pt x="4657" y="4607"/>
                  </a:lnTo>
                  <a:lnTo>
                    <a:pt x="4674" y="4674"/>
                  </a:lnTo>
                  <a:lnTo>
                    <a:pt x="4691" y="4725"/>
                  </a:lnTo>
                  <a:lnTo>
                    <a:pt x="4707" y="4775"/>
                  </a:lnTo>
                  <a:lnTo>
                    <a:pt x="4741" y="4826"/>
                  </a:lnTo>
                  <a:lnTo>
                    <a:pt x="4791" y="4859"/>
                  </a:lnTo>
                  <a:lnTo>
                    <a:pt x="4892" y="4859"/>
                  </a:lnTo>
                  <a:lnTo>
                    <a:pt x="4976" y="4842"/>
                  </a:lnTo>
                  <a:lnTo>
                    <a:pt x="4943" y="4826"/>
                  </a:lnTo>
                  <a:lnTo>
                    <a:pt x="4892" y="4826"/>
                  </a:lnTo>
                  <a:lnTo>
                    <a:pt x="4808" y="4792"/>
                  </a:lnTo>
                  <a:lnTo>
                    <a:pt x="4775" y="4742"/>
                  </a:lnTo>
                  <a:lnTo>
                    <a:pt x="4758" y="4674"/>
                  </a:lnTo>
                  <a:lnTo>
                    <a:pt x="4741" y="4624"/>
                  </a:lnTo>
                  <a:lnTo>
                    <a:pt x="4724" y="4573"/>
                  </a:lnTo>
                  <a:lnTo>
                    <a:pt x="4674" y="4540"/>
                  </a:lnTo>
                  <a:lnTo>
                    <a:pt x="4623" y="4506"/>
                  </a:lnTo>
                  <a:close/>
                  <a:moveTo>
                    <a:pt x="8254" y="4826"/>
                  </a:moveTo>
                  <a:lnTo>
                    <a:pt x="8204" y="4842"/>
                  </a:lnTo>
                  <a:lnTo>
                    <a:pt x="8288" y="4876"/>
                  </a:lnTo>
                  <a:lnTo>
                    <a:pt x="8372" y="4893"/>
                  </a:lnTo>
                  <a:lnTo>
                    <a:pt x="8423" y="4943"/>
                  </a:lnTo>
                  <a:lnTo>
                    <a:pt x="8439" y="5011"/>
                  </a:lnTo>
                  <a:lnTo>
                    <a:pt x="8439" y="5061"/>
                  </a:lnTo>
                  <a:lnTo>
                    <a:pt x="8473" y="5111"/>
                  </a:lnTo>
                  <a:lnTo>
                    <a:pt x="8507" y="5162"/>
                  </a:lnTo>
                  <a:lnTo>
                    <a:pt x="8557" y="5179"/>
                  </a:lnTo>
                  <a:lnTo>
                    <a:pt x="8608" y="5195"/>
                  </a:lnTo>
                  <a:lnTo>
                    <a:pt x="8658" y="5179"/>
                  </a:lnTo>
                  <a:lnTo>
                    <a:pt x="8708" y="5179"/>
                  </a:lnTo>
                  <a:lnTo>
                    <a:pt x="8742" y="5162"/>
                  </a:lnTo>
                  <a:lnTo>
                    <a:pt x="8658" y="5145"/>
                  </a:lnTo>
                  <a:lnTo>
                    <a:pt x="8574" y="5128"/>
                  </a:lnTo>
                  <a:lnTo>
                    <a:pt x="8523" y="5078"/>
                  </a:lnTo>
                  <a:lnTo>
                    <a:pt x="8523" y="4994"/>
                  </a:lnTo>
                  <a:lnTo>
                    <a:pt x="8507" y="4943"/>
                  </a:lnTo>
                  <a:lnTo>
                    <a:pt x="8473" y="4893"/>
                  </a:lnTo>
                  <a:lnTo>
                    <a:pt x="8439" y="4859"/>
                  </a:lnTo>
                  <a:lnTo>
                    <a:pt x="8389" y="4826"/>
                  </a:lnTo>
                  <a:close/>
                  <a:moveTo>
                    <a:pt x="2640" y="4809"/>
                  </a:moveTo>
                  <a:lnTo>
                    <a:pt x="2623" y="4893"/>
                  </a:lnTo>
                  <a:lnTo>
                    <a:pt x="2623" y="4910"/>
                  </a:lnTo>
                  <a:lnTo>
                    <a:pt x="2606" y="4977"/>
                  </a:lnTo>
                  <a:lnTo>
                    <a:pt x="2556" y="5027"/>
                  </a:lnTo>
                  <a:lnTo>
                    <a:pt x="2488" y="5044"/>
                  </a:lnTo>
                  <a:lnTo>
                    <a:pt x="2421" y="5061"/>
                  </a:lnTo>
                  <a:lnTo>
                    <a:pt x="2371" y="5078"/>
                  </a:lnTo>
                  <a:lnTo>
                    <a:pt x="2337" y="5111"/>
                  </a:lnTo>
                  <a:lnTo>
                    <a:pt x="2303" y="5162"/>
                  </a:lnTo>
                  <a:lnTo>
                    <a:pt x="2303" y="5212"/>
                  </a:lnTo>
                  <a:lnTo>
                    <a:pt x="2303" y="5263"/>
                  </a:lnTo>
                  <a:lnTo>
                    <a:pt x="2303" y="5313"/>
                  </a:lnTo>
                  <a:lnTo>
                    <a:pt x="2320" y="5364"/>
                  </a:lnTo>
                  <a:lnTo>
                    <a:pt x="2337" y="5263"/>
                  </a:lnTo>
                  <a:lnTo>
                    <a:pt x="2371" y="5195"/>
                  </a:lnTo>
                  <a:lnTo>
                    <a:pt x="2421" y="5145"/>
                  </a:lnTo>
                  <a:lnTo>
                    <a:pt x="2488" y="5128"/>
                  </a:lnTo>
                  <a:lnTo>
                    <a:pt x="2539" y="5111"/>
                  </a:lnTo>
                  <a:lnTo>
                    <a:pt x="2589" y="5095"/>
                  </a:lnTo>
                  <a:lnTo>
                    <a:pt x="2640" y="5061"/>
                  </a:lnTo>
                  <a:lnTo>
                    <a:pt x="2656" y="5011"/>
                  </a:lnTo>
                  <a:lnTo>
                    <a:pt x="2673" y="4960"/>
                  </a:lnTo>
                  <a:lnTo>
                    <a:pt x="2656" y="4910"/>
                  </a:lnTo>
                  <a:lnTo>
                    <a:pt x="2656" y="4859"/>
                  </a:lnTo>
                  <a:lnTo>
                    <a:pt x="2640" y="4809"/>
                  </a:lnTo>
                  <a:close/>
                  <a:moveTo>
                    <a:pt x="6859" y="5464"/>
                  </a:moveTo>
                  <a:lnTo>
                    <a:pt x="6842" y="5549"/>
                  </a:lnTo>
                  <a:lnTo>
                    <a:pt x="6809" y="5633"/>
                  </a:lnTo>
                  <a:lnTo>
                    <a:pt x="6758" y="5683"/>
                  </a:lnTo>
                  <a:lnTo>
                    <a:pt x="6691" y="5700"/>
                  </a:lnTo>
                  <a:lnTo>
                    <a:pt x="6641" y="5700"/>
                  </a:lnTo>
                  <a:lnTo>
                    <a:pt x="6590" y="5733"/>
                  </a:lnTo>
                  <a:lnTo>
                    <a:pt x="6557" y="5767"/>
                  </a:lnTo>
                  <a:lnTo>
                    <a:pt x="6523" y="5817"/>
                  </a:lnTo>
                  <a:lnTo>
                    <a:pt x="6523" y="5868"/>
                  </a:lnTo>
                  <a:lnTo>
                    <a:pt x="6523" y="5918"/>
                  </a:lnTo>
                  <a:lnTo>
                    <a:pt x="6540" y="6002"/>
                  </a:lnTo>
                  <a:lnTo>
                    <a:pt x="6557" y="5918"/>
                  </a:lnTo>
                  <a:lnTo>
                    <a:pt x="6590" y="5834"/>
                  </a:lnTo>
                  <a:lnTo>
                    <a:pt x="6641" y="5784"/>
                  </a:lnTo>
                  <a:lnTo>
                    <a:pt x="6708" y="5767"/>
                  </a:lnTo>
                  <a:lnTo>
                    <a:pt x="6758" y="5767"/>
                  </a:lnTo>
                  <a:lnTo>
                    <a:pt x="6809" y="5733"/>
                  </a:lnTo>
                  <a:lnTo>
                    <a:pt x="6842" y="5700"/>
                  </a:lnTo>
                  <a:lnTo>
                    <a:pt x="6876" y="5649"/>
                  </a:lnTo>
                  <a:lnTo>
                    <a:pt x="6876" y="5599"/>
                  </a:lnTo>
                  <a:lnTo>
                    <a:pt x="6876" y="5549"/>
                  </a:lnTo>
                  <a:lnTo>
                    <a:pt x="6859" y="5464"/>
                  </a:lnTo>
                  <a:close/>
                  <a:moveTo>
                    <a:pt x="3816" y="6002"/>
                  </a:moveTo>
                  <a:lnTo>
                    <a:pt x="3766" y="6036"/>
                  </a:lnTo>
                  <a:lnTo>
                    <a:pt x="3732" y="6070"/>
                  </a:lnTo>
                  <a:lnTo>
                    <a:pt x="3682" y="6154"/>
                  </a:lnTo>
                  <a:lnTo>
                    <a:pt x="3766" y="6103"/>
                  </a:lnTo>
                  <a:lnTo>
                    <a:pt x="3833" y="6070"/>
                  </a:lnTo>
                  <a:lnTo>
                    <a:pt x="3900" y="6070"/>
                  </a:lnTo>
                  <a:lnTo>
                    <a:pt x="3968" y="6103"/>
                  </a:lnTo>
                  <a:lnTo>
                    <a:pt x="4001" y="6137"/>
                  </a:lnTo>
                  <a:lnTo>
                    <a:pt x="4052" y="6154"/>
                  </a:lnTo>
                  <a:lnTo>
                    <a:pt x="4102" y="6154"/>
                  </a:lnTo>
                  <a:lnTo>
                    <a:pt x="4169" y="6137"/>
                  </a:lnTo>
                  <a:lnTo>
                    <a:pt x="4203" y="6120"/>
                  </a:lnTo>
                  <a:lnTo>
                    <a:pt x="4237" y="6070"/>
                  </a:lnTo>
                  <a:lnTo>
                    <a:pt x="4287" y="6002"/>
                  </a:lnTo>
                  <a:lnTo>
                    <a:pt x="4220" y="6053"/>
                  </a:lnTo>
                  <a:lnTo>
                    <a:pt x="4186" y="6070"/>
                  </a:lnTo>
                  <a:lnTo>
                    <a:pt x="4136" y="6086"/>
                  </a:lnTo>
                  <a:lnTo>
                    <a:pt x="4069" y="6086"/>
                  </a:lnTo>
                  <a:lnTo>
                    <a:pt x="4018" y="6036"/>
                  </a:lnTo>
                  <a:lnTo>
                    <a:pt x="3968" y="6019"/>
                  </a:lnTo>
                  <a:lnTo>
                    <a:pt x="3917" y="6002"/>
                  </a:lnTo>
                  <a:close/>
                  <a:moveTo>
                    <a:pt x="807" y="6187"/>
                  </a:moveTo>
                  <a:lnTo>
                    <a:pt x="807" y="6187"/>
                  </a:lnTo>
                  <a:lnTo>
                    <a:pt x="807" y="6187"/>
                  </a:lnTo>
                  <a:lnTo>
                    <a:pt x="807" y="6187"/>
                  </a:lnTo>
                  <a:close/>
                  <a:moveTo>
                    <a:pt x="908" y="6086"/>
                  </a:moveTo>
                  <a:lnTo>
                    <a:pt x="858" y="6103"/>
                  </a:lnTo>
                  <a:lnTo>
                    <a:pt x="824" y="6120"/>
                  </a:lnTo>
                  <a:lnTo>
                    <a:pt x="790" y="6154"/>
                  </a:lnTo>
                  <a:lnTo>
                    <a:pt x="723" y="6238"/>
                  </a:lnTo>
                  <a:lnTo>
                    <a:pt x="824" y="6171"/>
                  </a:lnTo>
                  <a:lnTo>
                    <a:pt x="807" y="6187"/>
                  </a:lnTo>
                  <a:lnTo>
                    <a:pt x="874" y="6154"/>
                  </a:lnTo>
                  <a:lnTo>
                    <a:pt x="942" y="6154"/>
                  </a:lnTo>
                  <a:lnTo>
                    <a:pt x="1009" y="6187"/>
                  </a:lnTo>
                  <a:lnTo>
                    <a:pt x="1059" y="6221"/>
                  </a:lnTo>
                  <a:lnTo>
                    <a:pt x="1110" y="6238"/>
                  </a:lnTo>
                  <a:lnTo>
                    <a:pt x="1160" y="6238"/>
                  </a:lnTo>
                  <a:lnTo>
                    <a:pt x="1211" y="6221"/>
                  </a:lnTo>
                  <a:lnTo>
                    <a:pt x="1261" y="6204"/>
                  </a:lnTo>
                  <a:lnTo>
                    <a:pt x="1295" y="6154"/>
                  </a:lnTo>
                  <a:lnTo>
                    <a:pt x="1345" y="6086"/>
                  </a:lnTo>
                  <a:lnTo>
                    <a:pt x="1261" y="6137"/>
                  </a:lnTo>
                  <a:lnTo>
                    <a:pt x="1194" y="6171"/>
                  </a:lnTo>
                  <a:lnTo>
                    <a:pt x="1127" y="6171"/>
                  </a:lnTo>
                  <a:lnTo>
                    <a:pt x="1059" y="6137"/>
                  </a:lnTo>
                  <a:lnTo>
                    <a:pt x="1009" y="6103"/>
                  </a:lnTo>
                  <a:lnTo>
                    <a:pt x="959" y="6086"/>
                  </a:lnTo>
                  <a:close/>
                  <a:moveTo>
                    <a:pt x="9532" y="6759"/>
                  </a:moveTo>
                  <a:lnTo>
                    <a:pt x="9543" y="6826"/>
                  </a:lnTo>
                  <a:lnTo>
                    <a:pt x="9549" y="6809"/>
                  </a:lnTo>
                  <a:lnTo>
                    <a:pt x="9532" y="6759"/>
                  </a:lnTo>
                  <a:close/>
                  <a:moveTo>
                    <a:pt x="7616" y="7028"/>
                  </a:moveTo>
                  <a:lnTo>
                    <a:pt x="7565" y="7045"/>
                  </a:lnTo>
                  <a:lnTo>
                    <a:pt x="7515" y="7078"/>
                  </a:lnTo>
                  <a:lnTo>
                    <a:pt x="7481" y="7112"/>
                  </a:lnTo>
                  <a:lnTo>
                    <a:pt x="7431" y="7179"/>
                  </a:lnTo>
                  <a:lnTo>
                    <a:pt x="7515" y="7129"/>
                  </a:lnTo>
                  <a:lnTo>
                    <a:pt x="7582" y="7095"/>
                  </a:lnTo>
                  <a:lnTo>
                    <a:pt x="7649" y="7095"/>
                  </a:lnTo>
                  <a:lnTo>
                    <a:pt x="7717" y="7146"/>
                  </a:lnTo>
                  <a:lnTo>
                    <a:pt x="7750" y="7179"/>
                  </a:lnTo>
                  <a:lnTo>
                    <a:pt x="7801" y="7196"/>
                  </a:lnTo>
                  <a:lnTo>
                    <a:pt x="7868" y="7196"/>
                  </a:lnTo>
                  <a:lnTo>
                    <a:pt x="7918" y="7179"/>
                  </a:lnTo>
                  <a:lnTo>
                    <a:pt x="7969" y="7146"/>
                  </a:lnTo>
                  <a:lnTo>
                    <a:pt x="8002" y="7112"/>
                  </a:lnTo>
                  <a:lnTo>
                    <a:pt x="8053" y="7028"/>
                  </a:lnTo>
                  <a:lnTo>
                    <a:pt x="7969" y="7078"/>
                  </a:lnTo>
                  <a:lnTo>
                    <a:pt x="7901" y="7129"/>
                  </a:lnTo>
                  <a:lnTo>
                    <a:pt x="7817" y="7129"/>
                  </a:lnTo>
                  <a:lnTo>
                    <a:pt x="7767" y="7095"/>
                  </a:lnTo>
                  <a:lnTo>
                    <a:pt x="7717" y="7062"/>
                  </a:lnTo>
                  <a:lnTo>
                    <a:pt x="7666" y="7028"/>
                  </a:lnTo>
                  <a:close/>
                  <a:moveTo>
                    <a:pt x="9543" y="6826"/>
                  </a:moveTo>
                  <a:lnTo>
                    <a:pt x="9532" y="6860"/>
                  </a:lnTo>
                  <a:lnTo>
                    <a:pt x="9499" y="6927"/>
                  </a:lnTo>
                  <a:lnTo>
                    <a:pt x="9448" y="6977"/>
                  </a:lnTo>
                  <a:lnTo>
                    <a:pt x="9381" y="7011"/>
                  </a:lnTo>
                  <a:lnTo>
                    <a:pt x="9330" y="7011"/>
                  </a:lnTo>
                  <a:lnTo>
                    <a:pt x="9280" y="7028"/>
                  </a:lnTo>
                  <a:lnTo>
                    <a:pt x="9246" y="7062"/>
                  </a:lnTo>
                  <a:lnTo>
                    <a:pt x="9213" y="7112"/>
                  </a:lnTo>
                  <a:lnTo>
                    <a:pt x="9196" y="7162"/>
                  </a:lnTo>
                  <a:lnTo>
                    <a:pt x="9196" y="7213"/>
                  </a:lnTo>
                  <a:lnTo>
                    <a:pt x="9230" y="7314"/>
                  </a:lnTo>
                  <a:lnTo>
                    <a:pt x="9246" y="7213"/>
                  </a:lnTo>
                  <a:lnTo>
                    <a:pt x="9263" y="7146"/>
                  </a:lnTo>
                  <a:lnTo>
                    <a:pt x="9314" y="7095"/>
                  </a:lnTo>
                  <a:lnTo>
                    <a:pt x="9381" y="7078"/>
                  </a:lnTo>
                  <a:lnTo>
                    <a:pt x="9448" y="7062"/>
                  </a:lnTo>
                  <a:lnTo>
                    <a:pt x="9499" y="7045"/>
                  </a:lnTo>
                  <a:lnTo>
                    <a:pt x="9532" y="7011"/>
                  </a:lnTo>
                  <a:lnTo>
                    <a:pt x="9549" y="6961"/>
                  </a:lnTo>
                  <a:lnTo>
                    <a:pt x="9566" y="6910"/>
                  </a:lnTo>
                  <a:lnTo>
                    <a:pt x="9549" y="6860"/>
                  </a:lnTo>
                  <a:lnTo>
                    <a:pt x="9543" y="6826"/>
                  </a:lnTo>
                  <a:close/>
                  <a:moveTo>
                    <a:pt x="2203" y="7011"/>
                  </a:moveTo>
                  <a:lnTo>
                    <a:pt x="2152" y="7028"/>
                  </a:lnTo>
                  <a:lnTo>
                    <a:pt x="2068" y="7045"/>
                  </a:lnTo>
                  <a:lnTo>
                    <a:pt x="2152" y="7062"/>
                  </a:lnTo>
                  <a:lnTo>
                    <a:pt x="2219" y="7078"/>
                  </a:lnTo>
                  <a:lnTo>
                    <a:pt x="2270" y="7129"/>
                  </a:lnTo>
                  <a:lnTo>
                    <a:pt x="2303" y="7196"/>
                  </a:lnTo>
                  <a:lnTo>
                    <a:pt x="2303" y="7246"/>
                  </a:lnTo>
                  <a:lnTo>
                    <a:pt x="2320" y="7297"/>
                  </a:lnTo>
                  <a:lnTo>
                    <a:pt x="2371" y="7347"/>
                  </a:lnTo>
                  <a:lnTo>
                    <a:pt x="2404" y="7364"/>
                  </a:lnTo>
                  <a:lnTo>
                    <a:pt x="2455" y="7381"/>
                  </a:lnTo>
                  <a:lnTo>
                    <a:pt x="2505" y="7381"/>
                  </a:lnTo>
                  <a:lnTo>
                    <a:pt x="2606" y="7364"/>
                  </a:lnTo>
                  <a:lnTo>
                    <a:pt x="2505" y="7347"/>
                  </a:lnTo>
                  <a:lnTo>
                    <a:pt x="2472" y="7330"/>
                  </a:lnTo>
                  <a:lnTo>
                    <a:pt x="2438" y="7314"/>
                  </a:lnTo>
                  <a:lnTo>
                    <a:pt x="2387" y="7263"/>
                  </a:lnTo>
                  <a:lnTo>
                    <a:pt x="2371" y="7196"/>
                  </a:lnTo>
                  <a:lnTo>
                    <a:pt x="2354" y="7146"/>
                  </a:lnTo>
                  <a:lnTo>
                    <a:pt x="2337" y="7095"/>
                  </a:lnTo>
                  <a:lnTo>
                    <a:pt x="2303" y="7062"/>
                  </a:lnTo>
                  <a:lnTo>
                    <a:pt x="2253" y="7028"/>
                  </a:lnTo>
                  <a:lnTo>
                    <a:pt x="2203" y="7011"/>
                  </a:lnTo>
                  <a:close/>
                  <a:moveTo>
                    <a:pt x="5514" y="7078"/>
                  </a:moveTo>
                  <a:lnTo>
                    <a:pt x="5464" y="7095"/>
                  </a:lnTo>
                  <a:lnTo>
                    <a:pt x="5430" y="7095"/>
                  </a:lnTo>
                  <a:lnTo>
                    <a:pt x="5380" y="7112"/>
                  </a:lnTo>
                  <a:lnTo>
                    <a:pt x="5464" y="7129"/>
                  </a:lnTo>
                  <a:lnTo>
                    <a:pt x="5548" y="7162"/>
                  </a:lnTo>
                  <a:lnTo>
                    <a:pt x="5598" y="7213"/>
                  </a:lnTo>
                  <a:lnTo>
                    <a:pt x="5615" y="7280"/>
                  </a:lnTo>
                  <a:lnTo>
                    <a:pt x="5632" y="7330"/>
                  </a:lnTo>
                  <a:lnTo>
                    <a:pt x="5649" y="7381"/>
                  </a:lnTo>
                  <a:lnTo>
                    <a:pt x="5682" y="7415"/>
                  </a:lnTo>
                  <a:lnTo>
                    <a:pt x="5733" y="7448"/>
                  </a:lnTo>
                  <a:lnTo>
                    <a:pt x="5884" y="7448"/>
                  </a:lnTo>
                  <a:lnTo>
                    <a:pt x="5918" y="7431"/>
                  </a:lnTo>
                  <a:lnTo>
                    <a:pt x="5834" y="7415"/>
                  </a:lnTo>
                  <a:lnTo>
                    <a:pt x="5800" y="7398"/>
                  </a:lnTo>
                  <a:lnTo>
                    <a:pt x="5750" y="7381"/>
                  </a:lnTo>
                  <a:lnTo>
                    <a:pt x="5716" y="7330"/>
                  </a:lnTo>
                  <a:lnTo>
                    <a:pt x="5699" y="7263"/>
                  </a:lnTo>
                  <a:lnTo>
                    <a:pt x="5682" y="7213"/>
                  </a:lnTo>
                  <a:lnTo>
                    <a:pt x="5666" y="7162"/>
                  </a:lnTo>
                  <a:lnTo>
                    <a:pt x="5615" y="7112"/>
                  </a:lnTo>
                  <a:lnTo>
                    <a:pt x="5565" y="7095"/>
                  </a:lnTo>
                  <a:lnTo>
                    <a:pt x="5514" y="7078"/>
                  </a:lnTo>
                  <a:close/>
                  <a:moveTo>
                    <a:pt x="4136" y="7700"/>
                  </a:moveTo>
                  <a:lnTo>
                    <a:pt x="4136" y="7784"/>
                  </a:lnTo>
                  <a:lnTo>
                    <a:pt x="4119" y="7784"/>
                  </a:lnTo>
                  <a:lnTo>
                    <a:pt x="4102" y="7868"/>
                  </a:lnTo>
                  <a:lnTo>
                    <a:pt x="4052" y="7919"/>
                  </a:lnTo>
                  <a:lnTo>
                    <a:pt x="3985" y="7936"/>
                  </a:lnTo>
                  <a:lnTo>
                    <a:pt x="3934" y="7952"/>
                  </a:lnTo>
                  <a:lnTo>
                    <a:pt x="3884" y="7969"/>
                  </a:lnTo>
                  <a:lnTo>
                    <a:pt x="3833" y="8003"/>
                  </a:lnTo>
                  <a:lnTo>
                    <a:pt x="3816" y="8053"/>
                  </a:lnTo>
                  <a:lnTo>
                    <a:pt x="3800" y="8104"/>
                  </a:lnTo>
                  <a:lnTo>
                    <a:pt x="3800" y="8154"/>
                  </a:lnTo>
                  <a:lnTo>
                    <a:pt x="3816" y="8238"/>
                  </a:lnTo>
                  <a:lnTo>
                    <a:pt x="3833" y="8154"/>
                  </a:lnTo>
                  <a:lnTo>
                    <a:pt x="3850" y="8104"/>
                  </a:lnTo>
                  <a:lnTo>
                    <a:pt x="3867" y="8070"/>
                  </a:lnTo>
                  <a:lnTo>
                    <a:pt x="3917" y="8020"/>
                  </a:lnTo>
                  <a:lnTo>
                    <a:pt x="3985" y="8020"/>
                  </a:lnTo>
                  <a:lnTo>
                    <a:pt x="4052" y="8003"/>
                  </a:lnTo>
                  <a:lnTo>
                    <a:pt x="4119" y="7952"/>
                  </a:lnTo>
                  <a:lnTo>
                    <a:pt x="4153" y="7902"/>
                  </a:lnTo>
                  <a:lnTo>
                    <a:pt x="4169" y="7835"/>
                  </a:lnTo>
                  <a:lnTo>
                    <a:pt x="4153" y="7784"/>
                  </a:lnTo>
                  <a:lnTo>
                    <a:pt x="4136" y="7700"/>
                  </a:lnTo>
                  <a:close/>
                  <a:moveTo>
                    <a:pt x="1194" y="7885"/>
                  </a:moveTo>
                  <a:lnTo>
                    <a:pt x="1194" y="7986"/>
                  </a:lnTo>
                  <a:lnTo>
                    <a:pt x="1177" y="7986"/>
                  </a:lnTo>
                  <a:lnTo>
                    <a:pt x="1160" y="8053"/>
                  </a:lnTo>
                  <a:lnTo>
                    <a:pt x="1110" y="8104"/>
                  </a:lnTo>
                  <a:lnTo>
                    <a:pt x="1043" y="8121"/>
                  </a:lnTo>
                  <a:lnTo>
                    <a:pt x="992" y="8137"/>
                  </a:lnTo>
                  <a:lnTo>
                    <a:pt x="942" y="8154"/>
                  </a:lnTo>
                  <a:lnTo>
                    <a:pt x="891" y="8188"/>
                  </a:lnTo>
                  <a:lnTo>
                    <a:pt x="874" y="8238"/>
                  </a:lnTo>
                  <a:lnTo>
                    <a:pt x="858" y="8289"/>
                  </a:lnTo>
                  <a:lnTo>
                    <a:pt x="858" y="8339"/>
                  </a:lnTo>
                  <a:lnTo>
                    <a:pt x="874" y="8440"/>
                  </a:lnTo>
                  <a:lnTo>
                    <a:pt x="891" y="8339"/>
                  </a:lnTo>
                  <a:lnTo>
                    <a:pt x="925" y="8272"/>
                  </a:lnTo>
                  <a:lnTo>
                    <a:pt x="975" y="8221"/>
                  </a:lnTo>
                  <a:lnTo>
                    <a:pt x="1043" y="8205"/>
                  </a:lnTo>
                  <a:lnTo>
                    <a:pt x="1093" y="8188"/>
                  </a:lnTo>
                  <a:lnTo>
                    <a:pt x="1143" y="8171"/>
                  </a:lnTo>
                  <a:lnTo>
                    <a:pt x="1194" y="8137"/>
                  </a:lnTo>
                  <a:lnTo>
                    <a:pt x="1211" y="8087"/>
                  </a:lnTo>
                  <a:lnTo>
                    <a:pt x="1228" y="8037"/>
                  </a:lnTo>
                  <a:lnTo>
                    <a:pt x="1211" y="7986"/>
                  </a:lnTo>
                  <a:lnTo>
                    <a:pt x="1194" y="7885"/>
                  </a:lnTo>
                  <a:close/>
                  <a:moveTo>
                    <a:pt x="7986" y="8675"/>
                  </a:moveTo>
                  <a:lnTo>
                    <a:pt x="7901" y="8692"/>
                  </a:lnTo>
                  <a:lnTo>
                    <a:pt x="7986" y="8709"/>
                  </a:lnTo>
                  <a:lnTo>
                    <a:pt x="8070" y="8743"/>
                  </a:lnTo>
                  <a:lnTo>
                    <a:pt x="8120" y="8793"/>
                  </a:lnTo>
                  <a:lnTo>
                    <a:pt x="8137" y="8860"/>
                  </a:lnTo>
                  <a:lnTo>
                    <a:pt x="8137" y="8911"/>
                  </a:lnTo>
                  <a:lnTo>
                    <a:pt x="8170" y="8961"/>
                  </a:lnTo>
                  <a:lnTo>
                    <a:pt x="8204" y="8995"/>
                  </a:lnTo>
                  <a:lnTo>
                    <a:pt x="8254" y="9028"/>
                  </a:lnTo>
                  <a:lnTo>
                    <a:pt x="8305" y="9045"/>
                  </a:lnTo>
                  <a:lnTo>
                    <a:pt x="8355" y="9028"/>
                  </a:lnTo>
                  <a:lnTo>
                    <a:pt x="8439" y="9012"/>
                  </a:lnTo>
                  <a:lnTo>
                    <a:pt x="8355" y="8995"/>
                  </a:lnTo>
                  <a:lnTo>
                    <a:pt x="8305" y="8995"/>
                  </a:lnTo>
                  <a:lnTo>
                    <a:pt x="8271" y="8978"/>
                  </a:lnTo>
                  <a:lnTo>
                    <a:pt x="8221" y="8928"/>
                  </a:lnTo>
                  <a:lnTo>
                    <a:pt x="8204" y="8843"/>
                  </a:lnTo>
                  <a:lnTo>
                    <a:pt x="8204" y="8793"/>
                  </a:lnTo>
                  <a:lnTo>
                    <a:pt x="8170" y="8743"/>
                  </a:lnTo>
                  <a:lnTo>
                    <a:pt x="8137" y="8709"/>
                  </a:lnTo>
                  <a:lnTo>
                    <a:pt x="8086" y="8675"/>
                  </a:lnTo>
                  <a:close/>
                  <a:moveTo>
                    <a:pt x="6136" y="8944"/>
                  </a:moveTo>
                  <a:lnTo>
                    <a:pt x="6086" y="8961"/>
                  </a:lnTo>
                  <a:lnTo>
                    <a:pt x="6035" y="8978"/>
                  </a:lnTo>
                  <a:lnTo>
                    <a:pt x="6002" y="9028"/>
                  </a:lnTo>
                  <a:lnTo>
                    <a:pt x="5951" y="9096"/>
                  </a:lnTo>
                  <a:lnTo>
                    <a:pt x="6035" y="9028"/>
                  </a:lnTo>
                  <a:lnTo>
                    <a:pt x="6019" y="9045"/>
                  </a:lnTo>
                  <a:lnTo>
                    <a:pt x="6019" y="9045"/>
                  </a:lnTo>
                  <a:lnTo>
                    <a:pt x="6103" y="9012"/>
                  </a:lnTo>
                  <a:lnTo>
                    <a:pt x="6170" y="9012"/>
                  </a:lnTo>
                  <a:lnTo>
                    <a:pt x="6237" y="9045"/>
                  </a:lnTo>
                  <a:lnTo>
                    <a:pt x="6271" y="9079"/>
                  </a:lnTo>
                  <a:lnTo>
                    <a:pt x="6321" y="9096"/>
                  </a:lnTo>
                  <a:lnTo>
                    <a:pt x="6439" y="9096"/>
                  </a:lnTo>
                  <a:lnTo>
                    <a:pt x="6473" y="9062"/>
                  </a:lnTo>
                  <a:lnTo>
                    <a:pt x="6506" y="9028"/>
                  </a:lnTo>
                  <a:lnTo>
                    <a:pt x="6557" y="8944"/>
                  </a:lnTo>
                  <a:lnTo>
                    <a:pt x="6489" y="8995"/>
                  </a:lnTo>
                  <a:lnTo>
                    <a:pt x="6405" y="9028"/>
                  </a:lnTo>
                  <a:lnTo>
                    <a:pt x="6338" y="9028"/>
                  </a:lnTo>
                  <a:lnTo>
                    <a:pt x="6288" y="8995"/>
                  </a:lnTo>
                  <a:lnTo>
                    <a:pt x="6237" y="8961"/>
                  </a:lnTo>
                  <a:lnTo>
                    <a:pt x="6187" y="8944"/>
                  </a:lnTo>
                  <a:close/>
                  <a:moveTo>
                    <a:pt x="9952" y="9012"/>
                  </a:moveTo>
                  <a:lnTo>
                    <a:pt x="9902" y="9028"/>
                  </a:lnTo>
                  <a:lnTo>
                    <a:pt x="9868" y="9062"/>
                  </a:lnTo>
                  <a:lnTo>
                    <a:pt x="9835" y="9096"/>
                  </a:lnTo>
                  <a:lnTo>
                    <a:pt x="9784" y="9180"/>
                  </a:lnTo>
                  <a:lnTo>
                    <a:pt x="9868" y="9112"/>
                  </a:lnTo>
                  <a:lnTo>
                    <a:pt x="9852" y="9129"/>
                  </a:lnTo>
                  <a:lnTo>
                    <a:pt x="9852" y="9129"/>
                  </a:lnTo>
                  <a:lnTo>
                    <a:pt x="9919" y="9096"/>
                  </a:lnTo>
                  <a:lnTo>
                    <a:pt x="10003" y="9096"/>
                  </a:lnTo>
                  <a:lnTo>
                    <a:pt x="10053" y="9129"/>
                  </a:lnTo>
                  <a:lnTo>
                    <a:pt x="10104" y="9163"/>
                  </a:lnTo>
                  <a:lnTo>
                    <a:pt x="10154" y="9180"/>
                  </a:lnTo>
                  <a:lnTo>
                    <a:pt x="10205" y="9180"/>
                  </a:lnTo>
                  <a:lnTo>
                    <a:pt x="10255" y="9163"/>
                  </a:lnTo>
                  <a:lnTo>
                    <a:pt x="10305" y="9129"/>
                  </a:lnTo>
                  <a:lnTo>
                    <a:pt x="10339" y="9096"/>
                  </a:lnTo>
                  <a:lnTo>
                    <a:pt x="10389" y="9028"/>
                  </a:lnTo>
                  <a:lnTo>
                    <a:pt x="10305" y="9079"/>
                  </a:lnTo>
                  <a:lnTo>
                    <a:pt x="10238" y="9112"/>
                  </a:lnTo>
                  <a:lnTo>
                    <a:pt x="10171" y="9112"/>
                  </a:lnTo>
                  <a:lnTo>
                    <a:pt x="10104" y="9062"/>
                  </a:lnTo>
                  <a:lnTo>
                    <a:pt x="10070" y="9045"/>
                  </a:lnTo>
                  <a:lnTo>
                    <a:pt x="10020" y="9028"/>
                  </a:lnTo>
                  <a:lnTo>
                    <a:pt x="9952" y="9012"/>
                  </a:lnTo>
                  <a:close/>
                  <a:moveTo>
                    <a:pt x="2203" y="9264"/>
                  </a:moveTo>
                  <a:lnTo>
                    <a:pt x="2152" y="9281"/>
                  </a:lnTo>
                  <a:lnTo>
                    <a:pt x="2102" y="9314"/>
                  </a:lnTo>
                  <a:lnTo>
                    <a:pt x="2068" y="9348"/>
                  </a:lnTo>
                  <a:lnTo>
                    <a:pt x="2018" y="9432"/>
                  </a:lnTo>
                  <a:lnTo>
                    <a:pt x="2102" y="9365"/>
                  </a:lnTo>
                  <a:lnTo>
                    <a:pt x="2102" y="9381"/>
                  </a:lnTo>
                  <a:lnTo>
                    <a:pt x="2169" y="9331"/>
                  </a:lnTo>
                  <a:lnTo>
                    <a:pt x="2236" y="9331"/>
                  </a:lnTo>
                  <a:lnTo>
                    <a:pt x="2303" y="9381"/>
                  </a:lnTo>
                  <a:lnTo>
                    <a:pt x="2337" y="9398"/>
                  </a:lnTo>
                  <a:lnTo>
                    <a:pt x="2387" y="9415"/>
                  </a:lnTo>
                  <a:lnTo>
                    <a:pt x="2455" y="9432"/>
                  </a:lnTo>
                  <a:lnTo>
                    <a:pt x="2505" y="9415"/>
                  </a:lnTo>
                  <a:lnTo>
                    <a:pt x="2539" y="9381"/>
                  </a:lnTo>
                  <a:lnTo>
                    <a:pt x="2572" y="9348"/>
                  </a:lnTo>
                  <a:lnTo>
                    <a:pt x="2623" y="9281"/>
                  </a:lnTo>
                  <a:lnTo>
                    <a:pt x="2556" y="9331"/>
                  </a:lnTo>
                  <a:lnTo>
                    <a:pt x="2488" y="9365"/>
                  </a:lnTo>
                  <a:lnTo>
                    <a:pt x="2404" y="9365"/>
                  </a:lnTo>
                  <a:lnTo>
                    <a:pt x="2354" y="9314"/>
                  </a:lnTo>
                  <a:lnTo>
                    <a:pt x="2303" y="9281"/>
                  </a:lnTo>
                  <a:lnTo>
                    <a:pt x="2253" y="9264"/>
                  </a:lnTo>
                  <a:close/>
                  <a:moveTo>
                    <a:pt x="3917" y="9566"/>
                  </a:moveTo>
                  <a:lnTo>
                    <a:pt x="3884" y="9583"/>
                  </a:lnTo>
                  <a:lnTo>
                    <a:pt x="3968" y="9600"/>
                  </a:lnTo>
                  <a:lnTo>
                    <a:pt x="4052" y="9634"/>
                  </a:lnTo>
                  <a:lnTo>
                    <a:pt x="4102" y="9684"/>
                  </a:lnTo>
                  <a:lnTo>
                    <a:pt x="4119" y="9751"/>
                  </a:lnTo>
                  <a:lnTo>
                    <a:pt x="4119" y="9802"/>
                  </a:lnTo>
                  <a:lnTo>
                    <a:pt x="4153" y="9852"/>
                  </a:lnTo>
                  <a:lnTo>
                    <a:pt x="4186" y="9886"/>
                  </a:lnTo>
                  <a:lnTo>
                    <a:pt x="4220" y="9919"/>
                  </a:lnTo>
                  <a:lnTo>
                    <a:pt x="4270" y="9936"/>
                  </a:lnTo>
                  <a:lnTo>
                    <a:pt x="4338" y="9919"/>
                  </a:lnTo>
                  <a:lnTo>
                    <a:pt x="4422" y="9903"/>
                  </a:lnTo>
                  <a:lnTo>
                    <a:pt x="4338" y="9886"/>
                  </a:lnTo>
                  <a:lnTo>
                    <a:pt x="4253" y="9869"/>
                  </a:lnTo>
                  <a:lnTo>
                    <a:pt x="4203" y="9819"/>
                  </a:lnTo>
                  <a:lnTo>
                    <a:pt x="4186" y="9734"/>
                  </a:lnTo>
                  <a:lnTo>
                    <a:pt x="4186" y="9684"/>
                  </a:lnTo>
                  <a:lnTo>
                    <a:pt x="4153" y="9634"/>
                  </a:lnTo>
                  <a:lnTo>
                    <a:pt x="4119" y="9600"/>
                  </a:lnTo>
                  <a:lnTo>
                    <a:pt x="4069" y="9566"/>
                  </a:lnTo>
                  <a:close/>
                  <a:moveTo>
                    <a:pt x="8339" y="10289"/>
                  </a:moveTo>
                  <a:lnTo>
                    <a:pt x="8288" y="10306"/>
                  </a:lnTo>
                  <a:lnTo>
                    <a:pt x="8238" y="10340"/>
                  </a:lnTo>
                  <a:lnTo>
                    <a:pt x="8204" y="10373"/>
                  </a:lnTo>
                  <a:lnTo>
                    <a:pt x="8154" y="10457"/>
                  </a:lnTo>
                  <a:lnTo>
                    <a:pt x="8238" y="10407"/>
                  </a:lnTo>
                  <a:lnTo>
                    <a:pt x="8271" y="10373"/>
                  </a:lnTo>
                  <a:lnTo>
                    <a:pt x="8372" y="10373"/>
                  </a:lnTo>
                  <a:lnTo>
                    <a:pt x="8439" y="10407"/>
                  </a:lnTo>
                  <a:lnTo>
                    <a:pt x="8473" y="10441"/>
                  </a:lnTo>
                  <a:lnTo>
                    <a:pt x="8523" y="10457"/>
                  </a:lnTo>
                  <a:lnTo>
                    <a:pt x="8591" y="10457"/>
                  </a:lnTo>
                  <a:lnTo>
                    <a:pt x="8641" y="10441"/>
                  </a:lnTo>
                  <a:lnTo>
                    <a:pt x="8675" y="10424"/>
                  </a:lnTo>
                  <a:lnTo>
                    <a:pt x="8708" y="10373"/>
                  </a:lnTo>
                  <a:lnTo>
                    <a:pt x="8759" y="10306"/>
                  </a:lnTo>
                  <a:lnTo>
                    <a:pt x="8692" y="10356"/>
                  </a:lnTo>
                  <a:lnTo>
                    <a:pt x="8624" y="10390"/>
                  </a:lnTo>
                  <a:lnTo>
                    <a:pt x="8540" y="10390"/>
                  </a:lnTo>
                  <a:lnTo>
                    <a:pt x="8490" y="10340"/>
                  </a:lnTo>
                  <a:lnTo>
                    <a:pt x="8439" y="10323"/>
                  </a:lnTo>
                  <a:lnTo>
                    <a:pt x="8389" y="10306"/>
                  </a:lnTo>
                  <a:lnTo>
                    <a:pt x="8339" y="10289"/>
                  </a:lnTo>
                  <a:close/>
                  <a:moveTo>
                    <a:pt x="908" y="10441"/>
                  </a:moveTo>
                  <a:lnTo>
                    <a:pt x="858" y="10457"/>
                  </a:lnTo>
                  <a:lnTo>
                    <a:pt x="824" y="10474"/>
                  </a:lnTo>
                  <a:lnTo>
                    <a:pt x="790" y="10525"/>
                  </a:lnTo>
                  <a:lnTo>
                    <a:pt x="723" y="10592"/>
                  </a:lnTo>
                  <a:lnTo>
                    <a:pt x="723" y="10592"/>
                  </a:lnTo>
                  <a:lnTo>
                    <a:pt x="824" y="10525"/>
                  </a:lnTo>
                  <a:lnTo>
                    <a:pt x="807" y="10541"/>
                  </a:lnTo>
                  <a:lnTo>
                    <a:pt x="807" y="10541"/>
                  </a:lnTo>
                  <a:lnTo>
                    <a:pt x="874" y="10508"/>
                  </a:lnTo>
                  <a:lnTo>
                    <a:pt x="942" y="10508"/>
                  </a:lnTo>
                  <a:lnTo>
                    <a:pt x="1009" y="10541"/>
                  </a:lnTo>
                  <a:lnTo>
                    <a:pt x="1059" y="10575"/>
                  </a:lnTo>
                  <a:lnTo>
                    <a:pt x="1110" y="10592"/>
                  </a:lnTo>
                  <a:lnTo>
                    <a:pt x="1211" y="10592"/>
                  </a:lnTo>
                  <a:lnTo>
                    <a:pt x="1261" y="10558"/>
                  </a:lnTo>
                  <a:lnTo>
                    <a:pt x="1295" y="10525"/>
                  </a:lnTo>
                  <a:lnTo>
                    <a:pt x="1345" y="10441"/>
                  </a:lnTo>
                  <a:lnTo>
                    <a:pt x="1261" y="10491"/>
                  </a:lnTo>
                  <a:lnTo>
                    <a:pt x="1228" y="10508"/>
                  </a:lnTo>
                  <a:lnTo>
                    <a:pt x="1194" y="10525"/>
                  </a:lnTo>
                  <a:lnTo>
                    <a:pt x="1127" y="10525"/>
                  </a:lnTo>
                  <a:lnTo>
                    <a:pt x="1059" y="10491"/>
                  </a:lnTo>
                  <a:lnTo>
                    <a:pt x="1009" y="10457"/>
                  </a:lnTo>
                  <a:lnTo>
                    <a:pt x="959" y="10441"/>
                  </a:lnTo>
                  <a:close/>
                  <a:moveTo>
                    <a:pt x="11129" y="10172"/>
                  </a:moveTo>
                  <a:lnTo>
                    <a:pt x="11146" y="10222"/>
                  </a:lnTo>
                  <a:lnTo>
                    <a:pt x="11129" y="10256"/>
                  </a:lnTo>
                  <a:lnTo>
                    <a:pt x="11096" y="10340"/>
                  </a:lnTo>
                  <a:lnTo>
                    <a:pt x="11045" y="10390"/>
                  </a:lnTo>
                  <a:lnTo>
                    <a:pt x="10978" y="10407"/>
                  </a:lnTo>
                  <a:lnTo>
                    <a:pt x="10927" y="10407"/>
                  </a:lnTo>
                  <a:lnTo>
                    <a:pt x="10877" y="10441"/>
                  </a:lnTo>
                  <a:lnTo>
                    <a:pt x="10843" y="10474"/>
                  </a:lnTo>
                  <a:lnTo>
                    <a:pt x="10810" y="10525"/>
                  </a:lnTo>
                  <a:lnTo>
                    <a:pt x="10793" y="10575"/>
                  </a:lnTo>
                  <a:lnTo>
                    <a:pt x="10810" y="10625"/>
                  </a:lnTo>
                  <a:lnTo>
                    <a:pt x="10827" y="10710"/>
                  </a:lnTo>
                  <a:lnTo>
                    <a:pt x="10843" y="10625"/>
                  </a:lnTo>
                  <a:lnTo>
                    <a:pt x="10860" y="10541"/>
                  </a:lnTo>
                  <a:lnTo>
                    <a:pt x="10911" y="10491"/>
                  </a:lnTo>
                  <a:lnTo>
                    <a:pt x="10978" y="10474"/>
                  </a:lnTo>
                  <a:lnTo>
                    <a:pt x="11045" y="10474"/>
                  </a:lnTo>
                  <a:lnTo>
                    <a:pt x="11096" y="10441"/>
                  </a:lnTo>
                  <a:lnTo>
                    <a:pt x="11129" y="10407"/>
                  </a:lnTo>
                  <a:lnTo>
                    <a:pt x="11163" y="10356"/>
                  </a:lnTo>
                  <a:lnTo>
                    <a:pt x="11163" y="10306"/>
                  </a:lnTo>
                  <a:lnTo>
                    <a:pt x="11163" y="10256"/>
                  </a:lnTo>
                  <a:lnTo>
                    <a:pt x="11129" y="10172"/>
                  </a:lnTo>
                  <a:close/>
                  <a:moveTo>
                    <a:pt x="6254" y="10508"/>
                  </a:moveTo>
                  <a:lnTo>
                    <a:pt x="6204" y="10525"/>
                  </a:lnTo>
                  <a:lnTo>
                    <a:pt x="6120" y="10541"/>
                  </a:lnTo>
                  <a:lnTo>
                    <a:pt x="6204" y="10541"/>
                  </a:lnTo>
                  <a:lnTo>
                    <a:pt x="6254" y="10558"/>
                  </a:lnTo>
                  <a:lnTo>
                    <a:pt x="6288" y="10575"/>
                  </a:lnTo>
                  <a:lnTo>
                    <a:pt x="6338" y="10625"/>
                  </a:lnTo>
                  <a:lnTo>
                    <a:pt x="6355" y="10693"/>
                  </a:lnTo>
                  <a:lnTo>
                    <a:pt x="6355" y="10743"/>
                  </a:lnTo>
                  <a:lnTo>
                    <a:pt x="6388" y="10794"/>
                  </a:lnTo>
                  <a:lnTo>
                    <a:pt x="6422" y="10827"/>
                  </a:lnTo>
                  <a:lnTo>
                    <a:pt x="6473" y="10861"/>
                  </a:lnTo>
                  <a:lnTo>
                    <a:pt x="6523" y="10878"/>
                  </a:lnTo>
                  <a:lnTo>
                    <a:pt x="6573" y="10878"/>
                  </a:lnTo>
                  <a:lnTo>
                    <a:pt x="6657" y="10861"/>
                  </a:lnTo>
                  <a:lnTo>
                    <a:pt x="6573" y="10827"/>
                  </a:lnTo>
                  <a:lnTo>
                    <a:pt x="6489" y="10810"/>
                  </a:lnTo>
                  <a:lnTo>
                    <a:pt x="6439" y="10760"/>
                  </a:lnTo>
                  <a:lnTo>
                    <a:pt x="6422" y="10693"/>
                  </a:lnTo>
                  <a:lnTo>
                    <a:pt x="6422" y="10625"/>
                  </a:lnTo>
                  <a:lnTo>
                    <a:pt x="6388" y="10592"/>
                  </a:lnTo>
                  <a:lnTo>
                    <a:pt x="6355" y="10541"/>
                  </a:lnTo>
                  <a:lnTo>
                    <a:pt x="6304" y="10525"/>
                  </a:lnTo>
                  <a:lnTo>
                    <a:pt x="6254" y="10508"/>
                  </a:lnTo>
                  <a:close/>
                  <a:moveTo>
                    <a:pt x="2976" y="10861"/>
                  </a:moveTo>
                  <a:lnTo>
                    <a:pt x="2942" y="10945"/>
                  </a:lnTo>
                  <a:lnTo>
                    <a:pt x="2925" y="11029"/>
                  </a:lnTo>
                  <a:lnTo>
                    <a:pt x="2875" y="11079"/>
                  </a:lnTo>
                  <a:lnTo>
                    <a:pt x="2808" y="11096"/>
                  </a:lnTo>
                  <a:lnTo>
                    <a:pt x="2757" y="11113"/>
                  </a:lnTo>
                  <a:lnTo>
                    <a:pt x="2707" y="11130"/>
                  </a:lnTo>
                  <a:lnTo>
                    <a:pt x="2656" y="11163"/>
                  </a:lnTo>
                  <a:lnTo>
                    <a:pt x="2640" y="11214"/>
                  </a:lnTo>
                  <a:lnTo>
                    <a:pt x="2623" y="11264"/>
                  </a:lnTo>
                  <a:lnTo>
                    <a:pt x="2640" y="11315"/>
                  </a:lnTo>
                  <a:lnTo>
                    <a:pt x="2656" y="11399"/>
                  </a:lnTo>
                  <a:lnTo>
                    <a:pt x="2673" y="11315"/>
                  </a:lnTo>
                  <a:lnTo>
                    <a:pt x="2690" y="11231"/>
                  </a:lnTo>
                  <a:lnTo>
                    <a:pt x="2740" y="11197"/>
                  </a:lnTo>
                  <a:lnTo>
                    <a:pt x="2825" y="11163"/>
                  </a:lnTo>
                  <a:lnTo>
                    <a:pt x="2875" y="11163"/>
                  </a:lnTo>
                  <a:lnTo>
                    <a:pt x="2925" y="11147"/>
                  </a:lnTo>
                  <a:lnTo>
                    <a:pt x="2959" y="11096"/>
                  </a:lnTo>
                  <a:lnTo>
                    <a:pt x="2993" y="11046"/>
                  </a:lnTo>
                  <a:lnTo>
                    <a:pt x="2993" y="10995"/>
                  </a:lnTo>
                  <a:lnTo>
                    <a:pt x="2993" y="10945"/>
                  </a:lnTo>
                  <a:lnTo>
                    <a:pt x="2976" y="10861"/>
                  </a:lnTo>
                  <a:close/>
                  <a:moveTo>
                    <a:pt x="4607" y="11332"/>
                  </a:moveTo>
                  <a:lnTo>
                    <a:pt x="4556" y="11348"/>
                  </a:lnTo>
                  <a:lnTo>
                    <a:pt x="4522" y="11365"/>
                  </a:lnTo>
                  <a:lnTo>
                    <a:pt x="4489" y="11399"/>
                  </a:lnTo>
                  <a:lnTo>
                    <a:pt x="4438" y="11483"/>
                  </a:lnTo>
                  <a:lnTo>
                    <a:pt x="4506" y="11432"/>
                  </a:lnTo>
                  <a:lnTo>
                    <a:pt x="4573" y="11399"/>
                  </a:lnTo>
                  <a:lnTo>
                    <a:pt x="4657" y="11399"/>
                  </a:lnTo>
                  <a:lnTo>
                    <a:pt x="4707" y="11432"/>
                  </a:lnTo>
                  <a:lnTo>
                    <a:pt x="4758" y="11466"/>
                  </a:lnTo>
                  <a:lnTo>
                    <a:pt x="4808" y="11483"/>
                  </a:lnTo>
                  <a:lnTo>
                    <a:pt x="4859" y="11483"/>
                  </a:lnTo>
                  <a:lnTo>
                    <a:pt x="4909" y="11466"/>
                  </a:lnTo>
                  <a:lnTo>
                    <a:pt x="4960" y="11449"/>
                  </a:lnTo>
                  <a:lnTo>
                    <a:pt x="4993" y="11399"/>
                  </a:lnTo>
                  <a:lnTo>
                    <a:pt x="5044" y="11332"/>
                  </a:lnTo>
                  <a:lnTo>
                    <a:pt x="4960" y="11382"/>
                  </a:lnTo>
                  <a:lnTo>
                    <a:pt x="4926" y="11399"/>
                  </a:lnTo>
                  <a:lnTo>
                    <a:pt x="4892" y="11416"/>
                  </a:lnTo>
                  <a:lnTo>
                    <a:pt x="4825" y="11416"/>
                  </a:lnTo>
                  <a:lnTo>
                    <a:pt x="4758" y="11382"/>
                  </a:lnTo>
                  <a:lnTo>
                    <a:pt x="4724" y="11348"/>
                  </a:lnTo>
                  <a:lnTo>
                    <a:pt x="4674" y="11332"/>
                  </a:lnTo>
                  <a:close/>
                  <a:moveTo>
                    <a:pt x="9683" y="11130"/>
                  </a:moveTo>
                  <a:lnTo>
                    <a:pt x="9650" y="11147"/>
                  </a:lnTo>
                  <a:lnTo>
                    <a:pt x="9549" y="11163"/>
                  </a:lnTo>
                  <a:lnTo>
                    <a:pt x="9650" y="11180"/>
                  </a:lnTo>
                  <a:lnTo>
                    <a:pt x="9717" y="11197"/>
                  </a:lnTo>
                  <a:lnTo>
                    <a:pt x="9767" y="11247"/>
                  </a:lnTo>
                  <a:lnTo>
                    <a:pt x="9784" y="11315"/>
                  </a:lnTo>
                  <a:lnTo>
                    <a:pt x="9801" y="11365"/>
                  </a:lnTo>
                  <a:lnTo>
                    <a:pt x="9818" y="11416"/>
                  </a:lnTo>
                  <a:lnTo>
                    <a:pt x="9852" y="11466"/>
                  </a:lnTo>
                  <a:lnTo>
                    <a:pt x="9902" y="11483"/>
                  </a:lnTo>
                  <a:lnTo>
                    <a:pt x="9952" y="11500"/>
                  </a:lnTo>
                  <a:lnTo>
                    <a:pt x="10003" y="11500"/>
                  </a:lnTo>
                  <a:lnTo>
                    <a:pt x="10104" y="11483"/>
                  </a:lnTo>
                  <a:lnTo>
                    <a:pt x="10003" y="11466"/>
                  </a:lnTo>
                  <a:lnTo>
                    <a:pt x="9969" y="11449"/>
                  </a:lnTo>
                  <a:lnTo>
                    <a:pt x="9936" y="11432"/>
                  </a:lnTo>
                  <a:lnTo>
                    <a:pt x="9885" y="11382"/>
                  </a:lnTo>
                  <a:lnTo>
                    <a:pt x="9868" y="11315"/>
                  </a:lnTo>
                  <a:lnTo>
                    <a:pt x="9852" y="11247"/>
                  </a:lnTo>
                  <a:lnTo>
                    <a:pt x="9818" y="11180"/>
                  </a:lnTo>
                  <a:lnTo>
                    <a:pt x="9751" y="11147"/>
                  </a:lnTo>
                  <a:lnTo>
                    <a:pt x="9683" y="11130"/>
                  </a:lnTo>
                  <a:close/>
                  <a:moveTo>
                    <a:pt x="118" y="11802"/>
                  </a:moveTo>
                  <a:lnTo>
                    <a:pt x="34" y="11853"/>
                  </a:lnTo>
                  <a:lnTo>
                    <a:pt x="0" y="11869"/>
                  </a:lnTo>
                  <a:lnTo>
                    <a:pt x="0" y="11937"/>
                  </a:lnTo>
                  <a:lnTo>
                    <a:pt x="68" y="11869"/>
                  </a:lnTo>
                  <a:lnTo>
                    <a:pt x="118" y="11802"/>
                  </a:lnTo>
                  <a:close/>
                  <a:moveTo>
                    <a:pt x="7901" y="11668"/>
                  </a:moveTo>
                  <a:lnTo>
                    <a:pt x="7885" y="11752"/>
                  </a:lnTo>
                  <a:lnTo>
                    <a:pt x="7851" y="11836"/>
                  </a:lnTo>
                  <a:lnTo>
                    <a:pt x="7801" y="11886"/>
                  </a:lnTo>
                  <a:lnTo>
                    <a:pt x="7733" y="11903"/>
                  </a:lnTo>
                  <a:lnTo>
                    <a:pt x="7683" y="11920"/>
                  </a:lnTo>
                  <a:lnTo>
                    <a:pt x="7632" y="11937"/>
                  </a:lnTo>
                  <a:lnTo>
                    <a:pt x="7599" y="11970"/>
                  </a:lnTo>
                  <a:lnTo>
                    <a:pt x="7565" y="12021"/>
                  </a:lnTo>
                  <a:lnTo>
                    <a:pt x="7565" y="12071"/>
                  </a:lnTo>
                  <a:lnTo>
                    <a:pt x="7565" y="12122"/>
                  </a:lnTo>
                  <a:lnTo>
                    <a:pt x="7565" y="12172"/>
                  </a:lnTo>
                  <a:lnTo>
                    <a:pt x="7582" y="12206"/>
                  </a:lnTo>
                  <a:lnTo>
                    <a:pt x="7599" y="12122"/>
                  </a:lnTo>
                  <a:lnTo>
                    <a:pt x="7616" y="12088"/>
                  </a:lnTo>
                  <a:lnTo>
                    <a:pt x="7632" y="12038"/>
                  </a:lnTo>
                  <a:lnTo>
                    <a:pt x="7683" y="12004"/>
                  </a:lnTo>
                  <a:lnTo>
                    <a:pt x="7750" y="11970"/>
                  </a:lnTo>
                  <a:lnTo>
                    <a:pt x="7801" y="11970"/>
                  </a:lnTo>
                  <a:lnTo>
                    <a:pt x="7851" y="11954"/>
                  </a:lnTo>
                  <a:lnTo>
                    <a:pt x="7901" y="11903"/>
                  </a:lnTo>
                  <a:lnTo>
                    <a:pt x="7918" y="11853"/>
                  </a:lnTo>
                  <a:lnTo>
                    <a:pt x="7935" y="11802"/>
                  </a:lnTo>
                  <a:lnTo>
                    <a:pt x="7918" y="11752"/>
                  </a:lnTo>
                  <a:lnTo>
                    <a:pt x="7918" y="11718"/>
                  </a:lnTo>
                  <a:lnTo>
                    <a:pt x="7901" y="11668"/>
                  </a:lnTo>
                  <a:close/>
                  <a:moveTo>
                    <a:pt x="1177" y="11869"/>
                  </a:moveTo>
                  <a:lnTo>
                    <a:pt x="1076" y="11886"/>
                  </a:lnTo>
                  <a:lnTo>
                    <a:pt x="1177" y="11903"/>
                  </a:lnTo>
                  <a:lnTo>
                    <a:pt x="1244" y="11920"/>
                  </a:lnTo>
                  <a:lnTo>
                    <a:pt x="1295" y="11970"/>
                  </a:lnTo>
                  <a:lnTo>
                    <a:pt x="1312" y="12038"/>
                  </a:lnTo>
                  <a:lnTo>
                    <a:pt x="1328" y="12105"/>
                  </a:lnTo>
                  <a:lnTo>
                    <a:pt x="1345" y="12138"/>
                  </a:lnTo>
                  <a:lnTo>
                    <a:pt x="1379" y="12189"/>
                  </a:lnTo>
                  <a:lnTo>
                    <a:pt x="1429" y="12223"/>
                  </a:lnTo>
                  <a:lnTo>
                    <a:pt x="1530" y="12223"/>
                  </a:lnTo>
                  <a:lnTo>
                    <a:pt x="1614" y="12206"/>
                  </a:lnTo>
                  <a:lnTo>
                    <a:pt x="1530" y="12189"/>
                  </a:lnTo>
                  <a:lnTo>
                    <a:pt x="1446" y="12155"/>
                  </a:lnTo>
                  <a:lnTo>
                    <a:pt x="1412" y="12105"/>
                  </a:lnTo>
                  <a:lnTo>
                    <a:pt x="1396" y="12038"/>
                  </a:lnTo>
                  <a:lnTo>
                    <a:pt x="1379" y="11987"/>
                  </a:lnTo>
                  <a:lnTo>
                    <a:pt x="1362" y="11937"/>
                  </a:lnTo>
                  <a:lnTo>
                    <a:pt x="1312" y="11903"/>
                  </a:lnTo>
                  <a:lnTo>
                    <a:pt x="1261" y="11869"/>
                  </a:lnTo>
                  <a:close/>
                  <a:moveTo>
                    <a:pt x="11516" y="12273"/>
                  </a:moveTo>
                  <a:lnTo>
                    <a:pt x="11415" y="12290"/>
                  </a:lnTo>
                  <a:lnTo>
                    <a:pt x="11516" y="12307"/>
                  </a:lnTo>
                  <a:lnTo>
                    <a:pt x="11583" y="12340"/>
                  </a:lnTo>
                  <a:lnTo>
                    <a:pt x="11634" y="12374"/>
                  </a:lnTo>
                  <a:lnTo>
                    <a:pt x="11650" y="12458"/>
                  </a:lnTo>
                  <a:lnTo>
                    <a:pt x="11667" y="12508"/>
                  </a:lnTo>
                  <a:lnTo>
                    <a:pt x="11684" y="12559"/>
                  </a:lnTo>
                  <a:lnTo>
                    <a:pt x="11718" y="12592"/>
                  </a:lnTo>
                  <a:lnTo>
                    <a:pt x="11768" y="12626"/>
                  </a:lnTo>
                  <a:lnTo>
                    <a:pt x="11818" y="12643"/>
                  </a:lnTo>
                  <a:lnTo>
                    <a:pt x="11869" y="12626"/>
                  </a:lnTo>
                  <a:lnTo>
                    <a:pt x="11970" y="12609"/>
                  </a:lnTo>
                  <a:lnTo>
                    <a:pt x="11869" y="12592"/>
                  </a:lnTo>
                  <a:lnTo>
                    <a:pt x="11802" y="12576"/>
                  </a:lnTo>
                  <a:lnTo>
                    <a:pt x="11751" y="12525"/>
                  </a:lnTo>
                  <a:lnTo>
                    <a:pt x="11734" y="12458"/>
                  </a:lnTo>
                  <a:lnTo>
                    <a:pt x="11718" y="12391"/>
                  </a:lnTo>
                  <a:lnTo>
                    <a:pt x="11701" y="12340"/>
                  </a:lnTo>
                  <a:lnTo>
                    <a:pt x="11650" y="12307"/>
                  </a:lnTo>
                  <a:lnTo>
                    <a:pt x="11617" y="12273"/>
                  </a:lnTo>
                  <a:close/>
                  <a:moveTo>
                    <a:pt x="9852" y="12693"/>
                  </a:moveTo>
                  <a:lnTo>
                    <a:pt x="9852" y="12693"/>
                  </a:lnTo>
                  <a:lnTo>
                    <a:pt x="9852" y="12693"/>
                  </a:lnTo>
                  <a:close/>
                  <a:moveTo>
                    <a:pt x="2925" y="12676"/>
                  </a:moveTo>
                  <a:lnTo>
                    <a:pt x="2875" y="12693"/>
                  </a:lnTo>
                  <a:lnTo>
                    <a:pt x="2825" y="12727"/>
                  </a:lnTo>
                  <a:lnTo>
                    <a:pt x="2791" y="12760"/>
                  </a:lnTo>
                  <a:lnTo>
                    <a:pt x="2740" y="12845"/>
                  </a:lnTo>
                  <a:lnTo>
                    <a:pt x="2808" y="12777"/>
                  </a:lnTo>
                  <a:lnTo>
                    <a:pt x="2808" y="12794"/>
                  </a:lnTo>
                  <a:lnTo>
                    <a:pt x="2892" y="12744"/>
                  </a:lnTo>
                  <a:lnTo>
                    <a:pt x="2959" y="12744"/>
                  </a:lnTo>
                  <a:lnTo>
                    <a:pt x="3009" y="12777"/>
                  </a:lnTo>
                  <a:lnTo>
                    <a:pt x="3060" y="12811"/>
                  </a:lnTo>
                  <a:lnTo>
                    <a:pt x="3110" y="12845"/>
                  </a:lnTo>
                  <a:lnTo>
                    <a:pt x="3161" y="12845"/>
                  </a:lnTo>
                  <a:lnTo>
                    <a:pt x="3211" y="12828"/>
                  </a:lnTo>
                  <a:lnTo>
                    <a:pt x="3262" y="12794"/>
                  </a:lnTo>
                  <a:lnTo>
                    <a:pt x="3295" y="12760"/>
                  </a:lnTo>
                  <a:lnTo>
                    <a:pt x="3346" y="12693"/>
                  </a:lnTo>
                  <a:lnTo>
                    <a:pt x="3278" y="12744"/>
                  </a:lnTo>
                  <a:lnTo>
                    <a:pt x="3194" y="12777"/>
                  </a:lnTo>
                  <a:lnTo>
                    <a:pt x="3127" y="12777"/>
                  </a:lnTo>
                  <a:lnTo>
                    <a:pt x="3060" y="12727"/>
                  </a:lnTo>
                  <a:lnTo>
                    <a:pt x="3026" y="12693"/>
                  </a:lnTo>
                  <a:lnTo>
                    <a:pt x="2976" y="12676"/>
                  </a:lnTo>
                  <a:close/>
                  <a:moveTo>
                    <a:pt x="5884" y="12491"/>
                  </a:moveTo>
                  <a:lnTo>
                    <a:pt x="5783" y="12508"/>
                  </a:lnTo>
                  <a:lnTo>
                    <a:pt x="5884" y="12525"/>
                  </a:lnTo>
                  <a:lnTo>
                    <a:pt x="5951" y="12542"/>
                  </a:lnTo>
                  <a:lnTo>
                    <a:pt x="6002" y="12592"/>
                  </a:lnTo>
                  <a:lnTo>
                    <a:pt x="6019" y="12660"/>
                  </a:lnTo>
                  <a:lnTo>
                    <a:pt x="6035" y="12727"/>
                  </a:lnTo>
                  <a:lnTo>
                    <a:pt x="6052" y="12777"/>
                  </a:lnTo>
                  <a:lnTo>
                    <a:pt x="6086" y="12811"/>
                  </a:lnTo>
                  <a:lnTo>
                    <a:pt x="6136" y="12845"/>
                  </a:lnTo>
                  <a:lnTo>
                    <a:pt x="6237" y="12845"/>
                  </a:lnTo>
                  <a:lnTo>
                    <a:pt x="6338" y="12828"/>
                  </a:lnTo>
                  <a:lnTo>
                    <a:pt x="6237" y="12811"/>
                  </a:lnTo>
                  <a:lnTo>
                    <a:pt x="6170" y="12794"/>
                  </a:lnTo>
                  <a:lnTo>
                    <a:pt x="6120" y="12727"/>
                  </a:lnTo>
                  <a:lnTo>
                    <a:pt x="6103" y="12660"/>
                  </a:lnTo>
                  <a:lnTo>
                    <a:pt x="6086" y="12609"/>
                  </a:lnTo>
                  <a:lnTo>
                    <a:pt x="6069" y="12559"/>
                  </a:lnTo>
                  <a:lnTo>
                    <a:pt x="6035" y="12525"/>
                  </a:lnTo>
                  <a:lnTo>
                    <a:pt x="5985" y="12491"/>
                  </a:lnTo>
                  <a:close/>
                  <a:moveTo>
                    <a:pt x="9414" y="12676"/>
                  </a:moveTo>
                  <a:lnTo>
                    <a:pt x="9364" y="12693"/>
                  </a:lnTo>
                  <a:lnTo>
                    <a:pt x="9314" y="12727"/>
                  </a:lnTo>
                  <a:lnTo>
                    <a:pt x="9280" y="12760"/>
                  </a:lnTo>
                  <a:lnTo>
                    <a:pt x="9230" y="12845"/>
                  </a:lnTo>
                  <a:lnTo>
                    <a:pt x="9314" y="12794"/>
                  </a:lnTo>
                  <a:lnTo>
                    <a:pt x="9381" y="12744"/>
                  </a:lnTo>
                  <a:lnTo>
                    <a:pt x="9448" y="12744"/>
                  </a:lnTo>
                  <a:lnTo>
                    <a:pt x="9515" y="12777"/>
                  </a:lnTo>
                  <a:lnTo>
                    <a:pt x="9566" y="12811"/>
                  </a:lnTo>
                  <a:lnTo>
                    <a:pt x="9616" y="12845"/>
                  </a:lnTo>
                  <a:lnTo>
                    <a:pt x="9667" y="12845"/>
                  </a:lnTo>
                  <a:lnTo>
                    <a:pt x="9717" y="12828"/>
                  </a:lnTo>
                  <a:lnTo>
                    <a:pt x="9767" y="12794"/>
                  </a:lnTo>
                  <a:lnTo>
                    <a:pt x="9801" y="12760"/>
                  </a:lnTo>
                  <a:lnTo>
                    <a:pt x="9852" y="12693"/>
                  </a:lnTo>
                  <a:lnTo>
                    <a:pt x="9767" y="12744"/>
                  </a:lnTo>
                  <a:lnTo>
                    <a:pt x="9700" y="12777"/>
                  </a:lnTo>
                  <a:lnTo>
                    <a:pt x="9633" y="12777"/>
                  </a:lnTo>
                  <a:lnTo>
                    <a:pt x="9566" y="12727"/>
                  </a:lnTo>
                  <a:lnTo>
                    <a:pt x="9515" y="12693"/>
                  </a:lnTo>
                  <a:lnTo>
                    <a:pt x="9465" y="12676"/>
                  </a:lnTo>
                  <a:close/>
                  <a:moveTo>
                    <a:pt x="1883" y="13181"/>
                  </a:moveTo>
                  <a:lnTo>
                    <a:pt x="1866" y="13231"/>
                  </a:lnTo>
                  <a:lnTo>
                    <a:pt x="1883" y="13231"/>
                  </a:lnTo>
                  <a:lnTo>
                    <a:pt x="1883" y="13181"/>
                  </a:lnTo>
                  <a:close/>
                  <a:moveTo>
                    <a:pt x="4691" y="13063"/>
                  </a:moveTo>
                  <a:lnTo>
                    <a:pt x="4674" y="13147"/>
                  </a:lnTo>
                  <a:lnTo>
                    <a:pt x="4640" y="13231"/>
                  </a:lnTo>
                  <a:lnTo>
                    <a:pt x="4623" y="13265"/>
                  </a:lnTo>
                  <a:lnTo>
                    <a:pt x="4691" y="13265"/>
                  </a:lnTo>
                  <a:lnTo>
                    <a:pt x="4707" y="13214"/>
                  </a:lnTo>
                  <a:lnTo>
                    <a:pt x="4707" y="13147"/>
                  </a:lnTo>
                  <a:lnTo>
                    <a:pt x="4691" y="130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2" name="Google Shape;5912;p63"/>
            <p:cNvSpPr/>
            <p:nvPr/>
          </p:nvSpPr>
          <p:spPr>
            <a:xfrm>
              <a:off x="4298775" y="1087900"/>
              <a:ext cx="29850" cy="37450"/>
            </a:xfrm>
            <a:custGeom>
              <a:avLst/>
              <a:gdLst/>
              <a:ahLst/>
              <a:cxnLst/>
              <a:rect l="l" t="t" r="r" b="b"/>
              <a:pathLst>
                <a:path w="1194" h="1498" extrusionOk="0">
                  <a:moveTo>
                    <a:pt x="723" y="1"/>
                  </a:moveTo>
                  <a:lnTo>
                    <a:pt x="0" y="791"/>
                  </a:lnTo>
                  <a:lnTo>
                    <a:pt x="202" y="1447"/>
                  </a:lnTo>
                  <a:lnTo>
                    <a:pt x="891" y="1497"/>
                  </a:lnTo>
                  <a:lnTo>
                    <a:pt x="1194" y="858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3" name="Google Shape;5913;p63"/>
            <p:cNvSpPr/>
            <p:nvPr/>
          </p:nvSpPr>
          <p:spPr>
            <a:xfrm>
              <a:off x="4291200" y="1124050"/>
              <a:ext cx="47950" cy="255975"/>
            </a:xfrm>
            <a:custGeom>
              <a:avLst/>
              <a:gdLst/>
              <a:ahLst/>
              <a:cxnLst/>
              <a:rect l="l" t="t" r="r" b="b"/>
              <a:pathLst>
                <a:path w="1918" h="10239" extrusionOk="0">
                  <a:moveTo>
                    <a:pt x="505" y="1"/>
                  </a:moveTo>
                  <a:lnTo>
                    <a:pt x="1" y="7717"/>
                  </a:lnTo>
                  <a:lnTo>
                    <a:pt x="1110" y="10239"/>
                  </a:lnTo>
                  <a:lnTo>
                    <a:pt x="1917" y="7767"/>
                  </a:lnTo>
                  <a:lnTo>
                    <a:pt x="1194" y="51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4" name="Google Shape;5914;p63"/>
            <p:cNvSpPr/>
            <p:nvPr/>
          </p:nvSpPr>
          <p:spPr>
            <a:xfrm>
              <a:off x="4290350" y="971500"/>
              <a:ext cx="77775" cy="112225"/>
            </a:xfrm>
            <a:custGeom>
              <a:avLst/>
              <a:gdLst/>
              <a:ahLst/>
              <a:cxnLst/>
              <a:rect l="l" t="t" r="r" b="b"/>
              <a:pathLst>
                <a:path w="3111" h="4489" extrusionOk="0">
                  <a:moveTo>
                    <a:pt x="2590" y="0"/>
                  </a:moveTo>
                  <a:lnTo>
                    <a:pt x="2489" y="34"/>
                  </a:lnTo>
                  <a:lnTo>
                    <a:pt x="2354" y="118"/>
                  </a:lnTo>
                  <a:lnTo>
                    <a:pt x="1800" y="320"/>
                  </a:lnTo>
                  <a:lnTo>
                    <a:pt x="1" y="959"/>
                  </a:lnTo>
                  <a:lnTo>
                    <a:pt x="152" y="1362"/>
                  </a:lnTo>
                  <a:lnTo>
                    <a:pt x="270" y="1765"/>
                  </a:lnTo>
                  <a:lnTo>
                    <a:pt x="354" y="2186"/>
                  </a:lnTo>
                  <a:lnTo>
                    <a:pt x="438" y="2606"/>
                  </a:lnTo>
                  <a:lnTo>
                    <a:pt x="438" y="2774"/>
                  </a:lnTo>
                  <a:lnTo>
                    <a:pt x="438" y="2808"/>
                  </a:lnTo>
                  <a:lnTo>
                    <a:pt x="421" y="2976"/>
                  </a:lnTo>
                  <a:lnTo>
                    <a:pt x="438" y="3211"/>
                  </a:lnTo>
                  <a:lnTo>
                    <a:pt x="472" y="3463"/>
                  </a:lnTo>
                  <a:lnTo>
                    <a:pt x="522" y="3749"/>
                  </a:lnTo>
                  <a:lnTo>
                    <a:pt x="573" y="3884"/>
                  </a:lnTo>
                  <a:lnTo>
                    <a:pt x="606" y="4001"/>
                  </a:lnTo>
                  <a:lnTo>
                    <a:pt x="673" y="4136"/>
                  </a:lnTo>
                  <a:lnTo>
                    <a:pt x="741" y="4237"/>
                  </a:lnTo>
                  <a:lnTo>
                    <a:pt x="808" y="4321"/>
                  </a:lnTo>
                  <a:lnTo>
                    <a:pt x="892" y="4405"/>
                  </a:lnTo>
                  <a:lnTo>
                    <a:pt x="993" y="4455"/>
                  </a:lnTo>
                  <a:lnTo>
                    <a:pt x="1110" y="4489"/>
                  </a:lnTo>
                  <a:lnTo>
                    <a:pt x="1228" y="4489"/>
                  </a:lnTo>
                  <a:lnTo>
                    <a:pt x="1363" y="4472"/>
                  </a:lnTo>
                  <a:lnTo>
                    <a:pt x="1514" y="4422"/>
                  </a:lnTo>
                  <a:lnTo>
                    <a:pt x="1648" y="4354"/>
                  </a:lnTo>
                  <a:lnTo>
                    <a:pt x="1800" y="4270"/>
                  </a:lnTo>
                  <a:lnTo>
                    <a:pt x="1934" y="4153"/>
                  </a:lnTo>
                  <a:lnTo>
                    <a:pt x="2086" y="4035"/>
                  </a:lnTo>
                  <a:lnTo>
                    <a:pt x="2220" y="3917"/>
                  </a:lnTo>
                  <a:lnTo>
                    <a:pt x="2489" y="3615"/>
                  </a:lnTo>
                  <a:lnTo>
                    <a:pt x="2741" y="3295"/>
                  </a:lnTo>
                  <a:lnTo>
                    <a:pt x="2960" y="2976"/>
                  </a:lnTo>
                  <a:lnTo>
                    <a:pt x="3044" y="2808"/>
                  </a:lnTo>
                  <a:lnTo>
                    <a:pt x="3111" y="2640"/>
                  </a:lnTo>
                  <a:lnTo>
                    <a:pt x="3010" y="1984"/>
                  </a:lnTo>
                  <a:lnTo>
                    <a:pt x="2859" y="1328"/>
                  </a:lnTo>
                  <a:lnTo>
                    <a:pt x="2741" y="673"/>
                  </a:lnTo>
                  <a:lnTo>
                    <a:pt x="2691" y="337"/>
                  </a:lnTo>
                  <a:lnTo>
                    <a:pt x="2640" y="17"/>
                  </a:lnTo>
                  <a:lnTo>
                    <a:pt x="2640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5" name="Google Shape;5915;p63"/>
            <p:cNvSpPr/>
            <p:nvPr/>
          </p:nvSpPr>
          <p:spPr>
            <a:xfrm>
              <a:off x="4290350" y="971500"/>
              <a:ext cx="77775" cy="112225"/>
            </a:xfrm>
            <a:custGeom>
              <a:avLst/>
              <a:gdLst/>
              <a:ahLst/>
              <a:cxnLst/>
              <a:rect l="l" t="t" r="r" b="b"/>
              <a:pathLst>
                <a:path w="3111" h="4489" fill="none" extrusionOk="0">
                  <a:moveTo>
                    <a:pt x="1110" y="4489"/>
                  </a:moveTo>
                  <a:lnTo>
                    <a:pt x="1110" y="4489"/>
                  </a:lnTo>
                  <a:lnTo>
                    <a:pt x="1228" y="4489"/>
                  </a:lnTo>
                  <a:lnTo>
                    <a:pt x="1363" y="4472"/>
                  </a:lnTo>
                  <a:lnTo>
                    <a:pt x="1514" y="4422"/>
                  </a:lnTo>
                  <a:lnTo>
                    <a:pt x="1648" y="4354"/>
                  </a:lnTo>
                  <a:lnTo>
                    <a:pt x="1800" y="4270"/>
                  </a:lnTo>
                  <a:lnTo>
                    <a:pt x="1934" y="4153"/>
                  </a:lnTo>
                  <a:lnTo>
                    <a:pt x="2086" y="4035"/>
                  </a:lnTo>
                  <a:lnTo>
                    <a:pt x="2220" y="3917"/>
                  </a:lnTo>
                  <a:lnTo>
                    <a:pt x="2489" y="3615"/>
                  </a:lnTo>
                  <a:lnTo>
                    <a:pt x="2741" y="3295"/>
                  </a:lnTo>
                  <a:lnTo>
                    <a:pt x="2960" y="2976"/>
                  </a:lnTo>
                  <a:lnTo>
                    <a:pt x="3044" y="2808"/>
                  </a:lnTo>
                  <a:lnTo>
                    <a:pt x="3111" y="2640"/>
                  </a:lnTo>
                  <a:lnTo>
                    <a:pt x="3111" y="2640"/>
                  </a:lnTo>
                  <a:lnTo>
                    <a:pt x="3010" y="1984"/>
                  </a:lnTo>
                  <a:lnTo>
                    <a:pt x="2859" y="1328"/>
                  </a:lnTo>
                  <a:lnTo>
                    <a:pt x="2859" y="1328"/>
                  </a:lnTo>
                  <a:lnTo>
                    <a:pt x="2741" y="673"/>
                  </a:lnTo>
                  <a:lnTo>
                    <a:pt x="2691" y="337"/>
                  </a:lnTo>
                  <a:lnTo>
                    <a:pt x="2640" y="17"/>
                  </a:lnTo>
                  <a:lnTo>
                    <a:pt x="2640" y="17"/>
                  </a:lnTo>
                  <a:lnTo>
                    <a:pt x="2640" y="0"/>
                  </a:lnTo>
                  <a:lnTo>
                    <a:pt x="2590" y="0"/>
                  </a:lnTo>
                  <a:lnTo>
                    <a:pt x="2489" y="34"/>
                  </a:lnTo>
                  <a:lnTo>
                    <a:pt x="2354" y="118"/>
                  </a:lnTo>
                  <a:lnTo>
                    <a:pt x="1800" y="320"/>
                  </a:lnTo>
                  <a:lnTo>
                    <a:pt x="1" y="959"/>
                  </a:lnTo>
                  <a:lnTo>
                    <a:pt x="1" y="959"/>
                  </a:lnTo>
                  <a:lnTo>
                    <a:pt x="152" y="1362"/>
                  </a:lnTo>
                  <a:lnTo>
                    <a:pt x="270" y="1765"/>
                  </a:lnTo>
                  <a:lnTo>
                    <a:pt x="354" y="2186"/>
                  </a:lnTo>
                  <a:lnTo>
                    <a:pt x="438" y="2606"/>
                  </a:lnTo>
                  <a:lnTo>
                    <a:pt x="438" y="2606"/>
                  </a:lnTo>
                  <a:lnTo>
                    <a:pt x="438" y="2774"/>
                  </a:lnTo>
                  <a:lnTo>
                    <a:pt x="438" y="2774"/>
                  </a:lnTo>
                  <a:lnTo>
                    <a:pt x="438" y="2808"/>
                  </a:lnTo>
                  <a:lnTo>
                    <a:pt x="438" y="2808"/>
                  </a:lnTo>
                  <a:lnTo>
                    <a:pt x="421" y="2976"/>
                  </a:lnTo>
                  <a:lnTo>
                    <a:pt x="438" y="3211"/>
                  </a:lnTo>
                  <a:lnTo>
                    <a:pt x="472" y="3463"/>
                  </a:lnTo>
                  <a:lnTo>
                    <a:pt x="522" y="3749"/>
                  </a:lnTo>
                  <a:lnTo>
                    <a:pt x="573" y="3884"/>
                  </a:lnTo>
                  <a:lnTo>
                    <a:pt x="606" y="4001"/>
                  </a:lnTo>
                  <a:lnTo>
                    <a:pt x="673" y="4136"/>
                  </a:lnTo>
                  <a:lnTo>
                    <a:pt x="741" y="4237"/>
                  </a:lnTo>
                  <a:lnTo>
                    <a:pt x="808" y="4321"/>
                  </a:lnTo>
                  <a:lnTo>
                    <a:pt x="892" y="4405"/>
                  </a:lnTo>
                  <a:lnTo>
                    <a:pt x="993" y="4455"/>
                  </a:lnTo>
                  <a:lnTo>
                    <a:pt x="1110" y="448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6" name="Google Shape;5916;p63"/>
            <p:cNvSpPr/>
            <p:nvPr/>
          </p:nvSpPr>
          <p:spPr>
            <a:xfrm>
              <a:off x="4289950" y="976550"/>
              <a:ext cx="63050" cy="65150"/>
            </a:xfrm>
            <a:custGeom>
              <a:avLst/>
              <a:gdLst/>
              <a:ahLst/>
              <a:cxnLst/>
              <a:rect l="l" t="t" r="r" b="b"/>
              <a:pathLst>
                <a:path w="2522" h="2606" extrusionOk="0">
                  <a:moveTo>
                    <a:pt x="2522" y="0"/>
                  </a:moveTo>
                  <a:lnTo>
                    <a:pt x="1816" y="118"/>
                  </a:lnTo>
                  <a:lnTo>
                    <a:pt x="0" y="757"/>
                  </a:lnTo>
                  <a:lnTo>
                    <a:pt x="151" y="1160"/>
                  </a:lnTo>
                  <a:lnTo>
                    <a:pt x="269" y="1563"/>
                  </a:lnTo>
                  <a:lnTo>
                    <a:pt x="370" y="1967"/>
                  </a:lnTo>
                  <a:lnTo>
                    <a:pt x="437" y="2387"/>
                  </a:lnTo>
                  <a:lnTo>
                    <a:pt x="437" y="2572"/>
                  </a:lnTo>
                  <a:lnTo>
                    <a:pt x="437" y="2606"/>
                  </a:lnTo>
                  <a:lnTo>
                    <a:pt x="589" y="2606"/>
                  </a:lnTo>
                  <a:lnTo>
                    <a:pt x="723" y="2589"/>
                  </a:lnTo>
                  <a:lnTo>
                    <a:pt x="891" y="2555"/>
                  </a:lnTo>
                  <a:lnTo>
                    <a:pt x="1042" y="2522"/>
                  </a:lnTo>
                  <a:lnTo>
                    <a:pt x="1194" y="2471"/>
                  </a:lnTo>
                  <a:lnTo>
                    <a:pt x="1328" y="2404"/>
                  </a:lnTo>
                  <a:lnTo>
                    <a:pt x="1446" y="2337"/>
                  </a:lnTo>
                  <a:lnTo>
                    <a:pt x="1564" y="2270"/>
                  </a:lnTo>
                  <a:lnTo>
                    <a:pt x="1681" y="2185"/>
                  </a:lnTo>
                  <a:lnTo>
                    <a:pt x="1782" y="2085"/>
                  </a:lnTo>
                  <a:lnTo>
                    <a:pt x="1950" y="1883"/>
                  </a:lnTo>
                  <a:lnTo>
                    <a:pt x="2102" y="1664"/>
                  </a:lnTo>
                  <a:lnTo>
                    <a:pt x="2219" y="1446"/>
                  </a:lnTo>
                  <a:lnTo>
                    <a:pt x="2303" y="1210"/>
                  </a:lnTo>
                  <a:lnTo>
                    <a:pt x="2387" y="975"/>
                  </a:lnTo>
                  <a:lnTo>
                    <a:pt x="2438" y="757"/>
                  </a:lnTo>
                  <a:lnTo>
                    <a:pt x="2471" y="555"/>
                  </a:lnTo>
                  <a:lnTo>
                    <a:pt x="2505" y="370"/>
                  </a:lnTo>
                  <a:lnTo>
                    <a:pt x="2522" y="101"/>
                  </a:lnTo>
                  <a:lnTo>
                    <a:pt x="25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7" name="Google Shape;5917;p63"/>
            <p:cNvSpPr/>
            <p:nvPr/>
          </p:nvSpPr>
          <p:spPr>
            <a:xfrm>
              <a:off x="4289950" y="976550"/>
              <a:ext cx="63050" cy="65150"/>
            </a:xfrm>
            <a:custGeom>
              <a:avLst/>
              <a:gdLst/>
              <a:ahLst/>
              <a:cxnLst/>
              <a:rect l="l" t="t" r="r" b="b"/>
              <a:pathLst>
                <a:path w="2522" h="2606" fill="none" extrusionOk="0">
                  <a:moveTo>
                    <a:pt x="437" y="2572"/>
                  </a:moveTo>
                  <a:lnTo>
                    <a:pt x="437" y="2572"/>
                  </a:lnTo>
                  <a:lnTo>
                    <a:pt x="437" y="2606"/>
                  </a:lnTo>
                  <a:lnTo>
                    <a:pt x="437" y="2606"/>
                  </a:lnTo>
                  <a:lnTo>
                    <a:pt x="589" y="2606"/>
                  </a:lnTo>
                  <a:lnTo>
                    <a:pt x="723" y="2589"/>
                  </a:lnTo>
                  <a:lnTo>
                    <a:pt x="723" y="2589"/>
                  </a:lnTo>
                  <a:lnTo>
                    <a:pt x="891" y="2555"/>
                  </a:lnTo>
                  <a:lnTo>
                    <a:pt x="1042" y="2522"/>
                  </a:lnTo>
                  <a:lnTo>
                    <a:pt x="1194" y="2471"/>
                  </a:lnTo>
                  <a:lnTo>
                    <a:pt x="1328" y="2404"/>
                  </a:lnTo>
                  <a:lnTo>
                    <a:pt x="1446" y="2337"/>
                  </a:lnTo>
                  <a:lnTo>
                    <a:pt x="1564" y="2270"/>
                  </a:lnTo>
                  <a:lnTo>
                    <a:pt x="1681" y="2185"/>
                  </a:lnTo>
                  <a:lnTo>
                    <a:pt x="1782" y="2085"/>
                  </a:lnTo>
                  <a:lnTo>
                    <a:pt x="1950" y="1883"/>
                  </a:lnTo>
                  <a:lnTo>
                    <a:pt x="2102" y="1664"/>
                  </a:lnTo>
                  <a:lnTo>
                    <a:pt x="2219" y="1446"/>
                  </a:lnTo>
                  <a:lnTo>
                    <a:pt x="2303" y="1210"/>
                  </a:lnTo>
                  <a:lnTo>
                    <a:pt x="2387" y="975"/>
                  </a:lnTo>
                  <a:lnTo>
                    <a:pt x="2438" y="757"/>
                  </a:lnTo>
                  <a:lnTo>
                    <a:pt x="2471" y="555"/>
                  </a:lnTo>
                  <a:lnTo>
                    <a:pt x="2505" y="370"/>
                  </a:lnTo>
                  <a:lnTo>
                    <a:pt x="2522" y="101"/>
                  </a:lnTo>
                  <a:lnTo>
                    <a:pt x="2522" y="0"/>
                  </a:lnTo>
                  <a:lnTo>
                    <a:pt x="1816" y="118"/>
                  </a:lnTo>
                  <a:lnTo>
                    <a:pt x="0" y="757"/>
                  </a:lnTo>
                  <a:lnTo>
                    <a:pt x="0" y="757"/>
                  </a:lnTo>
                  <a:lnTo>
                    <a:pt x="151" y="1160"/>
                  </a:lnTo>
                  <a:lnTo>
                    <a:pt x="269" y="1563"/>
                  </a:lnTo>
                  <a:lnTo>
                    <a:pt x="370" y="1967"/>
                  </a:lnTo>
                  <a:lnTo>
                    <a:pt x="437" y="2387"/>
                  </a:lnTo>
                  <a:lnTo>
                    <a:pt x="437" y="2387"/>
                  </a:lnTo>
                  <a:lnTo>
                    <a:pt x="437" y="257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8" name="Google Shape;5918;p63"/>
            <p:cNvSpPr/>
            <p:nvPr/>
          </p:nvSpPr>
          <p:spPr>
            <a:xfrm>
              <a:off x="4251275" y="859275"/>
              <a:ext cx="118975" cy="166050"/>
            </a:xfrm>
            <a:custGeom>
              <a:avLst/>
              <a:gdLst/>
              <a:ahLst/>
              <a:cxnLst/>
              <a:rect l="l" t="t" r="r" b="b"/>
              <a:pathLst>
                <a:path w="4759" h="6642" extrusionOk="0">
                  <a:moveTo>
                    <a:pt x="2421" y="1"/>
                  </a:moveTo>
                  <a:lnTo>
                    <a:pt x="2152" y="18"/>
                  </a:lnTo>
                  <a:lnTo>
                    <a:pt x="1883" y="51"/>
                  </a:lnTo>
                  <a:lnTo>
                    <a:pt x="1631" y="118"/>
                  </a:lnTo>
                  <a:lnTo>
                    <a:pt x="1396" y="219"/>
                  </a:lnTo>
                  <a:lnTo>
                    <a:pt x="1177" y="354"/>
                  </a:lnTo>
                  <a:lnTo>
                    <a:pt x="1093" y="421"/>
                  </a:lnTo>
                  <a:lnTo>
                    <a:pt x="1026" y="488"/>
                  </a:lnTo>
                  <a:lnTo>
                    <a:pt x="875" y="690"/>
                  </a:lnTo>
                  <a:lnTo>
                    <a:pt x="740" y="959"/>
                  </a:lnTo>
                  <a:lnTo>
                    <a:pt x="606" y="1262"/>
                  </a:lnTo>
                  <a:lnTo>
                    <a:pt x="471" y="1598"/>
                  </a:lnTo>
                  <a:lnTo>
                    <a:pt x="354" y="1984"/>
                  </a:lnTo>
                  <a:lnTo>
                    <a:pt x="253" y="2371"/>
                  </a:lnTo>
                  <a:lnTo>
                    <a:pt x="169" y="2791"/>
                  </a:lnTo>
                  <a:lnTo>
                    <a:pt x="85" y="3212"/>
                  </a:lnTo>
                  <a:lnTo>
                    <a:pt x="34" y="3632"/>
                  </a:lnTo>
                  <a:lnTo>
                    <a:pt x="17" y="4052"/>
                  </a:lnTo>
                  <a:lnTo>
                    <a:pt x="1" y="4456"/>
                  </a:lnTo>
                  <a:lnTo>
                    <a:pt x="34" y="4826"/>
                  </a:lnTo>
                  <a:lnTo>
                    <a:pt x="85" y="5162"/>
                  </a:lnTo>
                  <a:lnTo>
                    <a:pt x="118" y="5313"/>
                  </a:lnTo>
                  <a:lnTo>
                    <a:pt x="169" y="5464"/>
                  </a:lnTo>
                  <a:lnTo>
                    <a:pt x="219" y="5599"/>
                  </a:lnTo>
                  <a:lnTo>
                    <a:pt x="286" y="5717"/>
                  </a:lnTo>
                  <a:lnTo>
                    <a:pt x="438" y="5918"/>
                  </a:lnTo>
                  <a:lnTo>
                    <a:pt x="606" y="6103"/>
                  </a:lnTo>
                  <a:lnTo>
                    <a:pt x="791" y="6271"/>
                  </a:lnTo>
                  <a:lnTo>
                    <a:pt x="976" y="6389"/>
                  </a:lnTo>
                  <a:lnTo>
                    <a:pt x="1194" y="6490"/>
                  </a:lnTo>
                  <a:lnTo>
                    <a:pt x="1413" y="6574"/>
                  </a:lnTo>
                  <a:lnTo>
                    <a:pt x="1648" y="6624"/>
                  </a:lnTo>
                  <a:lnTo>
                    <a:pt x="1883" y="6641"/>
                  </a:lnTo>
                  <a:lnTo>
                    <a:pt x="2119" y="6641"/>
                  </a:lnTo>
                  <a:lnTo>
                    <a:pt x="2354" y="6624"/>
                  </a:lnTo>
                  <a:lnTo>
                    <a:pt x="2589" y="6574"/>
                  </a:lnTo>
                  <a:lnTo>
                    <a:pt x="2825" y="6507"/>
                  </a:lnTo>
                  <a:lnTo>
                    <a:pt x="3060" y="6406"/>
                  </a:lnTo>
                  <a:lnTo>
                    <a:pt x="3279" y="6288"/>
                  </a:lnTo>
                  <a:lnTo>
                    <a:pt x="3480" y="6154"/>
                  </a:lnTo>
                  <a:lnTo>
                    <a:pt x="3682" y="6002"/>
                  </a:lnTo>
                  <a:lnTo>
                    <a:pt x="3817" y="5868"/>
                  </a:lnTo>
                  <a:lnTo>
                    <a:pt x="3934" y="5683"/>
                  </a:lnTo>
                  <a:lnTo>
                    <a:pt x="4069" y="5464"/>
                  </a:lnTo>
                  <a:lnTo>
                    <a:pt x="4170" y="5195"/>
                  </a:lnTo>
                  <a:lnTo>
                    <a:pt x="4287" y="4910"/>
                  </a:lnTo>
                  <a:lnTo>
                    <a:pt x="4388" y="4607"/>
                  </a:lnTo>
                  <a:lnTo>
                    <a:pt x="4472" y="4288"/>
                  </a:lnTo>
                  <a:lnTo>
                    <a:pt x="4556" y="3951"/>
                  </a:lnTo>
                  <a:lnTo>
                    <a:pt x="4624" y="3615"/>
                  </a:lnTo>
                  <a:lnTo>
                    <a:pt x="4674" y="3279"/>
                  </a:lnTo>
                  <a:lnTo>
                    <a:pt x="4724" y="2960"/>
                  </a:lnTo>
                  <a:lnTo>
                    <a:pt x="4758" y="2640"/>
                  </a:lnTo>
                  <a:lnTo>
                    <a:pt x="4758" y="2338"/>
                  </a:lnTo>
                  <a:lnTo>
                    <a:pt x="4758" y="2069"/>
                  </a:lnTo>
                  <a:lnTo>
                    <a:pt x="4741" y="1833"/>
                  </a:lnTo>
                  <a:lnTo>
                    <a:pt x="4691" y="1631"/>
                  </a:lnTo>
                  <a:lnTo>
                    <a:pt x="4607" y="1362"/>
                  </a:lnTo>
                  <a:lnTo>
                    <a:pt x="4472" y="1127"/>
                  </a:lnTo>
                  <a:lnTo>
                    <a:pt x="4321" y="909"/>
                  </a:lnTo>
                  <a:lnTo>
                    <a:pt x="4136" y="707"/>
                  </a:lnTo>
                  <a:lnTo>
                    <a:pt x="3934" y="539"/>
                  </a:lnTo>
                  <a:lnTo>
                    <a:pt x="3716" y="371"/>
                  </a:lnTo>
                  <a:lnTo>
                    <a:pt x="3464" y="253"/>
                  </a:lnTo>
                  <a:lnTo>
                    <a:pt x="3211" y="152"/>
                  </a:lnTo>
                  <a:lnTo>
                    <a:pt x="2959" y="68"/>
                  </a:lnTo>
                  <a:lnTo>
                    <a:pt x="2690" y="18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9" name="Google Shape;5919;p63"/>
            <p:cNvSpPr/>
            <p:nvPr/>
          </p:nvSpPr>
          <p:spPr>
            <a:xfrm>
              <a:off x="4251275" y="859275"/>
              <a:ext cx="118975" cy="166050"/>
            </a:xfrm>
            <a:custGeom>
              <a:avLst/>
              <a:gdLst/>
              <a:ahLst/>
              <a:cxnLst/>
              <a:rect l="l" t="t" r="r" b="b"/>
              <a:pathLst>
                <a:path w="4759" h="6642" fill="none" extrusionOk="0">
                  <a:moveTo>
                    <a:pt x="4691" y="1631"/>
                  </a:moveTo>
                  <a:lnTo>
                    <a:pt x="4691" y="1631"/>
                  </a:lnTo>
                  <a:lnTo>
                    <a:pt x="4741" y="1833"/>
                  </a:lnTo>
                  <a:lnTo>
                    <a:pt x="4758" y="2069"/>
                  </a:lnTo>
                  <a:lnTo>
                    <a:pt x="4758" y="2338"/>
                  </a:lnTo>
                  <a:lnTo>
                    <a:pt x="4758" y="2640"/>
                  </a:lnTo>
                  <a:lnTo>
                    <a:pt x="4724" y="2960"/>
                  </a:lnTo>
                  <a:lnTo>
                    <a:pt x="4674" y="3279"/>
                  </a:lnTo>
                  <a:lnTo>
                    <a:pt x="4624" y="3615"/>
                  </a:lnTo>
                  <a:lnTo>
                    <a:pt x="4556" y="3951"/>
                  </a:lnTo>
                  <a:lnTo>
                    <a:pt x="4472" y="4288"/>
                  </a:lnTo>
                  <a:lnTo>
                    <a:pt x="4388" y="4607"/>
                  </a:lnTo>
                  <a:lnTo>
                    <a:pt x="4287" y="4910"/>
                  </a:lnTo>
                  <a:lnTo>
                    <a:pt x="4170" y="5195"/>
                  </a:lnTo>
                  <a:lnTo>
                    <a:pt x="4069" y="5464"/>
                  </a:lnTo>
                  <a:lnTo>
                    <a:pt x="3934" y="5683"/>
                  </a:lnTo>
                  <a:lnTo>
                    <a:pt x="3817" y="5868"/>
                  </a:lnTo>
                  <a:lnTo>
                    <a:pt x="3682" y="6002"/>
                  </a:lnTo>
                  <a:lnTo>
                    <a:pt x="3682" y="6002"/>
                  </a:lnTo>
                  <a:lnTo>
                    <a:pt x="3480" y="6154"/>
                  </a:lnTo>
                  <a:lnTo>
                    <a:pt x="3279" y="6288"/>
                  </a:lnTo>
                  <a:lnTo>
                    <a:pt x="3060" y="6406"/>
                  </a:lnTo>
                  <a:lnTo>
                    <a:pt x="2825" y="6507"/>
                  </a:lnTo>
                  <a:lnTo>
                    <a:pt x="2589" y="6574"/>
                  </a:lnTo>
                  <a:lnTo>
                    <a:pt x="2354" y="6624"/>
                  </a:lnTo>
                  <a:lnTo>
                    <a:pt x="2119" y="6641"/>
                  </a:lnTo>
                  <a:lnTo>
                    <a:pt x="1883" y="6641"/>
                  </a:lnTo>
                  <a:lnTo>
                    <a:pt x="1648" y="6624"/>
                  </a:lnTo>
                  <a:lnTo>
                    <a:pt x="1413" y="6574"/>
                  </a:lnTo>
                  <a:lnTo>
                    <a:pt x="1194" y="6490"/>
                  </a:lnTo>
                  <a:lnTo>
                    <a:pt x="976" y="6389"/>
                  </a:lnTo>
                  <a:lnTo>
                    <a:pt x="791" y="6271"/>
                  </a:lnTo>
                  <a:lnTo>
                    <a:pt x="606" y="6103"/>
                  </a:lnTo>
                  <a:lnTo>
                    <a:pt x="438" y="5918"/>
                  </a:lnTo>
                  <a:lnTo>
                    <a:pt x="286" y="5717"/>
                  </a:lnTo>
                  <a:lnTo>
                    <a:pt x="286" y="5717"/>
                  </a:lnTo>
                  <a:lnTo>
                    <a:pt x="219" y="5599"/>
                  </a:lnTo>
                  <a:lnTo>
                    <a:pt x="169" y="5464"/>
                  </a:lnTo>
                  <a:lnTo>
                    <a:pt x="118" y="5313"/>
                  </a:lnTo>
                  <a:lnTo>
                    <a:pt x="85" y="5162"/>
                  </a:lnTo>
                  <a:lnTo>
                    <a:pt x="34" y="4826"/>
                  </a:lnTo>
                  <a:lnTo>
                    <a:pt x="1" y="4456"/>
                  </a:lnTo>
                  <a:lnTo>
                    <a:pt x="17" y="4052"/>
                  </a:lnTo>
                  <a:lnTo>
                    <a:pt x="34" y="3632"/>
                  </a:lnTo>
                  <a:lnTo>
                    <a:pt x="85" y="3212"/>
                  </a:lnTo>
                  <a:lnTo>
                    <a:pt x="169" y="2791"/>
                  </a:lnTo>
                  <a:lnTo>
                    <a:pt x="253" y="2371"/>
                  </a:lnTo>
                  <a:lnTo>
                    <a:pt x="354" y="1984"/>
                  </a:lnTo>
                  <a:lnTo>
                    <a:pt x="471" y="1598"/>
                  </a:lnTo>
                  <a:lnTo>
                    <a:pt x="606" y="1262"/>
                  </a:lnTo>
                  <a:lnTo>
                    <a:pt x="740" y="959"/>
                  </a:lnTo>
                  <a:lnTo>
                    <a:pt x="875" y="690"/>
                  </a:lnTo>
                  <a:lnTo>
                    <a:pt x="1026" y="488"/>
                  </a:lnTo>
                  <a:lnTo>
                    <a:pt x="1093" y="421"/>
                  </a:lnTo>
                  <a:lnTo>
                    <a:pt x="1177" y="354"/>
                  </a:lnTo>
                  <a:lnTo>
                    <a:pt x="1177" y="354"/>
                  </a:lnTo>
                  <a:lnTo>
                    <a:pt x="1396" y="219"/>
                  </a:lnTo>
                  <a:lnTo>
                    <a:pt x="1631" y="118"/>
                  </a:lnTo>
                  <a:lnTo>
                    <a:pt x="1883" y="51"/>
                  </a:lnTo>
                  <a:lnTo>
                    <a:pt x="2152" y="18"/>
                  </a:lnTo>
                  <a:lnTo>
                    <a:pt x="2421" y="1"/>
                  </a:lnTo>
                  <a:lnTo>
                    <a:pt x="2690" y="18"/>
                  </a:lnTo>
                  <a:lnTo>
                    <a:pt x="2959" y="68"/>
                  </a:lnTo>
                  <a:lnTo>
                    <a:pt x="3211" y="152"/>
                  </a:lnTo>
                  <a:lnTo>
                    <a:pt x="3464" y="253"/>
                  </a:lnTo>
                  <a:lnTo>
                    <a:pt x="3716" y="371"/>
                  </a:lnTo>
                  <a:lnTo>
                    <a:pt x="3934" y="539"/>
                  </a:lnTo>
                  <a:lnTo>
                    <a:pt x="4136" y="707"/>
                  </a:lnTo>
                  <a:lnTo>
                    <a:pt x="4321" y="909"/>
                  </a:lnTo>
                  <a:lnTo>
                    <a:pt x="4472" y="1127"/>
                  </a:lnTo>
                  <a:lnTo>
                    <a:pt x="4607" y="1362"/>
                  </a:lnTo>
                  <a:lnTo>
                    <a:pt x="4691" y="163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0" name="Google Shape;5920;p63"/>
            <p:cNvSpPr/>
            <p:nvPr/>
          </p:nvSpPr>
          <p:spPr>
            <a:xfrm>
              <a:off x="4290350" y="981150"/>
              <a:ext cx="68550" cy="44175"/>
            </a:xfrm>
            <a:custGeom>
              <a:avLst/>
              <a:gdLst/>
              <a:ahLst/>
              <a:cxnLst/>
              <a:rect l="l" t="t" r="r" b="b"/>
              <a:pathLst>
                <a:path w="2742" h="1767" extrusionOk="0">
                  <a:moveTo>
                    <a:pt x="2741" y="1"/>
                  </a:moveTo>
                  <a:lnTo>
                    <a:pt x="2708" y="85"/>
                  </a:lnTo>
                  <a:lnTo>
                    <a:pt x="2708" y="119"/>
                  </a:lnTo>
                  <a:lnTo>
                    <a:pt x="2741" y="1"/>
                  </a:lnTo>
                  <a:close/>
                  <a:moveTo>
                    <a:pt x="1" y="1733"/>
                  </a:moveTo>
                  <a:lnTo>
                    <a:pt x="169" y="1766"/>
                  </a:lnTo>
                  <a:lnTo>
                    <a:pt x="354" y="1766"/>
                  </a:lnTo>
                  <a:lnTo>
                    <a:pt x="169" y="1749"/>
                  </a:lnTo>
                  <a:lnTo>
                    <a:pt x="1" y="1733"/>
                  </a:lnTo>
                  <a:close/>
                </a:path>
              </a:pathLst>
            </a:custGeom>
            <a:solidFill>
              <a:srgbClr val="B0B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1" name="Google Shape;5921;p63"/>
            <p:cNvSpPr/>
            <p:nvPr/>
          </p:nvSpPr>
          <p:spPr>
            <a:xfrm>
              <a:off x="4282375" y="1021925"/>
              <a:ext cx="16825" cy="3400"/>
            </a:xfrm>
            <a:custGeom>
              <a:avLst/>
              <a:gdLst/>
              <a:ahLst/>
              <a:cxnLst/>
              <a:rect l="l" t="t" r="r" b="b"/>
              <a:pathLst>
                <a:path w="673" h="136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52" y="68"/>
                  </a:lnTo>
                  <a:lnTo>
                    <a:pt x="320" y="102"/>
                  </a:lnTo>
                  <a:lnTo>
                    <a:pt x="488" y="135"/>
                  </a:lnTo>
                  <a:lnTo>
                    <a:pt x="673" y="135"/>
                  </a:lnTo>
                  <a:lnTo>
                    <a:pt x="673" y="135"/>
                  </a:lnTo>
                  <a:lnTo>
                    <a:pt x="673" y="135"/>
                  </a:lnTo>
                  <a:lnTo>
                    <a:pt x="673" y="135"/>
                  </a:lnTo>
                  <a:lnTo>
                    <a:pt x="488" y="118"/>
                  </a:lnTo>
                  <a:lnTo>
                    <a:pt x="320" y="102"/>
                  </a:lnTo>
                  <a:lnTo>
                    <a:pt x="152" y="6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2" name="Google Shape;5922;p63"/>
            <p:cNvSpPr/>
            <p:nvPr/>
          </p:nvSpPr>
          <p:spPr>
            <a:xfrm>
              <a:off x="4358025" y="981150"/>
              <a:ext cx="875" cy="2975"/>
            </a:xfrm>
            <a:custGeom>
              <a:avLst/>
              <a:gdLst/>
              <a:ahLst/>
              <a:cxnLst/>
              <a:rect l="l" t="t" r="r" b="b"/>
              <a:pathLst>
                <a:path w="35" h="119" fill="none" extrusionOk="0">
                  <a:moveTo>
                    <a:pt x="34" y="1"/>
                  </a:moveTo>
                  <a:lnTo>
                    <a:pt x="34" y="1"/>
                  </a:lnTo>
                  <a:lnTo>
                    <a:pt x="1" y="85"/>
                  </a:lnTo>
                  <a:lnTo>
                    <a:pt x="1" y="85"/>
                  </a:lnTo>
                  <a:lnTo>
                    <a:pt x="1" y="119"/>
                  </a:lnTo>
                  <a:lnTo>
                    <a:pt x="1" y="119"/>
                  </a:lnTo>
                  <a:lnTo>
                    <a:pt x="1" y="119"/>
                  </a:lnTo>
                  <a:lnTo>
                    <a:pt x="1" y="119"/>
                  </a:lnTo>
                  <a:lnTo>
                    <a:pt x="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3" name="Google Shape;5923;p63"/>
            <p:cNvSpPr/>
            <p:nvPr/>
          </p:nvSpPr>
          <p:spPr>
            <a:xfrm>
              <a:off x="4348775" y="983275"/>
              <a:ext cx="9275" cy="19775"/>
            </a:xfrm>
            <a:custGeom>
              <a:avLst/>
              <a:gdLst/>
              <a:ahLst/>
              <a:cxnLst/>
              <a:rect l="l" t="t" r="r" b="b"/>
              <a:pathLst>
                <a:path w="371" h="791" extrusionOk="0">
                  <a:moveTo>
                    <a:pt x="371" y="0"/>
                  </a:moveTo>
                  <a:lnTo>
                    <a:pt x="202" y="420"/>
                  </a:lnTo>
                  <a:lnTo>
                    <a:pt x="118" y="588"/>
                  </a:lnTo>
                  <a:lnTo>
                    <a:pt x="17" y="757"/>
                  </a:lnTo>
                  <a:lnTo>
                    <a:pt x="1" y="790"/>
                  </a:lnTo>
                  <a:lnTo>
                    <a:pt x="118" y="622"/>
                  </a:lnTo>
                  <a:lnTo>
                    <a:pt x="219" y="437"/>
                  </a:lnTo>
                  <a:lnTo>
                    <a:pt x="303" y="235"/>
                  </a:lnTo>
                  <a:lnTo>
                    <a:pt x="371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885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4" name="Google Shape;5924;p63"/>
            <p:cNvSpPr/>
            <p:nvPr/>
          </p:nvSpPr>
          <p:spPr>
            <a:xfrm>
              <a:off x="4348775" y="983275"/>
              <a:ext cx="9275" cy="19775"/>
            </a:xfrm>
            <a:custGeom>
              <a:avLst/>
              <a:gdLst/>
              <a:ahLst/>
              <a:cxnLst/>
              <a:rect l="l" t="t" r="r" b="b"/>
              <a:pathLst>
                <a:path w="371" h="791" fill="none" extrusionOk="0">
                  <a:moveTo>
                    <a:pt x="371" y="0"/>
                  </a:moveTo>
                  <a:lnTo>
                    <a:pt x="371" y="0"/>
                  </a:lnTo>
                  <a:lnTo>
                    <a:pt x="202" y="420"/>
                  </a:lnTo>
                  <a:lnTo>
                    <a:pt x="118" y="588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" y="790"/>
                  </a:lnTo>
                  <a:lnTo>
                    <a:pt x="1" y="790"/>
                  </a:lnTo>
                  <a:lnTo>
                    <a:pt x="118" y="622"/>
                  </a:lnTo>
                  <a:lnTo>
                    <a:pt x="219" y="437"/>
                  </a:lnTo>
                  <a:lnTo>
                    <a:pt x="303" y="235"/>
                  </a:lnTo>
                  <a:lnTo>
                    <a:pt x="371" y="34"/>
                  </a:lnTo>
                  <a:lnTo>
                    <a:pt x="371" y="34"/>
                  </a:lnTo>
                  <a:lnTo>
                    <a:pt x="3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5" name="Google Shape;5925;p63"/>
            <p:cNvSpPr/>
            <p:nvPr/>
          </p:nvSpPr>
          <p:spPr>
            <a:xfrm>
              <a:off x="4299175" y="1002175"/>
              <a:ext cx="50050" cy="23550"/>
            </a:xfrm>
            <a:custGeom>
              <a:avLst/>
              <a:gdLst/>
              <a:ahLst/>
              <a:cxnLst/>
              <a:rect l="l" t="t" r="r" b="b"/>
              <a:pathLst>
                <a:path w="2002" h="942" extrusionOk="0">
                  <a:moveTo>
                    <a:pt x="2001" y="1"/>
                  </a:moveTo>
                  <a:lnTo>
                    <a:pt x="1884" y="169"/>
                  </a:lnTo>
                  <a:lnTo>
                    <a:pt x="1766" y="286"/>
                  </a:lnTo>
                  <a:lnTo>
                    <a:pt x="1618" y="407"/>
                  </a:lnTo>
                  <a:lnTo>
                    <a:pt x="1618" y="407"/>
                  </a:lnTo>
                  <a:lnTo>
                    <a:pt x="1800" y="286"/>
                  </a:lnTo>
                  <a:lnTo>
                    <a:pt x="1985" y="34"/>
                  </a:lnTo>
                  <a:lnTo>
                    <a:pt x="2001" y="1"/>
                  </a:lnTo>
                  <a:close/>
                  <a:moveTo>
                    <a:pt x="1618" y="407"/>
                  </a:moveTo>
                  <a:lnTo>
                    <a:pt x="1598" y="421"/>
                  </a:lnTo>
                  <a:lnTo>
                    <a:pt x="1549" y="456"/>
                  </a:lnTo>
                  <a:lnTo>
                    <a:pt x="1581" y="438"/>
                  </a:lnTo>
                  <a:lnTo>
                    <a:pt x="1618" y="407"/>
                  </a:lnTo>
                  <a:close/>
                  <a:moveTo>
                    <a:pt x="1549" y="456"/>
                  </a:moveTo>
                  <a:lnTo>
                    <a:pt x="1379" y="555"/>
                  </a:lnTo>
                  <a:lnTo>
                    <a:pt x="1178" y="673"/>
                  </a:lnTo>
                  <a:lnTo>
                    <a:pt x="959" y="757"/>
                  </a:lnTo>
                  <a:lnTo>
                    <a:pt x="741" y="841"/>
                  </a:lnTo>
                  <a:lnTo>
                    <a:pt x="522" y="892"/>
                  </a:lnTo>
                  <a:lnTo>
                    <a:pt x="304" y="925"/>
                  </a:lnTo>
                  <a:lnTo>
                    <a:pt x="539" y="892"/>
                  </a:lnTo>
                  <a:lnTo>
                    <a:pt x="757" y="841"/>
                  </a:lnTo>
                  <a:lnTo>
                    <a:pt x="976" y="757"/>
                  </a:lnTo>
                  <a:lnTo>
                    <a:pt x="1195" y="673"/>
                  </a:lnTo>
                  <a:lnTo>
                    <a:pt x="1413" y="555"/>
                  </a:lnTo>
                  <a:lnTo>
                    <a:pt x="1549" y="456"/>
                  </a:lnTo>
                  <a:close/>
                  <a:moveTo>
                    <a:pt x="1" y="925"/>
                  </a:moveTo>
                  <a:lnTo>
                    <a:pt x="85" y="942"/>
                  </a:lnTo>
                  <a:lnTo>
                    <a:pt x="304" y="9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6" name="Google Shape;5926;p63"/>
            <p:cNvSpPr/>
            <p:nvPr/>
          </p:nvSpPr>
          <p:spPr>
            <a:xfrm>
              <a:off x="4299175" y="1002175"/>
              <a:ext cx="50050" cy="23550"/>
            </a:xfrm>
            <a:custGeom>
              <a:avLst/>
              <a:gdLst/>
              <a:ahLst/>
              <a:cxnLst/>
              <a:rect l="l" t="t" r="r" b="b"/>
              <a:pathLst>
                <a:path w="2002" h="942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1884" y="169"/>
                  </a:lnTo>
                  <a:lnTo>
                    <a:pt x="1766" y="286"/>
                  </a:lnTo>
                  <a:lnTo>
                    <a:pt x="1766" y="286"/>
                  </a:lnTo>
                  <a:lnTo>
                    <a:pt x="1581" y="438"/>
                  </a:lnTo>
                  <a:lnTo>
                    <a:pt x="1379" y="555"/>
                  </a:lnTo>
                  <a:lnTo>
                    <a:pt x="1178" y="673"/>
                  </a:lnTo>
                  <a:lnTo>
                    <a:pt x="959" y="757"/>
                  </a:lnTo>
                  <a:lnTo>
                    <a:pt x="741" y="841"/>
                  </a:lnTo>
                  <a:lnTo>
                    <a:pt x="522" y="892"/>
                  </a:lnTo>
                  <a:lnTo>
                    <a:pt x="304" y="925"/>
                  </a:lnTo>
                  <a:lnTo>
                    <a:pt x="68" y="925"/>
                  </a:lnTo>
                  <a:lnTo>
                    <a:pt x="68" y="925"/>
                  </a:lnTo>
                  <a:lnTo>
                    <a:pt x="1" y="925"/>
                  </a:lnTo>
                  <a:lnTo>
                    <a:pt x="1" y="925"/>
                  </a:lnTo>
                  <a:lnTo>
                    <a:pt x="1" y="925"/>
                  </a:lnTo>
                  <a:lnTo>
                    <a:pt x="1" y="925"/>
                  </a:lnTo>
                  <a:lnTo>
                    <a:pt x="85" y="942"/>
                  </a:lnTo>
                  <a:lnTo>
                    <a:pt x="85" y="942"/>
                  </a:lnTo>
                  <a:lnTo>
                    <a:pt x="304" y="925"/>
                  </a:lnTo>
                  <a:lnTo>
                    <a:pt x="539" y="892"/>
                  </a:lnTo>
                  <a:lnTo>
                    <a:pt x="757" y="841"/>
                  </a:lnTo>
                  <a:lnTo>
                    <a:pt x="976" y="757"/>
                  </a:lnTo>
                  <a:lnTo>
                    <a:pt x="1195" y="673"/>
                  </a:lnTo>
                  <a:lnTo>
                    <a:pt x="1413" y="555"/>
                  </a:lnTo>
                  <a:lnTo>
                    <a:pt x="1598" y="421"/>
                  </a:lnTo>
                  <a:lnTo>
                    <a:pt x="1800" y="286"/>
                  </a:lnTo>
                  <a:lnTo>
                    <a:pt x="1800" y="286"/>
                  </a:lnTo>
                  <a:lnTo>
                    <a:pt x="1985" y="34"/>
                  </a:lnTo>
                  <a:lnTo>
                    <a:pt x="1985" y="34"/>
                  </a:lnTo>
                  <a:lnTo>
                    <a:pt x="200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7" name="Google Shape;5927;p63"/>
            <p:cNvSpPr/>
            <p:nvPr/>
          </p:nvSpPr>
          <p:spPr>
            <a:xfrm>
              <a:off x="4251700" y="942925"/>
              <a:ext cx="110975" cy="82400"/>
            </a:xfrm>
            <a:custGeom>
              <a:avLst/>
              <a:gdLst/>
              <a:ahLst/>
              <a:cxnLst/>
              <a:rect l="l" t="t" r="r" b="b"/>
              <a:pathLst>
                <a:path w="4439" h="3296" extrusionOk="0">
                  <a:moveTo>
                    <a:pt x="3917" y="0"/>
                  </a:moveTo>
                  <a:lnTo>
                    <a:pt x="3900" y="151"/>
                  </a:lnTo>
                  <a:lnTo>
                    <a:pt x="3867" y="286"/>
                  </a:lnTo>
                  <a:lnTo>
                    <a:pt x="3816" y="437"/>
                  </a:lnTo>
                  <a:lnTo>
                    <a:pt x="3766" y="572"/>
                  </a:lnTo>
                  <a:lnTo>
                    <a:pt x="3699" y="706"/>
                  </a:lnTo>
                  <a:lnTo>
                    <a:pt x="3632" y="841"/>
                  </a:lnTo>
                  <a:lnTo>
                    <a:pt x="3547" y="958"/>
                  </a:lnTo>
                  <a:lnTo>
                    <a:pt x="3447" y="1093"/>
                  </a:lnTo>
                  <a:lnTo>
                    <a:pt x="3379" y="1143"/>
                  </a:lnTo>
                  <a:lnTo>
                    <a:pt x="3295" y="1194"/>
                  </a:lnTo>
                  <a:lnTo>
                    <a:pt x="3127" y="1261"/>
                  </a:lnTo>
                  <a:lnTo>
                    <a:pt x="2942" y="1295"/>
                  </a:lnTo>
                  <a:lnTo>
                    <a:pt x="2757" y="1311"/>
                  </a:lnTo>
                  <a:lnTo>
                    <a:pt x="2556" y="1295"/>
                  </a:lnTo>
                  <a:lnTo>
                    <a:pt x="2387" y="1278"/>
                  </a:lnTo>
                  <a:lnTo>
                    <a:pt x="2236" y="1244"/>
                  </a:lnTo>
                  <a:lnTo>
                    <a:pt x="2119" y="1211"/>
                  </a:lnTo>
                  <a:lnTo>
                    <a:pt x="1917" y="1127"/>
                  </a:lnTo>
                  <a:lnTo>
                    <a:pt x="1665" y="1009"/>
                  </a:lnTo>
                  <a:lnTo>
                    <a:pt x="1530" y="958"/>
                  </a:lnTo>
                  <a:lnTo>
                    <a:pt x="1379" y="925"/>
                  </a:lnTo>
                  <a:lnTo>
                    <a:pt x="1211" y="891"/>
                  </a:lnTo>
                  <a:lnTo>
                    <a:pt x="1043" y="874"/>
                  </a:lnTo>
                  <a:lnTo>
                    <a:pt x="891" y="891"/>
                  </a:lnTo>
                  <a:lnTo>
                    <a:pt x="774" y="908"/>
                  </a:lnTo>
                  <a:lnTo>
                    <a:pt x="656" y="942"/>
                  </a:lnTo>
                  <a:lnTo>
                    <a:pt x="538" y="958"/>
                  </a:lnTo>
                  <a:lnTo>
                    <a:pt x="437" y="975"/>
                  </a:lnTo>
                  <a:lnTo>
                    <a:pt x="337" y="958"/>
                  </a:lnTo>
                  <a:lnTo>
                    <a:pt x="236" y="925"/>
                  </a:lnTo>
                  <a:lnTo>
                    <a:pt x="202" y="891"/>
                  </a:lnTo>
                  <a:lnTo>
                    <a:pt x="168" y="841"/>
                  </a:lnTo>
                  <a:lnTo>
                    <a:pt x="118" y="740"/>
                  </a:lnTo>
                  <a:lnTo>
                    <a:pt x="84" y="622"/>
                  </a:lnTo>
                  <a:lnTo>
                    <a:pt x="68" y="488"/>
                  </a:lnTo>
                  <a:lnTo>
                    <a:pt x="51" y="236"/>
                  </a:lnTo>
                  <a:lnTo>
                    <a:pt x="51" y="118"/>
                  </a:lnTo>
                  <a:lnTo>
                    <a:pt x="17" y="454"/>
                  </a:lnTo>
                  <a:lnTo>
                    <a:pt x="0" y="790"/>
                  </a:lnTo>
                  <a:lnTo>
                    <a:pt x="0" y="1110"/>
                  </a:lnTo>
                  <a:lnTo>
                    <a:pt x="17" y="1412"/>
                  </a:lnTo>
                  <a:lnTo>
                    <a:pt x="51" y="1698"/>
                  </a:lnTo>
                  <a:lnTo>
                    <a:pt x="101" y="1950"/>
                  </a:lnTo>
                  <a:lnTo>
                    <a:pt x="185" y="2186"/>
                  </a:lnTo>
                  <a:lnTo>
                    <a:pt x="286" y="2371"/>
                  </a:lnTo>
                  <a:lnTo>
                    <a:pt x="370" y="2522"/>
                  </a:lnTo>
                  <a:lnTo>
                    <a:pt x="471" y="2640"/>
                  </a:lnTo>
                  <a:lnTo>
                    <a:pt x="589" y="2757"/>
                  </a:lnTo>
                  <a:lnTo>
                    <a:pt x="706" y="2858"/>
                  </a:lnTo>
                  <a:lnTo>
                    <a:pt x="824" y="2959"/>
                  </a:lnTo>
                  <a:lnTo>
                    <a:pt x="959" y="3043"/>
                  </a:lnTo>
                  <a:lnTo>
                    <a:pt x="1093" y="3110"/>
                  </a:lnTo>
                  <a:lnTo>
                    <a:pt x="1228" y="3161"/>
                  </a:lnTo>
                  <a:lnTo>
                    <a:pt x="1379" y="3228"/>
                  </a:lnTo>
                  <a:lnTo>
                    <a:pt x="1547" y="3262"/>
                  </a:lnTo>
                  <a:lnTo>
                    <a:pt x="1715" y="3278"/>
                  </a:lnTo>
                  <a:lnTo>
                    <a:pt x="1900" y="3295"/>
                  </a:lnTo>
                  <a:lnTo>
                    <a:pt x="2203" y="3295"/>
                  </a:lnTo>
                  <a:lnTo>
                    <a:pt x="2421" y="3262"/>
                  </a:lnTo>
                  <a:lnTo>
                    <a:pt x="2640" y="3211"/>
                  </a:lnTo>
                  <a:lnTo>
                    <a:pt x="2858" y="3127"/>
                  </a:lnTo>
                  <a:lnTo>
                    <a:pt x="3077" y="3043"/>
                  </a:lnTo>
                  <a:lnTo>
                    <a:pt x="3278" y="2925"/>
                  </a:lnTo>
                  <a:lnTo>
                    <a:pt x="3480" y="2808"/>
                  </a:lnTo>
                  <a:lnTo>
                    <a:pt x="3665" y="2656"/>
                  </a:lnTo>
                  <a:lnTo>
                    <a:pt x="3783" y="2539"/>
                  </a:lnTo>
                  <a:lnTo>
                    <a:pt x="3900" y="2371"/>
                  </a:lnTo>
                  <a:lnTo>
                    <a:pt x="4001" y="2202"/>
                  </a:lnTo>
                  <a:lnTo>
                    <a:pt x="4085" y="2034"/>
                  </a:lnTo>
                  <a:lnTo>
                    <a:pt x="4254" y="1614"/>
                  </a:lnTo>
                  <a:lnTo>
                    <a:pt x="4287" y="1530"/>
                  </a:lnTo>
                  <a:lnTo>
                    <a:pt x="4338" y="1211"/>
                  </a:lnTo>
                  <a:lnTo>
                    <a:pt x="4371" y="874"/>
                  </a:lnTo>
                  <a:lnTo>
                    <a:pt x="4405" y="538"/>
                  </a:lnTo>
                  <a:lnTo>
                    <a:pt x="4438" y="219"/>
                  </a:lnTo>
                  <a:lnTo>
                    <a:pt x="4422" y="151"/>
                  </a:lnTo>
                  <a:lnTo>
                    <a:pt x="4388" y="101"/>
                  </a:lnTo>
                  <a:lnTo>
                    <a:pt x="4338" y="67"/>
                  </a:lnTo>
                  <a:lnTo>
                    <a:pt x="4287" y="34"/>
                  </a:lnTo>
                  <a:lnTo>
                    <a:pt x="4153" y="0"/>
                  </a:lnTo>
                  <a:close/>
                </a:path>
              </a:pathLst>
            </a:custGeom>
            <a:solidFill>
              <a:srgbClr val="B885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8" name="Google Shape;5928;p63"/>
            <p:cNvSpPr/>
            <p:nvPr/>
          </p:nvSpPr>
          <p:spPr>
            <a:xfrm>
              <a:off x="4251700" y="942925"/>
              <a:ext cx="110975" cy="82400"/>
            </a:xfrm>
            <a:custGeom>
              <a:avLst/>
              <a:gdLst/>
              <a:ahLst/>
              <a:cxnLst/>
              <a:rect l="l" t="t" r="r" b="b"/>
              <a:pathLst>
                <a:path w="4439" h="3296" fill="none" extrusionOk="0">
                  <a:moveTo>
                    <a:pt x="4018" y="0"/>
                  </a:moveTo>
                  <a:lnTo>
                    <a:pt x="4018" y="0"/>
                  </a:lnTo>
                  <a:lnTo>
                    <a:pt x="3917" y="0"/>
                  </a:lnTo>
                  <a:lnTo>
                    <a:pt x="3917" y="0"/>
                  </a:lnTo>
                  <a:lnTo>
                    <a:pt x="3900" y="151"/>
                  </a:lnTo>
                  <a:lnTo>
                    <a:pt x="3867" y="286"/>
                  </a:lnTo>
                  <a:lnTo>
                    <a:pt x="3816" y="437"/>
                  </a:lnTo>
                  <a:lnTo>
                    <a:pt x="3766" y="572"/>
                  </a:lnTo>
                  <a:lnTo>
                    <a:pt x="3699" y="706"/>
                  </a:lnTo>
                  <a:lnTo>
                    <a:pt x="3632" y="841"/>
                  </a:lnTo>
                  <a:lnTo>
                    <a:pt x="3547" y="958"/>
                  </a:lnTo>
                  <a:lnTo>
                    <a:pt x="3447" y="1093"/>
                  </a:lnTo>
                  <a:lnTo>
                    <a:pt x="3447" y="1093"/>
                  </a:lnTo>
                  <a:lnTo>
                    <a:pt x="3379" y="1143"/>
                  </a:lnTo>
                  <a:lnTo>
                    <a:pt x="3295" y="1194"/>
                  </a:lnTo>
                  <a:lnTo>
                    <a:pt x="3127" y="1261"/>
                  </a:lnTo>
                  <a:lnTo>
                    <a:pt x="2942" y="1295"/>
                  </a:lnTo>
                  <a:lnTo>
                    <a:pt x="2757" y="1311"/>
                  </a:lnTo>
                  <a:lnTo>
                    <a:pt x="2757" y="1311"/>
                  </a:lnTo>
                  <a:lnTo>
                    <a:pt x="2556" y="1295"/>
                  </a:lnTo>
                  <a:lnTo>
                    <a:pt x="2387" y="1278"/>
                  </a:lnTo>
                  <a:lnTo>
                    <a:pt x="2236" y="1244"/>
                  </a:lnTo>
                  <a:lnTo>
                    <a:pt x="2119" y="1211"/>
                  </a:lnTo>
                  <a:lnTo>
                    <a:pt x="2119" y="1211"/>
                  </a:lnTo>
                  <a:lnTo>
                    <a:pt x="1917" y="1127"/>
                  </a:lnTo>
                  <a:lnTo>
                    <a:pt x="1665" y="1009"/>
                  </a:lnTo>
                  <a:lnTo>
                    <a:pt x="1530" y="958"/>
                  </a:lnTo>
                  <a:lnTo>
                    <a:pt x="1379" y="925"/>
                  </a:lnTo>
                  <a:lnTo>
                    <a:pt x="1211" y="891"/>
                  </a:lnTo>
                  <a:lnTo>
                    <a:pt x="1043" y="874"/>
                  </a:lnTo>
                  <a:lnTo>
                    <a:pt x="1043" y="874"/>
                  </a:lnTo>
                  <a:lnTo>
                    <a:pt x="891" y="891"/>
                  </a:lnTo>
                  <a:lnTo>
                    <a:pt x="891" y="891"/>
                  </a:lnTo>
                  <a:lnTo>
                    <a:pt x="774" y="908"/>
                  </a:lnTo>
                  <a:lnTo>
                    <a:pt x="656" y="942"/>
                  </a:lnTo>
                  <a:lnTo>
                    <a:pt x="538" y="958"/>
                  </a:lnTo>
                  <a:lnTo>
                    <a:pt x="437" y="975"/>
                  </a:lnTo>
                  <a:lnTo>
                    <a:pt x="437" y="975"/>
                  </a:lnTo>
                  <a:lnTo>
                    <a:pt x="337" y="958"/>
                  </a:lnTo>
                  <a:lnTo>
                    <a:pt x="236" y="925"/>
                  </a:lnTo>
                  <a:lnTo>
                    <a:pt x="236" y="925"/>
                  </a:lnTo>
                  <a:lnTo>
                    <a:pt x="202" y="891"/>
                  </a:lnTo>
                  <a:lnTo>
                    <a:pt x="168" y="841"/>
                  </a:lnTo>
                  <a:lnTo>
                    <a:pt x="118" y="740"/>
                  </a:lnTo>
                  <a:lnTo>
                    <a:pt x="84" y="622"/>
                  </a:lnTo>
                  <a:lnTo>
                    <a:pt x="68" y="488"/>
                  </a:lnTo>
                  <a:lnTo>
                    <a:pt x="51" y="236"/>
                  </a:lnTo>
                  <a:lnTo>
                    <a:pt x="51" y="118"/>
                  </a:lnTo>
                  <a:lnTo>
                    <a:pt x="51" y="118"/>
                  </a:lnTo>
                  <a:lnTo>
                    <a:pt x="17" y="454"/>
                  </a:lnTo>
                  <a:lnTo>
                    <a:pt x="0" y="790"/>
                  </a:lnTo>
                  <a:lnTo>
                    <a:pt x="0" y="1110"/>
                  </a:lnTo>
                  <a:lnTo>
                    <a:pt x="17" y="1412"/>
                  </a:lnTo>
                  <a:lnTo>
                    <a:pt x="51" y="1698"/>
                  </a:lnTo>
                  <a:lnTo>
                    <a:pt x="101" y="1950"/>
                  </a:lnTo>
                  <a:lnTo>
                    <a:pt x="185" y="2186"/>
                  </a:lnTo>
                  <a:lnTo>
                    <a:pt x="286" y="2371"/>
                  </a:lnTo>
                  <a:lnTo>
                    <a:pt x="286" y="2371"/>
                  </a:lnTo>
                  <a:lnTo>
                    <a:pt x="370" y="2522"/>
                  </a:lnTo>
                  <a:lnTo>
                    <a:pt x="471" y="2640"/>
                  </a:lnTo>
                  <a:lnTo>
                    <a:pt x="589" y="2757"/>
                  </a:lnTo>
                  <a:lnTo>
                    <a:pt x="706" y="2858"/>
                  </a:lnTo>
                  <a:lnTo>
                    <a:pt x="824" y="2959"/>
                  </a:lnTo>
                  <a:lnTo>
                    <a:pt x="959" y="3043"/>
                  </a:lnTo>
                  <a:lnTo>
                    <a:pt x="1093" y="3110"/>
                  </a:lnTo>
                  <a:lnTo>
                    <a:pt x="1228" y="3161"/>
                  </a:lnTo>
                  <a:lnTo>
                    <a:pt x="1228" y="3161"/>
                  </a:lnTo>
                  <a:lnTo>
                    <a:pt x="1379" y="3228"/>
                  </a:lnTo>
                  <a:lnTo>
                    <a:pt x="1547" y="3262"/>
                  </a:lnTo>
                  <a:lnTo>
                    <a:pt x="1715" y="3278"/>
                  </a:lnTo>
                  <a:lnTo>
                    <a:pt x="1900" y="3295"/>
                  </a:lnTo>
                  <a:lnTo>
                    <a:pt x="1900" y="3295"/>
                  </a:lnTo>
                  <a:lnTo>
                    <a:pt x="1967" y="3295"/>
                  </a:lnTo>
                  <a:lnTo>
                    <a:pt x="1967" y="3295"/>
                  </a:lnTo>
                  <a:lnTo>
                    <a:pt x="2203" y="3295"/>
                  </a:lnTo>
                  <a:lnTo>
                    <a:pt x="2421" y="3262"/>
                  </a:lnTo>
                  <a:lnTo>
                    <a:pt x="2640" y="3211"/>
                  </a:lnTo>
                  <a:lnTo>
                    <a:pt x="2858" y="3127"/>
                  </a:lnTo>
                  <a:lnTo>
                    <a:pt x="3077" y="3043"/>
                  </a:lnTo>
                  <a:lnTo>
                    <a:pt x="3278" y="2925"/>
                  </a:lnTo>
                  <a:lnTo>
                    <a:pt x="3480" y="2808"/>
                  </a:lnTo>
                  <a:lnTo>
                    <a:pt x="3665" y="2656"/>
                  </a:lnTo>
                  <a:lnTo>
                    <a:pt x="3665" y="2656"/>
                  </a:lnTo>
                  <a:lnTo>
                    <a:pt x="3783" y="2539"/>
                  </a:lnTo>
                  <a:lnTo>
                    <a:pt x="3900" y="2371"/>
                  </a:lnTo>
                  <a:lnTo>
                    <a:pt x="3900" y="2371"/>
                  </a:lnTo>
                  <a:lnTo>
                    <a:pt x="4001" y="2202"/>
                  </a:lnTo>
                  <a:lnTo>
                    <a:pt x="4085" y="2034"/>
                  </a:lnTo>
                  <a:lnTo>
                    <a:pt x="4254" y="1614"/>
                  </a:lnTo>
                  <a:lnTo>
                    <a:pt x="4254" y="1614"/>
                  </a:lnTo>
                  <a:lnTo>
                    <a:pt x="4287" y="1530"/>
                  </a:lnTo>
                  <a:lnTo>
                    <a:pt x="4287" y="1530"/>
                  </a:lnTo>
                  <a:lnTo>
                    <a:pt x="4338" y="1211"/>
                  </a:lnTo>
                  <a:lnTo>
                    <a:pt x="4371" y="874"/>
                  </a:lnTo>
                  <a:lnTo>
                    <a:pt x="4405" y="538"/>
                  </a:lnTo>
                  <a:lnTo>
                    <a:pt x="4438" y="219"/>
                  </a:lnTo>
                  <a:lnTo>
                    <a:pt x="4438" y="219"/>
                  </a:lnTo>
                  <a:lnTo>
                    <a:pt x="4422" y="151"/>
                  </a:lnTo>
                  <a:lnTo>
                    <a:pt x="4388" y="101"/>
                  </a:lnTo>
                  <a:lnTo>
                    <a:pt x="4338" y="67"/>
                  </a:lnTo>
                  <a:lnTo>
                    <a:pt x="4287" y="34"/>
                  </a:lnTo>
                  <a:lnTo>
                    <a:pt x="4153" y="0"/>
                  </a:lnTo>
                  <a:lnTo>
                    <a:pt x="401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9" name="Google Shape;5929;p63"/>
            <p:cNvSpPr/>
            <p:nvPr/>
          </p:nvSpPr>
          <p:spPr>
            <a:xfrm>
              <a:off x="4293300" y="939975"/>
              <a:ext cx="3800" cy="13475"/>
            </a:xfrm>
            <a:custGeom>
              <a:avLst/>
              <a:gdLst/>
              <a:ahLst/>
              <a:cxnLst/>
              <a:rect l="l" t="t" r="r" b="b"/>
              <a:pathLst>
                <a:path w="152" h="539" extrusionOk="0">
                  <a:moveTo>
                    <a:pt x="51" y="0"/>
                  </a:moveTo>
                  <a:lnTo>
                    <a:pt x="17" y="15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17" y="387"/>
                  </a:lnTo>
                  <a:lnTo>
                    <a:pt x="34" y="454"/>
                  </a:lnTo>
                  <a:lnTo>
                    <a:pt x="85" y="505"/>
                  </a:lnTo>
                  <a:lnTo>
                    <a:pt x="152" y="538"/>
                  </a:lnTo>
                  <a:lnTo>
                    <a:pt x="101" y="488"/>
                  </a:lnTo>
                  <a:lnTo>
                    <a:pt x="68" y="438"/>
                  </a:lnTo>
                  <a:lnTo>
                    <a:pt x="51" y="370"/>
                  </a:lnTo>
                  <a:lnTo>
                    <a:pt x="34" y="303"/>
                  </a:lnTo>
                  <a:lnTo>
                    <a:pt x="34" y="169"/>
                  </a:lnTo>
                  <a:lnTo>
                    <a:pt x="68" y="34"/>
                  </a:lnTo>
                  <a:lnTo>
                    <a:pt x="51" y="0"/>
                  </a:lnTo>
                  <a:close/>
                  <a:moveTo>
                    <a:pt x="152" y="538"/>
                  </a:moveTo>
                  <a:lnTo>
                    <a:pt x="152" y="538"/>
                  </a:lnTo>
                  <a:lnTo>
                    <a:pt x="152" y="5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0" name="Google Shape;5930;p63"/>
            <p:cNvSpPr/>
            <p:nvPr/>
          </p:nvSpPr>
          <p:spPr>
            <a:xfrm>
              <a:off x="4293725" y="936200"/>
              <a:ext cx="10950" cy="15150"/>
            </a:xfrm>
            <a:custGeom>
              <a:avLst/>
              <a:gdLst/>
              <a:ahLst/>
              <a:cxnLst/>
              <a:rect l="l" t="t" r="r" b="b"/>
              <a:pathLst>
                <a:path w="438" h="606" extrusionOk="0">
                  <a:moveTo>
                    <a:pt x="202" y="0"/>
                  </a:moveTo>
                  <a:lnTo>
                    <a:pt x="169" y="17"/>
                  </a:lnTo>
                  <a:lnTo>
                    <a:pt x="118" y="34"/>
                  </a:lnTo>
                  <a:lnTo>
                    <a:pt x="84" y="67"/>
                  </a:lnTo>
                  <a:lnTo>
                    <a:pt x="34" y="168"/>
                  </a:lnTo>
                  <a:lnTo>
                    <a:pt x="0" y="269"/>
                  </a:lnTo>
                  <a:lnTo>
                    <a:pt x="0" y="387"/>
                  </a:lnTo>
                  <a:lnTo>
                    <a:pt x="17" y="488"/>
                  </a:lnTo>
                  <a:lnTo>
                    <a:pt x="34" y="521"/>
                  </a:lnTo>
                  <a:lnTo>
                    <a:pt x="68" y="572"/>
                  </a:lnTo>
                  <a:lnTo>
                    <a:pt x="118" y="589"/>
                  </a:lnTo>
                  <a:lnTo>
                    <a:pt x="169" y="605"/>
                  </a:lnTo>
                  <a:lnTo>
                    <a:pt x="219" y="605"/>
                  </a:lnTo>
                  <a:lnTo>
                    <a:pt x="253" y="589"/>
                  </a:lnTo>
                  <a:lnTo>
                    <a:pt x="303" y="572"/>
                  </a:lnTo>
                  <a:lnTo>
                    <a:pt x="337" y="538"/>
                  </a:lnTo>
                  <a:lnTo>
                    <a:pt x="404" y="454"/>
                  </a:lnTo>
                  <a:lnTo>
                    <a:pt x="438" y="336"/>
                  </a:lnTo>
                  <a:lnTo>
                    <a:pt x="438" y="219"/>
                  </a:lnTo>
                  <a:lnTo>
                    <a:pt x="404" y="118"/>
                  </a:lnTo>
                  <a:lnTo>
                    <a:pt x="387" y="84"/>
                  </a:lnTo>
                  <a:lnTo>
                    <a:pt x="353" y="51"/>
                  </a:lnTo>
                  <a:lnTo>
                    <a:pt x="303" y="17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1" name="Google Shape;5931;p63"/>
            <p:cNvSpPr/>
            <p:nvPr/>
          </p:nvSpPr>
          <p:spPr>
            <a:xfrm>
              <a:off x="4260950" y="936200"/>
              <a:ext cx="7150" cy="10950"/>
            </a:xfrm>
            <a:custGeom>
              <a:avLst/>
              <a:gdLst/>
              <a:ahLst/>
              <a:cxnLst/>
              <a:rect l="l" t="t" r="r" b="b"/>
              <a:pathLst>
                <a:path w="286" h="438" extrusionOk="0">
                  <a:moveTo>
                    <a:pt x="269" y="0"/>
                  </a:moveTo>
                  <a:lnTo>
                    <a:pt x="236" y="151"/>
                  </a:lnTo>
                  <a:lnTo>
                    <a:pt x="185" y="286"/>
                  </a:lnTo>
                  <a:lnTo>
                    <a:pt x="151" y="336"/>
                  </a:lnTo>
                  <a:lnTo>
                    <a:pt x="118" y="387"/>
                  </a:lnTo>
                  <a:lnTo>
                    <a:pt x="67" y="420"/>
                  </a:lnTo>
                  <a:lnTo>
                    <a:pt x="0" y="437"/>
                  </a:lnTo>
                  <a:lnTo>
                    <a:pt x="67" y="437"/>
                  </a:lnTo>
                  <a:lnTo>
                    <a:pt x="135" y="404"/>
                  </a:lnTo>
                  <a:lnTo>
                    <a:pt x="185" y="353"/>
                  </a:lnTo>
                  <a:lnTo>
                    <a:pt x="219" y="286"/>
                  </a:lnTo>
                  <a:lnTo>
                    <a:pt x="252" y="219"/>
                  </a:lnTo>
                  <a:lnTo>
                    <a:pt x="269" y="135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2" name="Google Shape;5932;p63"/>
            <p:cNvSpPr/>
            <p:nvPr/>
          </p:nvSpPr>
          <p:spPr>
            <a:xfrm>
              <a:off x="4257150" y="930300"/>
              <a:ext cx="10950" cy="15175"/>
            </a:xfrm>
            <a:custGeom>
              <a:avLst/>
              <a:gdLst/>
              <a:ahLst/>
              <a:cxnLst/>
              <a:rect l="l" t="t" r="r" b="b"/>
              <a:pathLst>
                <a:path w="438" h="607" extrusionOk="0">
                  <a:moveTo>
                    <a:pt x="203" y="1"/>
                  </a:moveTo>
                  <a:lnTo>
                    <a:pt x="169" y="18"/>
                  </a:lnTo>
                  <a:lnTo>
                    <a:pt x="119" y="51"/>
                  </a:lnTo>
                  <a:lnTo>
                    <a:pt x="51" y="135"/>
                  </a:lnTo>
                  <a:lnTo>
                    <a:pt x="18" y="236"/>
                  </a:lnTo>
                  <a:lnTo>
                    <a:pt x="1" y="354"/>
                  </a:lnTo>
                  <a:lnTo>
                    <a:pt x="18" y="472"/>
                  </a:lnTo>
                  <a:lnTo>
                    <a:pt x="35" y="505"/>
                  </a:lnTo>
                  <a:lnTo>
                    <a:pt x="68" y="556"/>
                  </a:lnTo>
                  <a:lnTo>
                    <a:pt x="102" y="589"/>
                  </a:lnTo>
                  <a:lnTo>
                    <a:pt x="152" y="606"/>
                  </a:lnTo>
                  <a:lnTo>
                    <a:pt x="253" y="606"/>
                  </a:lnTo>
                  <a:lnTo>
                    <a:pt x="287" y="589"/>
                  </a:lnTo>
                  <a:lnTo>
                    <a:pt x="337" y="556"/>
                  </a:lnTo>
                  <a:lnTo>
                    <a:pt x="388" y="472"/>
                  </a:lnTo>
                  <a:lnTo>
                    <a:pt x="438" y="354"/>
                  </a:lnTo>
                  <a:lnTo>
                    <a:pt x="438" y="236"/>
                  </a:lnTo>
                  <a:lnTo>
                    <a:pt x="438" y="135"/>
                  </a:lnTo>
                  <a:lnTo>
                    <a:pt x="421" y="85"/>
                  </a:lnTo>
                  <a:lnTo>
                    <a:pt x="388" y="51"/>
                  </a:lnTo>
                  <a:lnTo>
                    <a:pt x="354" y="18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3" name="Google Shape;5933;p63"/>
            <p:cNvSpPr/>
            <p:nvPr/>
          </p:nvSpPr>
          <p:spPr>
            <a:xfrm>
              <a:off x="4296675" y="918550"/>
              <a:ext cx="15575" cy="12200"/>
            </a:xfrm>
            <a:custGeom>
              <a:avLst/>
              <a:gdLst/>
              <a:ahLst/>
              <a:cxnLst/>
              <a:rect l="l" t="t" r="r" b="b"/>
              <a:pathLst>
                <a:path w="623" h="488" extrusionOk="0">
                  <a:moveTo>
                    <a:pt x="135" y="0"/>
                  </a:moveTo>
                  <a:lnTo>
                    <a:pt x="51" y="17"/>
                  </a:lnTo>
                  <a:lnTo>
                    <a:pt x="17" y="51"/>
                  </a:lnTo>
                  <a:lnTo>
                    <a:pt x="0" y="84"/>
                  </a:lnTo>
                  <a:lnTo>
                    <a:pt x="0" y="135"/>
                  </a:lnTo>
                  <a:lnTo>
                    <a:pt x="0" y="185"/>
                  </a:lnTo>
                  <a:lnTo>
                    <a:pt x="51" y="235"/>
                  </a:lnTo>
                  <a:lnTo>
                    <a:pt x="101" y="286"/>
                  </a:lnTo>
                  <a:lnTo>
                    <a:pt x="202" y="353"/>
                  </a:lnTo>
                  <a:lnTo>
                    <a:pt x="420" y="471"/>
                  </a:lnTo>
                  <a:lnTo>
                    <a:pt x="471" y="488"/>
                  </a:lnTo>
                  <a:lnTo>
                    <a:pt x="521" y="488"/>
                  </a:lnTo>
                  <a:lnTo>
                    <a:pt x="572" y="454"/>
                  </a:lnTo>
                  <a:lnTo>
                    <a:pt x="605" y="404"/>
                  </a:lnTo>
                  <a:lnTo>
                    <a:pt x="622" y="353"/>
                  </a:lnTo>
                  <a:lnTo>
                    <a:pt x="605" y="303"/>
                  </a:lnTo>
                  <a:lnTo>
                    <a:pt x="572" y="219"/>
                  </a:lnTo>
                  <a:lnTo>
                    <a:pt x="521" y="151"/>
                  </a:lnTo>
                  <a:lnTo>
                    <a:pt x="454" y="101"/>
                  </a:lnTo>
                  <a:lnTo>
                    <a:pt x="387" y="51"/>
                  </a:lnTo>
                  <a:lnTo>
                    <a:pt x="303" y="17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4" name="Google Shape;5934;p63"/>
            <p:cNvSpPr/>
            <p:nvPr/>
          </p:nvSpPr>
          <p:spPr>
            <a:xfrm>
              <a:off x="4257150" y="912650"/>
              <a:ext cx="16850" cy="8850"/>
            </a:xfrm>
            <a:custGeom>
              <a:avLst/>
              <a:gdLst/>
              <a:ahLst/>
              <a:cxnLst/>
              <a:rect l="l" t="t" r="r" b="b"/>
              <a:pathLst>
                <a:path w="674" h="354" extrusionOk="0">
                  <a:moveTo>
                    <a:pt x="270" y="1"/>
                  </a:moveTo>
                  <a:lnTo>
                    <a:pt x="186" y="34"/>
                  </a:lnTo>
                  <a:lnTo>
                    <a:pt x="119" y="68"/>
                  </a:lnTo>
                  <a:lnTo>
                    <a:pt x="35" y="118"/>
                  </a:lnTo>
                  <a:lnTo>
                    <a:pt x="18" y="169"/>
                  </a:lnTo>
                  <a:lnTo>
                    <a:pt x="1" y="219"/>
                  </a:lnTo>
                  <a:lnTo>
                    <a:pt x="18" y="270"/>
                  </a:lnTo>
                  <a:lnTo>
                    <a:pt x="51" y="320"/>
                  </a:lnTo>
                  <a:lnTo>
                    <a:pt x="85" y="354"/>
                  </a:lnTo>
                  <a:lnTo>
                    <a:pt x="135" y="354"/>
                  </a:lnTo>
                  <a:lnTo>
                    <a:pt x="388" y="337"/>
                  </a:lnTo>
                  <a:lnTo>
                    <a:pt x="522" y="337"/>
                  </a:lnTo>
                  <a:lnTo>
                    <a:pt x="589" y="303"/>
                  </a:lnTo>
                  <a:lnTo>
                    <a:pt x="640" y="270"/>
                  </a:lnTo>
                  <a:lnTo>
                    <a:pt x="673" y="236"/>
                  </a:lnTo>
                  <a:lnTo>
                    <a:pt x="673" y="203"/>
                  </a:lnTo>
                  <a:lnTo>
                    <a:pt x="673" y="152"/>
                  </a:lnTo>
                  <a:lnTo>
                    <a:pt x="657" y="118"/>
                  </a:lnTo>
                  <a:lnTo>
                    <a:pt x="606" y="51"/>
                  </a:lnTo>
                  <a:lnTo>
                    <a:pt x="522" y="1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5" name="Google Shape;5935;p63"/>
            <p:cNvSpPr/>
            <p:nvPr/>
          </p:nvSpPr>
          <p:spPr>
            <a:xfrm>
              <a:off x="4284050" y="983275"/>
              <a:ext cx="9700" cy="4625"/>
            </a:xfrm>
            <a:custGeom>
              <a:avLst/>
              <a:gdLst/>
              <a:ahLst/>
              <a:cxnLst/>
              <a:rect l="l" t="t" r="r" b="b"/>
              <a:pathLst>
                <a:path w="388" h="185" extrusionOk="0">
                  <a:moveTo>
                    <a:pt x="371" y="0"/>
                  </a:moveTo>
                  <a:lnTo>
                    <a:pt x="354" y="17"/>
                  </a:lnTo>
                  <a:lnTo>
                    <a:pt x="287" y="84"/>
                  </a:lnTo>
                  <a:lnTo>
                    <a:pt x="253" y="118"/>
                  </a:lnTo>
                  <a:lnTo>
                    <a:pt x="102" y="118"/>
                  </a:lnTo>
                  <a:lnTo>
                    <a:pt x="1" y="84"/>
                  </a:lnTo>
                  <a:lnTo>
                    <a:pt x="51" y="135"/>
                  </a:lnTo>
                  <a:lnTo>
                    <a:pt x="102" y="168"/>
                  </a:lnTo>
                  <a:lnTo>
                    <a:pt x="169" y="185"/>
                  </a:lnTo>
                  <a:lnTo>
                    <a:pt x="236" y="185"/>
                  </a:lnTo>
                  <a:lnTo>
                    <a:pt x="303" y="151"/>
                  </a:lnTo>
                  <a:lnTo>
                    <a:pt x="337" y="118"/>
                  </a:lnTo>
                  <a:lnTo>
                    <a:pt x="371" y="67"/>
                  </a:lnTo>
                  <a:lnTo>
                    <a:pt x="387" y="1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6" name="Google Shape;5936;p63"/>
            <p:cNvSpPr/>
            <p:nvPr/>
          </p:nvSpPr>
          <p:spPr>
            <a:xfrm>
              <a:off x="4263050" y="914350"/>
              <a:ext cx="26500" cy="59700"/>
            </a:xfrm>
            <a:custGeom>
              <a:avLst/>
              <a:gdLst/>
              <a:ahLst/>
              <a:cxnLst/>
              <a:rect l="l" t="t" r="r" b="b"/>
              <a:pathLst>
                <a:path w="1060" h="2388" extrusionOk="0">
                  <a:moveTo>
                    <a:pt x="605" y="0"/>
                  </a:moveTo>
                  <a:lnTo>
                    <a:pt x="589" y="17"/>
                  </a:lnTo>
                  <a:lnTo>
                    <a:pt x="404" y="471"/>
                  </a:lnTo>
                  <a:lnTo>
                    <a:pt x="252" y="941"/>
                  </a:lnTo>
                  <a:lnTo>
                    <a:pt x="101" y="1412"/>
                  </a:lnTo>
                  <a:lnTo>
                    <a:pt x="0" y="1883"/>
                  </a:lnTo>
                  <a:lnTo>
                    <a:pt x="0" y="1916"/>
                  </a:lnTo>
                  <a:lnTo>
                    <a:pt x="135" y="1916"/>
                  </a:lnTo>
                  <a:lnTo>
                    <a:pt x="320" y="1883"/>
                  </a:lnTo>
                  <a:lnTo>
                    <a:pt x="236" y="2270"/>
                  </a:lnTo>
                  <a:lnTo>
                    <a:pt x="236" y="2303"/>
                  </a:lnTo>
                  <a:lnTo>
                    <a:pt x="269" y="2320"/>
                  </a:lnTo>
                  <a:lnTo>
                    <a:pt x="353" y="2354"/>
                  </a:lnTo>
                  <a:lnTo>
                    <a:pt x="454" y="2387"/>
                  </a:lnTo>
                  <a:lnTo>
                    <a:pt x="572" y="2387"/>
                  </a:lnTo>
                  <a:lnTo>
                    <a:pt x="706" y="2370"/>
                  </a:lnTo>
                  <a:lnTo>
                    <a:pt x="841" y="2337"/>
                  </a:lnTo>
                  <a:lnTo>
                    <a:pt x="958" y="2270"/>
                  </a:lnTo>
                  <a:lnTo>
                    <a:pt x="1059" y="2185"/>
                  </a:lnTo>
                  <a:lnTo>
                    <a:pt x="1059" y="2169"/>
                  </a:lnTo>
                  <a:lnTo>
                    <a:pt x="1026" y="2169"/>
                  </a:lnTo>
                  <a:lnTo>
                    <a:pt x="874" y="2236"/>
                  </a:lnTo>
                  <a:lnTo>
                    <a:pt x="689" y="2270"/>
                  </a:lnTo>
                  <a:lnTo>
                    <a:pt x="521" y="2286"/>
                  </a:lnTo>
                  <a:lnTo>
                    <a:pt x="336" y="2253"/>
                  </a:lnTo>
                  <a:lnTo>
                    <a:pt x="404" y="2001"/>
                  </a:lnTo>
                  <a:lnTo>
                    <a:pt x="454" y="1748"/>
                  </a:lnTo>
                  <a:lnTo>
                    <a:pt x="303" y="1765"/>
                  </a:lnTo>
                  <a:lnTo>
                    <a:pt x="135" y="1782"/>
                  </a:lnTo>
                  <a:lnTo>
                    <a:pt x="252" y="1345"/>
                  </a:lnTo>
                  <a:lnTo>
                    <a:pt x="387" y="908"/>
                  </a:lnTo>
                  <a:lnTo>
                    <a:pt x="521" y="471"/>
                  </a:lnTo>
                  <a:lnTo>
                    <a:pt x="622" y="17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7" name="Google Shape;5937;p63"/>
            <p:cNvSpPr/>
            <p:nvPr/>
          </p:nvSpPr>
          <p:spPr>
            <a:xfrm>
              <a:off x="4268500" y="858850"/>
              <a:ext cx="102575" cy="101325"/>
            </a:xfrm>
            <a:custGeom>
              <a:avLst/>
              <a:gdLst/>
              <a:ahLst/>
              <a:cxnLst/>
              <a:rect l="l" t="t" r="r" b="b"/>
              <a:pathLst>
                <a:path w="4103" h="4053" extrusionOk="0">
                  <a:moveTo>
                    <a:pt x="1699" y="1"/>
                  </a:moveTo>
                  <a:lnTo>
                    <a:pt x="1430" y="18"/>
                  </a:lnTo>
                  <a:lnTo>
                    <a:pt x="1178" y="51"/>
                  </a:lnTo>
                  <a:lnTo>
                    <a:pt x="925" y="135"/>
                  </a:lnTo>
                  <a:lnTo>
                    <a:pt x="690" y="236"/>
                  </a:lnTo>
                  <a:lnTo>
                    <a:pt x="455" y="371"/>
                  </a:lnTo>
                  <a:lnTo>
                    <a:pt x="303" y="539"/>
                  </a:lnTo>
                  <a:lnTo>
                    <a:pt x="186" y="707"/>
                  </a:lnTo>
                  <a:lnTo>
                    <a:pt x="68" y="892"/>
                  </a:lnTo>
                  <a:lnTo>
                    <a:pt x="1" y="1094"/>
                  </a:lnTo>
                  <a:lnTo>
                    <a:pt x="34" y="1010"/>
                  </a:lnTo>
                  <a:lnTo>
                    <a:pt x="102" y="926"/>
                  </a:lnTo>
                  <a:lnTo>
                    <a:pt x="169" y="858"/>
                  </a:lnTo>
                  <a:lnTo>
                    <a:pt x="219" y="825"/>
                  </a:lnTo>
                  <a:lnTo>
                    <a:pt x="253" y="825"/>
                  </a:lnTo>
                  <a:lnTo>
                    <a:pt x="303" y="842"/>
                  </a:lnTo>
                  <a:lnTo>
                    <a:pt x="337" y="875"/>
                  </a:lnTo>
                  <a:lnTo>
                    <a:pt x="438" y="959"/>
                  </a:lnTo>
                  <a:lnTo>
                    <a:pt x="556" y="1077"/>
                  </a:lnTo>
                  <a:lnTo>
                    <a:pt x="623" y="1127"/>
                  </a:lnTo>
                  <a:lnTo>
                    <a:pt x="724" y="1161"/>
                  </a:lnTo>
                  <a:lnTo>
                    <a:pt x="791" y="1178"/>
                  </a:lnTo>
                  <a:lnTo>
                    <a:pt x="875" y="1195"/>
                  </a:lnTo>
                  <a:lnTo>
                    <a:pt x="1043" y="1195"/>
                  </a:lnTo>
                  <a:lnTo>
                    <a:pt x="1228" y="1178"/>
                  </a:lnTo>
                  <a:lnTo>
                    <a:pt x="1430" y="1144"/>
                  </a:lnTo>
                  <a:lnTo>
                    <a:pt x="1631" y="1110"/>
                  </a:lnTo>
                  <a:lnTo>
                    <a:pt x="1850" y="1094"/>
                  </a:lnTo>
                  <a:lnTo>
                    <a:pt x="2052" y="1094"/>
                  </a:lnTo>
                  <a:lnTo>
                    <a:pt x="2153" y="1110"/>
                  </a:lnTo>
                  <a:lnTo>
                    <a:pt x="2237" y="1144"/>
                  </a:lnTo>
                  <a:lnTo>
                    <a:pt x="2422" y="1228"/>
                  </a:lnTo>
                  <a:lnTo>
                    <a:pt x="2573" y="1346"/>
                  </a:lnTo>
                  <a:lnTo>
                    <a:pt x="2691" y="1480"/>
                  </a:lnTo>
                  <a:lnTo>
                    <a:pt x="2808" y="1665"/>
                  </a:lnTo>
                  <a:lnTo>
                    <a:pt x="2892" y="1884"/>
                  </a:lnTo>
                  <a:lnTo>
                    <a:pt x="2943" y="2136"/>
                  </a:lnTo>
                  <a:lnTo>
                    <a:pt x="2993" y="2422"/>
                  </a:lnTo>
                  <a:lnTo>
                    <a:pt x="3010" y="2741"/>
                  </a:lnTo>
                  <a:lnTo>
                    <a:pt x="3010" y="2909"/>
                  </a:lnTo>
                  <a:lnTo>
                    <a:pt x="3044" y="3061"/>
                  </a:lnTo>
                  <a:lnTo>
                    <a:pt x="3077" y="3229"/>
                  </a:lnTo>
                  <a:lnTo>
                    <a:pt x="3111" y="3380"/>
                  </a:lnTo>
                  <a:lnTo>
                    <a:pt x="3178" y="3514"/>
                  </a:lnTo>
                  <a:lnTo>
                    <a:pt x="3228" y="3649"/>
                  </a:lnTo>
                  <a:lnTo>
                    <a:pt x="3296" y="3750"/>
                  </a:lnTo>
                  <a:lnTo>
                    <a:pt x="3363" y="3851"/>
                  </a:lnTo>
                  <a:lnTo>
                    <a:pt x="3447" y="3935"/>
                  </a:lnTo>
                  <a:lnTo>
                    <a:pt x="3514" y="4002"/>
                  </a:lnTo>
                  <a:lnTo>
                    <a:pt x="3598" y="4036"/>
                  </a:lnTo>
                  <a:lnTo>
                    <a:pt x="3666" y="4052"/>
                  </a:lnTo>
                  <a:lnTo>
                    <a:pt x="3733" y="4052"/>
                  </a:lnTo>
                  <a:lnTo>
                    <a:pt x="3800" y="4019"/>
                  </a:lnTo>
                  <a:lnTo>
                    <a:pt x="3867" y="3952"/>
                  </a:lnTo>
                  <a:lnTo>
                    <a:pt x="3918" y="3868"/>
                  </a:lnTo>
                  <a:lnTo>
                    <a:pt x="3918" y="3817"/>
                  </a:lnTo>
                  <a:lnTo>
                    <a:pt x="3951" y="3750"/>
                  </a:lnTo>
                  <a:lnTo>
                    <a:pt x="4019" y="3430"/>
                  </a:lnTo>
                  <a:lnTo>
                    <a:pt x="4052" y="3111"/>
                  </a:lnTo>
                  <a:lnTo>
                    <a:pt x="4086" y="2808"/>
                  </a:lnTo>
                  <a:lnTo>
                    <a:pt x="4103" y="2523"/>
                  </a:lnTo>
                  <a:lnTo>
                    <a:pt x="4103" y="2237"/>
                  </a:lnTo>
                  <a:lnTo>
                    <a:pt x="4086" y="1985"/>
                  </a:lnTo>
                  <a:lnTo>
                    <a:pt x="4069" y="1766"/>
                  </a:lnTo>
                  <a:lnTo>
                    <a:pt x="4019" y="1581"/>
                  </a:lnTo>
                  <a:lnTo>
                    <a:pt x="3918" y="1312"/>
                  </a:lnTo>
                  <a:lnTo>
                    <a:pt x="3783" y="1077"/>
                  </a:lnTo>
                  <a:lnTo>
                    <a:pt x="3632" y="858"/>
                  </a:lnTo>
                  <a:lnTo>
                    <a:pt x="3430" y="673"/>
                  </a:lnTo>
                  <a:lnTo>
                    <a:pt x="3228" y="505"/>
                  </a:lnTo>
                  <a:lnTo>
                    <a:pt x="2993" y="354"/>
                  </a:lnTo>
                  <a:lnTo>
                    <a:pt x="2758" y="219"/>
                  </a:lnTo>
                  <a:lnTo>
                    <a:pt x="2506" y="135"/>
                  </a:lnTo>
                  <a:lnTo>
                    <a:pt x="2237" y="51"/>
                  </a:lnTo>
                  <a:lnTo>
                    <a:pt x="1968" y="18"/>
                  </a:lnTo>
                  <a:lnTo>
                    <a:pt x="16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8" name="Google Shape;5938;p63"/>
            <p:cNvSpPr/>
            <p:nvPr/>
          </p:nvSpPr>
          <p:spPr>
            <a:xfrm>
              <a:off x="4342900" y="942075"/>
              <a:ext cx="35325" cy="44150"/>
            </a:xfrm>
            <a:custGeom>
              <a:avLst/>
              <a:gdLst/>
              <a:ahLst/>
              <a:cxnLst/>
              <a:rect l="l" t="t" r="r" b="b"/>
              <a:pathLst>
                <a:path w="1413" h="1766" extrusionOk="0">
                  <a:moveTo>
                    <a:pt x="1009" y="1"/>
                  </a:moveTo>
                  <a:lnTo>
                    <a:pt x="925" y="34"/>
                  </a:lnTo>
                  <a:lnTo>
                    <a:pt x="841" y="68"/>
                  </a:lnTo>
                  <a:lnTo>
                    <a:pt x="740" y="135"/>
                  </a:lnTo>
                  <a:lnTo>
                    <a:pt x="572" y="253"/>
                  </a:lnTo>
                  <a:lnTo>
                    <a:pt x="421" y="404"/>
                  </a:lnTo>
                  <a:lnTo>
                    <a:pt x="303" y="539"/>
                  </a:lnTo>
                  <a:lnTo>
                    <a:pt x="185" y="673"/>
                  </a:lnTo>
                  <a:lnTo>
                    <a:pt x="0" y="1429"/>
                  </a:lnTo>
                  <a:lnTo>
                    <a:pt x="0" y="1463"/>
                  </a:lnTo>
                  <a:lnTo>
                    <a:pt x="51" y="1547"/>
                  </a:lnTo>
                  <a:lnTo>
                    <a:pt x="118" y="1614"/>
                  </a:lnTo>
                  <a:lnTo>
                    <a:pt x="185" y="1682"/>
                  </a:lnTo>
                  <a:lnTo>
                    <a:pt x="269" y="1732"/>
                  </a:lnTo>
                  <a:lnTo>
                    <a:pt x="353" y="1749"/>
                  </a:lnTo>
                  <a:lnTo>
                    <a:pt x="454" y="1766"/>
                  </a:lnTo>
                  <a:lnTo>
                    <a:pt x="538" y="1749"/>
                  </a:lnTo>
                  <a:lnTo>
                    <a:pt x="639" y="1732"/>
                  </a:lnTo>
                  <a:lnTo>
                    <a:pt x="740" y="1682"/>
                  </a:lnTo>
                  <a:lnTo>
                    <a:pt x="824" y="1614"/>
                  </a:lnTo>
                  <a:lnTo>
                    <a:pt x="908" y="1530"/>
                  </a:lnTo>
                  <a:lnTo>
                    <a:pt x="992" y="1429"/>
                  </a:lnTo>
                  <a:lnTo>
                    <a:pt x="1076" y="1312"/>
                  </a:lnTo>
                  <a:lnTo>
                    <a:pt x="1160" y="1194"/>
                  </a:lnTo>
                  <a:lnTo>
                    <a:pt x="1278" y="908"/>
                  </a:lnTo>
                  <a:lnTo>
                    <a:pt x="1328" y="774"/>
                  </a:lnTo>
                  <a:lnTo>
                    <a:pt x="1379" y="639"/>
                  </a:lnTo>
                  <a:lnTo>
                    <a:pt x="1396" y="505"/>
                  </a:lnTo>
                  <a:lnTo>
                    <a:pt x="1412" y="387"/>
                  </a:lnTo>
                  <a:lnTo>
                    <a:pt x="1396" y="270"/>
                  </a:lnTo>
                  <a:lnTo>
                    <a:pt x="1379" y="169"/>
                  </a:lnTo>
                  <a:lnTo>
                    <a:pt x="1328" y="101"/>
                  </a:lnTo>
                  <a:lnTo>
                    <a:pt x="1261" y="34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9" name="Google Shape;5939;p63"/>
            <p:cNvSpPr/>
            <p:nvPr/>
          </p:nvSpPr>
          <p:spPr>
            <a:xfrm>
              <a:off x="4349200" y="952175"/>
              <a:ext cx="21450" cy="27325"/>
            </a:xfrm>
            <a:custGeom>
              <a:avLst/>
              <a:gdLst/>
              <a:ahLst/>
              <a:cxnLst/>
              <a:rect l="l" t="t" r="r" b="b"/>
              <a:pathLst>
                <a:path w="858" h="1093" extrusionOk="0">
                  <a:moveTo>
                    <a:pt x="858" y="0"/>
                  </a:moveTo>
                  <a:lnTo>
                    <a:pt x="757" y="17"/>
                  </a:lnTo>
                  <a:lnTo>
                    <a:pt x="673" y="34"/>
                  </a:lnTo>
                  <a:lnTo>
                    <a:pt x="606" y="67"/>
                  </a:lnTo>
                  <a:lnTo>
                    <a:pt x="522" y="118"/>
                  </a:lnTo>
                  <a:lnTo>
                    <a:pt x="387" y="219"/>
                  </a:lnTo>
                  <a:lnTo>
                    <a:pt x="253" y="370"/>
                  </a:lnTo>
                  <a:lnTo>
                    <a:pt x="152" y="538"/>
                  </a:lnTo>
                  <a:lnTo>
                    <a:pt x="85" y="706"/>
                  </a:lnTo>
                  <a:lnTo>
                    <a:pt x="17" y="874"/>
                  </a:lnTo>
                  <a:lnTo>
                    <a:pt x="0" y="1042"/>
                  </a:lnTo>
                  <a:lnTo>
                    <a:pt x="0" y="1076"/>
                  </a:lnTo>
                  <a:lnTo>
                    <a:pt x="17" y="1093"/>
                  </a:lnTo>
                  <a:lnTo>
                    <a:pt x="34" y="1093"/>
                  </a:lnTo>
                  <a:lnTo>
                    <a:pt x="51" y="1076"/>
                  </a:lnTo>
                  <a:lnTo>
                    <a:pt x="135" y="941"/>
                  </a:lnTo>
                  <a:lnTo>
                    <a:pt x="236" y="807"/>
                  </a:lnTo>
                  <a:lnTo>
                    <a:pt x="303" y="757"/>
                  </a:lnTo>
                  <a:lnTo>
                    <a:pt x="387" y="706"/>
                  </a:lnTo>
                  <a:lnTo>
                    <a:pt x="471" y="706"/>
                  </a:lnTo>
                  <a:lnTo>
                    <a:pt x="572" y="723"/>
                  </a:lnTo>
                  <a:lnTo>
                    <a:pt x="572" y="706"/>
                  </a:lnTo>
                  <a:lnTo>
                    <a:pt x="555" y="689"/>
                  </a:lnTo>
                  <a:lnTo>
                    <a:pt x="505" y="656"/>
                  </a:lnTo>
                  <a:lnTo>
                    <a:pt x="454" y="639"/>
                  </a:lnTo>
                  <a:lnTo>
                    <a:pt x="354" y="639"/>
                  </a:lnTo>
                  <a:lnTo>
                    <a:pt x="303" y="656"/>
                  </a:lnTo>
                  <a:lnTo>
                    <a:pt x="253" y="689"/>
                  </a:lnTo>
                  <a:lnTo>
                    <a:pt x="202" y="723"/>
                  </a:lnTo>
                  <a:lnTo>
                    <a:pt x="169" y="757"/>
                  </a:lnTo>
                  <a:lnTo>
                    <a:pt x="219" y="639"/>
                  </a:lnTo>
                  <a:lnTo>
                    <a:pt x="286" y="521"/>
                  </a:lnTo>
                  <a:lnTo>
                    <a:pt x="354" y="420"/>
                  </a:lnTo>
                  <a:lnTo>
                    <a:pt x="438" y="319"/>
                  </a:lnTo>
                  <a:lnTo>
                    <a:pt x="522" y="219"/>
                  </a:lnTo>
                  <a:lnTo>
                    <a:pt x="622" y="135"/>
                  </a:lnTo>
                  <a:lnTo>
                    <a:pt x="740" y="67"/>
                  </a:lnTo>
                  <a:lnTo>
                    <a:pt x="858" y="17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0" name="Google Shape;5940;p63"/>
            <p:cNvSpPr/>
            <p:nvPr/>
          </p:nvSpPr>
          <p:spPr>
            <a:xfrm>
              <a:off x="4294150" y="1026975"/>
              <a:ext cx="86600" cy="93750"/>
            </a:xfrm>
            <a:custGeom>
              <a:avLst/>
              <a:gdLst/>
              <a:ahLst/>
              <a:cxnLst/>
              <a:rect l="l" t="t" r="r" b="b"/>
              <a:pathLst>
                <a:path w="3464" h="3750" extrusionOk="0">
                  <a:moveTo>
                    <a:pt x="2875" y="0"/>
                  </a:moveTo>
                  <a:lnTo>
                    <a:pt x="958" y="2068"/>
                  </a:lnTo>
                  <a:lnTo>
                    <a:pt x="286" y="505"/>
                  </a:lnTo>
                  <a:lnTo>
                    <a:pt x="0" y="975"/>
                  </a:lnTo>
                  <a:lnTo>
                    <a:pt x="0" y="3379"/>
                  </a:lnTo>
                  <a:lnTo>
                    <a:pt x="908" y="2388"/>
                  </a:lnTo>
                  <a:lnTo>
                    <a:pt x="1614" y="3732"/>
                  </a:lnTo>
                  <a:lnTo>
                    <a:pt x="1614" y="3749"/>
                  </a:lnTo>
                  <a:lnTo>
                    <a:pt x="1631" y="3732"/>
                  </a:lnTo>
                  <a:lnTo>
                    <a:pt x="1698" y="3648"/>
                  </a:lnTo>
                  <a:lnTo>
                    <a:pt x="1900" y="3312"/>
                  </a:lnTo>
                  <a:lnTo>
                    <a:pt x="2539" y="2236"/>
                  </a:lnTo>
                  <a:lnTo>
                    <a:pt x="3463" y="622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1" name="Google Shape;5941;p63"/>
            <p:cNvSpPr/>
            <p:nvPr/>
          </p:nvSpPr>
          <p:spPr>
            <a:xfrm>
              <a:off x="4292050" y="1042525"/>
              <a:ext cx="89525" cy="81125"/>
            </a:xfrm>
            <a:custGeom>
              <a:avLst/>
              <a:gdLst/>
              <a:ahLst/>
              <a:cxnLst/>
              <a:rect l="l" t="t" r="r" b="b"/>
              <a:pathLst>
                <a:path w="3581" h="3245" extrusionOk="0">
                  <a:moveTo>
                    <a:pt x="3564" y="0"/>
                  </a:moveTo>
                  <a:lnTo>
                    <a:pt x="3161" y="606"/>
                  </a:lnTo>
                  <a:lnTo>
                    <a:pt x="2606" y="1513"/>
                  </a:lnTo>
                  <a:lnTo>
                    <a:pt x="2051" y="2421"/>
                  </a:lnTo>
                  <a:lnTo>
                    <a:pt x="1698" y="3060"/>
                  </a:lnTo>
                  <a:lnTo>
                    <a:pt x="1379" y="2455"/>
                  </a:lnTo>
                  <a:lnTo>
                    <a:pt x="1160" y="2051"/>
                  </a:lnTo>
                  <a:lnTo>
                    <a:pt x="992" y="1766"/>
                  </a:lnTo>
                  <a:lnTo>
                    <a:pt x="858" y="1883"/>
                  </a:lnTo>
                  <a:lnTo>
                    <a:pt x="572" y="2169"/>
                  </a:lnTo>
                  <a:lnTo>
                    <a:pt x="135" y="2623"/>
                  </a:lnTo>
                  <a:lnTo>
                    <a:pt x="135" y="2169"/>
                  </a:lnTo>
                  <a:lnTo>
                    <a:pt x="135" y="1497"/>
                  </a:lnTo>
                  <a:lnTo>
                    <a:pt x="135" y="824"/>
                  </a:lnTo>
                  <a:lnTo>
                    <a:pt x="118" y="555"/>
                  </a:lnTo>
                  <a:lnTo>
                    <a:pt x="84" y="370"/>
                  </a:lnTo>
                  <a:lnTo>
                    <a:pt x="67" y="353"/>
                  </a:lnTo>
                  <a:lnTo>
                    <a:pt x="67" y="370"/>
                  </a:lnTo>
                  <a:lnTo>
                    <a:pt x="34" y="959"/>
                  </a:lnTo>
                  <a:lnTo>
                    <a:pt x="17" y="1564"/>
                  </a:lnTo>
                  <a:lnTo>
                    <a:pt x="0" y="2219"/>
                  </a:lnTo>
                  <a:lnTo>
                    <a:pt x="17" y="2875"/>
                  </a:lnTo>
                  <a:lnTo>
                    <a:pt x="67" y="2841"/>
                  </a:lnTo>
                  <a:lnTo>
                    <a:pt x="151" y="2757"/>
                  </a:lnTo>
                  <a:lnTo>
                    <a:pt x="454" y="2438"/>
                  </a:lnTo>
                  <a:lnTo>
                    <a:pt x="773" y="2068"/>
                  </a:lnTo>
                  <a:lnTo>
                    <a:pt x="975" y="1816"/>
                  </a:lnTo>
                  <a:lnTo>
                    <a:pt x="1143" y="2186"/>
                  </a:lnTo>
                  <a:lnTo>
                    <a:pt x="1328" y="2539"/>
                  </a:lnTo>
                  <a:lnTo>
                    <a:pt x="1513" y="2892"/>
                  </a:lnTo>
                  <a:lnTo>
                    <a:pt x="1715" y="3245"/>
                  </a:lnTo>
                  <a:lnTo>
                    <a:pt x="1984" y="2825"/>
                  </a:lnTo>
                  <a:lnTo>
                    <a:pt x="2555" y="1833"/>
                  </a:lnTo>
                  <a:lnTo>
                    <a:pt x="3194" y="757"/>
                  </a:lnTo>
                  <a:lnTo>
                    <a:pt x="3430" y="303"/>
                  </a:lnTo>
                  <a:lnTo>
                    <a:pt x="3581" y="17"/>
                  </a:lnTo>
                  <a:lnTo>
                    <a:pt x="35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2" name="Google Shape;5942;p63"/>
            <p:cNvSpPr/>
            <p:nvPr/>
          </p:nvSpPr>
          <p:spPr>
            <a:xfrm>
              <a:off x="4095775" y="1188350"/>
              <a:ext cx="34475" cy="32825"/>
            </a:xfrm>
            <a:custGeom>
              <a:avLst/>
              <a:gdLst/>
              <a:ahLst/>
              <a:cxnLst/>
              <a:rect l="l" t="t" r="r" b="b"/>
              <a:pathLst>
                <a:path w="1379" h="1313" extrusionOk="0">
                  <a:moveTo>
                    <a:pt x="791" y="1"/>
                  </a:moveTo>
                  <a:lnTo>
                    <a:pt x="690" y="18"/>
                  </a:lnTo>
                  <a:lnTo>
                    <a:pt x="589" y="51"/>
                  </a:lnTo>
                  <a:lnTo>
                    <a:pt x="488" y="102"/>
                  </a:lnTo>
                  <a:lnTo>
                    <a:pt x="404" y="152"/>
                  </a:lnTo>
                  <a:lnTo>
                    <a:pt x="337" y="236"/>
                  </a:lnTo>
                  <a:lnTo>
                    <a:pt x="269" y="303"/>
                  </a:lnTo>
                  <a:lnTo>
                    <a:pt x="152" y="472"/>
                  </a:lnTo>
                  <a:lnTo>
                    <a:pt x="68" y="640"/>
                  </a:lnTo>
                  <a:lnTo>
                    <a:pt x="0" y="791"/>
                  </a:lnTo>
                  <a:lnTo>
                    <a:pt x="1194" y="1312"/>
                  </a:lnTo>
                  <a:lnTo>
                    <a:pt x="1278" y="1161"/>
                  </a:lnTo>
                  <a:lnTo>
                    <a:pt x="1329" y="993"/>
                  </a:lnTo>
                  <a:lnTo>
                    <a:pt x="1379" y="791"/>
                  </a:lnTo>
                  <a:lnTo>
                    <a:pt x="1379" y="690"/>
                  </a:lnTo>
                  <a:lnTo>
                    <a:pt x="1379" y="589"/>
                  </a:lnTo>
                  <a:lnTo>
                    <a:pt x="1379" y="472"/>
                  </a:lnTo>
                  <a:lnTo>
                    <a:pt x="1345" y="371"/>
                  </a:lnTo>
                  <a:lnTo>
                    <a:pt x="1295" y="287"/>
                  </a:lnTo>
                  <a:lnTo>
                    <a:pt x="1228" y="203"/>
                  </a:lnTo>
                  <a:lnTo>
                    <a:pt x="1144" y="119"/>
                  </a:lnTo>
                  <a:lnTo>
                    <a:pt x="1026" y="51"/>
                  </a:lnTo>
                  <a:lnTo>
                    <a:pt x="908" y="18"/>
                  </a:lnTo>
                  <a:lnTo>
                    <a:pt x="7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3" name="Google Shape;5943;p63"/>
            <p:cNvSpPr/>
            <p:nvPr/>
          </p:nvSpPr>
          <p:spPr>
            <a:xfrm>
              <a:off x="4020125" y="1207275"/>
              <a:ext cx="106350" cy="209750"/>
            </a:xfrm>
            <a:custGeom>
              <a:avLst/>
              <a:gdLst/>
              <a:ahLst/>
              <a:cxnLst/>
              <a:rect l="l" t="t" r="r" b="b"/>
              <a:pathLst>
                <a:path w="4254" h="8390" extrusionOk="0">
                  <a:moveTo>
                    <a:pt x="0" y="6977"/>
                  </a:moveTo>
                  <a:lnTo>
                    <a:pt x="0" y="6994"/>
                  </a:lnTo>
                  <a:lnTo>
                    <a:pt x="1" y="6992"/>
                  </a:lnTo>
                  <a:lnTo>
                    <a:pt x="0" y="6977"/>
                  </a:lnTo>
                  <a:close/>
                  <a:moveTo>
                    <a:pt x="3043" y="0"/>
                  </a:moveTo>
                  <a:lnTo>
                    <a:pt x="1" y="6992"/>
                  </a:lnTo>
                  <a:lnTo>
                    <a:pt x="68" y="8036"/>
                  </a:lnTo>
                  <a:lnTo>
                    <a:pt x="101" y="8389"/>
                  </a:lnTo>
                  <a:lnTo>
                    <a:pt x="370" y="8171"/>
                  </a:lnTo>
                  <a:lnTo>
                    <a:pt x="1194" y="7498"/>
                  </a:lnTo>
                  <a:lnTo>
                    <a:pt x="4254" y="521"/>
                  </a:lnTo>
                  <a:lnTo>
                    <a:pt x="30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4" name="Google Shape;5944;p63"/>
            <p:cNvSpPr/>
            <p:nvPr/>
          </p:nvSpPr>
          <p:spPr>
            <a:xfrm>
              <a:off x="4021800" y="1408175"/>
              <a:ext cx="7600" cy="8850"/>
            </a:xfrm>
            <a:custGeom>
              <a:avLst/>
              <a:gdLst/>
              <a:ahLst/>
              <a:cxnLst/>
              <a:rect l="l" t="t" r="r" b="b"/>
              <a:pathLst>
                <a:path w="304" h="354" extrusionOk="0">
                  <a:moveTo>
                    <a:pt x="1" y="0"/>
                  </a:moveTo>
                  <a:lnTo>
                    <a:pt x="34" y="353"/>
                  </a:lnTo>
                  <a:lnTo>
                    <a:pt x="303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5" name="Google Shape;5945;p63"/>
            <p:cNvSpPr/>
            <p:nvPr/>
          </p:nvSpPr>
          <p:spPr>
            <a:xfrm>
              <a:off x="4091150" y="1205175"/>
              <a:ext cx="37850" cy="22300"/>
            </a:xfrm>
            <a:custGeom>
              <a:avLst/>
              <a:gdLst/>
              <a:ahLst/>
              <a:cxnLst/>
              <a:rect l="l" t="t" r="r" b="b"/>
              <a:pathLst>
                <a:path w="1514" h="892" extrusionOk="0">
                  <a:moveTo>
                    <a:pt x="118" y="0"/>
                  </a:moveTo>
                  <a:lnTo>
                    <a:pt x="1" y="269"/>
                  </a:lnTo>
                  <a:lnTo>
                    <a:pt x="1396" y="891"/>
                  </a:lnTo>
                  <a:lnTo>
                    <a:pt x="1514" y="60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6" name="Google Shape;5946;p63"/>
            <p:cNvSpPr/>
            <p:nvPr/>
          </p:nvSpPr>
          <p:spPr>
            <a:xfrm>
              <a:off x="4087800" y="1212725"/>
              <a:ext cx="38250" cy="21900"/>
            </a:xfrm>
            <a:custGeom>
              <a:avLst/>
              <a:gdLst/>
              <a:ahLst/>
              <a:cxnLst/>
              <a:rect l="l" t="t" r="r" b="b"/>
              <a:pathLst>
                <a:path w="1530" h="876" extrusionOk="0">
                  <a:moveTo>
                    <a:pt x="135" y="1"/>
                  </a:moveTo>
                  <a:lnTo>
                    <a:pt x="0" y="270"/>
                  </a:lnTo>
                  <a:lnTo>
                    <a:pt x="1412" y="875"/>
                  </a:lnTo>
                  <a:lnTo>
                    <a:pt x="1530" y="60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7" name="Google Shape;5947;p63"/>
            <p:cNvSpPr/>
            <p:nvPr/>
          </p:nvSpPr>
          <p:spPr>
            <a:xfrm>
              <a:off x="4090300" y="1229975"/>
              <a:ext cx="32400" cy="67675"/>
            </a:xfrm>
            <a:custGeom>
              <a:avLst/>
              <a:gdLst/>
              <a:ahLst/>
              <a:cxnLst/>
              <a:rect l="l" t="t" r="r" b="b"/>
              <a:pathLst>
                <a:path w="1296" h="2707" extrusionOk="0">
                  <a:moveTo>
                    <a:pt x="841" y="0"/>
                  </a:moveTo>
                  <a:lnTo>
                    <a:pt x="1" y="2639"/>
                  </a:lnTo>
                  <a:lnTo>
                    <a:pt x="169" y="2707"/>
                  </a:lnTo>
                  <a:lnTo>
                    <a:pt x="1295" y="202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8" name="Google Shape;5948;p63"/>
            <p:cNvSpPr/>
            <p:nvPr/>
          </p:nvSpPr>
          <p:spPr>
            <a:xfrm>
              <a:off x="4218075" y="1063525"/>
              <a:ext cx="270675" cy="341300"/>
            </a:xfrm>
            <a:custGeom>
              <a:avLst/>
              <a:gdLst/>
              <a:ahLst/>
              <a:cxnLst/>
              <a:rect l="l" t="t" r="r" b="b"/>
              <a:pathLst>
                <a:path w="10827" h="13652" extrusionOk="0">
                  <a:moveTo>
                    <a:pt x="6708" y="1"/>
                  </a:moveTo>
                  <a:lnTo>
                    <a:pt x="6641" y="18"/>
                  </a:lnTo>
                  <a:lnTo>
                    <a:pt x="6557" y="35"/>
                  </a:lnTo>
                  <a:lnTo>
                    <a:pt x="6489" y="68"/>
                  </a:lnTo>
                  <a:lnTo>
                    <a:pt x="6422" y="119"/>
                  </a:lnTo>
                  <a:lnTo>
                    <a:pt x="6372" y="186"/>
                  </a:lnTo>
                  <a:lnTo>
                    <a:pt x="6321" y="270"/>
                  </a:lnTo>
                  <a:lnTo>
                    <a:pt x="6271" y="371"/>
                  </a:lnTo>
                  <a:lnTo>
                    <a:pt x="6221" y="488"/>
                  </a:lnTo>
                  <a:lnTo>
                    <a:pt x="6187" y="623"/>
                  </a:lnTo>
                  <a:lnTo>
                    <a:pt x="6153" y="774"/>
                  </a:lnTo>
                  <a:lnTo>
                    <a:pt x="6103" y="1144"/>
                  </a:lnTo>
                  <a:lnTo>
                    <a:pt x="6086" y="1598"/>
                  </a:lnTo>
                  <a:lnTo>
                    <a:pt x="6103" y="2119"/>
                  </a:lnTo>
                  <a:lnTo>
                    <a:pt x="6153" y="3061"/>
                  </a:lnTo>
                  <a:lnTo>
                    <a:pt x="6237" y="4069"/>
                  </a:lnTo>
                  <a:lnTo>
                    <a:pt x="6405" y="6036"/>
                  </a:lnTo>
                  <a:lnTo>
                    <a:pt x="6489" y="6893"/>
                  </a:lnTo>
                  <a:lnTo>
                    <a:pt x="6523" y="7566"/>
                  </a:lnTo>
                  <a:lnTo>
                    <a:pt x="6540" y="8003"/>
                  </a:lnTo>
                  <a:lnTo>
                    <a:pt x="6523" y="8138"/>
                  </a:lnTo>
                  <a:lnTo>
                    <a:pt x="6523" y="8171"/>
                  </a:lnTo>
                  <a:lnTo>
                    <a:pt x="6506" y="8171"/>
                  </a:lnTo>
                  <a:lnTo>
                    <a:pt x="5800" y="8222"/>
                  </a:lnTo>
                  <a:lnTo>
                    <a:pt x="4237" y="8306"/>
                  </a:lnTo>
                  <a:lnTo>
                    <a:pt x="3329" y="8339"/>
                  </a:lnTo>
                  <a:lnTo>
                    <a:pt x="2455" y="8373"/>
                  </a:lnTo>
                  <a:lnTo>
                    <a:pt x="1698" y="8373"/>
                  </a:lnTo>
                  <a:lnTo>
                    <a:pt x="1379" y="8356"/>
                  </a:lnTo>
                  <a:lnTo>
                    <a:pt x="1110" y="8339"/>
                  </a:lnTo>
                  <a:lnTo>
                    <a:pt x="1043" y="8356"/>
                  </a:lnTo>
                  <a:lnTo>
                    <a:pt x="975" y="8390"/>
                  </a:lnTo>
                  <a:lnTo>
                    <a:pt x="908" y="8457"/>
                  </a:lnTo>
                  <a:lnTo>
                    <a:pt x="841" y="8558"/>
                  </a:lnTo>
                  <a:lnTo>
                    <a:pt x="791" y="8675"/>
                  </a:lnTo>
                  <a:lnTo>
                    <a:pt x="723" y="8810"/>
                  </a:lnTo>
                  <a:lnTo>
                    <a:pt x="589" y="9129"/>
                  </a:lnTo>
                  <a:lnTo>
                    <a:pt x="471" y="9533"/>
                  </a:lnTo>
                  <a:lnTo>
                    <a:pt x="353" y="9970"/>
                  </a:lnTo>
                  <a:lnTo>
                    <a:pt x="253" y="10441"/>
                  </a:lnTo>
                  <a:lnTo>
                    <a:pt x="169" y="10945"/>
                  </a:lnTo>
                  <a:lnTo>
                    <a:pt x="101" y="11432"/>
                  </a:lnTo>
                  <a:lnTo>
                    <a:pt x="34" y="11903"/>
                  </a:lnTo>
                  <a:lnTo>
                    <a:pt x="0" y="12357"/>
                  </a:lnTo>
                  <a:lnTo>
                    <a:pt x="0" y="12761"/>
                  </a:lnTo>
                  <a:lnTo>
                    <a:pt x="17" y="13097"/>
                  </a:lnTo>
                  <a:lnTo>
                    <a:pt x="34" y="13248"/>
                  </a:lnTo>
                  <a:lnTo>
                    <a:pt x="51" y="13366"/>
                  </a:lnTo>
                  <a:lnTo>
                    <a:pt x="85" y="13467"/>
                  </a:lnTo>
                  <a:lnTo>
                    <a:pt x="118" y="13534"/>
                  </a:lnTo>
                  <a:lnTo>
                    <a:pt x="169" y="13584"/>
                  </a:lnTo>
                  <a:lnTo>
                    <a:pt x="236" y="13601"/>
                  </a:lnTo>
                  <a:lnTo>
                    <a:pt x="1648" y="13635"/>
                  </a:lnTo>
                  <a:lnTo>
                    <a:pt x="3211" y="13652"/>
                  </a:lnTo>
                  <a:lnTo>
                    <a:pt x="4825" y="13635"/>
                  </a:lnTo>
                  <a:lnTo>
                    <a:pt x="5632" y="13618"/>
                  </a:lnTo>
                  <a:lnTo>
                    <a:pt x="6405" y="13584"/>
                  </a:lnTo>
                  <a:lnTo>
                    <a:pt x="7145" y="13534"/>
                  </a:lnTo>
                  <a:lnTo>
                    <a:pt x="7851" y="13467"/>
                  </a:lnTo>
                  <a:lnTo>
                    <a:pt x="8490" y="13383"/>
                  </a:lnTo>
                  <a:lnTo>
                    <a:pt x="9062" y="13299"/>
                  </a:lnTo>
                  <a:lnTo>
                    <a:pt x="9566" y="13181"/>
                  </a:lnTo>
                  <a:lnTo>
                    <a:pt x="9784" y="13114"/>
                  </a:lnTo>
                  <a:lnTo>
                    <a:pt x="9969" y="13046"/>
                  </a:lnTo>
                  <a:lnTo>
                    <a:pt x="10137" y="12962"/>
                  </a:lnTo>
                  <a:lnTo>
                    <a:pt x="10272" y="12878"/>
                  </a:lnTo>
                  <a:lnTo>
                    <a:pt x="10390" y="12794"/>
                  </a:lnTo>
                  <a:lnTo>
                    <a:pt x="10474" y="12710"/>
                  </a:lnTo>
                  <a:lnTo>
                    <a:pt x="10558" y="12559"/>
                  </a:lnTo>
                  <a:lnTo>
                    <a:pt x="10625" y="12391"/>
                  </a:lnTo>
                  <a:lnTo>
                    <a:pt x="10692" y="12189"/>
                  </a:lnTo>
                  <a:lnTo>
                    <a:pt x="10743" y="11970"/>
                  </a:lnTo>
                  <a:lnTo>
                    <a:pt x="10776" y="11735"/>
                  </a:lnTo>
                  <a:lnTo>
                    <a:pt x="10810" y="11483"/>
                  </a:lnTo>
                  <a:lnTo>
                    <a:pt x="10827" y="11197"/>
                  </a:lnTo>
                  <a:lnTo>
                    <a:pt x="10827" y="10911"/>
                  </a:lnTo>
                  <a:lnTo>
                    <a:pt x="10810" y="10273"/>
                  </a:lnTo>
                  <a:lnTo>
                    <a:pt x="10759" y="9583"/>
                  </a:lnTo>
                  <a:lnTo>
                    <a:pt x="10659" y="8844"/>
                  </a:lnTo>
                  <a:lnTo>
                    <a:pt x="10524" y="8053"/>
                  </a:lnTo>
                  <a:lnTo>
                    <a:pt x="10356" y="7247"/>
                  </a:lnTo>
                  <a:lnTo>
                    <a:pt x="10154" y="6423"/>
                  </a:lnTo>
                  <a:lnTo>
                    <a:pt x="9902" y="5582"/>
                  </a:lnTo>
                  <a:lnTo>
                    <a:pt x="9633" y="4742"/>
                  </a:lnTo>
                  <a:lnTo>
                    <a:pt x="9314" y="3901"/>
                  </a:lnTo>
                  <a:lnTo>
                    <a:pt x="8978" y="3077"/>
                  </a:lnTo>
                  <a:lnTo>
                    <a:pt x="8608" y="2270"/>
                  </a:lnTo>
                  <a:lnTo>
                    <a:pt x="8406" y="1884"/>
                  </a:lnTo>
                  <a:lnTo>
                    <a:pt x="8204" y="1514"/>
                  </a:lnTo>
                  <a:lnTo>
                    <a:pt x="8002" y="1195"/>
                  </a:lnTo>
                  <a:lnTo>
                    <a:pt x="7818" y="892"/>
                  </a:lnTo>
                  <a:lnTo>
                    <a:pt x="7616" y="640"/>
                  </a:lnTo>
                  <a:lnTo>
                    <a:pt x="7431" y="421"/>
                  </a:lnTo>
                  <a:lnTo>
                    <a:pt x="7229" y="253"/>
                  </a:lnTo>
                  <a:lnTo>
                    <a:pt x="7044" y="119"/>
                  </a:lnTo>
                  <a:lnTo>
                    <a:pt x="6960" y="68"/>
                  </a:lnTo>
                  <a:lnTo>
                    <a:pt x="6876" y="35"/>
                  </a:lnTo>
                  <a:lnTo>
                    <a:pt x="6792" y="18"/>
                  </a:lnTo>
                  <a:lnTo>
                    <a:pt x="6708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9" name="Google Shape;5949;p63"/>
            <p:cNvSpPr/>
            <p:nvPr/>
          </p:nvSpPr>
          <p:spPr>
            <a:xfrm>
              <a:off x="4045350" y="1251400"/>
              <a:ext cx="203000" cy="166025"/>
            </a:xfrm>
            <a:custGeom>
              <a:avLst/>
              <a:gdLst/>
              <a:ahLst/>
              <a:cxnLst/>
              <a:rect l="l" t="t" r="r" b="b"/>
              <a:pathLst>
                <a:path w="8120" h="6641" extrusionOk="0">
                  <a:moveTo>
                    <a:pt x="3749" y="0"/>
                  </a:moveTo>
                  <a:lnTo>
                    <a:pt x="3362" y="68"/>
                  </a:lnTo>
                  <a:lnTo>
                    <a:pt x="2841" y="169"/>
                  </a:lnTo>
                  <a:lnTo>
                    <a:pt x="2202" y="320"/>
                  </a:lnTo>
                  <a:lnTo>
                    <a:pt x="1883" y="421"/>
                  </a:lnTo>
                  <a:lnTo>
                    <a:pt x="1564" y="522"/>
                  </a:lnTo>
                  <a:lnTo>
                    <a:pt x="1244" y="623"/>
                  </a:lnTo>
                  <a:lnTo>
                    <a:pt x="958" y="757"/>
                  </a:lnTo>
                  <a:lnTo>
                    <a:pt x="689" y="875"/>
                  </a:lnTo>
                  <a:lnTo>
                    <a:pt x="454" y="1026"/>
                  </a:lnTo>
                  <a:lnTo>
                    <a:pt x="252" y="1160"/>
                  </a:lnTo>
                  <a:lnTo>
                    <a:pt x="185" y="1245"/>
                  </a:lnTo>
                  <a:lnTo>
                    <a:pt x="118" y="1329"/>
                  </a:lnTo>
                  <a:lnTo>
                    <a:pt x="67" y="1413"/>
                  </a:lnTo>
                  <a:lnTo>
                    <a:pt x="34" y="1497"/>
                  </a:lnTo>
                  <a:lnTo>
                    <a:pt x="0" y="1581"/>
                  </a:lnTo>
                  <a:lnTo>
                    <a:pt x="0" y="1665"/>
                  </a:lnTo>
                  <a:lnTo>
                    <a:pt x="34" y="1766"/>
                  </a:lnTo>
                  <a:lnTo>
                    <a:pt x="84" y="1850"/>
                  </a:lnTo>
                  <a:lnTo>
                    <a:pt x="168" y="1934"/>
                  </a:lnTo>
                  <a:lnTo>
                    <a:pt x="269" y="1984"/>
                  </a:lnTo>
                  <a:lnTo>
                    <a:pt x="387" y="2018"/>
                  </a:lnTo>
                  <a:lnTo>
                    <a:pt x="521" y="2051"/>
                  </a:lnTo>
                  <a:lnTo>
                    <a:pt x="807" y="2068"/>
                  </a:lnTo>
                  <a:lnTo>
                    <a:pt x="1093" y="2068"/>
                  </a:lnTo>
                  <a:lnTo>
                    <a:pt x="1345" y="2051"/>
                  </a:lnTo>
                  <a:lnTo>
                    <a:pt x="1580" y="2018"/>
                  </a:lnTo>
                  <a:lnTo>
                    <a:pt x="1580" y="2018"/>
                  </a:lnTo>
                  <a:lnTo>
                    <a:pt x="1429" y="2152"/>
                  </a:lnTo>
                  <a:lnTo>
                    <a:pt x="1311" y="2320"/>
                  </a:lnTo>
                  <a:lnTo>
                    <a:pt x="1227" y="2489"/>
                  </a:lnTo>
                  <a:lnTo>
                    <a:pt x="1177" y="2690"/>
                  </a:lnTo>
                  <a:lnTo>
                    <a:pt x="1177" y="2774"/>
                  </a:lnTo>
                  <a:lnTo>
                    <a:pt x="1177" y="2858"/>
                  </a:lnTo>
                  <a:lnTo>
                    <a:pt x="1211" y="2926"/>
                  </a:lnTo>
                  <a:lnTo>
                    <a:pt x="1244" y="3010"/>
                  </a:lnTo>
                  <a:lnTo>
                    <a:pt x="1345" y="3144"/>
                  </a:lnTo>
                  <a:lnTo>
                    <a:pt x="1463" y="3262"/>
                  </a:lnTo>
                  <a:lnTo>
                    <a:pt x="1580" y="3346"/>
                  </a:lnTo>
                  <a:lnTo>
                    <a:pt x="1698" y="3413"/>
                  </a:lnTo>
                  <a:lnTo>
                    <a:pt x="1799" y="3480"/>
                  </a:lnTo>
                  <a:lnTo>
                    <a:pt x="1681" y="3648"/>
                  </a:lnTo>
                  <a:lnTo>
                    <a:pt x="1580" y="3833"/>
                  </a:lnTo>
                  <a:lnTo>
                    <a:pt x="1513" y="4035"/>
                  </a:lnTo>
                  <a:lnTo>
                    <a:pt x="1480" y="4237"/>
                  </a:lnTo>
                  <a:lnTo>
                    <a:pt x="1480" y="4321"/>
                  </a:lnTo>
                  <a:lnTo>
                    <a:pt x="1496" y="4405"/>
                  </a:lnTo>
                  <a:lnTo>
                    <a:pt x="1530" y="4489"/>
                  </a:lnTo>
                  <a:lnTo>
                    <a:pt x="1564" y="4573"/>
                  </a:lnTo>
                  <a:lnTo>
                    <a:pt x="1664" y="4724"/>
                  </a:lnTo>
                  <a:lnTo>
                    <a:pt x="1782" y="4842"/>
                  </a:lnTo>
                  <a:lnTo>
                    <a:pt x="1917" y="4960"/>
                  </a:lnTo>
                  <a:lnTo>
                    <a:pt x="2017" y="5044"/>
                  </a:lnTo>
                  <a:lnTo>
                    <a:pt x="2118" y="5111"/>
                  </a:lnTo>
                  <a:lnTo>
                    <a:pt x="2102" y="5346"/>
                  </a:lnTo>
                  <a:lnTo>
                    <a:pt x="2118" y="5565"/>
                  </a:lnTo>
                  <a:lnTo>
                    <a:pt x="2169" y="5767"/>
                  </a:lnTo>
                  <a:lnTo>
                    <a:pt x="2270" y="5968"/>
                  </a:lnTo>
                  <a:lnTo>
                    <a:pt x="2354" y="6086"/>
                  </a:lnTo>
                  <a:lnTo>
                    <a:pt x="2455" y="6187"/>
                  </a:lnTo>
                  <a:lnTo>
                    <a:pt x="2572" y="6288"/>
                  </a:lnTo>
                  <a:lnTo>
                    <a:pt x="2707" y="6355"/>
                  </a:lnTo>
                  <a:lnTo>
                    <a:pt x="2858" y="6422"/>
                  </a:lnTo>
                  <a:lnTo>
                    <a:pt x="3009" y="6473"/>
                  </a:lnTo>
                  <a:lnTo>
                    <a:pt x="3177" y="6523"/>
                  </a:lnTo>
                  <a:lnTo>
                    <a:pt x="3346" y="6557"/>
                  </a:lnTo>
                  <a:lnTo>
                    <a:pt x="3682" y="6607"/>
                  </a:lnTo>
                  <a:lnTo>
                    <a:pt x="4035" y="6624"/>
                  </a:lnTo>
                  <a:lnTo>
                    <a:pt x="4674" y="6641"/>
                  </a:lnTo>
                  <a:lnTo>
                    <a:pt x="4825" y="6624"/>
                  </a:lnTo>
                  <a:lnTo>
                    <a:pt x="5027" y="6607"/>
                  </a:lnTo>
                  <a:lnTo>
                    <a:pt x="5464" y="6523"/>
                  </a:lnTo>
                  <a:lnTo>
                    <a:pt x="5968" y="6406"/>
                  </a:lnTo>
                  <a:lnTo>
                    <a:pt x="6489" y="6271"/>
                  </a:lnTo>
                  <a:lnTo>
                    <a:pt x="7464" y="6002"/>
                  </a:lnTo>
                  <a:lnTo>
                    <a:pt x="7834" y="5884"/>
                  </a:lnTo>
                  <a:lnTo>
                    <a:pt x="8069" y="5834"/>
                  </a:lnTo>
                  <a:lnTo>
                    <a:pt x="8120" y="875"/>
                  </a:lnTo>
                  <a:lnTo>
                    <a:pt x="7565" y="723"/>
                  </a:lnTo>
                  <a:lnTo>
                    <a:pt x="6977" y="555"/>
                  </a:lnTo>
                  <a:lnTo>
                    <a:pt x="6287" y="387"/>
                  </a:lnTo>
                  <a:lnTo>
                    <a:pt x="5531" y="219"/>
                  </a:lnTo>
                  <a:lnTo>
                    <a:pt x="4825" y="85"/>
                  </a:lnTo>
                  <a:lnTo>
                    <a:pt x="4489" y="34"/>
                  </a:lnTo>
                  <a:lnTo>
                    <a:pt x="4203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0" name="Google Shape;5950;p63"/>
            <p:cNvSpPr/>
            <p:nvPr/>
          </p:nvSpPr>
          <p:spPr>
            <a:xfrm>
              <a:off x="4084850" y="1287975"/>
              <a:ext cx="62650" cy="14300"/>
            </a:xfrm>
            <a:custGeom>
              <a:avLst/>
              <a:gdLst/>
              <a:ahLst/>
              <a:cxnLst/>
              <a:rect l="l" t="t" r="r" b="b"/>
              <a:pathLst>
                <a:path w="2506" h="572" extrusionOk="0">
                  <a:moveTo>
                    <a:pt x="2488" y="0"/>
                  </a:moveTo>
                  <a:lnTo>
                    <a:pt x="1850" y="84"/>
                  </a:lnTo>
                  <a:lnTo>
                    <a:pt x="1228" y="202"/>
                  </a:lnTo>
                  <a:lnTo>
                    <a:pt x="606" y="353"/>
                  </a:lnTo>
                  <a:lnTo>
                    <a:pt x="0" y="538"/>
                  </a:lnTo>
                  <a:lnTo>
                    <a:pt x="0" y="555"/>
                  </a:lnTo>
                  <a:lnTo>
                    <a:pt x="0" y="572"/>
                  </a:lnTo>
                  <a:lnTo>
                    <a:pt x="17" y="572"/>
                  </a:lnTo>
                  <a:lnTo>
                    <a:pt x="320" y="521"/>
                  </a:lnTo>
                  <a:lnTo>
                    <a:pt x="639" y="454"/>
                  </a:lnTo>
                  <a:lnTo>
                    <a:pt x="1244" y="286"/>
                  </a:lnTo>
                  <a:lnTo>
                    <a:pt x="1866" y="135"/>
                  </a:lnTo>
                  <a:lnTo>
                    <a:pt x="2169" y="84"/>
                  </a:lnTo>
                  <a:lnTo>
                    <a:pt x="2488" y="34"/>
                  </a:lnTo>
                  <a:lnTo>
                    <a:pt x="2505" y="34"/>
                  </a:lnTo>
                  <a:lnTo>
                    <a:pt x="2505" y="17"/>
                  </a:lnTo>
                  <a:lnTo>
                    <a:pt x="24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1" name="Google Shape;5951;p63"/>
            <p:cNvSpPr/>
            <p:nvPr/>
          </p:nvSpPr>
          <p:spPr>
            <a:xfrm>
              <a:off x="4090300" y="1332925"/>
              <a:ext cx="60975" cy="5075"/>
            </a:xfrm>
            <a:custGeom>
              <a:avLst/>
              <a:gdLst/>
              <a:ahLst/>
              <a:cxnLst/>
              <a:rect l="l" t="t" r="r" b="b"/>
              <a:pathLst>
                <a:path w="2439" h="203" extrusionOk="0">
                  <a:moveTo>
                    <a:pt x="1800" y="1"/>
                  </a:moveTo>
                  <a:lnTo>
                    <a:pt x="1195" y="18"/>
                  </a:lnTo>
                  <a:lnTo>
                    <a:pt x="589" y="68"/>
                  </a:lnTo>
                  <a:lnTo>
                    <a:pt x="304" y="85"/>
                  </a:lnTo>
                  <a:lnTo>
                    <a:pt x="18" y="152"/>
                  </a:lnTo>
                  <a:lnTo>
                    <a:pt x="1" y="169"/>
                  </a:lnTo>
                  <a:lnTo>
                    <a:pt x="1" y="186"/>
                  </a:lnTo>
                  <a:lnTo>
                    <a:pt x="18" y="203"/>
                  </a:lnTo>
                  <a:lnTo>
                    <a:pt x="320" y="203"/>
                  </a:lnTo>
                  <a:lnTo>
                    <a:pt x="606" y="169"/>
                  </a:lnTo>
                  <a:lnTo>
                    <a:pt x="1211" y="102"/>
                  </a:lnTo>
                  <a:lnTo>
                    <a:pt x="1817" y="68"/>
                  </a:lnTo>
                  <a:lnTo>
                    <a:pt x="2422" y="34"/>
                  </a:lnTo>
                  <a:lnTo>
                    <a:pt x="2439" y="18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2" name="Google Shape;5952;p63"/>
            <p:cNvSpPr/>
            <p:nvPr/>
          </p:nvSpPr>
          <p:spPr>
            <a:xfrm>
              <a:off x="4098300" y="1376225"/>
              <a:ext cx="55500" cy="4225"/>
            </a:xfrm>
            <a:custGeom>
              <a:avLst/>
              <a:gdLst/>
              <a:ahLst/>
              <a:cxnLst/>
              <a:rect l="l" t="t" r="r" b="b"/>
              <a:pathLst>
                <a:path w="2220" h="169" extrusionOk="0">
                  <a:moveTo>
                    <a:pt x="2203" y="0"/>
                  </a:moveTo>
                  <a:lnTo>
                    <a:pt x="1648" y="34"/>
                  </a:lnTo>
                  <a:lnTo>
                    <a:pt x="1093" y="68"/>
                  </a:lnTo>
                  <a:lnTo>
                    <a:pt x="404" y="68"/>
                  </a:lnTo>
                  <a:lnTo>
                    <a:pt x="269" y="84"/>
                  </a:lnTo>
                  <a:lnTo>
                    <a:pt x="135" y="101"/>
                  </a:lnTo>
                  <a:lnTo>
                    <a:pt x="17" y="118"/>
                  </a:lnTo>
                  <a:lnTo>
                    <a:pt x="0" y="135"/>
                  </a:lnTo>
                  <a:lnTo>
                    <a:pt x="0" y="152"/>
                  </a:lnTo>
                  <a:lnTo>
                    <a:pt x="135" y="168"/>
                  </a:lnTo>
                  <a:lnTo>
                    <a:pt x="387" y="168"/>
                  </a:lnTo>
                  <a:lnTo>
                    <a:pt x="505" y="152"/>
                  </a:lnTo>
                  <a:lnTo>
                    <a:pt x="1076" y="118"/>
                  </a:lnTo>
                  <a:lnTo>
                    <a:pt x="2203" y="34"/>
                  </a:lnTo>
                  <a:lnTo>
                    <a:pt x="2219" y="34"/>
                  </a:lnTo>
                  <a:lnTo>
                    <a:pt x="2219" y="17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3" name="Google Shape;5953;p63"/>
            <p:cNvSpPr/>
            <p:nvPr/>
          </p:nvSpPr>
          <p:spPr>
            <a:xfrm>
              <a:off x="4043650" y="1268625"/>
              <a:ext cx="28625" cy="34075"/>
            </a:xfrm>
            <a:custGeom>
              <a:avLst/>
              <a:gdLst/>
              <a:ahLst/>
              <a:cxnLst/>
              <a:rect l="l" t="t" r="r" b="b"/>
              <a:pathLst>
                <a:path w="1145" h="1363" extrusionOk="0">
                  <a:moveTo>
                    <a:pt x="1144" y="1"/>
                  </a:moveTo>
                  <a:lnTo>
                    <a:pt x="858" y="118"/>
                  </a:lnTo>
                  <a:lnTo>
                    <a:pt x="572" y="253"/>
                  </a:lnTo>
                  <a:lnTo>
                    <a:pt x="455" y="337"/>
                  </a:lnTo>
                  <a:lnTo>
                    <a:pt x="337" y="421"/>
                  </a:lnTo>
                  <a:lnTo>
                    <a:pt x="236" y="505"/>
                  </a:lnTo>
                  <a:lnTo>
                    <a:pt x="135" y="623"/>
                  </a:lnTo>
                  <a:lnTo>
                    <a:pt x="51" y="724"/>
                  </a:lnTo>
                  <a:lnTo>
                    <a:pt x="18" y="858"/>
                  </a:lnTo>
                  <a:lnTo>
                    <a:pt x="1" y="976"/>
                  </a:lnTo>
                  <a:lnTo>
                    <a:pt x="35" y="1110"/>
                  </a:lnTo>
                  <a:lnTo>
                    <a:pt x="68" y="1161"/>
                  </a:lnTo>
                  <a:lnTo>
                    <a:pt x="102" y="1211"/>
                  </a:lnTo>
                  <a:lnTo>
                    <a:pt x="203" y="1278"/>
                  </a:lnTo>
                  <a:lnTo>
                    <a:pt x="337" y="1329"/>
                  </a:lnTo>
                  <a:lnTo>
                    <a:pt x="455" y="1362"/>
                  </a:lnTo>
                  <a:lnTo>
                    <a:pt x="472" y="1346"/>
                  </a:lnTo>
                  <a:lnTo>
                    <a:pt x="472" y="1329"/>
                  </a:lnTo>
                  <a:lnTo>
                    <a:pt x="354" y="1295"/>
                  </a:lnTo>
                  <a:lnTo>
                    <a:pt x="236" y="1228"/>
                  </a:lnTo>
                  <a:lnTo>
                    <a:pt x="203" y="1194"/>
                  </a:lnTo>
                  <a:lnTo>
                    <a:pt x="152" y="1144"/>
                  </a:lnTo>
                  <a:lnTo>
                    <a:pt x="135" y="1093"/>
                  </a:lnTo>
                  <a:lnTo>
                    <a:pt x="119" y="1043"/>
                  </a:lnTo>
                  <a:lnTo>
                    <a:pt x="119" y="925"/>
                  </a:lnTo>
                  <a:lnTo>
                    <a:pt x="152" y="808"/>
                  </a:lnTo>
                  <a:lnTo>
                    <a:pt x="203" y="707"/>
                  </a:lnTo>
                  <a:lnTo>
                    <a:pt x="287" y="606"/>
                  </a:lnTo>
                  <a:lnTo>
                    <a:pt x="472" y="438"/>
                  </a:lnTo>
                  <a:lnTo>
                    <a:pt x="673" y="287"/>
                  </a:lnTo>
                  <a:lnTo>
                    <a:pt x="909" y="135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4" name="Google Shape;5954;p63"/>
            <p:cNvSpPr/>
            <p:nvPr/>
          </p:nvSpPr>
          <p:spPr>
            <a:xfrm>
              <a:off x="4074350" y="1315700"/>
              <a:ext cx="23975" cy="63900"/>
            </a:xfrm>
            <a:custGeom>
              <a:avLst/>
              <a:gdLst/>
              <a:ahLst/>
              <a:cxnLst/>
              <a:rect l="l" t="t" r="r" b="b"/>
              <a:pathLst>
                <a:path w="959" h="2556" extrusionOk="0">
                  <a:moveTo>
                    <a:pt x="34" y="1"/>
                  </a:moveTo>
                  <a:lnTo>
                    <a:pt x="0" y="152"/>
                  </a:lnTo>
                  <a:lnTo>
                    <a:pt x="0" y="303"/>
                  </a:lnTo>
                  <a:lnTo>
                    <a:pt x="34" y="438"/>
                  </a:lnTo>
                  <a:lnTo>
                    <a:pt x="118" y="572"/>
                  </a:lnTo>
                  <a:lnTo>
                    <a:pt x="219" y="673"/>
                  </a:lnTo>
                  <a:lnTo>
                    <a:pt x="336" y="757"/>
                  </a:lnTo>
                  <a:lnTo>
                    <a:pt x="471" y="841"/>
                  </a:lnTo>
                  <a:lnTo>
                    <a:pt x="605" y="892"/>
                  </a:lnTo>
                  <a:lnTo>
                    <a:pt x="437" y="1110"/>
                  </a:lnTo>
                  <a:lnTo>
                    <a:pt x="387" y="1228"/>
                  </a:lnTo>
                  <a:lnTo>
                    <a:pt x="320" y="1345"/>
                  </a:lnTo>
                  <a:lnTo>
                    <a:pt x="286" y="1463"/>
                  </a:lnTo>
                  <a:lnTo>
                    <a:pt x="269" y="1598"/>
                  </a:lnTo>
                  <a:lnTo>
                    <a:pt x="269" y="1715"/>
                  </a:lnTo>
                  <a:lnTo>
                    <a:pt x="286" y="1850"/>
                  </a:lnTo>
                  <a:lnTo>
                    <a:pt x="336" y="1951"/>
                  </a:lnTo>
                  <a:lnTo>
                    <a:pt x="387" y="2052"/>
                  </a:lnTo>
                  <a:lnTo>
                    <a:pt x="471" y="2152"/>
                  </a:lnTo>
                  <a:lnTo>
                    <a:pt x="555" y="2253"/>
                  </a:lnTo>
                  <a:lnTo>
                    <a:pt x="757" y="2421"/>
                  </a:lnTo>
                  <a:lnTo>
                    <a:pt x="958" y="2556"/>
                  </a:lnTo>
                  <a:lnTo>
                    <a:pt x="807" y="2405"/>
                  </a:lnTo>
                  <a:lnTo>
                    <a:pt x="622" y="2236"/>
                  </a:lnTo>
                  <a:lnTo>
                    <a:pt x="488" y="2052"/>
                  </a:lnTo>
                  <a:lnTo>
                    <a:pt x="420" y="1951"/>
                  </a:lnTo>
                  <a:lnTo>
                    <a:pt x="387" y="1850"/>
                  </a:lnTo>
                  <a:lnTo>
                    <a:pt x="353" y="1732"/>
                  </a:lnTo>
                  <a:lnTo>
                    <a:pt x="353" y="1614"/>
                  </a:lnTo>
                  <a:lnTo>
                    <a:pt x="353" y="1497"/>
                  </a:lnTo>
                  <a:lnTo>
                    <a:pt x="387" y="1396"/>
                  </a:lnTo>
                  <a:lnTo>
                    <a:pt x="437" y="1278"/>
                  </a:lnTo>
                  <a:lnTo>
                    <a:pt x="488" y="1177"/>
                  </a:lnTo>
                  <a:lnTo>
                    <a:pt x="639" y="908"/>
                  </a:lnTo>
                  <a:lnTo>
                    <a:pt x="639" y="875"/>
                  </a:lnTo>
                  <a:lnTo>
                    <a:pt x="521" y="808"/>
                  </a:lnTo>
                  <a:lnTo>
                    <a:pt x="404" y="740"/>
                  </a:lnTo>
                  <a:lnTo>
                    <a:pt x="303" y="639"/>
                  </a:lnTo>
                  <a:lnTo>
                    <a:pt x="202" y="555"/>
                  </a:lnTo>
                  <a:lnTo>
                    <a:pt x="101" y="438"/>
                  </a:lnTo>
                  <a:lnTo>
                    <a:pt x="51" y="303"/>
                  </a:lnTo>
                  <a:lnTo>
                    <a:pt x="34" y="169"/>
                  </a:lnTo>
                  <a:lnTo>
                    <a:pt x="34" y="1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5" name="Google Shape;5955;p63"/>
            <p:cNvSpPr/>
            <p:nvPr/>
          </p:nvSpPr>
          <p:spPr>
            <a:xfrm>
              <a:off x="4258850" y="1061425"/>
              <a:ext cx="232850" cy="347175"/>
            </a:xfrm>
            <a:custGeom>
              <a:avLst/>
              <a:gdLst/>
              <a:ahLst/>
              <a:cxnLst/>
              <a:rect l="l" t="t" r="r" b="b"/>
              <a:pathLst>
                <a:path w="9314" h="13887" extrusionOk="0">
                  <a:moveTo>
                    <a:pt x="5010" y="1"/>
                  </a:moveTo>
                  <a:lnTo>
                    <a:pt x="4926" y="18"/>
                  </a:lnTo>
                  <a:lnTo>
                    <a:pt x="4842" y="68"/>
                  </a:lnTo>
                  <a:lnTo>
                    <a:pt x="4774" y="135"/>
                  </a:lnTo>
                  <a:lnTo>
                    <a:pt x="4690" y="236"/>
                  </a:lnTo>
                  <a:lnTo>
                    <a:pt x="4623" y="354"/>
                  </a:lnTo>
                  <a:lnTo>
                    <a:pt x="4573" y="488"/>
                  </a:lnTo>
                  <a:lnTo>
                    <a:pt x="4522" y="657"/>
                  </a:lnTo>
                  <a:lnTo>
                    <a:pt x="4472" y="841"/>
                  </a:lnTo>
                  <a:lnTo>
                    <a:pt x="4438" y="1060"/>
                  </a:lnTo>
                  <a:lnTo>
                    <a:pt x="4405" y="1295"/>
                  </a:lnTo>
                  <a:lnTo>
                    <a:pt x="4388" y="1564"/>
                  </a:lnTo>
                  <a:lnTo>
                    <a:pt x="4371" y="1867"/>
                  </a:lnTo>
                  <a:lnTo>
                    <a:pt x="4388" y="2556"/>
                  </a:lnTo>
                  <a:lnTo>
                    <a:pt x="4438" y="3951"/>
                  </a:lnTo>
                  <a:lnTo>
                    <a:pt x="4505" y="5111"/>
                  </a:lnTo>
                  <a:lnTo>
                    <a:pt x="4573" y="6070"/>
                  </a:lnTo>
                  <a:lnTo>
                    <a:pt x="4640" y="6809"/>
                  </a:lnTo>
                  <a:lnTo>
                    <a:pt x="4741" y="7768"/>
                  </a:lnTo>
                  <a:lnTo>
                    <a:pt x="4774" y="8087"/>
                  </a:lnTo>
                  <a:lnTo>
                    <a:pt x="4556" y="8121"/>
                  </a:lnTo>
                  <a:lnTo>
                    <a:pt x="4018" y="8154"/>
                  </a:lnTo>
                  <a:lnTo>
                    <a:pt x="2370" y="8238"/>
                  </a:lnTo>
                  <a:lnTo>
                    <a:pt x="0" y="8339"/>
                  </a:lnTo>
                  <a:lnTo>
                    <a:pt x="84" y="13870"/>
                  </a:lnTo>
                  <a:lnTo>
                    <a:pt x="1295" y="13887"/>
                  </a:lnTo>
                  <a:lnTo>
                    <a:pt x="2572" y="13870"/>
                  </a:lnTo>
                  <a:lnTo>
                    <a:pt x="4052" y="13836"/>
                  </a:lnTo>
                  <a:lnTo>
                    <a:pt x="4825" y="13786"/>
                  </a:lnTo>
                  <a:lnTo>
                    <a:pt x="5598" y="13736"/>
                  </a:lnTo>
                  <a:lnTo>
                    <a:pt x="6338" y="13668"/>
                  </a:lnTo>
                  <a:lnTo>
                    <a:pt x="7027" y="13601"/>
                  </a:lnTo>
                  <a:lnTo>
                    <a:pt x="7632" y="13483"/>
                  </a:lnTo>
                  <a:lnTo>
                    <a:pt x="7901" y="13433"/>
                  </a:lnTo>
                  <a:lnTo>
                    <a:pt x="8153" y="13366"/>
                  </a:lnTo>
                  <a:lnTo>
                    <a:pt x="8372" y="13298"/>
                  </a:lnTo>
                  <a:lnTo>
                    <a:pt x="8574" y="13231"/>
                  </a:lnTo>
                  <a:lnTo>
                    <a:pt x="8725" y="13147"/>
                  </a:lnTo>
                  <a:lnTo>
                    <a:pt x="8843" y="13046"/>
                  </a:lnTo>
                  <a:lnTo>
                    <a:pt x="8944" y="12945"/>
                  </a:lnTo>
                  <a:lnTo>
                    <a:pt x="9028" y="12811"/>
                  </a:lnTo>
                  <a:lnTo>
                    <a:pt x="9095" y="12660"/>
                  </a:lnTo>
                  <a:lnTo>
                    <a:pt x="9162" y="12475"/>
                  </a:lnTo>
                  <a:lnTo>
                    <a:pt x="9213" y="12256"/>
                  </a:lnTo>
                  <a:lnTo>
                    <a:pt x="9246" y="12038"/>
                  </a:lnTo>
                  <a:lnTo>
                    <a:pt x="9280" y="11785"/>
                  </a:lnTo>
                  <a:lnTo>
                    <a:pt x="9297" y="11516"/>
                  </a:lnTo>
                  <a:lnTo>
                    <a:pt x="9313" y="11214"/>
                  </a:lnTo>
                  <a:lnTo>
                    <a:pt x="9313" y="10911"/>
                  </a:lnTo>
                  <a:lnTo>
                    <a:pt x="9280" y="10256"/>
                  </a:lnTo>
                  <a:lnTo>
                    <a:pt x="9213" y="9533"/>
                  </a:lnTo>
                  <a:lnTo>
                    <a:pt x="9095" y="8759"/>
                  </a:lnTo>
                  <a:lnTo>
                    <a:pt x="8960" y="7969"/>
                  </a:lnTo>
                  <a:lnTo>
                    <a:pt x="8775" y="7129"/>
                  </a:lnTo>
                  <a:lnTo>
                    <a:pt x="8557" y="6288"/>
                  </a:lnTo>
                  <a:lnTo>
                    <a:pt x="8305" y="5431"/>
                  </a:lnTo>
                  <a:lnTo>
                    <a:pt x="8019" y="4590"/>
                  </a:lnTo>
                  <a:lnTo>
                    <a:pt x="7716" y="3750"/>
                  </a:lnTo>
                  <a:lnTo>
                    <a:pt x="7363" y="2926"/>
                  </a:lnTo>
                  <a:lnTo>
                    <a:pt x="7178" y="2523"/>
                  </a:lnTo>
                  <a:lnTo>
                    <a:pt x="6993" y="2136"/>
                  </a:lnTo>
                  <a:lnTo>
                    <a:pt x="6775" y="1732"/>
                  </a:lnTo>
                  <a:lnTo>
                    <a:pt x="6540" y="1346"/>
                  </a:lnTo>
                  <a:lnTo>
                    <a:pt x="6321" y="1010"/>
                  </a:lnTo>
                  <a:lnTo>
                    <a:pt x="6086" y="690"/>
                  </a:lnTo>
                  <a:lnTo>
                    <a:pt x="5850" y="438"/>
                  </a:lnTo>
                  <a:lnTo>
                    <a:pt x="5632" y="236"/>
                  </a:lnTo>
                  <a:lnTo>
                    <a:pt x="5514" y="152"/>
                  </a:lnTo>
                  <a:lnTo>
                    <a:pt x="5413" y="85"/>
                  </a:lnTo>
                  <a:lnTo>
                    <a:pt x="5312" y="35"/>
                  </a:lnTo>
                  <a:lnTo>
                    <a:pt x="52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6" name="Google Shape;5956;p63"/>
            <p:cNvSpPr/>
            <p:nvPr/>
          </p:nvSpPr>
          <p:spPr>
            <a:xfrm>
              <a:off x="4258850" y="1064375"/>
              <a:ext cx="218550" cy="331200"/>
            </a:xfrm>
            <a:custGeom>
              <a:avLst/>
              <a:gdLst/>
              <a:ahLst/>
              <a:cxnLst/>
              <a:rect l="l" t="t" r="r" b="b"/>
              <a:pathLst>
                <a:path w="8742" h="13248" extrusionOk="0">
                  <a:moveTo>
                    <a:pt x="4976" y="1"/>
                  </a:moveTo>
                  <a:lnTo>
                    <a:pt x="4892" y="34"/>
                  </a:lnTo>
                  <a:lnTo>
                    <a:pt x="4892" y="51"/>
                  </a:lnTo>
                  <a:lnTo>
                    <a:pt x="4825" y="85"/>
                  </a:lnTo>
                  <a:lnTo>
                    <a:pt x="4724" y="85"/>
                  </a:lnTo>
                  <a:lnTo>
                    <a:pt x="4690" y="135"/>
                  </a:lnTo>
                  <a:lnTo>
                    <a:pt x="4724" y="152"/>
                  </a:lnTo>
                  <a:lnTo>
                    <a:pt x="4808" y="152"/>
                  </a:lnTo>
                  <a:lnTo>
                    <a:pt x="4842" y="135"/>
                  </a:lnTo>
                  <a:lnTo>
                    <a:pt x="4892" y="101"/>
                  </a:lnTo>
                  <a:lnTo>
                    <a:pt x="4926" y="68"/>
                  </a:lnTo>
                  <a:lnTo>
                    <a:pt x="4976" y="1"/>
                  </a:lnTo>
                  <a:close/>
                  <a:moveTo>
                    <a:pt x="6220" y="1245"/>
                  </a:moveTo>
                  <a:lnTo>
                    <a:pt x="6119" y="1261"/>
                  </a:lnTo>
                  <a:lnTo>
                    <a:pt x="6220" y="1278"/>
                  </a:lnTo>
                  <a:lnTo>
                    <a:pt x="6304" y="1295"/>
                  </a:lnTo>
                  <a:lnTo>
                    <a:pt x="6338" y="1345"/>
                  </a:lnTo>
                  <a:lnTo>
                    <a:pt x="6371" y="1413"/>
                  </a:lnTo>
                  <a:lnTo>
                    <a:pt x="6371" y="1480"/>
                  </a:lnTo>
                  <a:lnTo>
                    <a:pt x="6388" y="1530"/>
                  </a:lnTo>
                  <a:lnTo>
                    <a:pt x="6439" y="1564"/>
                  </a:lnTo>
                  <a:lnTo>
                    <a:pt x="6472" y="1598"/>
                  </a:lnTo>
                  <a:lnTo>
                    <a:pt x="6573" y="1598"/>
                  </a:lnTo>
                  <a:lnTo>
                    <a:pt x="6674" y="1581"/>
                  </a:lnTo>
                  <a:lnTo>
                    <a:pt x="6573" y="1564"/>
                  </a:lnTo>
                  <a:lnTo>
                    <a:pt x="6506" y="1547"/>
                  </a:lnTo>
                  <a:lnTo>
                    <a:pt x="6456" y="1480"/>
                  </a:lnTo>
                  <a:lnTo>
                    <a:pt x="6439" y="1413"/>
                  </a:lnTo>
                  <a:lnTo>
                    <a:pt x="6439" y="1362"/>
                  </a:lnTo>
                  <a:lnTo>
                    <a:pt x="6405" y="1312"/>
                  </a:lnTo>
                  <a:lnTo>
                    <a:pt x="6371" y="1278"/>
                  </a:lnTo>
                  <a:lnTo>
                    <a:pt x="6321" y="1245"/>
                  </a:lnTo>
                  <a:close/>
                  <a:moveTo>
                    <a:pt x="4842" y="1900"/>
                  </a:moveTo>
                  <a:lnTo>
                    <a:pt x="4842" y="1984"/>
                  </a:lnTo>
                  <a:lnTo>
                    <a:pt x="4842" y="2001"/>
                  </a:lnTo>
                  <a:lnTo>
                    <a:pt x="4808" y="2068"/>
                  </a:lnTo>
                  <a:lnTo>
                    <a:pt x="4758" y="2119"/>
                  </a:lnTo>
                  <a:lnTo>
                    <a:pt x="4690" y="2136"/>
                  </a:lnTo>
                  <a:lnTo>
                    <a:pt x="4640" y="2152"/>
                  </a:lnTo>
                  <a:lnTo>
                    <a:pt x="4590" y="2169"/>
                  </a:lnTo>
                  <a:lnTo>
                    <a:pt x="4556" y="2203"/>
                  </a:lnTo>
                  <a:lnTo>
                    <a:pt x="4522" y="2253"/>
                  </a:lnTo>
                  <a:lnTo>
                    <a:pt x="4505" y="2304"/>
                  </a:lnTo>
                  <a:lnTo>
                    <a:pt x="4505" y="2354"/>
                  </a:lnTo>
                  <a:lnTo>
                    <a:pt x="4522" y="2455"/>
                  </a:lnTo>
                  <a:lnTo>
                    <a:pt x="4556" y="2354"/>
                  </a:lnTo>
                  <a:lnTo>
                    <a:pt x="4573" y="2287"/>
                  </a:lnTo>
                  <a:lnTo>
                    <a:pt x="4623" y="2236"/>
                  </a:lnTo>
                  <a:lnTo>
                    <a:pt x="4690" y="2220"/>
                  </a:lnTo>
                  <a:lnTo>
                    <a:pt x="4758" y="2203"/>
                  </a:lnTo>
                  <a:lnTo>
                    <a:pt x="4808" y="2186"/>
                  </a:lnTo>
                  <a:lnTo>
                    <a:pt x="4842" y="2152"/>
                  </a:lnTo>
                  <a:lnTo>
                    <a:pt x="4875" y="2102"/>
                  </a:lnTo>
                  <a:lnTo>
                    <a:pt x="4875" y="2052"/>
                  </a:lnTo>
                  <a:lnTo>
                    <a:pt x="4875" y="2001"/>
                  </a:lnTo>
                  <a:lnTo>
                    <a:pt x="4842" y="1900"/>
                  </a:lnTo>
                  <a:close/>
                  <a:moveTo>
                    <a:pt x="6304" y="3296"/>
                  </a:moveTo>
                  <a:lnTo>
                    <a:pt x="6254" y="3312"/>
                  </a:lnTo>
                  <a:lnTo>
                    <a:pt x="6203" y="3346"/>
                  </a:lnTo>
                  <a:lnTo>
                    <a:pt x="6170" y="3380"/>
                  </a:lnTo>
                  <a:lnTo>
                    <a:pt x="6119" y="3464"/>
                  </a:lnTo>
                  <a:lnTo>
                    <a:pt x="6203" y="3396"/>
                  </a:lnTo>
                  <a:lnTo>
                    <a:pt x="6271" y="3363"/>
                  </a:lnTo>
                  <a:lnTo>
                    <a:pt x="6338" y="3363"/>
                  </a:lnTo>
                  <a:lnTo>
                    <a:pt x="6405" y="3396"/>
                  </a:lnTo>
                  <a:lnTo>
                    <a:pt x="6439" y="3430"/>
                  </a:lnTo>
                  <a:lnTo>
                    <a:pt x="6489" y="3447"/>
                  </a:lnTo>
                  <a:lnTo>
                    <a:pt x="6540" y="3464"/>
                  </a:lnTo>
                  <a:lnTo>
                    <a:pt x="6607" y="3447"/>
                  </a:lnTo>
                  <a:lnTo>
                    <a:pt x="6640" y="3413"/>
                  </a:lnTo>
                  <a:lnTo>
                    <a:pt x="6674" y="3380"/>
                  </a:lnTo>
                  <a:lnTo>
                    <a:pt x="6725" y="3296"/>
                  </a:lnTo>
                  <a:lnTo>
                    <a:pt x="6725" y="3296"/>
                  </a:lnTo>
                  <a:lnTo>
                    <a:pt x="6657" y="3346"/>
                  </a:lnTo>
                  <a:lnTo>
                    <a:pt x="6573" y="3396"/>
                  </a:lnTo>
                  <a:lnTo>
                    <a:pt x="6506" y="3380"/>
                  </a:lnTo>
                  <a:lnTo>
                    <a:pt x="6456" y="3346"/>
                  </a:lnTo>
                  <a:lnTo>
                    <a:pt x="6405" y="3312"/>
                  </a:lnTo>
                  <a:lnTo>
                    <a:pt x="6355" y="3296"/>
                  </a:lnTo>
                  <a:close/>
                  <a:moveTo>
                    <a:pt x="4505" y="4035"/>
                  </a:moveTo>
                  <a:lnTo>
                    <a:pt x="4438" y="4052"/>
                  </a:lnTo>
                  <a:lnTo>
                    <a:pt x="4438" y="4069"/>
                  </a:lnTo>
                  <a:lnTo>
                    <a:pt x="4505" y="4069"/>
                  </a:lnTo>
                  <a:lnTo>
                    <a:pt x="4590" y="4102"/>
                  </a:lnTo>
                  <a:lnTo>
                    <a:pt x="4640" y="4153"/>
                  </a:lnTo>
                  <a:lnTo>
                    <a:pt x="4657" y="4220"/>
                  </a:lnTo>
                  <a:lnTo>
                    <a:pt x="4674" y="4271"/>
                  </a:lnTo>
                  <a:lnTo>
                    <a:pt x="4690" y="4321"/>
                  </a:lnTo>
                  <a:lnTo>
                    <a:pt x="4724" y="4355"/>
                  </a:lnTo>
                  <a:lnTo>
                    <a:pt x="4774" y="4388"/>
                  </a:lnTo>
                  <a:lnTo>
                    <a:pt x="4825" y="4405"/>
                  </a:lnTo>
                  <a:lnTo>
                    <a:pt x="4875" y="4405"/>
                  </a:lnTo>
                  <a:lnTo>
                    <a:pt x="4959" y="4388"/>
                  </a:lnTo>
                  <a:lnTo>
                    <a:pt x="4875" y="4355"/>
                  </a:lnTo>
                  <a:lnTo>
                    <a:pt x="4791" y="4321"/>
                  </a:lnTo>
                  <a:lnTo>
                    <a:pt x="4758" y="4271"/>
                  </a:lnTo>
                  <a:lnTo>
                    <a:pt x="4741" y="4203"/>
                  </a:lnTo>
                  <a:lnTo>
                    <a:pt x="4724" y="4153"/>
                  </a:lnTo>
                  <a:lnTo>
                    <a:pt x="4707" y="4102"/>
                  </a:lnTo>
                  <a:lnTo>
                    <a:pt x="4657" y="4069"/>
                  </a:lnTo>
                  <a:lnTo>
                    <a:pt x="4606" y="4035"/>
                  </a:lnTo>
                  <a:close/>
                  <a:moveTo>
                    <a:pt x="6842" y="4977"/>
                  </a:moveTo>
                  <a:lnTo>
                    <a:pt x="6825" y="5078"/>
                  </a:lnTo>
                  <a:lnTo>
                    <a:pt x="6792" y="5145"/>
                  </a:lnTo>
                  <a:lnTo>
                    <a:pt x="6741" y="5195"/>
                  </a:lnTo>
                  <a:lnTo>
                    <a:pt x="6674" y="5212"/>
                  </a:lnTo>
                  <a:lnTo>
                    <a:pt x="6624" y="5229"/>
                  </a:lnTo>
                  <a:lnTo>
                    <a:pt x="6573" y="5246"/>
                  </a:lnTo>
                  <a:lnTo>
                    <a:pt x="6540" y="5279"/>
                  </a:lnTo>
                  <a:lnTo>
                    <a:pt x="6506" y="5330"/>
                  </a:lnTo>
                  <a:lnTo>
                    <a:pt x="6506" y="5380"/>
                  </a:lnTo>
                  <a:lnTo>
                    <a:pt x="6506" y="5431"/>
                  </a:lnTo>
                  <a:lnTo>
                    <a:pt x="6523" y="5531"/>
                  </a:lnTo>
                  <a:lnTo>
                    <a:pt x="6540" y="5431"/>
                  </a:lnTo>
                  <a:lnTo>
                    <a:pt x="6573" y="5363"/>
                  </a:lnTo>
                  <a:lnTo>
                    <a:pt x="6624" y="5313"/>
                  </a:lnTo>
                  <a:lnTo>
                    <a:pt x="6691" y="5296"/>
                  </a:lnTo>
                  <a:lnTo>
                    <a:pt x="6741" y="5279"/>
                  </a:lnTo>
                  <a:lnTo>
                    <a:pt x="6792" y="5262"/>
                  </a:lnTo>
                  <a:lnTo>
                    <a:pt x="6825" y="5229"/>
                  </a:lnTo>
                  <a:lnTo>
                    <a:pt x="6859" y="5178"/>
                  </a:lnTo>
                  <a:lnTo>
                    <a:pt x="6859" y="5128"/>
                  </a:lnTo>
                  <a:lnTo>
                    <a:pt x="6859" y="5078"/>
                  </a:lnTo>
                  <a:lnTo>
                    <a:pt x="6842" y="4977"/>
                  </a:lnTo>
                  <a:close/>
                  <a:moveTo>
                    <a:pt x="8036" y="6557"/>
                  </a:moveTo>
                  <a:lnTo>
                    <a:pt x="7952" y="6607"/>
                  </a:lnTo>
                  <a:lnTo>
                    <a:pt x="7952" y="6624"/>
                  </a:lnTo>
                  <a:lnTo>
                    <a:pt x="7884" y="6658"/>
                  </a:lnTo>
                  <a:lnTo>
                    <a:pt x="7817" y="6658"/>
                  </a:lnTo>
                  <a:lnTo>
                    <a:pt x="7750" y="6624"/>
                  </a:lnTo>
                  <a:lnTo>
                    <a:pt x="7716" y="6591"/>
                  </a:lnTo>
                  <a:lnTo>
                    <a:pt x="7666" y="6574"/>
                  </a:lnTo>
                  <a:lnTo>
                    <a:pt x="7548" y="6574"/>
                  </a:lnTo>
                  <a:lnTo>
                    <a:pt x="7515" y="6607"/>
                  </a:lnTo>
                  <a:lnTo>
                    <a:pt x="7481" y="6641"/>
                  </a:lnTo>
                  <a:lnTo>
                    <a:pt x="7431" y="6725"/>
                  </a:lnTo>
                  <a:lnTo>
                    <a:pt x="7498" y="6675"/>
                  </a:lnTo>
                  <a:lnTo>
                    <a:pt x="7565" y="6641"/>
                  </a:lnTo>
                  <a:lnTo>
                    <a:pt x="7649" y="6641"/>
                  </a:lnTo>
                  <a:lnTo>
                    <a:pt x="7700" y="6675"/>
                  </a:lnTo>
                  <a:lnTo>
                    <a:pt x="7750" y="6708"/>
                  </a:lnTo>
                  <a:lnTo>
                    <a:pt x="7800" y="6725"/>
                  </a:lnTo>
                  <a:lnTo>
                    <a:pt x="7851" y="6725"/>
                  </a:lnTo>
                  <a:lnTo>
                    <a:pt x="7901" y="6708"/>
                  </a:lnTo>
                  <a:lnTo>
                    <a:pt x="7952" y="6675"/>
                  </a:lnTo>
                  <a:lnTo>
                    <a:pt x="7985" y="6641"/>
                  </a:lnTo>
                  <a:lnTo>
                    <a:pt x="8036" y="6557"/>
                  </a:lnTo>
                  <a:close/>
                  <a:moveTo>
                    <a:pt x="5497" y="6607"/>
                  </a:moveTo>
                  <a:lnTo>
                    <a:pt x="5447" y="6624"/>
                  </a:lnTo>
                  <a:lnTo>
                    <a:pt x="5413" y="6624"/>
                  </a:lnTo>
                  <a:lnTo>
                    <a:pt x="5363" y="6641"/>
                  </a:lnTo>
                  <a:lnTo>
                    <a:pt x="5447" y="6658"/>
                  </a:lnTo>
                  <a:lnTo>
                    <a:pt x="5531" y="6675"/>
                  </a:lnTo>
                  <a:lnTo>
                    <a:pt x="5581" y="6725"/>
                  </a:lnTo>
                  <a:lnTo>
                    <a:pt x="5598" y="6792"/>
                  </a:lnTo>
                  <a:lnTo>
                    <a:pt x="5615" y="6859"/>
                  </a:lnTo>
                  <a:lnTo>
                    <a:pt x="5632" y="6910"/>
                  </a:lnTo>
                  <a:lnTo>
                    <a:pt x="5665" y="6944"/>
                  </a:lnTo>
                  <a:lnTo>
                    <a:pt x="5716" y="6977"/>
                  </a:lnTo>
                  <a:lnTo>
                    <a:pt x="5867" y="6977"/>
                  </a:lnTo>
                  <a:lnTo>
                    <a:pt x="5901" y="6960"/>
                  </a:lnTo>
                  <a:lnTo>
                    <a:pt x="5817" y="6927"/>
                  </a:lnTo>
                  <a:lnTo>
                    <a:pt x="5783" y="6927"/>
                  </a:lnTo>
                  <a:lnTo>
                    <a:pt x="5733" y="6910"/>
                  </a:lnTo>
                  <a:lnTo>
                    <a:pt x="5699" y="6859"/>
                  </a:lnTo>
                  <a:lnTo>
                    <a:pt x="5682" y="6792"/>
                  </a:lnTo>
                  <a:lnTo>
                    <a:pt x="5665" y="6725"/>
                  </a:lnTo>
                  <a:lnTo>
                    <a:pt x="5649" y="6691"/>
                  </a:lnTo>
                  <a:lnTo>
                    <a:pt x="5598" y="6641"/>
                  </a:lnTo>
                  <a:lnTo>
                    <a:pt x="5548" y="6624"/>
                  </a:lnTo>
                  <a:lnTo>
                    <a:pt x="5497" y="6607"/>
                  </a:lnTo>
                  <a:close/>
                  <a:moveTo>
                    <a:pt x="7969" y="8204"/>
                  </a:moveTo>
                  <a:lnTo>
                    <a:pt x="7884" y="8221"/>
                  </a:lnTo>
                  <a:lnTo>
                    <a:pt x="7969" y="8238"/>
                  </a:lnTo>
                  <a:lnTo>
                    <a:pt x="8053" y="8272"/>
                  </a:lnTo>
                  <a:lnTo>
                    <a:pt x="8103" y="8322"/>
                  </a:lnTo>
                  <a:lnTo>
                    <a:pt x="8120" y="8389"/>
                  </a:lnTo>
                  <a:lnTo>
                    <a:pt x="8120" y="8440"/>
                  </a:lnTo>
                  <a:lnTo>
                    <a:pt x="8153" y="8490"/>
                  </a:lnTo>
                  <a:lnTo>
                    <a:pt x="8187" y="8524"/>
                  </a:lnTo>
                  <a:lnTo>
                    <a:pt x="8237" y="8557"/>
                  </a:lnTo>
                  <a:lnTo>
                    <a:pt x="8288" y="8574"/>
                  </a:lnTo>
                  <a:lnTo>
                    <a:pt x="8338" y="8557"/>
                  </a:lnTo>
                  <a:lnTo>
                    <a:pt x="8422" y="8541"/>
                  </a:lnTo>
                  <a:lnTo>
                    <a:pt x="8338" y="8524"/>
                  </a:lnTo>
                  <a:lnTo>
                    <a:pt x="8288" y="8524"/>
                  </a:lnTo>
                  <a:lnTo>
                    <a:pt x="8254" y="8507"/>
                  </a:lnTo>
                  <a:lnTo>
                    <a:pt x="8204" y="8457"/>
                  </a:lnTo>
                  <a:lnTo>
                    <a:pt x="8187" y="8372"/>
                  </a:lnTo>
                  <a:lnTo>
                    <a:pt x="8187" y="8322"/>
                  </a:lnTo>
                  <a:lnTo>
                    <a:pt x="8153" y="8272"/>
                  </a:lnTo>
                  <a:lnTo>
                    <a:pt x="8120" y="8238"/>
                  </a:lnTo>
                  <a:lnTo>
                    <a:pt x="8069" y="8204"/>
                  </a:lnTo>
                  <a:close/>
                  <a:moveTo>
                    <a:pt x="6119" y="8473"/>
                  </a:moveTo>
                  <a:lnTo>
                    <a:pt x="6069" y="8490"/>
                  </a:lnTo>
                  <a:lnTo>
                    <a:pt x="6018" y="8507"/>
                  </a:lnTo>
                  <a:lnTo>
                    <a:pt x="5985" y="8557"/>
                  </a:lnTo>
                  <a:lnTo>
                    <a:pt x="5934" y="8625"/>
                  </a:lnTo>
                  <a:lnTo>
                    <a:pt x="6018" y="8557"/>
                  </a:lnTo>
                  <a:lnTo>
                    <a:pt x="6002" y="8574"/>
                  </a:lnTo>
                  <a:lnTo>
                    <a:pt x="6002" y="8574"/>
                  </a:lnTo>
                  <a:lnTo>
                    <a:pt x="6086" y="8541"/>
                  </a:lnTo>
                  <a:lnTo>
                    <a:pt x="6153" y="8541"/>
                  </a:lnTo>
                  <a:lnTo>
                    <a:pt x="6220" y="8574"/>
                  </a:lnTo>
                  <a:lnTo>
                    <a:pt x="6254" y="8608"/>
                  </a:lnTo>
                  <a:lnTo>
                    <a:pt x="6304" y="8625"/>
                  </a:lnTo>
                  <a:lnTo>
                    <a:pt x="6355" y="8625"/>
                  </a:lnTo>
                  <a:lnTo>
                    <a:pt x="6422" y="8608"/>
                  </a:lnTo>
                  <a:lnTo>
                    <a:pt x="6456" y="8591"/>
                  </a:lnTo>
                  <a:lnTo>
                    <a:pt x="6489" y="8557"/>
                  </a:lnTo>
                  <a:lnTo>
                    <a:pt x="6540" y="8473"/>
                  </a:lnTo>
                  <a:lnTo>
                    <a:pt x="6472" y="8524"/>
                  </a:lnTo>
                  <a:lnTo>
                    <a:pt x="6388" y="8557"/>
                  </a:lnTo>
                  <a:lnTo>
                    <a:pt x="6321" y="8557"/>
                  </a:lnTo>
                  <a:lnTo>
                    <a:pt x="6271" y="8524"/>
                  </a:lnTo>
                  <a:lnTo>
                    <a:pt x="6220" y="8490"/>
                  </a:lnTo>
                  <a:lnTo>
                    <a:pt x="6170" y="8473"/>
                  </a:lnTo>
                  <a:close/>
                  <a:moveTo>
                    <a:pt x="0" y="8843"/>
                  </a:moveTo>
                  <a:lnTo>
                    <a:pt x="0" y="8877"/>
                  </a:lnTo>
                  <a:lnTo>
                    <a:pt x="67" y="8860"/>
                  </a:lnTo>
                  <a:lnTo>
                    <a:pt x="0" y="8843"/>
                  </a:lnTo>
                  <a:close/>
                  <a:moveTo>
                    <a:pt x="2186" y="8793"/>
                  </a:moveTo>
                  <a:lnTo>
                    <a:pt x="2135" y="8810"/>
                  </a:lnTo>
                  <a:lnTo>
                    <a:pt x="2085" y="8843"/>
                  </a:lnTo>
                  <a:lnTo>
                    <a:pt x="2051" y="8877"/>
                  </a:lnTo>
                  <a:lnTo>
                    <a:pt x="2001" y="8961"/>
                  </a:lnTo>
                  <a:lnTo>
                    <a:pt x="2085" y="8894"/>
                  </a:lnTo>
                  <a:lnTo>
                    <a:pt x="2085" y="8910"/>
                  </a:lnTo>
                  <a:lnTo>
                    <a:pt x="2152" y="8860"/>
                  </a:lnTo>
                  <a:lnTo>
                    <a:pt x="2219" y="8860"/>
                  </a:lnTo>
                  <a:lnTo>
                    <a:pt x="2286" y="8894"/>
                  </a:lnTo>
                  <a:lnTo>
                    <a:pt x="2320" y="8927"/>
                  </a:lnTo>
                  <a:lnTo>
                    <a:pt x="2370" y="8944"/>
                  </a:lnTo>
                  <a:lnTo>
                    <a:pt x="2438" y="8961"/>
                  </a:lnTo>
                  <a:lnTo>
                    <a:pt x="2488" y="8944"/>
                  </a:lnTo>
                  <a:lnTo>
                    <a:pt x="2522" y="8910"/>
                  </a:lnTo>
                  <a:lnTo>
                    <a:pt x="2555" y="8877"/>
                  </a:lnTo>
                  <a:lnTo>
                    <a:pt x="2606" y="8793"/>
                  </a:lnTo>
                  <a:lnTo>
                    <a:pt x="2539" y="8843"/>
                  </a:lnTo>
                  <a:lnTo>
                    <a:pt x="2471" y="8894"/>
                  </a:lnTo>
                  <a:lnTo>
                    <a:pt x="2387" y="8877"/>
                  </a:lnTo>
                  <a:lnTo>
                    <a:pt x="2337" y="8843"/>
                  </a:lnTo>
                  <a:lnTo>
                    <a:pt x="2286" y="8810"/>
                  </a:lnTo>
                  <a:lnTo>
                    <a:pt x="2236" y="8793"/>
                  </a:lnTo>
                  <a:close/>
                  <a:moveTo>
                    <a:pt x="3900" y="9095"/>
                  </a:moveTo>
                  <a:lnTo>
                    <a:pt x="3867" y="9112"/>
                  </a:lnTo>
                  <a:lnTo>
                    <a:pt x="3951" y="9129"/>
                  </a:lnTo>
                  <a:lnTo>
                    <a:pt x="4035" y="9163"/>
                  </a:lnTo>
                  <a:lnTo>
                    <a:pt x="4085" y="9213"/>
                  </a:lnTo>
                  <a:lnTo>
                    <a:pt x="4102" y="9280"/>
                  </a:lnTo>
                  <a:lnTo>
                    <a:pt x="4102" y="9331"/>
                  </a:lnTo>
                  <a:lnTo>
                    <a:pt x="4136" y="9381"/>
                  </a:lnTo>
                  <a:lnTo>
                    <a:pt x="4169" y="9415"/>
                  </a:lnTo>
                  <a:lnTo>
                    <a:pt x="4203" y="9448"/>
                  </a:lnTo>
                  <a:lnTo>
                    <a:pt x="4253" y="9465"/>
                  </a:lnTo>
                  <a:lnTo>
                    <a:pt x="4321" y="9448"/>
                  </a:lnTo>
                  <a:lnTo>
                    <a:pt x="4405" y="9432"/>
                  </a:lnTo>
                  <a:lnTo>
                    <a:pt x="4321" y="9415"/>
                  </a:lnTo>
                  <a:lnTo>
                    <a:pt x="4236" y="9398"/>
                  </a:lnTo>
                  <a:lnTo>
                    <a:pt x="4186" y="9348"/>
                  </a:lnTo>
                  <a:lnTo>
                    <a:pt x="4169" y="9263"/>
                  </a:lnTo>
                  <a:lnTo>
                    <a:pt x="4169" y="9213"/>
                  </a:lnTo>
                  <a:lnTo>
                    <a:pt x="4136" y="9163"/>
                  </a:lnTo>
                  <a:lnTo>
                    <a:pt x="4102" y="9129"/>
                  </a:lnTo>
                  <a:lnTo>
                    <a:pt x="4052" y="9095"/>
                  </a:lnTo>
                  <a:close/>
                  <a:moveTo>
                    <a:pt x="8322" y="9818"/>
                  </a:moveTo>
                  <a:lnTo>
                    <a:pt x="8271" y="9835"/>
                  </a:lnTo>
                  <a:lnTo>
                    <a:pt x="8221" y="9869"/>
                  </a:lnTo>
                  <a:lnTo>
                    <a:pt x="8187" y="9902"/>
                  </a:lnTo>
                  <a:lnTo>
                    <a:pt x="8137" y="9986"/>
                  </a:lnTo>
                  <a:lnTo>
                    <a:pt x="8221" y="9936"/>
                  </a:lnTo>
                  <a:lnTo>
                    <a:pt x="8254" y="9902"/>
                  </a:lnTo>
                  <a:lnTo>
                    <a:pt x="8288" y="9885"/>
                  </a:lnTo>
                  <a:lnTo>
                    <a:pt x="8355" y="9885"/>
                  </a:lnTo>
                  <a:lnTo>
                    <a:pt x="8422" y="9936"/>
                  </a:lnTo>
                  <a:lnTo>
                    <a:pt x="8456" y="9953"/>
                  </a:lnTo>
                  <a:lnTo>
                    <a:pt x="8506" y="9986"/>
                  </a:lnTo>
                  <a:lnTo>
                    <a:pt x="8574" y="9986"/>
                  </a:lnTo>
                  <a:lnTo>
                    <a:pt x="8624" y="9970"/>
                  </a:lnTo>
                  <a:lnTo>
                    <a:pt x="8658" y="9936"/>
                  </a:lnTo>
                  <a:lnTo>
                    <a:pt x="8691" y="9902"/>
                  </a:lnTo>
                  <a:lnTo>
                    <a:pt x="8742" y="9835"/>
                  </a:lnTo>
                  <a:lnTo>
                    <a:pt x="8675" y="9885"/>
                  </a:lnTo>
                  <a:lnTo>
                    <a:pt x="8607" y="9919"/>
                  </a:lnTo>
                  <a:lnTo>
                    <a:pt x="8523" y="9919"/>
                  </a:lnTo>
                  <a:lnTo>
                    <a:pt x="8473" y="9869"/>
                  </a:lnTo>
                  <a:lnTo>
                    <a:pt x="8422" y="9835"/>
                  </a:lnTo>
                  <a:lnTo>
                    <a:pt x="8372" y="9818"/>
                  </a:lnTo>
                  <a:close/>
                  <a:moveTo>
                    <a:pt x="891" y="9970"/>
                  </a:moveTo>
                  <a:lnTo>
                    <a:pt x="841" y="9986"/>
                  </a:lnTo>
                  <a:lnTo>
                    <a:pt x="807" y="10003"/>
                  </a:lnTo>
                  <a:lnTo>
                    <a:pt x="773" y="10054"/>
                  </a:lnTo>
                  <a:lnTo>
                    <a:pt x="706" y="10121"/>
                  </a:lnTo>
                  <a:lnTo>
                    <a:pt x="706" y="10121"/>
                  </a:lnTo>
                  <a:lnTo>
                    <a:pt x="807" y="10054"/>
                  </a:lnTo>
                  <a:lnTo>
                    <a:pt x="790" y="10070"/>
                  </a:lnTo>
                  <a:lnTo>
                    <a:pt x="790" y="10070"/>
                  </a:lnTo>
                  <a:lnTo>
                    <a:pt x="857" y="10037"/>
                  </a:lnTo>
                  <a:lnTo>
                    <a:pt x="925" y="10037"/>
                  </a:lnTo>
                  <a:lnTo>
                    <a:pt x="992" y="10070"/>
                  </a:lnTo>
                  <a:lnTo>
                    <a:pt x="1042" y="10104"/>
                  </a:lnTo>
                  <a:lnTo>
                    <a:pt x="1093" y="10121"/>
                  </a:lnTo>
                  <a:lnTo>
                    <a:pt x="1143" y="10121"/>
                  </a:lnTo>
                  <a:lnTo>
                    <a:pt x="1194" y="10104"/>
                  </a:lnTo>
                  <a:lnTo>
                    <a:pt x="1244" y="10087"/>
                  </a:lnTo>
                  <a:lnTo>
                    <a:pt x="1278" y="10054"/>
                  </a:lnTo>
                  <a:lnTo>
                    <a:pt x="1328" y="9970"/>
                  </a:lnTo>
                  <a:lnTo>
                    <a:pt x="1244" y="10020"/>
                  </a:lnTo>
                  <a:lnTo>
                    <a:pt x="1211" y="10037"/>
                  </a:lnTo>
                  <a:lnTo>
                    <a:pt x="1177" y="10054"/>
                  </a:lnTo>
                  <a:lnTo>
                    <a:pt x="1110" y="10054"/>
                  </a:lnTo>
                  <a:lnTo>
                    <a:pt x="1042" y="10020"/>
                  </a:lnTo>
                  <a:lnTo>
                    <a:pt x="992" y="9986"/>
                  </a:lnTo>
                  <a:lnTo>
                    <a:pt x="942" y="9970"/>
                  </a:lnTo>
                  <a:close/>
                  <a:moveTo>
                    <a:pt x="6187" y="10037"/>
                  </a:moveTo>
                  <a:lnTo>
                    <a:pt x="6086" y="10070"/>
                  </a:lnTo>
                  <a:lnTo>
                    <a:pt x="6187" y="10070"/>
                  </a:lnTo>
                  <a:lnTo>
                    <a:pt x="6220" y="10087"/>
                  </a:lnTo>
                  <a:lnTo>
                    <a:pt x="6254" y="10104"/>
                  </a:lnTo>
                  <a:lnTo>
                    <a:pt x="6304" y="10154"/>
                  </a:lnTo>
                  <a:lnTo>
                    <a:pt x="6321" y="10222"/>
                  </a:lnTo>
                  <a:lnTo>
                    <a:pt x="6338" y="10272"/>
                  </a:lnTo>
                  <a:lnTo>
                    <a:pt x="6355" y="10323"/>
                  </a:lnTo>
                  <a:lnTo>
                    <a:pt x="6388" y="10356"/>
                  </a:lnTo>
                  <a:lnTo>
                    <a:pt x="6439" y="10390"/>
                  </a:lnTo>
                  <a:lnTo>
                    <a:pt x="6489" y="10407"/>
                  </a:lnTo>
                  <a:lnTo>
                    <a:pt x="6540" y="10390"/>
                  </a:lnTo>
                  <a:lnTo>
                    <a:pt x="6640" y="10373"/>
                  </a:lnTo>
                  <a:lnTo>
                    <a:pt x="6540" y="10356"/>
                  </a:lnTo>
                  <a:lnTo>
                    <a:pt x="6472" y="10339"/>
                  </a:lnTo>
                  <a:lnTo>
                    <a:pt x="6422" y="10289"/>
                  </a:lnTo>
                  <a:lnTo>
                    <a:pt x="6405" y="10205"/>
                  </a:lnTo>
                  <a:lnTo>
                    <a:pt x="6388" y="10154"/>
                  </a:lnTo>
                  <a:lnTo>
                    <a:pt x="6371" y="10104"/>
                  </a:lnTo>
                  <a:lnTo>
                    <a:pt x="6338" y="10070"/>
                  </a:lnTo>
                  <a:lnTo>
                    <a:pt x="6287" y="10037"/>
                  </a:lnTo>
                  <a:close/>
                  <a:moveTo>
                    <a:pt x="2959" y="10390"/>
                  </a:moveTo>
                  <a:lnTo>
                    <a:pt x="2925" y="10474"/>
                  </a:lnTo>
                  <a:lnTo>
                    <a:pt x="2908" y="10541"/>
                  </a:lnTo>
                  <a:lnTo>
                    <a:pt x="2858" y="10592"/>
                  </a:lnTo>
                  <a:lnTo>
                    <a:pt x="2791" y="10625"/>
                  </a:lnTo>
                  <a:lnTo>
                    <a:pt x="2740" y="10625"/>
                  </a:lnTo>
                  <a:lnTo>
                    <a:pt x="2690" y="10642"/>
                  </a:lnTo>
                  <a:lnTo>
                    <a:pt x="2639" y="10692"/>
                  </a:lnTo>
                  <a:lnTo>
                    <a:pt x="2623" y="10726"/>
                  </a:lnTo>
                  <a:lnTo>
                    <a:pt x="2606" y="10776"/>
                  </a:lnTo>
                  <a:lnTo>
                    <a:pt x="2623" y="10827"/>
                  </a:lnTo>
                  <a:lnTo>
                    <a:pt x="2639" y="10928"/>
                  </a:lnTo>
                  <a:lnTo>
                    <a:pt x="2656" y="10827"/>
                  </a:lnTo>
                  <a:lnTo>
                    <a:pt x="2673" y="10760"/>
                  </a:lnTo>
                  <a:lnTo>
                    <a:pt x="2723" y="10709"/>
                  </a:lnTo>
                  <a:lnTo>
                    <a:pt x="2808" y="10692"/>
                  </a:lnTo>
                  <a:lnTo>
                    <a:pt x="2858" y="10692"/>
                  </a:lnTo>
                  <a:lnTo>
                    <a:pt x="2908" y="10659"/>
                  </a:lnTo>
                  <a:lnTo>
                    <a:pt x="2942" y="10625"/>
                  </a:lnTo>
                  <a:lnTo>
                    <a:pt x="2976" y="10575"/>
                  </a:lnTo>
                  <a:lnTo>
                    <a:pt x="2976" y="10524"/>
                  </a:lnTo>
                  <a:lnTo>
                    <a:pt x="2976" y="10474"/>
                  </a:lnTo>
                  <a:lnTo>
                    <a:pt x="2959" y="10390"/>
                  </a:lnTo>
                  <a:close/>
                  <a:moveTo>
                    <a:pt x="4539" y="10861"/>
                  </a:moveTo>
                  <a:lnTo>
                    <a:pt x="4505" y="10894"/>
                  </a:lnTo>
                  <a:lnTo>
                    <a:pt x="4472" y="10928"/>
                  </a:lnTo>
                  <a:lnTo>
                    <a:pt x="4421" y="11012"/>
                  </a:lnTo>
                  <a:lnTo>
                    <a:pt x="4489" y="10961"/>
                  </a:lnTo>
                  <a:lnTo>
                    <a:pt x="4556" y="10928"/>
                  </a:lnTo>
                  <a:lnTo>
                    <a:pt x="4640" y="10928"/>
                  </a:lnTo>
                  <a:lnTo>
                    <a:pt x="4690" y="10961"/>
                  </a:lnTo>
                  <a:lnTo>
                    <a:pt x="4741" y="10995"/>
                  </a:lnTo>
                  <a:lnTo>
                    <a:pt x="4791" y="11012"/>
                  </a:lnTo>
                  <a:lnTo>
                    <a:pt x="4842" y="11012"/>
                  </a:lnTo>
                  <a:lnTo>
                    <a:pt x="4892" y="10995"/>
                  </a:lnTo>
                  <a:lnTo>
                    <a:pt x="4943" y="10978"/>
                  </a:lnTo>
                  <a:lnTo>
                    <a:pt x="4976" y="10928"/>
                  </a:lnTo>
                  <a:lnTo>
                    <a:pt x="5027" y="10861"/>
                  </a:lnTo>
                  <a:lnTo>
                    <a:pt x="4943" y="10911"/>
                  </a:lnTo>
                  <a:lnTo>
                    <a:pt x="4909" y="10928"/>
                  </a:lnTo>
                  <a:lnTo>
                    <a:pt x="4875" y="10945"/>
                  </a:lnTo>
                  <a:lnTo>
                    <a:pt x="4808" y="10945"/>
                  </a:lnTo>
                  <a:lnTo>
                    <a:pt x="4741" y="10911"/>
                  </a:lnTo>
                  <a:lnTo>
                    <a:pt x="4707" y="10877"/>
                  </a:lnTo>
                  <a:lnTo>
                    <a:pt x="4657" y="10861"/>
                  </a:lnTo>
                  <a:close/>
                  <a:moveTo>
                    <a:pt x="101" y="11331"/>
                  </a:moveTo>
                  <a:lnTo>
                    <a:pt x="34" y="11365"/>
                  </a:lnTo>
                  <a:lnTo>
                    <a:pt x="34" y="11415"/>
                  </a:lnTo>
                  <a:lnTo>
                    <a:pt x="51" y="11398"/>
                  </a:lnTo>
                  <a:lnTo>
                    <a:pt x="101" y="11331"/>
                  </a:lnTo>
                  <a:close/>
                  <a:moveTo>
                    <a:pt x="1160" y="11398"/>
                  </a:moveTo>
                  <a:lnTo>
                    <a:pt x="1059" y="11415"/>
                  </a:lnTo>
                  <a:lnTo>
                    <a:pt x="1160" y="11432"/>
                  </a:lnTo>
                  <a:lnTo>
                    <a:pt x="1227" y="11449"/>
                  </a:lnTo>
                  <a:lnTo>
                    <a:pt x="1278" y="11499"/>
                  </a:lnTo>
                  <a:lnTo>
                    <a:pt x="1295" y="11567"/>
                  </a:lnTo>
                  <a:lnTo>
                    <a:pt x="1311" y="11634"/>
                  </a:lnTo>
                  <a:lnTo>
                    <a:pt x="1328" y="11667"/>
                  </a:lnTo>
                  <a:lnTo>
                    <a:pt x="1362" y="11718"/>
                  </a:lnTo>
                  <a:lnTo>
                    <a:pt x="1412" y="11752"/>
                  </a:lnTo>
                  <a:lnTo>
                    <a:pt x="1513" y="11752"/>
                  </a:lnTo>
                  <a:lnTo>
                    <a:pt x="1597" y="11735"/>
                  </a:lnTo>
                  <a:lnTo>
                    <a:pt x="1513" y="11718"/>
                  </a:lnTo>
                  <a:lnTo>
                    <a:pt x="1429" y="11684"/>
                  </a:lnTo>
                  <a:lnTo>
                    <a:pt x="1395" y="11634"/>
                  </a:lnTo>
                  <a:lnTo>
                    <a:pt x="1379" y="11567"/>
                  </a:lnTo>
                  <a:lnTo>
                    <a:pt x="1362" y="11516"/>
                  </a:lnTo>
                  <a:lnTo>
                    <a:pt x="1345" y="11466"/>
                  </a:lnTo>
                  <a:lnTo>
                    <a:pt x="1295" y="11432"/>
                  </a:lnTo>
                  <a:lnTo>
                    <a:pt x="1244" y="11398"/>
                  </a:lnTo>
                  <a:close/>
                  <a:moveTo>
                    <a:pt x="7901" y="11197"/>
                  </a:moveTo>
                  <a:lnTo>
                    <a:pt x="7868" y="11281"/>
                  </a:lnTo>
                  <a:lnTo>
                    <a:pt x="7868" y="11298"/>
                  </a:lnTo>
                  <a:lnTo>
                    <a:pt x="7851" y="11365"/>
                  </a:lnTo>
                  <a:lnTo>
                    <a:pt x="7800" y="11415"/>
                  </a:lnTo>
                  <a:lnTo>
                    <a:pt x="7733" y="11449"/>
                  </a:lnTo>
                  <a:lnTo>
                    <a:pt x="7683" y="11449"/>
                  </a:lnTo>
                  <a:lnTo>
                    <a:pt x="7632" y="11466"/>
                  </a:lnTo>
                  <a:lnTo>
                    <a:pt x="7582" y="11499"/>
                  </a:lnTo>
                  <a:lnTo>
                    <a:pt x="7565" y="11550"/>
                  </a:lnTo>
                  <a:lnTo>
                    <a:pt x="7548" y="11600"/>
                  </a:lnTo>
                  <a:lnTo>
                    <a:pt x="7565" y="11651"/>
                  </a:lnTo>
                  <a:lnTo>
                    <a:pt x="7565" y="11701"/>
                  </a:lnTo>
                  <a:lnTo>
                    <a:pt x="7582" y="11752"/>
                  </a:lnTo>
                  <a:lnTo>
                    <a:pt x="7599" y="11651"/>
                  </a:lnTo>
                  <a:lnTo>
                    <a:pt x="7599" y="11617"/>
                  </a:lnTo>
                  <a:lnTo>
                    <a:pt x="7615" y="11583"/>
                  </a:lnTo>
                  <a:lnTo>
                    <a:pt x="7666" y="11533"/>
                  </a:lnTo>
                  <a:lnTo>
                    <a:pt x="7733" y="11516"/>
                  </a:lnTo>
                  <a:lnTo>
                    <a:pt x="7800" y="11499"/>
                  </a:lnTo>
                  <a:lnTo>
                    <a:pt x="7851" y="11483"/>
                  </a:lnTo>
                  <a:lnTo>
                    <a:pt x="7884" y="11449"/>
                  </a:lnTo>
                  <a:lnTo>
                    <a:pt x="7918" y="11398"/>
                  </a:lnTo>
                  <a:lnTo>
                    <a:pt x="7918" y="11348"/>
                  </a:lnTo>
                  <a:lnTo>
                    <a:pt x="7918" y="11298"/>
                  </a:lnTo>
                  <a:lnTo>
                    <a:pt x="7918" y="11247"/>
                  </a:lnTo>
                  <a:lnTo>
                    <a:pt x="7901" y="11197"/>
                  </a:lnTo>
                  <a:close/>
                  <a:moveTo>
                    <a:pt x="2908" y="12205"/>
                  </a:moveTo>
                  <a:lnTo>
                    <a:pt x="2858" y="12222"/>
                  </a:lnTo>
                  <a:lnTo>
                    <a:pt x="2808" y="12256"/>
                  </a:lnTo>
                  <a:lnTo>
                    <a:pt x="2774" y="12289"/>
                  </a:lnTo>
                  <a:lnTo>
                    <a:pt x="2723" y="12374"/>
                  </a:lnTo>
                  <a:lnTo>
                    <a:pt x="2791" y="12306"/>
                  </a:lnTo>
                  <a:lnTo>
                    <a:pt x="2875" y="12273"/>
                  </a:lnTo>
                  <a:lnTo>
                    <a:pt x="2942" y="12273"/>
                  </a:lnTo>
                  <a:lnTo>
                    <a:pt x="2992" y="12306"/>
                  </a:lnTo>
                  <a:lnTo>
                    <a:pt x="3043" y="12340"/>
                  </a:lnTo>
                  <a:lnTo>
                    <a:pt x="3093" y="12357"/>
                  </a:lnTo>
                  <a:lnTo>
                    <a:pt x="3144" y="12374"/>
                  </a:lnTo>
                  <a:lnTo>
                    <a:pt x="3194" y="12357"/>
                  </a:lnTo>
                  <a:lnTo>
                    <a:pt x="3245" y="12323"/>
                  </a:lnTo>
                  <a:lnTo>
                    <a:pt x="3278" y="12289"/>
                  </a:lnTo>
                  <a:lnTo>
                    <a:pt x="3329" y="12205"/>
                  </a:lnTo>
                  <a:lnTo>
                    <a:pt x="3261" y="12273"/>
                  </a:lnTo>
                  <a:lnTo>
                    <a:pt x="3177" y="12306"/>
                  </a:lnTo>
                  <a:lnTo>
                    <a:pt x="3110" y="12289"/>
                  </a:lnTo>
                  <a:lnTo>
                    <a:pt x="3043" y="12256"/>
                  </a:lnTo>
                  <a:lnTo>
                    <a:pt x="3009" y="12222"/>
                  </a:lnTo>
                  <a:lnTo>
                    <a:pt x="2959" y="12205"/>
                  </a:lnTo>
                  <a:close/>
                  <a:moveTo>
                    <a:pt x="5867" y="12020"/>
                  </a:moveTo>
                  <a:lnTo>
                    <a:pt x="5766" y="12037"/>
                  </a:lnTo>
                  <a:lnTo>
                    <a:pt x="5867" y="12054"/>
                  </a:lnTo>
                  <a:lnTo>
                    <a:pt x="5934" y="12071"/>
                  </a:lnTo>
                  <a:lnTo>
                    <a:pt x="5985" y="12121"/>
                  </a:lnTo>
                  <a:lnTo>
                    <a:pt x="6002" y="12189"/>
                  </a:lnTo>
                  <a:lnTo>
                    <a:pt x="6018" y="12256"/>
                  </a:lnTo>
                  <a:lnTo>
                    <a:pt x="6035" y="12306"/>
                  </a:lnTo>
                  <a:lnTo>
                    <a:pt x="6069" y="12340"/>
                  </a:lnTo>
                  <a:lnTo>
                    <a:pt x="6119" y="12374"/>
                  </a:lnTo>
                  <a:lnTo>
                    <a:pt x="6220" y="12374"/>
                  </a:lnTo>
                  <a:lnTo>
                    <a:pt x="6321" y="12357"/>
                  </a:lnTo>
                  <a:lnTo>
                    <a:pt x="6220" y="12340"/>
                  </a:lnTo>
                  <a:lnTo>
                    <a:pt x="6153" y="12323"/>
                  </a:lnTo>
                  <a:lnTo>
                    <a:pt x="6103" y="12256"/>
                  </a:lnTo>
                  <a:lnTo>
                    <a:pt x="6086" y="12189"/>
                  </a:lnTo>
                  <a:lnTo>
                    <a:pt x="6069" y="12138"/>
                  </a:lnTo>
                  <a:lnTo>
                    <a:pt x="6052" y="12088"/>
                  </a:lnTo>
                  <a:lnTo>
                    <a:pt x="6018" y="12054"/>
                  </a:lnTo>
                  <a:lnTo>
                    <a:pt x="5968" y="12020"/>
                  </a:lnTo>
                  <a:close/>
                  <a:moveTo>
                    <a:pt x="4657" y="12592"/>
                  </a:moveTo>
                  <a:lnTo>
                    <a:pt x="4657" y="12676"/>
                  </a:lnTo>
                  <a:lnTo>
                    <a:pt x="4623" y="12760"/>
                  </a:lnTo>
                  <a:lnTo>
                    <a:pt x="4573" y="12811"/>
                  </a:lnTo>
                  <a:lnTo>
                    <a:pt x="4505" y="12827"/>
                  </a:lnTo>
                  <a:lnTo>
                    <a:pt x="4455" y="12827"/>
                  </a:lnTo>
                  <a:lnTo>
                    <a:pt x="4405" y="12861"/>
                  </a:lnTo>
                  <a:lnTo>
                    <a:pt x="4371" y="12895"/>
                  </a:lnTo>
                  <a:lnTo>
                    <a:pt x="4337" y="12945"/>
                  </a:lnTo>
                  <a:lnTo>
                    <a:pt x="4321" y="12979"/>
                  </a:lnTo>
                  <a:lnTo>
                    <a:pt x="4321" y="13029"/>
                  </a:lnTo>
                  <a:lnTo>
                    <a:pt x="4354" y="13130"/>
                  </a:lnTo>
                  <a:lnTo>
                    <a:pt x="4371" y="13029"/>
                  </a:lnTo>
                  <a:lnTo>
                    <a:pt x="4371" y="12996"/>
                  </a:lnTo>
                  <a:lnTo>
                    <a:pt x="4388" y="12962"/>
                  </a:lnTo>
                  <a:lnTo>
                    <a:pt x="4438" y="12911"/>
                  </a:lnTo>
                  <a:lnTo>
                    <a:pt x="4505" y="12895"/>
                  </a:lnTo>
                  <a:lnTo>
                    <a:pt x="4573" y="12895"/>
                  </a:lnTo>
                  <a:lnTo>
                    <a:pt x="4623" y="12861"/>
                  </a:lnTo>
                  <a:lnTo>
                    <a:pt x="4657" y="12827"/>
                  </a:lnTo>
                  <a:lnTo>
                    <a:pt x="4690" y="12777"/>
                  </a:lnTo>
                  <a:lnTo>
                    <a:pt x="4690" y="12727"/>
                  </a:lnTo>
                  <a:lnTo>
                    <a:pt x="4690" y="12676"/>
                  </a:lnTo>
                  <a:lnTo>
                    <a:pt x="4657" y="12592"/>
                  </a:lnTo>
                  <a:close/>
                  <a:moveTo>
                    <a:pt x="7498" y="12861"/>
                  </a:moveTo>
                  <a:lnTo>
                    <a:pt x="7414" y="12878"/>
                  </a:lnTo>
                  <a:lnTo>
                    <a:pt x="7498" y="12895"/>
                  </a:lnTo>
                  <a:lnTo>
                    <a:pt x="7582" y="12911"/>
                  </a:lnTo>
                  <a:lnTo>
                    <a:pt x="7632" y="12962"/>
                  </a:lnTo>
                  <a:lnTo>
                    <a:pt x="7649" y="13029"/>
                  </a:lnTo>
                  <a:lnTo>
                    <a:pt x="7649" y="13096"/>
                  </a:lnTo>
                  <a:lnTo>
                    <a:pt x="7683" y="13147"/>
                  </a:lnTo>
                  <a:lnTo>
                    <a:pt x="7716" y="13180"/>
                  </a:lnTo>
                  <a:lnTo>
                    <a:pt x="7767" y="13214"/>
                  </a:lnTo>
                  <a:lnTo>
                    <a:pt x="7868" y="13214"/>
                  </a:lnTo>
                  <a:lnTo>
                    <a:pt x="7952" y="13197"/>
                  </a:lnTo>
                  <a:lnTo>
                    <a:pt x="7868" y="13180"/>
                  </a:lnTo>
                  <a:lnTo>
                    <a:pt x="7784" y="13164"/>
                  </a:lnTo>
                  <a:lnTo>
                    <a:pt x="7733" y="13113"/>
                  </a:lnTo>
                  <a:lnTo>
                    <a:pt x="7733" y="13029"/>
                  </a:lnTo>
                  <a:lnTo>
                    <a:pt x="7716" y="12979"/>
                  </a:lnTo>
                  <a:lnTo>
                    <a:pt x="7683" y="12928"/>
                  </a:lnTo>
                  <a:lnTo>
                    <a:pt x="7649" y="12895"/>
                  </a:lnTo>
                  <a:lnTo>
                    <a:pt x="7599" y="12861"/>
                  </a:lnTo>
                  <a:close/>
                  <a:moveTo>
                    <a:pt x="51" y="12861"/>
                  </a:moveTo>
                  <a:lnTo>
                    <a:pt x="51" y="12928"/>
                  </a:lnTo>
                  <a:lnTo>
                    <a:pt x="101" y="12979"/>
                  </a:lnTo>
                  <a:lnTo>
                    <a:pt x="118" y="13046"/>
                  </a:lnTo>
                  <a:lnTo>
                    <a:pt x="118" y="13096"/>
                  </a:lnTo>
                  <a:lnTo>
                    <a:pt x="151" y="13147"/>
                  </a:lnTo>
                  <a:lnTo>
                    <a:pt x="185" y="13180"/>
                  </a:lnTo>
                  <a:lnTo>
                    <a:pt x="235" y="13214"/>
                  </a:lnTo>
                  <a:lnTo>
                    <a:pt x="286" y="13231"/>
                  </a:lnTo>
                  <a:lnTo>
                    <a:pt x="336" y="13231"/>
                  </a:lnTo>
                  <a:lnTo>
                    <a:pt x="420" y="13214"/>
                  </a:lnTo>
                  <a:lnTo>
                    <a:pt x="387" y="13197"/>
                  </a:lnTo>
                  <a:lnTo>
                    <a:pt x="336" y="13180"/>
                  </a:lnTo>
                  <a:lnTo>
                    <a:pt x="252" y="13164"/>
                  </a:lnTo>
                  <a:lnTo>
                    <a:pt x="202" y="13113"/>
                  </a:lnTo>
                  <a:lnTo>
                    <a:pt x="202" y="13029"/>
                  </a:lnTo>
                  <a:lnTo>
                    <a:pt x="185" y="12979"/>
                  </a:lnTo>
                  <a:lnTo>
                    <a:pt x="168" y="12928"/>
                  </a:lnTo>
                  <a:lnTo>
                    <a:pt x="118" y="12895"/>
                  </a:lnTo>
                  <a:lnTo>
                    <a:pt x="67" y="12861"/>
                  </a:lnTo>
                  <a:close/>
                  <a:moveTo>
                    <a:pt x="1849" y="12710"/>
                  </a:moveTo>
                  <a:lnTo>
                    <a:pt x="1849" y="12794"/>
                  </a:lnTo>
                  <a:lnTo>
                    <a:pt x="1816" y="12861"/>
                  </a:lnTo>
                  <a:lnTo>
                    <a:pt x="1765" y="12911"/>
                  </a:lnTo>
                  <a:lnTo>
                    <a:pt x="1698" y="12945"/>
                  </a:lnTo>
                  <a:lnTo>
                    <a:pt x="1648" y="12945"/>
                  </a:lnTo>
                  <a:lnTo>
                    <a:pt x="1597" y="12962"/>
                  </a:lnTo>
                  <a:lnTo>
                    <a:pt x="1564" y="13012"/>
                  </a:lnTo>
                  <a:lnTo>
                    <a:pt x="1530" y="13046"/>
                  </a:lnTo>
                  <a:lnTo>
                    <a:pt x="1513" y="13096"/>
                  </a:lnTo>
                  <a:lnTo>
                    <a:pt x="1513" y="13147"/>
                  </a:lnTo>
                  <a:lnTo>
                    <a:pt x="1530" y="13248"/>
                  </a:lnTo>
                  <a:lnTo>
                    <a:pt x="1547" y="13147"/>
                  </a:lnTo>
                  <a:lnTo>
                    <a:pt x="1580" y="13080"/>
                  </a:lnTo>
                  <a:lnTo>
                    <a:pt x="1631" y="13029"/>
                  </a:lnTo>
                  <a:lnTo>
                    <a:pt x="1698" y="13012"/>
                  </a:lnTo>
                  <a:lnTo>
                    <a:pt x="1748" y="12996"/>
                  </a:lnTo>
                  <a:lnTo>
                    <a:pt x="1799" y="12979"/>
                  </a:lnTo>
                  <a:lnTo>
                    <a:pt x="1849" y="12945"/>
                  </a:lnTo>
                  <a:lnTo>
                    <a:pt x="1866" y="12895"/>
                  </a:lnTo>
                  <a:lnTo>
                    <a:pt x="1883" y="12844"/>
                  </a:lnTo>
                  <a:lnTo>
                    <a:pt x="1866" y="12794"/>
                  </a:lnTo>
                  <a:lnTo>
                    <a:pt x="1849" y="127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7" name="Google Shape;5957;p63"/>
            <p:cNvSpPr/>
            <p:nvPr/>
          </p:nvSpPr>
          <p:spPr>
            <a:xfrm>
              <a:off x="4242450" y="1260650"/>
              <a:ext cx="37850" cy="153425"/>
            </a:xfrm>
            <a:custGeom>
              <a:avLst/>
              <a:gdLst/>
              <a:ahLst/>
              <a:cxnLst/>
              <a:rect l="l" t="t" r="r" b="b"/>
              <a:pathLst>
                <a:path w="1514" h="6137" extrusionOk="0">
                  <a:moveTo>
                    <a:pt x="0" y="0"/>
                  </a:moveTo>
                  <a:lnTo>
                    <a:pt x="169" y="6136"/>
                  </a:lnTo>
                  <a:lnTo>
                    <a:pt x="1513" y="6069"/>
                  </a:lnTo>
                  <a:lnTo>
                    <a:pt x="1295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8" name="Google Shape;5958;p63"/>
            <p:cNvSpPr/>
            <p:nvPr/>
          </p:nvSpPr>
          <p:spPr>
            <a:xfrm>
              <a:off x="4273550" y="1274100"/>
              <a:ext cx="7600" cy="126525"/>
            </a:xfrm>
            <a:custGeom>
              <a:avLst/>
              <a:gdLst/>
              <a:ahLst/>
              <a:cxnLst/>
              <a:rect l="l" t="t" r="r" b="b"/>
              <a:pathLst>
                <a:path w="304" h="5061" extrusionOk="0">
                  <a:moveTo>
                    <a:pt x="17" y="0"/>
                  </a:moveTo>
                  <a:lnTo>
                    <a:pt x="1" y="17"/>
                  </a:lnTo>
                  <a:lnTo>
                    <a:pt x="1" y="320"/>
                  </a:lnTo>
                  <a:lnTo>
                    <a:pt x="17" y="622"/>
                  </a:lnTo>
                  <a:lnTo>
                    <a:pt x="34" y="1228"/>
                  </a:lnTo>
                  <a:lnTo>
                    <a:pt x="85" y="2505"/>
                  </a:lnTo>
                  <a:lnTo>
                    <a:pt x="118" y="3144"/>
                  </a:lnTo>
                  <a:lnTo>
                    <a:pt x="152" y="3783"/>
                  </a:lnTo>
                  <a:lnTo>
                    <a:pt x="269" y="5044"/>
                  </a:lnTo>
                  <a:lnTo>
                    <a:pt x="286" y="5060"/>
                  </a:lnTo>
                  <a:lnTo>
                    <a:pt x="303" y="5044"/>
                  </a:lnTo>
                  <a:lnTo>
                    <a:pt x="269" y="3766"/>
                  </a:lnTo>
                  <a:lnTo>
                    <a:pt x="219" y="2522"/>
                  </a:lnTo>
                  <a:lnTo>
                    <a:pt x="135" y="1261"/>
                  </a:lnTo>
                  <a:lnTo>
                    <a:pt x="101" y="639"/>
                  </a:lnTo>
                  <a:lnTo>
                    <a:pt x="68" y="320"/>
                  </a:lnTo>
                  <a:lnTo>
                    <a:pt x="34" y="1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9" name="Google Shape;5959;p63"/>
            <p:cNvSpPr/>
            <p:nvPr/>
          </p:nvSpPr>
          <p:spPr>
            <a:xfrm>
              <a:off x="4444600" y="1136675"/>
              <a:ext cx="48350" cy="247975"/>
            </a:xfrm>
            <a:custGeom>
              <a:avLst/>
              <a:gdLst/>
              <a:ahLst/>
              <a:cxnLst/>
              <a:rect l="l" t="t" r="r" b="b"/>
              <a:pathLst>
                <a:path w="1934" h="9919" extrusionOk="0">
                  <a:moveTo>
                    <a:pt x="1" y="0"/>
                  </a:moveTo>
                  <a:lnTo>
                    <a:pt x="337" y="941"/>
                  </a:lnTo>
                  <a:lnTo>
                    <a:pt x="656" y="1900"/>
                  </a:lnTo>
                  <a:lnTo>
                    <a:pt x="942" y="2858"/>
                  </a:lnTo>
                  <a:lnTo>
                    <a:pt x="1211" y="3833"/>
                  </a:lnTo>
                  <a:lnTo>
                    <a:pt x="1312" y="4321"/>
                  </a:lnTo>
                  <a:lnTo>
                    <a:pt x="1413" y="4791"/>
                  </a:lnTo>
                  <a:lnTo>
                    <a:pt x="1514" y="5296"/>
                  </a:lnTo>
                  <a:lnTo>
                    <a:pt x="1581" y="5783"/>
                  </a:lnTo>
                  <a:lnTo>
                    <a:pt x="1648" y="6271"/>
                  </a:lnTo>
                  <a:lnTo>
                    <a:pt x="1698" y="6758"/>
                  </a:lnTo>
                  <a:lnTo>
                    <a:pt x="1732" y="7262"/>
                  </a:lnTo>
                  <a:lnTo>
                    <a:pt x="1766" y="7750"/>
                  </a:lnTo>
                  <a:lnTo>
                    <a:pt x="1783" y="8305"/>
                  </a:lnTo>
                  <a:lnTo>
                    <a:pt x="1766" y="8860"/>
                  </a:lnTo>
                  <a:lnTo>
                    <a:pt x="1749" y="9128"/>
                  </a:lnTo>
                  <a:lnTo>
                    <a:pt x="1715" y="9397"/>
                  </a:lnTo>
                  <a:lnTo>
                    <a:pt x="1648" y="9650"/>
                  </a:lnTo>
                  <a:lnTo>
                    <a:pt x="1547" y="9902"/>
                  </a:lnTo>
                  <a:lnTo>
                    <a:pt x="1547" y="9919"/>
                  </a:lnTo>
                  <a:lnTo>
                    <a:pt x="1564" y="9919"/>
                  </a:lnTo>
                  <a:lnTo>
                    <a:pt x="1665" y="9717"/>
                  </a:lnTo>
                  <a:lnTo>
                    <a:pt x="1749" y="9515"/>
                  </a:lnTo>
                  <a:lnTo>
                    <a:pt x="1816" y="9297"/>
                  </a:lnTo>
                  <a:lnTo>
                    <a:pt x="1867" y="9078"/>
                  </a:lnTo>
                  <a:lnTo>
                    <a:pt x="1917" y="8607"/>
                  </a:lnTo>
                  <a:lnTo>
                    <a:pt x="1934" y="8120"/>
                  </a:lnTo>
                  <a:lnTo>
                    <a:pt x="1934" y="7615"/>
                  </a:lnTo>
                  <a:lnTo>
                    <a:pt x="1917" y="7128"/>
                  </a:lnTo>
                  <a:lnTo>
                    <a:pt x="1883" y="6624"/>
                  </a:lnTo>
                  <a:lnTo>
                    <a:pt x="1816" y="6119"/>
                  </a:lnTo>
                  <a:lnTo>
                    <a:pt x="1749" y="5615"/>
                  </a:lnTo>
                  <a:lnTo>
                    <a:pt x="1648" y="5111"/>
                  </a:lnTo>
                  <a:lnTo>
                    <a:pt x="1547" y="4606"/>
                  </a:lnTo>
                  <a:lnTo>
                    <a:pt x="1446" y="4119"/>
                  </a:lnTo>
                  <a:lnTo>
                    <a:pt x="1312" y="3631"/>
                  </a:lnTo>
                  <a:lnTo>
                    <a:pt x="1177" y="3127"/>
                  </a:lnTo>
                  <a:lnTo>
                    <a:pt x="1026" y="2656"/>
                  </a:lnTo>
                  <a:lnTo>
                    <a:pt x="858" y="2169"/>
                  </a:lnTo>
                  <a:lnTo>
                    <a:pt x="841" y="2101"/>
                  </a:lnTo>
                  <a:lnTo>
                    <a:pt x="757" y="1614"/>
                  </a:lnTo>
                  <a:lnTo>
                    <a:pt x="673" y="1227"/>
                  </a:lnTo>
                  <a:lnTo>
                    <a:pt x="589" y="841"/>
                  </a:lnTo>
                  <a:lnTo>
                    <a:pt x="555" y="841"/>
                  </a:lnTo>
                  <a:lnTo>
                    <a:pt x="623" y="1227"/>
                  </a:lnTo>
                  <a:lnTo>
                    <a:pt x="690" y="1614"/>
                  </a:lnTo>
                  <a:lnTo>
                    <a:pt x="690" y="1681"/>
                  </a:lnTo>
                  <a:lnTo>
                    <a:pt x="707" y="1732"/>
                  </a:lnTo>
                  <a:lnTo>
                    <a:pt x="387" y="85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0" name="Google Shape;5960;p63"/>
            <p:cNvSpPr/>
            <p:nvPr/>
          </p:nvSpPr>
          <p:spPr>
            <a:xfrm>
              <a:off x="4240350" y="1158525"/>
              <a:ext cx="148375" cy="112650"/>
            </a:xfrm>
            <a:custGeom>
              <a:avLst/>
              <a:gdLst/>
              <a:ahLst/>
              <a:cxnLst/>
              <a:rect l="l" t="t" r="r" b="b"/>
              <a:pathLst>
                <a:path w="5935" h="4506" extrusionOk="0">
                  <a:moveTo>
                    <a:pt x="5161" y="0"/>
                  </a:moveTo>
                  <a:lnTo>
                    <a:pt x="5229" y="1328"/>
                  </a:lnTo>
                  <a:lnTo>
                    <a:pt x="5094" y="690"/>
                  </a:lnTo>
                  <a:lnTo>
                    <a:pt x="5077" y="673"/>
                  </a:lnTo>
                  <a:lnTo>
                    <a:pt x="5077" y="690"/>
                  </a:lnTo>
                  <a:lnTo>
                    <a:pt x="5111" y="992"/>
                  </a:lnTo>
                  <a:lnTo>
                    <a:pt x="5161" y="1295"/>
                  </a:lnTo>
                  <a:lnTo>
                    <a:pt x="5229" y="1530"/>
                  </a:lnTo>
                  <a:lnTo>
                    <a:pt x="5279" y="2135"/>
                  </a:lnTo>
                  <a:lnTo>
                    <a:pt x="5313" y="2640"/>
                  </a:lnTo>
                  <a:lnTo>
                    <a:pt x="5346" y="3161"/>
                  </a:lnTo>
                  <a:lnTo>
                    <a:pt x="5414" y="3665"/>
                  </a:lnTo>
                  <a:lnTo>
                    <a:pt x="5498" y="4169"/>
                  </a:lnTo>
                  <a:lnTo>
                    <a:pt x="4556" y="4169"/>
                  </a:lnTo>
                  <a:lnTo>
                    <a:pt x="4102" y="4186"/>
                  </a:lnTo>
                  <a:lnTo>
                    <a:pt x="3632" y="4203"/>
                  </a:lnTo>
                  <a:lnTo>
                    <a:pt x="3077" y="4237"/>
                  </a:lnTo>
                  <a:lnTo>
                    <a:pt x="2505" y="4287"/>
                  </a:lnTo>
                  <a:lnTo>
                    <a:pt x="1951" y="4338"/>
                  </a:lnTo>
                  <a:lnTo>
                    <a:pt x="1396" y="4405"/>
                  </a:lnTo>
                  <a:lnTo>
                    <a:pt x="1396" y="4405"/>
                  </a:lnTo>
                  <a:lnTo>
                    <a:pt x="1413" y="4220"/>
                  </a:lnTo>
                  <a:lnTo>
                    <a:pt x="1413" y="4035"/>
                  </a:lnTo>
                  <a:lnTo>
                    <a:pt x="1345" y="4035"/>
                  </a:lnTo>
                  <a:lnTo>
                    <a:pt x="1211" y="4018"/>
                  </a:lnTo>
                  <a:lnTo>
                    <a:pt x="807" y="4001"/>
                  </a:lnTo>
                  <a:lnTo>
                    <a:pt x="353" y="4018"/>
                  </a:lnTo>
                  <a:lnTo>
                    <a:pt x="0" y="4035"/>
                  </a:lnTo>
                  <a:lnTo>
                    <a:pt x="17" y="4270"/>
                  </a:lnTo>
                  <a:lnTo>
                    <a:pt x="68" y="4489"/>
                  </a:lnTo>
                  <a:lnTo>
                    <a:pt x="84" y="4506"/>
                  </a:lnTo>
                  <a:lnTo>
                    <a:pt x="101" y="4489"/>
                  </a:lnTo>
                  <a:lnTo>
                    <a:pt x="84" y="4136"/>
                  </a:lnTo>
                  <a:lnTo>
                    <a:pt x="1312" y="4136"/>
                  </a:lnTo>
                  <a:lnTo>
                    <a:pt x="1329" y="4304"/>
                  </a:lnTo>
                  <a:lnTo>
                    <a:pt x="1362" y="4472"/>
                  </a:lnTo>
                  <a:lnTo>
                    <a:pt x="3632" y="4354"/>
                  </a:lnTo>
                  <a:lnTo>
                    <a:pt x="4758" y="4321"/>
                  </a:lnTo>
                  <a:lnTo>
                    <a:pt x="5330" y="4304"/>
                  </a:lnTo>
                  <a:lnTo>
                    <a:pt x="5615" y="4287"/>
                  </a:lnTo>
                  <a:lnTo>
                    <a:pt x="5901" y="4270"/>
                  </a:lnTo>
                  <a:lnTo>
                    <a:pt x="5918" y="4270"/>
                  </a:lnTo>
                  <a:lnTo>
                    <a:pt x="5935" y="4237"/>
                  </a:lnTo>
                  <a:lnTo>
                    <a:pt x="5918" y="4220"/>
                  </a:lnTo>
                  <a:lnTo>
                    <a:pt x="5901" y="4203"/>
                  </a:lnTo>
                  <a:lnTo>
                    <a:pt x="5531" y="4169"/>
                  </a:lnTo>
                  <a:lnTo>
                    <a:pt x="5531" y="3665"/>
                  </a:lnTo>
                  <a:lnTo>
                    <a:pt x="5498" y="3144"/>
                  </a:lnTo>
                  <a:lnTo>
                    <a:pt x="5464" y="2623"/>
                  </a:lnTo>
                  <a:lnTo>
                    <a:pt x="5414" y="2118"/>
                  </a:lnTo>
                  <a:lnTo>
                    <a:pt x="5296" y="1059"/>
                  </a:lnTo>
                  <a:lnTo>
                    <a:pt x="516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1" name="Google Shape;5961;p63"/>
            <p:cNvSpPr/>
            <p:nvPr/>
          </p:nvSpPr>
          <p:spPr>
            <a:xfrm>
              <a:off x="4232375" y="1515750"/>
              <a:ext cx="358925" cy="138725"/>
            </a:xfrm>
            <a:custGeom>
              <a:avLst/>
              <a:gdLst/>
              <a:ahLst/>
              <a:cxnLst/>
              <a:rect l="l" t="t" r="r" b="b"/>
              <a:pathLst>
                <a:path w="14357" h="5549" extrusionOk="0">
                  <a:moveTo>
                    <a:pt x="0" y="1"/>
                  </a:moveTo>
                  <a:lnTo>
                    <a:pt x="0" y="5548"/>
                  </a:lnTo>
                  <a:lnTo>
                    <a:pt x="14357" y="5548"/>
                  </a:lnTo>
                  <a:lnTo>
                    <a:pt x="14357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2" name="Google Shape;5962;p63"/>
            <p:cNvSpPr/>
            <p:nvPr/>
          </p:nvSpPr>
          <p:spPr>
            <a:xfrm>
              <a:off x="4232375" y="1182900"/>
              <a:ext cx="456850" cy="804000"/>
            </a:xfrm>
            <a:custGeom>
              <a:avLst/>
              <a:gdLst/>
              <a:ahLst/>
              <a:cxnLst/>
              <a:rect l="l" t="t" r="r" b="b"/>
              <a:pathLst>
                <a:path w="18274" h="32160" extrusionOk="0">
                  <a:moveTo>
                    <a:pt x="16374" y="0"/>
                  </a:moveTo>
                  <a:lnTo>
                    <a:pt x="16122" y="51"/>
                  </a:lnTo>
                  <a:lnTo>
                    <a:pt x="15853" y="118"/>
                  </a:lnTo>
                  <a:lnTo>
                    <a:pt x="15617" y="202"/>
                  </a:lnTo>
                  <a:lnTo>
                    <a:pt x="15382" y="320"/>
                  </a:lnTo>
                  <a:lnTo>
                    <a:pt x="15164" y="454"/>
                  </a:lnTo>
                  <a:lnTo>
                    <a:pt x="14962" y="605"/>
                  </a:lnTo>
                  <a:lnTo>
                    <a:pt x="14760" y="774"/>
                  </a:lnTo>
                  <a:lnTo>
                    <a:pt x="14592" y="959"/>
                  </a:lnTo>
                  <a:lnTo>
                    <a:pt x="14441" y="1160"/>
                  </a:lnTo>
                  <a:lnTo>
                    <a:pt x="14306" y="1379"/>
                  </a:lnTo>
                  <a:lnTo>
                    <a:pt x="14205" y="1614"/>
                  </a:lnTo>
                  <a:lnTo>
                    <a:pt x="14104" y="1866"/>
                  </a:lnTo>
                  <a:lnTo>
                    <a:pt x="14037" y="2118"/>
                  </a:lnTo>
                  <a:lnTo>
                    <a:pt x="14004" y="2387"/>
                  </a:lnTo>
                  <a:lnTo>
                    <a:pt x="13987" y="2656"/>
                  </a:lnTo>
                  <a:lnTo>
                    <a:pt x="13987" y="29504"/>
                  </a:lnTo>
                  <a:lnTo>
                    <a:pt x="13970" y="29705"/>
                  </a:lnTo>
                  <a:lnTo>
                    <a:pt x="13953" y="29907"/>
                  </a:lnTo>
                  <a:lnTo>
                    <a:pt x="13903" y="30092"/>
                  </a:lnTo>
                  <a:lnTo>
                    <a:pt x="13835" y="30277"/>
                  </a:lnTo>
                  <a:lnTo>
                    <a:pt x="13751" y="30445"/>
                  </a:lnTo>
                  <a:lnTo>
                    <a:pt x="13651" y="30613"/>
                  </a:lnTo>
                  <a:lnTo>
                    <a:pt x="13533" y="30765"/>
                  </a:lnTo>
                  <a:lnTo>
                    <a:pt x="13415" y="30899"/>
                  </a:lnTo>
                  <a:lnTo>
                    <a:pt x="13264" y="31017"/>
                  </a:lnTo>
                  <a:lnTo>
                    <a:pt x="13113" y="31134"/>
                  </a:lnTo>
                  <a:lnTo>
                    <a:pt x="12961" y="31235"/>
                  </a:lnTo>
                  <a:lnTo>
                    <a:pt x="12776" y="31319"/>
                  </a:lnTo>
                  <a:lnTo>
                    <a:pt x="12608" y="31387"/>
                  </a:lnTo>
                  <a:lnTo>
                    <a:pt x="12407" y="31437"/>
                  </a:lnTo>
                  <a:lnTo>
                    <a:pt x="12222" y="31471"/>
                  </a:lnTo>
                  <a:lnTo>
                    <a:pt x="0" y="31471"/>
                  </a:lnTo>
                  <a:lnTo>
                    <a:pt x="0" y="32160"/>
                  </a:lnTo>
                  <a:lnTo>
                    <a:pt x="12289" y="32160"/>
                  </a:lnTo>
                  <a:lnTo>
                    <a:pt x="12558" y="32109"/>
                  </a:lnTo>
                  <a:lnTo>
                    <a:pt x="12810" y="32042"/>
                  </a:lnTo>
                  <a:lnTo>
                    <a:pt x="13062" y="31958"/>
                  </a:lnTo>
                  <a:lnTo>
                    <a:pt x="13281" y="31840"/>
                  </a:lnTo>
                  <a:lnTo>
                    <a:pt x="13499" y="31706"/>
                  </a:lnTo>
                  <a:lnTo>
                    <a:pt x="13718" y="31555"/>
                  </a:lnTo>
                  <a:lnTo>
                    <a:pt x="13903" y="31387"/>
                  </a:lnTo>
                  <a:lnTo>
                    <a:pt x="14071" y="31202"/>
                  </a:lnTo>
                  <a:lnTo>
                    <a:pt x="14222" y="31000"/>
                  </a:lnTo>
                  <a:lnTo>
                    <a:pt x="14357" y="30781"/>
                  </a:lnTo>
                  <a:lnTo>
                    <a:pt x="14474" y="30546"/>
                  </a:lnTo>
                  <a:lnTo>
                    <a:pt x="14558" y="30294"/>
                  </a:lnTo>
                  <a:lnTo>
                    <a:pt x="14626" y="30042"/>
                  </a:lnTo>
                  <a:lnTo>
                    <a:pt x="14659" y="29773"/>
                  </a:lnTo>
                  <a:lnTo>
                    <a:pt x="14676" y="29504"/>
                  </a:lnTo>
                  <a:lnTo>
                    <a:pt x="14676" y="2656"/>
                  </a:lnTo>
                  <a:lnTo>
                    <a:pt x="14693" y="2455"/>
                  </a:lnTo>
                  <a:lnTo>
                    <a:pt x="14726" y="2253"/>
                  </a:lnTo>
                  <a:lnTo>
                    <a:pt x="14777" y="2068"/>
                  </a:lnTo>
                  <a:lnTo>
                    <a:pt x="14844" y="1900"/>
                  </a:lnTo>
                  <a:lnTo>
                    <a:pt x="14928" y="1715"/>
                  </a:lnTo>
                  <a:lnTo>
                    <a:pt x="15012" y="1564"/>
                  </a:lnTo>
                  <a:lnTo>
                    <a:pt x="15130" y="1412"/>
                  </a:lnTo>
                  <a:lnTo>
                    <a:pt x="15264" y="1261"/>
                  </a:lnTo>
                  <a:lnTo>
                    <a:pt x="15399" y="1143"/>
                  </a:lnTo>
                  <a:lnTo>
                    <a:pt x="15550" y="1026"/>
                  </a:lnTo>
                  <a:lnTo>
                    <a:pt x="15718" y="925"/>
                  </a:lnTo>
                  <a:lnTo>
                    <a:pt x="15886" y="841"/>
                  </a:lnTo>
                  <a:lnTo>
                    <a:pt x="16071" y="774"/>
                  </a:lnTo>
                  <a:lnTo>
                    <a:pt x="16256" y="723"/>
                  </a:lnTo>
                  <a:lnTo>
                    <a:pt x="16441" y="706"/>
                  </a:lnTo>
                  <a:lnTo>
                    <a:pt x="16643" y="690"/>
                  </a:lnTo>
                  <a:lnTo>
                    <a:pt x="18274" y="690"/>
                  </a:lnTo>
                  <a:lnTo>
                    <a:pt x="1827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3" name="Google Shape;5963;p63"/>
            <p:cNvSpPr/>
            <p:nvPr/>
          </p:nvSpPr>
          <p:spPr>
            <a:xfrm>
              <a:off x="4223950" y="1448925"/>
              <a:ext cx="366925" cy="717450"/>
            </a:xfrm>
            <a:custGeom>
              <a:avLst/>
              <a:gdLst/>
              <a:ahLst/>
              <a:cxnLst/>
              <a:rect l="l" t="t" r="r" b="b"/>
              <a:pathLst>
                <a:path w="14677" h="28698" extrusionOk="0">
                  <a:moveTo>
                    <a:pt x="2388" y="1"/>
                  </a:moveTo>
                  <a:lnTo>
                    <a:pt x="2153" y="18"/>
                  </a:lnTo>
                  <a:lnTo>
                    <a:pt x="1917" y="51"/>
                  </a:lnTo>
                  <a:lnTo>
                    <a:pt x="1682" y="118"/>
                  </a:lnTo>
                  <a:lnTo>
                    <a:pt x="1463" y="202"/>
                  </a:lnTo>
                  <a:lnTo>
                    <a:pt x="1262" y="303"/>
                  </a:lnTo>
                  <a:lnTo>
                    <a:pt x="1060" y="421"/>
                  </a:lnTo>
                  <a:lnTo>
                    <a:pt x="875" y="555"/>
                  </a:lnTo>
                  <a:lnTo>
                    <a:pt x="707" y="707"/>
                  </a:lnTo>
                  <a:lnTo>
                    <a:pt x="556" y="875"/>
                  </a:lnTo>
                  <a:lnTo>
                    <a:pt x="404" y="1060"/>
                  </a:lnTo>
                  <a:lnTo>
                    <a:pt x="287" y="1262"/>
                  </a:lnTo>
                  <a:lnTo>
                    <a:pt x="186" y="1480"/>
                  </a:lnTo>
                  <a:lnTo>
                    <a:pt x="102" y="1699"/>
                  </a:lnTo>
                  <a:lnTo>
                    <a:pt x="51" y="1917"/>
                  </a:lnTo>
                  <a:lnTo>
                    <a:pt x="18" y="2153"/>
                  </a:lnTo>
                  <a:lnTo>
                    <a:pt x="1" y="2405"/>
                  </a:lnTo>
                  <a:lnTo>
                    <a:pt x="1" y="28697"/>
                  </a:lnTo>
                  <a:lnTo>
                    <a:pt x="690" y="28697"/>
                  </a:lnTo>
                  <a:lnTo>
                    <a:pt x="690" y="2388"/>
                  </a:lnTo>
                  <a:lnTo>
                    <a:pt x="690" y="2220"/>
                  </a:lnTo>
                  <a:lnTo>
                    <a:pt x="724" y="2052"/>
                  </a:lnTo>
                  <a:lnTo>
                    <a:pt x="774" y="1884"/>
                  </a:lnTo>
                  <a:lnTo>
                    <a:pt x="825" y="1732"/>
                  </a:lnTo>
                  <a:lnTo>
                    <a:pt x="892" y="1581"/>
                  </a:lnTo>
                  <a:lnTo>
                    <a:pt x="976" y="1446"/>
                  </a:lnTo>
                  <a:lnTo>
                    <a:pt x="1077" y="1312"/>
                  </a:lnTo>
                  <a:lnTo>
                    <a:pt x="1194" y="1194"/>
                  </a:lnTo>
                  <a:lnTo>
                    <a:pt x="1312" y="1077"/>
                  </a:lnTo>
                  <a:lnTo>
                    <a:pt x="1447" y="976"/>
                  </a:lnTo>
                  <a:lnTo>
                    <a:pt x="1581" y="892"/>
                  </a:lnTo>
                  <a:lnTo>
                    <a:pt x="1732" y="824"/>
                  </a:lnTo>
                  <a:lnTo>
                    <a:pt x="1884" y="757"/>
                  </a:lnTo>
                  <a:lnTo>
                    <a:pt x="2052" y="724"/>
                  </a:lnTo>
                  <a:lnTo>
                    <a:pt x="2220" y="690"/>
                  </a:lnTo>
                  <a:lnTo>
                    <a:pt x="14677" y="690"/>
                  </a:lnTo>
                  <a:lnTo>
                    <a:pt x="1467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4" name="Google Shape;5964;p63"/>
            <p:cNvSpPr/>
            <p:nvPr/>
          </p:nvSpPr>
          <p:spPr>
            <a:xfrm>
              <a:off x="4635400" y="1173650"/>
              <a:ext cx="107625" cy="34475"/>
            </a:xfrm>
            <a:custGeom>
              <a:avLst/>
              <a:gdLst/>
              <a:ahLst/>
              <a:cxnLst/>
              <a:rect l="l" t="t" r="r" b="b"/>
              <a:pathLst>
                <a:path w="4305" h="1379" extrusionOk="0">
                  <a:moveTo>
                    <a:pt x="1" y="0"/>
                  </a:moveTo>
                  <a:lnTo>
                    <a:pt x="1" y="1379"/>
                  </a:lnTo>
                  <a:lnTo>
                    <a:pt x="4304" y="1379"/>
                  </a:lnTo>
                  <a:lnTo>
                    <a:pt x="43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5" name="Google Shape;5965;p63"/>
            <p:cNvSpPr/>
            <p:nvPr/>
          </p:nvSpPr>
          <p:spPr>
            <a:xfrm>
              <a:off x="4321050" y="1614950"/>
              <a:ext cx="485000" cy="605625"/>
            </a:xfrm>
            <a:custGeom>
              <a:avLst/>
              <a:gdLst/>
              <a:ahLst/>
              <a:cxnLst/>
              <a:rect l="l" t="t" r="r" b="b"/>
              <a:pathLst>
                <a:path w="19400" h="24225" extrusionOk="0">
                  <a:moveTo>
                    <a:pt x="9700" y="975"/>
                  </a:moveTo>
                  <a:lnTo>
                    <a:pt x="10154" y="992"/>
                  </a:lnTo>
                  <a:lnTo>
                    <a:pt x="10591" y="1026"/>
                  </a:lnTo>
                  <a:lnTo>
                    <a:pt x="11028" y="1110"/>
                  </a:lnTo>
                  <a:lnTo>
                    <a:pt x="11465" y="1194"/>
                  </a:lnTo>
                  <a:lnTo>
                    <a:pt x="11886" y="1328"/>
                  </a:lnTo>
                  <a:lnTo>
                    <a:pt x="12289" y="1479"/>
                  </a:lnTo>
                  <a:lnTo>
                    <a:pt x="12692" y="1648"/>
                  </a:lnTo>
                  <a:lnTo>
                    <a:pt x="13096" y="1849"/>
                  </a:lnTo>
                  <a:lnTo>
                    <a:pt x="13483" y="2068"/>
                  </a:lnTo>
                  <a:lnTo>
                    <a:pt x="13852" y="2320"/>
                  </a:lnTo>
                  <a:lnTo>
                    <a:pt x="14222" y="2589"/>
                  </a:lnTo>
                  <a:lnTo>
                    <a:pt x="14575" y="2875"/>
                  </a:lnTo>
                  <a:lnTo>
                    <a:pt x="14928" y="3194"/>
                  </a:lnTo>
                  <a:lnTo>
                    <a:pt x="15248" y="3514"/>
                  </a:lnTo>
                  <a:lnTo>
                    <a:pt x="15567" y="3867"/>
                  </a:lnTo>
                  <a:lnTo>
                    <a:pt x="15870" y="4236"/>
                  </a:lnTo>
                  <a:lnTo>
                    <a:pt x="16155" y="4623"/>
                  </a:lnTo>
                  <a:lnTo>
                    <a:pt x="16441" y="5027"/>
                  </a:lnTo>
                  <a:lnTo>
                    <a:pt x="16693" y="5447"/>
                  </a:lnTo>
                  <a:lnTo>
                    <a:pt x="16946" y="5884"/>
                  </a:lnTo>
                  <a:lnTo>
                    <a:pt x="17164" y="6338"/>
                  </a:lnTo>
                  <a:lnTo>
                    <a:pt x="17383" y="6809"/>
                  </a:lnTo>
                  <a:lnTo>
                    <a:pt x="17568" y="7279"/>
                  </a:lnTo>
                  <a:lnTo>
                    <a:pt x="17753" y="7784"/>
                  </a:lnTo>
                  <a:lnTo>
                    <a:pt x="17904" y="8288"/>
                  </a:lnTo>
                  <a:lnTo>
                    <a:pt x="18038" y="8809"/>
                  </a:lnTo>
                  <a:lnTo>
                    <a:pt x="18156" y="9330"/>
                  </a:lnTo>
                  <a:lnTo>
                    <a:pt x="18257" y="9868"/>
                  </a:lnTo>
                  <a:lnTo>
                    <a:pt x="18324" y="10423"/>
                  </a:lnTo>
                  <a:lnTo>
                    <a:pt x="18391" y="10978"/>
                  </a:lnTo>
                  <a:lnTo>
                    <a:pt x="18425" y="11532"/>
                  </a:lnTo>
                  <a:lnTo>
                    <a:pt x="18425" y="12104"/>
                  </a:lnTo>
                  <a:lnTo>
                    <a:pt x="18425" y="12676"/>
                  </a:lnTo>
                  <a:lnTo>
                    <a:pt x="18391" y="13247"/>
                  </a:lnTo>
                  <a:lnTo>
                    <a:pt x="18324" y="13802"/>
                  </a:lnTo>
                  <a:lnTo>
                    <a:pt x="18257" y="14357"/>
                  </a:lnTo>
                  <a:lnTo>
                    <a:pt x="18156" y="14895"/>
                  </a:lnTo>
                  <a:lnTo>
                    <a:pt x="18038" y="15416"/>
                  </a:lnTo>
                  <a:lnTo>
                    <a:pt x="17904" y="15937"/>
                  </a:lnTo>
                  <a:lnTo>
                    <a:pt x="17753" y="16441"/>
                  </a:lnTo>
                  <a:lnTo>
                    <a:pt x="17568" y="16929"/>
                  </a:lnTo>
                  <a:lnTo>
                    <a:pt x="17383" y="17416"/>
                  </a:lnTo>
                  <a:lnTo>
                    <a:pt x="17164" y="17887"/>
                  </a:lnTo>
                  <a:lnTo>
                    <a:pt x="16946" y="18341"/>
                  </a:lnTo>
                  <a:lnTo>
                    <a:pt x="16693" y="18778"/>
                  </a:lnTo>
                  <a:lnTo>
                    <a:pt x="16441" y="19198"/>
                  </a:lnTo>
                  <a:lnTo>
                    <a:pt x="16155" y="19602"/>
                  </a:lnTo>
                  <a:lnTo>
                    <a:pt x="15870" y="19988"/>
                  </a:lnTo>
                  <a:lnTo>
                    <a:pt x="15567" y="20358"/>
                  </a:lnTo>
                  <a:lnTo>
                    <a:pt x="15248" y="20695"/>
                  </a:lnTo>
                  <a:lnTo>
                    <a:pt x="14928" y="21031"/>
                  </a:lnTo>
                  <a:lnTo>
                    <a:pt x="14575" y="21350"/>
                  </a:lnTo>
                  <a:lnTo>
                    <a:pt x="14222" y="21636"/>
                  </a:lnTo>
                  <a:lnTo>
                    <a:pt x="13852" y="21905"/>
                  </a:lnTo>
                  <a:lnTo>
                    <a:pt x="13483" y="22140"/>
                  </a:lnTo>
                  <a:lnTo>
                    <a:pt x="13096" y="22376"/>
                  </a:lnTo>
                  <a:lnTo>
                    <a:pt x="12692" y="22577"/>
                  </a:lnTo>
                  <a:lnTo>
                    <a:pt x="12289" y="22745"/>
                  </a:lnTo>
                  <a:lnTo>
                    <a:pt x="11886" y="22897"/>
                  </a:lnTo>
                  <a:lnTo>
                    <a:pt x="11465" y="23014"/>
                  </a:lnTo>
                  <a:lnTo>
                    <a:pt x="11028" y="23115"/>
                  </a:lnTo>
                  <a:lnTo>
                    <a:pt x="10591" y="23183"/>
                  </a:lnTo>
                  <a:lnTo>
                    <a:pt x="10154" y="23233"/>
                  </a:lnTo>
                  <a:lnTo>
                    <a:pt x="9700" y="23250"/>
                  </a:lnTo>
                  <a:lnTo>
                    <a:pt x="9246" y="23233"/>
                  </a:lnTo>
                  <a:lnTo>
                    <a:pt x="8809" y="23183"/>
                  </a:lnTo>
                  <a:lnTo>
                    <a:pt x="8372" y="23115"/>
                  </a:lnTo>
                  <a:lnTo>
                    <a:pt x="7952" y="23014"/>
                  </a:lnTo>
                  <a:lnTo>
                    <a:pt x="7515" y="22897"/>
                  </a:lnTo>
                  <a:lnTo>
                    <a:pt x="7111" y="22745"/>
                  </a:lnTo>
                  <a:lnTo>
                    <a:pt x="6708" y="22577"/>
                  </a:lnTo>
                  <a:lnTo>
                    <a:pt x="6304" y="22376"/>
                  </a:lnTo>
                  <a:lnTo>
                    <a:pt x="5918" y="22140"/>
                  </a:lnTo>
                  <a:lnTo>
                    <a:pt x="5548" y="21905"/>
                  </a:lnTo>
                  <a:lnTo>
                    <a:pt x="5178" y="21636"/>
                  </a:lnTo>
                  <a:lnTo>
                    <a:pt x="4825" y="21350"/>
                  </a:lnTo>
                  <a:lnTo>
                    <a:pt x="4489" y="21031"/>
                  </a:lnTo>
                  <a:lnTo>
                    <a:pt x="4152" y="20695"/>
                  </a:lnTo>
                  <a:lnTo>
                    <a:pt x="3833" y="20358"/>
                  </a:lnTo>
                  <a:lnTo>
                    <a:pt x="3530" y="19988"/>
                  </a:lnTo>
                  <a:lnTo>
                    <a:pt x="3245" y="19602"/>
                  </a:lnTo>
                  <a:lnTo>
                    <a:pt x="2976" y="19198"/>
                  </a:lnTo>
                  <a:lnTo>
                    <a:pt x="2707" y="18761"/>
                  </a:lnTo>
                  <a:lnTo>
                    <a:pt x="2471" y="18341"/>
                  </a:lnTo>
                  <a:lnTo>
                    <a:pt x="2236" y="17887"/>
                  </a:lnTo>
                  <a:lnTo>
                    <a:pt x="2034" y="17416"/>
                  </a:lnTo>
                  <a:lnTo>
                    <a:pt x="1833" y="16929"/>
                  </a:lnTo>
                  <a:lnTo>
                    <a:pt x="1664" y="16441"/>
                  </a:lnTo>
                  <a:lnTo>
                    <a:pt x="1496" y="15937"/>
                  </a:lnTo>
                  <a:lnTo>
                    <a:pt x="1362" y="15416"/>
                  </a:lnTo>
                  <a:lnTo>
                    <a:pt x="1244" y="14895"/>
                  </a:lnTo>
                  <a:lnTo>
                    <a:pt x="1143" y="14357"/>
                  </a:lnTo>
                  <a:lnTo>
                    <a:pt x="1076" y="13802"/>
                  </a:lnTo>
                  <a:lnTo>
                    <a:pt x="1009" y="13247"/>
                  </a:lnTo>
                  <a:lnTo>
                    <a:pt x="975" y="12676"/>
                  </a:lnTo>
                  <a:lnTo>
                    <a:pt x="975" y="12104"/>
                  </a:lnTo>
                  <a:lnTo>
                    <a:pt x="975" y="11532"/>
                  </a:lnTo>
                  <a:lnTo>
                    <a:pt x="1009" y="10978"/>
                  </a:lnTo>
                  <a:lnTo>
                    <a:pt x="1076" y="10423"/>
                  </a:lnTo>
                  <a:lnTo>
                    <a:pt x="1143" y="9868"/>
                  </a:lnTo>
                  <a:lnTo>
                    <a:pt x="1244" y="9330"/>
                  </a:lnTo>
                  <a:lnTo>
                    <a:pt x="1362" y="8809"/>
                  </a:lnTo>
                  <a:lnTo>
                    <a:pt x="1496" y="8288"/>
                  </a:lnTo>
                  <a:lnTo>
                    <a:pt x="1664" y="7784"/>
                  </a:lnTo>
                  <a:lnTo>
                    <a:pt x="1833" y="7279"/>
                  </a:lnTo>
                  <a:lnTo>
                    <a:pt x="2034" y="6809"/>
                  </a:lnTo>
                  <a:lnTo>
                    <a:pt x="2236" y="6338"/>
                  </a:lnTo>
                  <a:lnTo>
                    <a:pt x="2471" y="5884"/>
                  </a:lnTo>
                  <a:lnTo>
                    <a:pt x="2707" y="5447"/>
                  </a:lnTo>
                  <a:lnTo>
                    <a:pt x="2959" y="5027"/>
                  </a:lnTo>
                  <a:lnTo>
                    <a:pt x="3245" y="4623"/>
                  </a:lnTo>
                  <a:lnTo>
                    <a:pt x="3530" y="4236"/>
                  </a:lnTo>
                  <a:lnTo>
                    <a:pt x="3833" y="3867"/>
                  </a:lnTo>
                  <a:lnTo>
                    <a:pt x="4152" y="3514"/>
                  </a:lnTo>
                  <a:lnTo>
                    <a:pt x="4472" y="3194"/>
                  </a:lnTo>
                  <a:lnTo>
                    <a:pt x="4825" y="2875"/>
                  </a:lnTo>
                  <a:lnTo>
                    <a:pt x="5178" y="2589"/>
                  </a:lnTo>
                  <a:lnTo>
                    <a:pt x="5548" y="2320"/>
                  </a:lnTo>
                  <a:lnTo>
                    <a:pt x="5918" y="2068"/>
                  </a:lnTo>
                  <a:lnTo>
                    <a:pt x="6304" y="1849"/>
                  </a:lnTo>
                  <a:lnTo>
                    <a:pt x="6708" y="1648"/>
                  </a:lnTo>
                  <a:lnTo>
                    <a:pt x="7111" y="1479"/>
                  </a:lnTo>
                  <a:lnTo>
                    <a:pt x="7515" y="1328"/>
                  </a:lnTo>
                  <a:lnTo>
                    <a:pt x="7935" y="1194"/>
                  </a:lnTo>
                  <a:lnTo>
                    <a:pt x="8372" y="1110"/>
                  </a:lnTo>
                  <a:lnTo>
                    <a:pt x="8809" y="1026"/>
                  </a:lnTo>
                  <a:lnTo>
                    <a:pt x="9246" y="992"/>
                  </a:lnTo>
                  <a:lnTo>
                    <a:pt x="9700" y="975"/>
                  </a:lnTo>
                  <a:close/>
                  <a:moveTo>
                    <a:pt x="9700" y="0"/>
                  </a:moveTo>
                  <a:lnTo>
                    <a:pt x="9196" y="17"/>
                  </a:lnTo>
                  <a:lnTo>
                    <a:pt x="8708" y="67"/>
                  </a:lnTo>
                  <a:lnTo>
                    <a:pt x="8221" y="135"/>
                  </a:lnTo>
                  <a:lnTo>
                    <a:pt x="7750" y="252"/>
                  </a:lnTo>
                  <a:lnTo>
                    <a:pt x="7279" y="387"/>
                  </a:lnTo>
                  <a:lnTo>
                    <a:pt x="6825" y="555"/>
                  </a:lnTo>
                  <a:lnTo>
                    <a:pt x="6372" y="740"/>
                  </a:lnTo>
                  <a:lnTo>
                    <a:pt x="5934" y="958"/>
                  </a:lnTo>
                  <a:lnTo>
                    <a:pt x="5497" y="1194"/>
                  </a:lnTo>
                  <a:lnTo>
                    <a:pt x="5077" y="1463"/>
                  </a:lnTo>
                  <a:lnTo>
                    <a:pt x="4674" y="1765"/>
                  </a:lnTo>
                  <a:lnTo>
                    <a:pt x="4287" y="2068"/>
                  </a:lnTo>
                  <a:lnTo>
                    <a:pt x="3900" y="2404"/>
                  </a:lnTo>
                  <a:lnTo>
                    <a:pt x="3530" y="2774"/>
                  </a:lnTo>
                  <a:lnTo>
                    <a:pt x="3177" y="3144"/>
                  </a:lnTo>
                  <a:lnTo>
                    <a:pt x="2841" y="3547"/>
                  </a:lnTo>
                  <a:lnTo>
                    <a:pt x="2522" y="3967"/>
                  </a:lnTo>
                  <a:lnTo>
                    <a:pt x="2219" y="4405"/>
                  </a:lnTo>
                  <a:lnTo>
                    <a:pt x="1933" y="4875"/>
                  </a:lnTo>
                  <a:lnTo>
                    <a:pt x="1664" y="5346"/>
                  </a:lnTo>
                  <a:lnTo>
                    <a:pt x="1412" y="5834"/>
                  </a:lnTo>
                  <a:lnTo>
                    <a:pt x="1177" y="6338"/>
                  </a:lnTo>
                  <a:lnTo>
                    <a:pt x="958" y="6859"/>
                  </a:lnTo>
                  <a:lnTo>
                    <a:pt x="757" y="7397"/>
                  </a:lnTo>
                  <a:lnTo>
                    <a:pt x="589" y="7952"/>
                  </a:lnTo>
                  <a:lnTo>
                    <a:pt x="437" y="8506"/>
                  </a:lnTo>
                  <a:lnTo>
                    <a:pt x="303" y="9095"/>
                  </a:lnTo>
                  <a:lnTo>
                    <a:pt x="202" y="9666"/>
                  </a:lnTo>
                  <a:lnTo>
                    <a:pt x="118" y="10272"/>
                  </a:lnTo>
                  <a:lnTo>
                    <a:pt x="51" y="10877"/>
                  </a:lnTo>
                  <a:lnTo>
                    <a:pt x="17" y="11482"/>
                  </a:lnTo>
                  <a:lnTo>
                    <a:pt x="0" y="12104"/>
                  </a:lnTo>
                  <a:lnTo>
                    <a:pt x="17" y="12726"/>
                  </a:lnTo>
                  <a:lnTo>
                    <a:pt x="51" y="13348"/>
                  </a:lnTo>
                  <a:lnTo>
                    <a:pt x="118" y="13953"/>
                  </a:lnTo>
                  <a:lnTo>
                    <a:pt x="202" y="14542"/>
                  </a:lnTo>
                  <a:lnTo>
                    <a:pt x="303" y="15130"/>
                  </a:lnTo>
                  <a:lnTo>
                    <a:pt x="437" y="15702"/>
                  </a:lnTo>
                  <a:lnTo>
                    <a:pt x="589" y="16273"/>
                  </a:lnTo>
                  <a:lnTo>
                    <a:pt x="757" y="16828"/>
                  </a:lnTo>
                  <a:lnTo>
                    <a:pt x="958" y="17349"/>
                  </a:lnTo>
                  <a:lnTo>
                    <a:pt x="1177" y="17870"/>
                  </a:lnTo>
                  <a:lnTo>
                    <a:pt x="1412" y="18391"/>
                  </a:lnTo>
                  <a:lnTo>
                    <a:pt x="1664" y="18879"/>
                  </a:lnTo>
                  <a:lnTo>
                    <a:pt x="1933" y="19350"/>
                  </a:lnTo>
                  <a:lnTo>
                    <a:pt x="2219" y="19804"/>
                  </a:lnTo>
                  <a:lnTo>
                    <a:pt x="2522" y="20241"/>
                  </a:lnTo>
                  <a:lnTo>
                    <a:pt x="2841" y="20678"/>
                  </a:lnTo>
                  <a:lnTo>
                    <a:pt x="3177" y="21064"/>
                  </a:lnTo>
                  <a:lnTo>
                    <a:pt x="3530" y="21451"/>
                  </a:lnTo>
                  <a:lnTo>
                    <a:pt x="3900" y="21804"/>
                  </a:lnTo>
                  <a:lnTo>
                    <a:pt x="4287" y="22157"/>
                  </a:lnTo>
                  <a:lnTo>
                    <a:pt x="4674" y="22460"/>
                  </a:lnTo>
                  <a:lnTo>
                    <a:pt x="5077" y="22762"/>
                  </a:lnTo>
                  <a:lnTo>
                    <a:pt x="5497" y="23031"/>
                  </a:lnTo>
                  <a:lnTo>
                    <a:pt x="5934" y="23267"/>
                  </a:lnTo>
                  <a:lnTo>
                    <a:pt x="6372" y="23485"/>
                  </a:lnTo>
                  <a:lnTo>
                    <a:pt x="6825" y="23670"/>
                  </a:lnTo>
                  <a:lnTo>
                    <a:pt x="7279" y="23838"/>
                  </a:lnTo>
                  <a:lnTo>
                    <a:pt x="7750" y="23973"/>
                  </a:lnTo>
                  <a:lnTo>
                    <a:pt x="8221" y="24074"/>
                  </a:lnTo>
                  <a:lnTo>
                    <a:pt x="8708" y="24158"/>
                  </a:lnTo>
                  <a:lnTo>
                    <a:pt x="9196" y="24208"/>
                  </a:lnTo>
                  <a:lnTo>
                    <a:pt x="9700" y="24225"/>
                  </a:lnTo>
                  <a:lnTo>
                    <a:pt x="10204" y="24208"/>
                  </a:lnTo>
                  <a:lnTo>
                    <a:pt x="10692" y="24158"/>
                  </a:lnTo>
                  <a:lnTo>
                    <a:pt x="11179" y="24074"/>
                  </a:lnTo>
                  <a:lnTo>
                    <a:pt x="11650" y="23973"/>
                  </a:lnTo>
                  <a:lnTo>
                    <a:pt x="12121" y="23838"/>
                  </a:lnTo>
                  <a:lnTo>
                    <a:pt x="12592" y="23670"/>
                  </a:lnTo>
                  <a:lnTo>
                    <a:pt x="13029" y="23485"/>
                  </a:lnTo>
                  <a:lnTo>
                    <a:pt x="13483" y="23267"/>
                  </a:lnTo>
                  <a:lnTo>
                    <a:pt x="13903" y="23031"/>
                  </a:lnTo>
                  <a:lnTo>
                    <a:pt x="14323" y="22762"/>
                  </a:lnTo>
                  <a:lnTo>
                    <a:pt x="14727" y="22460"/>
                  </a:lnTo>
                  <a:lnTo>
                    <a:pt x="15130" y="22140"/>
                  </a:lnTo>
                  <a:lnTo>
                    <a:pt x="15500" y="21804"/>
                  </a:lnTo>
                  <a:lnTo>
                    <a:pt x="15870" y="21451"/>
                  </a:lnTo>
                  <a:lnTo>
                    <a:pt x="16223" y="21064"/>
                  </a:lnTo>
                  <a:lnTo>
                    <a:pt x="16559" y="20661"/>
                  </a:lnTo>
                  <a:lnTo>
                    <a:pt x="16878" y="20241"/>
                  </a:lnTo>
                  <a:lnTo>
                    <a:pt x="17181" y="19804"/>
                  </a:lnTo>
                  <a:lnTo>
                    <a:pt x="17467" y="19350"/>
                  </a:lnTo>
                  <a:lnTo>
                    <a:pt x="17753" y="18879"/>
                  </a:lnTo>
                  <a:lnTo>
                    <a:pt x="18005" y="18391"/>
                  </a:lnTo>
                  <a:lnTo>
                    <a:pt x="18240" y="17870"/>
                  </a:lnTo>
                  <a:lnTo>
                    <a:pt x="18442" y="17349"/>
                  </a:lnTo>
                  <a:lnTo>
                    <a:pt x="18644" y="16811"/>
                  </a:lnTo>
                  <a:lnTo>
                    <a:pt x="18812" y="16273"/>
                  </a:lnTo>
                  <a:lnTo>
                    <a:pt x="18963" y="15702"/>
                  </a:lnTo>
                  <a:lnTo>
                    <a:pt x="19097" y="15130"/>
                  </a:lnTo>
                  <a:lnTo>
                    <a:pt x="19215" y="14542"/>
                  </a:lnTo>
                  <a:lnTo>
                    <a:pt x="19299" y="13953"/>
                  </a:lnTo>
                  <a:lnTo>
                    <a:pt x="19350" y="13348"/>
                  </a:lnTo>
                  <a:lnTo>
                    <a:pt x="19400" y="12726"/>
                  </a:lnTo>
                  <a:lnTo>
                    <a:pt x="19400" y="12104"/>
                  </a:lnTo>
                  <a:lnTo>
                    <a:pt x="19400" y="11482"/>
                  </a:lnTo>
                  <a:lnTo>
                    <a:pt x="19350" y="10877"/>
                  </a:lnTo>
                  <a:lnTo>
                    <a:pt x="19299" y="10272"/>
                  </a:lnTo>
                  <a:lnTo>
                    <a:pt x="19215" y="9666"/>
                  </a:lnTo>
                  <a:lnTo>
                    <a:pt x="19097" y="9095"/>
                  </a:lnTo>
                  <a:lnTo>
                    <a:pt x="18963" y="8506"/>
                  </a:lnTo>
                  <a:lnTo>
                    <a:pt x="18812" y="7952"/>
                  </a:lnTo>
                  <a:lnTo>
                    <a:pt x="18644" y="7397"/>
                  </a:lnTo>
                  <a:lnTo>
                    <a:pt x="18442" y="6859"/>
                  </a:lnTo>
                  <a:lnTo>
                    <a:pt x="18223" y="6338"/>
                  </a:lnTo>
                  <a:lnTo>
                    <a:pt x="18005" y="5834"/>
                  </a:lnTo>
                  <a:lnTo>
                    <a:pt x="17753" y="5346"/>
                  </a:lnTo>
                  <a:lnTo>
                    <a:pt x="17467" y="4875"/>
                  </a:lnTo>
                  <a:lnTo>
                    <a:pt x="17181" y="4421"/>
                  </a:lnTo>
                  <a:lnTo>
                    <a:pt x="16878" y="3967"/>
                  </a:lnTo>
                  <a:lnTo>
                    <a:pt x="16559" y="3547"/>
                  </a:lnTo>
                  <a:lnTo>
                    <a:pt x="16223" y="3144"/>
                  </a:lnTo>
                  <a:lnTo>
                    <a:pt x="15870" y="2774"/>
                  </a:lnTo>
                  <a:lnTo>
                    <a:pt x="15500" y="2404"/>
                  </a:lnTo>
                  <a:lnTo>
                    <a:pt x="15130" y="2068"/>
                  </a:lnTo>
                  <a:lnTo>
                    <a:pt x="14727" y="1765"/>
                  </a:lnTo>
                  <a:lnTo>
                    <a:pt x="14323" y="1463"/>
                  </a:lnTo>
                  <a:lnTo>
                    <a:pt x="13903" y="1194"/>
                  </a:lnTo>
                  <a:lnTo>
                    <a:pt x="13483" y="958"/>
                  </a:lnTo>
                  <a:lnTo>
                    <a:pt x="13029" y="740"/>
                  </a:lnTo>
                  <a:lnTo>
                    <a:pt x="12592" y="555"/>
                  </a:lnTo>
                  <a:lnTo>
                    <a:pt x="12121" y="387"/>
                  </a:lnTo>
                  <a:lnTo>
                    <a:pt x="11650" y="252"/>
                  </a:lnTo>
                  <a:lnTo>
                    <a:pt x="11179" y="135"/>
                  </a:lnTo>
                  <a:lnTo>
                    <a:pt x="10692" y="67"/>
                  </a:lnTo>
                  <a:lnTo>
                    <a:pt x="10204" y="17"/>
                  </a:lnTo>
                  <a:lnTo>
                    <a:pt x="97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6" name="Google Shape;5966;p63"/>
            <p:cNvSpPr/>
            <p:nvPr/>
          </p:nvSpPr>
          <p:spPr>
            <a:xfrm>
              <a:off x="4368100" y="1649400"/>
              <a:ext cx="429125" cy="536725"/>
            </a:xfrm>
            <a:custGeom>
              <a:avLst/>
              <a:gdLst/>
              <a:ahLst/>
              <a:cxnLst/>
              <a:rect l="l" t="t" r="r" b="b"/>
              <a:pathLst>
                <a:path w="17165" h="21469" extrusionOk="0">
                  <a:moveTo>
                    <a:pt x="8591" y="690"/>
                  </a:moveTo>
                  <a:lnTo>
                    <a:pt x="8995" y="707"/>
                  </a:lnTo>
                  <a:lnTo>
                    <a:pt x="9398" y="740"/>
                  </a:lnTo>
                  <a:lnTo>
                    <a:pt x="9785" y="808"/>
                  </a:lnTo>
                  <a:lnTo>
                    <a:pt x="10172" y="908"/>
                  </a:lnTo>
                  <a:lnTo>
                    <a:pt x="10558" y="1009"/>
                  </a:lnTo>
                  <a:lnTo>
                    <a:pt x="10928" y="1144"/>
                  </a:lnTo>
                  <a:lnTo>
                    <a:pt x="11298" y="1312"/>
                  </a:lnTo>
                  <a:lnTo>
                    <a:pt x="11651" y="1480"/>
                  </a:lnTo>
                  <a:lnTo>
                    <a:pt x="12004" y="1682"/>
                  </a:lnTo>
                  <a:lnTo>
                    <a:pt x="12340" y="1917"/>
                  </a:lnTo>
                  <a:lnTo>
                    <a:pt x="12676" y="2152"/>
                  </a:lnTo>
                  <a:lnTo>
                    <a:pt x="12996" y="2405"/>
                  </a:lnTo>
                  <a:lnTo>
                    <a:pt x="13298" y="2690"/>
                  </a:lnTo>
                  <a:lnTo>
                    <a:pt x="13601" y="2993"/>
                  </a:lnTo>
                  <a:lnTo>
                    <a:pt x="13887" y="3312"/>
                  </a:lnTo>
                  <a:lnTo>
                    <a:pt x="14156" y="3632"/>
                  </a:lnTo>
                  <a:lnTo>
                    <a:pt x="14425" y="3985"/>
                  </a:lnTo>
                  <a:lnTo>
                    <a:pt x="14660" y="4355"/>
                  </a:lnTo>
                  <a:lnTo>
                    <a:pt x="14895" y="4724"/>
                  </a:lnTo>
                  <a:lnTo>
                    <a:pt x="15114" y="5128"/>
                  </a:lnTo>
                  <a:lnTo>
                    <a:pt x="15333" y="5531"/>
                  </a:lnTo>
                  <a:lnTo>
                    <a:pt x="15517" y="5952"/>
                  </a:lnTo>
                  <a:lnTo>
                    <a:pt x="15686" y="6389"/>
                  </a:lnTo>
                  <a:lnTo>
                    <a:pt x="15854" y="6826"/>
                  </a:lnTo>
                  <a:lnTo>
                    <a:pt x="15988" y="7280"/>
                  </a:lnTo>
                  <a:lnTo>
                    <a:pt x="16106" y="7750"/>
                  </a:lnTo>
                  <a:lnTo>
                    <a:pt x="16224" y="8221"/>
                  </a:lnTo>
                  <a:lnTo>
                    <a:pt x="16308" y="8709"/>
                  </a:lnTo>
                  <a:lnTo>
                    <a:pt x="16375" y="9213"/>
                  </a:lnTo>
                  <a:lnTo>
                    <a:pt x="16425" y="9701"/>
                  </a:lnTo>
                  <a:lnTo>
                    <a:pt x="16459" y="10222"/>
                  </a:lnTo>
                  <a:lnTo>
                    <a:pt x="16459" y="10726"/>
                  </a:lnTo>
                  <a:lnTo>
                    <a:pt x="16459" y="11247"/>
                  </a:lnTo>
                  <a:lnTo>
                    <a:pt x="16425" y="11752"/>
                  </a:lnTo>
                  <a:lnTo>
                    <a:pt x="16375" y="12256"/>
                  </a:lnTo>
                  <a:lnTo>
                    <a:pt x="16308" y="12760"/>
                  </a:lnTo>
                  <a:lnTo>
                    <a:pt x="16224" y="13231"/>
                  </a:lnTo>
                  <a:lnTo>
                    <a:pt x="16106" y="13718"/>
                  </a:lnTo>
                  <a:lnTo>
                    <a:pt x="15988" y="14172"/>
                  </a:lnTo>
                  <a:lnTo>
                    <a:pt x="15854" y="14643"/>
                  </a:lnTo>
                  <a:lnTo>
                    <a:pt x="15686" y="15080"/>
                  </a:lnTo>
                  <a:lnTo>
                    <a:pt x="15517" y="15517"/>
                  </a:lnTo>
                  <a:lnTo>
                    <a:pt x="15333" y="15937"/>
                  </a:lnTo>
                  <a:lnTo>
                    <a:pt x="15114" y="16341"/>
                  </a:lnTo>
                  <a:lnTo>
                    <a:pt x="14895" y="16728"/>
                  </a:lnTo>
                  <a:lnTo>
                    <a:pt x="14660" y="17114"/>
                  </a:lnTo>
                  <a:lnTo>
                    <a:pt x="14425" y="17484"/>
                  </a:lnTo>
                  <a:lnTo>
                    <a:pt x="14156" y="17820"/>
                  </a:lnTo>
                  <a:lnTo>
                    <a:pt x="13887" y="18157"/>
                  </a:lnTo>
                  <a:lnTo>
                    <a:pt x="13601" y="18476"/>
                  </a:lnTo>
                  <a:lnTo>
                    <a:pt x="13298" y="18762"/>
                  </a:lnTo>
                  <a:lnTo>
                    <a:pt x="12996" y="19048"/>
                  </a:lnTo>
                  <a:lnTo>
                    <a:pt x="12676" y="19317"/>
                  </a:lnTo>
                  <a:lnTo>
                    <a:pt x="12340" y="19552"/>
                  </a:lnTo>
                  <a:lnTo>
                    <a:pt x="12004" y="19770"/>
                  </a:lnTo>
                  <a:lnTo>
                    <a:pt x="11651" y="19972"/>
                  </a:lnTo>
                  <a:lnTo>
                    <a:pt x="11298" y="20157"/>
                  </a:lnTo>
                  <a:lnTo>
                    <a:pt x="10928" y="20308"/>
                  </a:lnTo>
                  <a:lnTo>
                    <a:pt x="10558" y="20443"/>
                  </a:lnTo>
                  <a:lnTo>
                    <a:pt x="10172" y="20561"/>
                  </a:lnTo>
                  <a:lnTo>
                    <a:pt x="9785" y="20645"/>
                  </a:lnTo>
                  <a:lnTo>
                    <a:pt x="9398" y="20712"/>
                  </a:lnTo>
                  <a:lnTo>
                    <a:pt x="8995" y="20745"/>
                  </a:lnTo>
                  <a:lnTo>
                    <a:pt x="8591" y="20762"/>
                  </a:lnTo>
                  <a:lnTo>
                    <a:pt x="8188" y="20745"/>
                  </a:lnTo>
                  <a:lnTo>
                    <a:pt x="7784" y="20712"/>
                  </a:lnTo>
                  <a:lnTo>
                    <a:pt x="7381" y="20645"/>
                  </a:lnTo>
                  <a:lnTo>
                    <a:pt x="6994" y="20561"/>
                  </a:lnTo>
                  <a:lnTo>
                    <a:pt x="6624" y="20443"/>
                  </a:lnTo>
                  <a:lnTo>
                    <a:pt x="6238" y="20308"/>
                  </a:lnTo>
                  <a:lnTo>
                    <a:pt x="5885" y="20157"/>
                  </a:lnTo>
                  <a:lnTo>
                    <a:pt x="5515" y="19972"/>
                  </a:lnTo>
                  <a:lnTo>
                    <a:pt x="5162" y="19770"/>
                  </a:lnTo>
                  <a:lnTo>
                    <a:pt x="4826" y="19552"/>
                  </a:lnTo>
                  <a:lnTo>
                    <a:pt x="4506" y="19317"/>
                  </a:lnTo>
                  <a:lnTo>
                    <a:pt x="4187" y="19048"/>
                  </a:lnTo>
                  <a:lnTo>
                    <a:pt x="3867" y="18762"/>
                  </a:lnTo>
                  <a:lnTo>
                    <a:pt x="3565" y="18476"/>
                  </a:lnTo>
                  <a:lnTo>
                    <a:pt x="3279" y="18157"/>
                  </a:lnTo>
                  <a:lnTo>
                    <a:pt x="3010" y="17820"/>
                  </a:lnTo>
                  <a:lnTo>
                    <a:pt x="2741" y="17467"/>
                  </a:lnTo>
                  <a:lnTo>
                    <a:pt x="2506" y="17114"/>
                  </a:lnTo>
                  <a:lnTo>
                    <a:pt x="2270" y="16728"/>
                  </a:lnTo>
                  <a:lnTo>
                    <a:pt x="2052" y="16341"/>
                  </a:lnTo>
                  <a:lnTo>
                    <a:pt x="1833" y="15921"/>
                  </a:lnTo>
                  <a:lnTo>
                    <a:pt x="1648" y="15500"/>
                  </a:lnTo>
                  <a:lnTo>
                    <a:pt x="1480" y="15080"/>
                  </a:lnTo>
                  <a:lnTo>
                    <a:pt x="1312" y="14626"/>
                  </a:lnTo>
                  <a:lnTo>
                    <a:pt x="1178" y="14172"/>
                  </a:lnTo>
                  <a:lnTo>
                    <a:pt x="1060" y="13702"/>
                  </a:lnTo>
                  <a:lnTo>
                    <a:pt x="942" y="13231"/>
                  </a:lnTo>
                  <a:lnTo>
                    <a:pt x="858" y="12743"/>
                  </a:lnTo>
                  <a:lnTo>
                    <a:pt x="791" y="12256"/>
                  </a:lnTo>
                  <a:lnTo>
                    <a:pt x="741" y="11752"/>
                  </a:lnTo>
                  <a:lnTo>
                    <a:pt x="707" y="11247"/>
                  </a:lnTo>
                  <a:lnTo>
                    <a:pt x="690" y="10726"/>
                  </a:lnTo>
                  <a:lnTo>
                    <a:pt x="707" y="10205"/>
                  </a:lnTo>
                  <a:lnTo>
                    <a:pt x="741" y="9701"/>
                  </a:lnTo>
                  <a:lnTo>
                    <a:pt x="791" y="9196"/>
                  </a:lnTo>
                  <a:lnTo>
                    <a:pt x="858" y="8709"/>
                  </a:lnTo>
                  <a:lnTo>
                    <a:pt x="942" y="8221"/>
                  </a:lnTo>
                  <a:lnTo>
                    <a:pt x="1060" y="7750"/>
                  </a:lnTo>
                  <a:lnTo>
                    <a:pt x="1178" y="7280"/>
                  </a:lnTo>
                  <a:lnTo>
                    <a:pt x="1312" y="6826"/>
                  </a:lnTo>
                  <a:lnTo>
                    <a:pt x="1480" y="6389"/>
                  </a:lnTo>
                  <a:lnTo>
                    <a:pt x="1648" y="5952"/>
                  </a:lnTo>
                  <a:lnTo>
                    <a:pt x="1833" y="5531"/>
                  </a:lnTo>
                  <a:lnTo>
                    <a:pt x="2052" y="5128"/>
                  </a:lnTo>
                  <a:lnTo>
                    <a:pt x="2270" y="4724"/>
                  </a:lnTo>
                  <a:lnTo>
                    <a:pt x="2506" y="4355"/>
                  </a:lnTo>
                  <a:lnTo>
                    <a:pt x="2741" y="3985"/>
                  </a:lnTo>
                  <a:lnTo>
                    <a:pt x="3010" y="3632"/>
                  </a:lnTo>
                  <a:lnTo>
                    <a:pt x="3279" y="3296"/>
                  </a:lnTo>
                  <a:lnTo>
                    <a:pt x="3565" y="2993"/>
                  </a:lnTo>
                  <a:lnTo>
                    <a:pt x="3867" y="2690"/>
                  </a:lnTo>
                  <a:lnTo>
                    <a:pt x="4187" y="2405"/>
                  </a:lnTo>
                  <a:lnTo>
                    <a:pt x="4506" y="2152"/>
                  </a:lnTo>
                  <a:lnTo>
                    <a:pt x="4826" y="1900"/>
                  </a:lnTo>
                  <a:lnTo>
                    <a:pt x="5162" y="1682"/>
                  </a:lnTo>
                  <a:lnTo>
                    <a:pt x="5515" y="1480"/>
                  </a:lnTo>
                  <a:lnTo>
                    <a:pt x="5885" y="1295"/>
                  </a:lnTo>
                  <a:lnTo>
                    <a:pt x="6238" y="1144"/>
                  </a:lnTo>
                  <a:lnTo>
                    <a:pt x="6624" y="1009"/>
                  </a:lnTo>
                  <a:lnTo>
                    <a:pt x="6994" y="892"/>
                  </a:lnTo>
                  <a:lnTo>
                    <a:pt x="7381" y="808"/>
                  </a:lnTo>
                  <a:lnTo>
                    <a:pt x="7784" y="740"/>
                  </a:lnTo>
                  <a:lnTo>
                    <a:pt x="8188" y="707"/>
                  </a:lnTo>
                  <a:lnTo>
                    <a:pt x="8591" y="690"/>
                  </a:lnTo>
                  <a:close/>
                  <a:moveTo>
                    <a:pt x="8591" y="1"/>
                  </a:moveTo>
                  <a:lnTo>
                    <a:pt x="8137" y="17"/>
                  </a:lnTo>
                  <a:lnTo>
                    <a:pt x="7717" y="51"/>
                  </a:lnTo>
                  <a:lnTo>
                    <a:pt x="7280" y="118"/>
                  </a:lnTo>
                  <a:lnTo>
                    <a:pt x="6860" y="219"/>
                  </a:lnTo>
                  <a:lnTo>
                    <a:pt x="6440" y="337"/>
                  </a:lnTo>
                  <a:lnTo>
                    <a:pt x="6036" y="488"/>
                  </a:lnTo>
                  <a:lnTo>
                    <a:pt x="5633" y="656"/>
                  </a:lnTo>
                  <a:lnTo>
                    <a:pt x="5246" y="841"/>
                  </a:lnTo>
                  <a:lnTo>
                    <a:pt x="4876" y="1060"/>
                  </a:lnTo>
                  <a:lnTo>
                    <a:pt x="4506" y="1295"/>
                  </a:lnTo>
                  <a:lnTo>
                    <a:pt x="4136" y="1564"/>
                  </a:lnTo>
                  <a:lnTo>
                    <a:pt x="3783" y="1833"/>
                  </a:lnTo>
                  <a:lnTo>
                    <a:pt x="3447" y="2136"/>
                  </a:lnTo>
                  <a:lnTo>
                    <a:pt x="3128" y="2455"/>
                  </a:lnTo>
                  <a:lnTo>
                    <a:pt x="2825" y="2791"/>
                  </a:lnTo>
                  <a:lnTo>
                    <a:pt x="2523" y="3144"/>
                  </a:lnTo>
                  <a:lnTo>
                    <a:pt x="2237" y="3514"/>
                  </a:lnTo>
                  <a:lnTo>
                    <a:pt x="1968" y="3918"/>
                  </a:lnTo>
                  <a:lnTo>
                    <a:pt x="1716" y="4321"/>
                  </a:lnTo>
                  <a:lnTo>
                    <a:pt x="1464" y="4741"/>
                  </a:lnTo>
                  <a:lnTo>
                    <a:pt x="1245" y="5178"/>
                  </a:lnTo>
                  <a:lnTo>
                    <a:pt x="1043" y="5615"/>
                  </a:lnTo>
                  <a:lnTo>
                    <a:pt x="858" y="6086"/>
                  </a:lnTo>
                  <a:lnTo>
                    <a:pt x="673" y="6557"/>
                  </a:lnTo>
                  <a:lnTo>
                    <a:pt x="522" y="7044"/>
                  </a:lnTo>
                  <a:lnTo>
                    <a:pt x="388" y="7549"/>
                  </a:lnTo>
                  <a:lnTo>
                    <a:pt x="270" y="8053"/>
                  </a:lnTo>
                  <a:lnTo>
                    <a:pt x="186" y="8574"/>
                  </a:lnTo>
                  <a:lnTo>
                    <a:pt x="102" y="9095"/>
                  </a:lnTo>
                  <a:lnTo>
                    <a:pt x="51" y="9633"/>
                  </a:lnTo>
                  <a:lnTo>
                    <a:pt x="18" y="10188"/>
                  </a:lnTo>
                  <a:lnTo>
                    <a:pt x="1" y="10726"/>
                  </a:lnTo>
                  <a:lnTo>
                    <a:pt x="18" y="11281"/>
                  </a:lnTo>
                  <a:lnTo>
                    <a:pt x="51" y="11836"/>
                  </a:lnTo>
                  <a:lnTo>
                    <a:pt x="102" y="12357"/>
                  </a:lnTo>
                  <a:lnTo>
                    <a:pt x="186" y="12895"/>
                  </a:lnTo>
                  <a:lnTo>
                    <a:pt x="270" y="13416"/>
                  </a:lnTo>
                  <a:lnTo>
                    <a:pt x="388" y="13920"/>
                  </a:lnTo>
                  <a:lnTo>
                    <a:pt x="522" y="14424"/>
                  </a:lnTo>
                  <a:lnTo>
                    <a:pt x="673" y="14912"/>
                  </a:lnTo>
                  <a:lnTo>
                    <a:pt x="858" y="15383"/>
                  </a:lnTo>
                  <a:lnTo>
                    <a:pt x="1043" y="15837"/>
                  </a:lnTo>
                  <a:lnTo>
                    <a:pt x="1245" y="16291"/>
                  </a:lnTo>
                  <a:lnTo>
                    <a:pt x="1464" y="16728"/>
                  </a:lnTo>
                  <a:lnTo>
                    <a:pt x="1716" y="17148"/>
                  </a:lnTo>
                  <a:lnTo>
                    <a:pt x="1968" y="17551"/>
                  </a:lnTo>
                  <a:lnTo>
                    <a:pt x="2237" y="17938"/>
                  </a:lnTo>
                  <a:lnTo>
                    <a:pt x="2523" y="18325"/>
                  </a:lnTo>
                  <a:lnTo>
                    <a:pt x="2825" y="18678"/>
                  </a:lnTo>
                  <a:lnTo>
                    <a:pt x="3128" y="19014"/>
                  </a:lnTo>
                  <a:lnTo>
                    <a:pt x="3447" y="19333"/>
                  </a:lnTo>
                  <a:lnTo>
                    <a:pt x="3783" y="19636"/>
                  </a:lnTo>
                  <a:lnTo>
                    <a:pt x="4136" y="19905"/>
                  </a:lnTo>
                  <a:lnTo>
                    <a:pt x="4506" y="20174"/>
                  </a:lnTo>
                  <a:lnTo>
                    <a:pt x="4876" y="20409"/>
                  </a:lnTo>
                  <a:lnTo>
                    <a:pt x="5246" y="20628"/>
                  </a:lnTo>
                  <a:lnTo>
                    <a:pt x="5633" y="20813"/>
                  </a:lnTo>
                  <a:lnTo>
                    <a:pt x="6036" y="20981"/>
                  </a:lnTo>
                  <a:lnTo>
                    <a:pt x="6440" y="21132"/>
                  </a:lnTo>
                  <a:lnTo>
                    <a:pt x="6860" y="21250"/>
                  </a:lnTo>
                  <a:lnTo>
                    <a:pt x="7280" y="21351"/>
                  </a:lnTo>
                  <a:lnTo>
                    <a:pt x="7717" y="21418"/>
                  </a:lnTo>
                  <a:lnTo>
                    <a:pt x="8137" y="21452"/>
                  </a:lnTo>
                  <a:lnTo>
                    <a:pt x="8591" y="21468"/>
                  </a:lnTo>
                  <a:lnTo>
                    <a:pt x="9028" y="21452"/>
                  </a:lnTo>
                  <a:lnTo>
                    <a:pt x="9466" y="21418"/>
                  </a:lnTo>
                  <a:lnTo>
                    <a:pt x="9886" y="21351"/>
                  </a:lnTo>
                  <a:lnTo>
                    <a:pt x="10306" y="21250"/>
                  </a:lnTo>
                  <a:lnTo>
                    <a:pt x="10726" y="21132"/>
                  </a:lnTo>
                  <a:lnTo>
                    <a:pt x="11130" y="20981"/>
                  </a:lnTo>
                  <a:lnTo>
                    <a:pt x="11533" y="20813"/>
                  </a:lnTo>
                  <a:lnTo>
                    <a:pt x="11920" y="20628"/>
                  </a:lnTo>
                  <a:lnTo>
                    <a:pt x="12307" y="20409"/>
                  </a:lnTo>
                  <a:lnTo>
                    <a:pt x="12676" y="20174"/>
                  </a:lnTo>
                  <a:lnTo>
                    <a:pt x="13029" y="19905"/>
                  </a:lnTo>
                  <a:lnTo>
                    <a:pt x="13383" y="19636"/>
                  </a:lnTo>
                  <a:lnTo>
                    <a:pt x="13719" y="19333"/>
                  </a:lnTo>
                  <a:lnTo>
                    <a:pt x="14038" y="19014"/>
                  </a:lnTo>
                  <a:lnTo>
                    <a:pt x="14358" y="18678"/>
                  </a:lnTo>
                  <a:lnTo>
                    <a:pt x="14660" y="18325"/>
                  </a:lnTo>
                  <a:lnTo>
                    <a:pt x="14929" y="17938"/>
                  </a:lnTo>
                  <a:lnTo>
                    <a:pt x="15215" y="17551"/>
                  </a:lnTo>
                  <a:lnTo>
                    <a:pt x="15467" y="17148"/>
                  </a:lnTo>
                  <a:lnTo>
                    <a:pt x="15702" y="16728"/>
                  </a:lnTo>
                  <a:lnTo>
                    <a:pt x="15921" y="16291"/>
                  </a:lnTo>
                  <a:lnTo>
                    <a:pt x="16140" y="15837"/>
                  </a:lnTo>
                  <a:lnTo>
                    <a:pt x="16324" y="15383"/>
                  </a:lnTo>
                  <a:lnTo>
                    <a:pt x="16493" y="14912"/>
                  </a:lnTo>
                  <a:lnTo>
                    <a:pt x="16644" y="14424"/>
                  </a:lnTo>
                  <a:lnTo>
                    <a:pt x="16778" y="13920"/>
                  </a:lnTo>
                  <a:lnTo>
                    <a:pt x="16896" y="13416"/>
                  </a:lnTo>
                  <a:lnTo>
                    <a:pt x="16997" y="12895"/>
                  </a:lnTo>
                  <a:lnTo>
                    <a:pt x="17064" y="12357"/>
                  </a:lnTo>
                  <a:lnTo>
                    <a:pt x="17131" y="11836"/>
                  </a:lnTo>
                  <a:lnTo>
                    <a:pt x="17165" y="11281"/>
                  </a:lnTo>
                  <a:lnTo>
                    <a:pt x="17165" y="10726"/>
                  </a:lnTo>
                  <a:lnTo>
                    <a:pt x="17165" y="10188"/>
                  </a:lnTo>
                  <a:lnTo>
                    <a:pt x="17131" y="9633"/>
                  </a:lnTo>
                  <a:lnTo>
                    <a:pt x="17064" y="9095"/>
                  </a:lnTo>
                  <a:lnTo>
                    <a:pt x="16997" y="8574"/>
                  </a:lnTo>
                  <a:lnTo>
                    <a:pt x="16896" y="8053"/>
                  </a:lnTo>
                  <a:lnTo>
                    <a:pt x="16778" y="7549"/>
                  </a:lnTo>
                  <a:lnTo>
                    <a:pt x="16644" y="7044"/>
                  </a:lnTo>
                  <a:lnTo>
                    <a:pt x="16493" y="6557"/>
                  </a:lnTo>
                  <a:lnTo>
                    <a:pt x="16324" y="6086"/>
                  </a:lnTo>
                  <a:lnTo>
                    <a:pt x="16140" y="5615"/>
                  </a:lnTo>
                  <a:lnTo>
                    <a:pt x="15921" y="5178"/>
                  </a:lnTo>
                  <a:lnTo>
                    <a:pt x="15702" y="4741"/>
                  </a:lnTo>
                  <a:lnTo>
                    <a:pt x="15467" y="4321"/>
                  </a:lnTo>
                  <a:lnTo>
                    <a:pt x="15215" y="3918"/>
                  </a:lnTo>
                  <a:lnTo>
                    <a:pt x="14929" y="3514"/>
                  </a:lnTo>
                  <a:lnTo>
                    <a:pt x="14660" y="3144"/>
                  </a:lnTo>
                  <a:lnTo>
                    <a:pt x="14358" y="2791"/>
                  </a:lnTo>
                  <a:lnTo>
                    <a:pt x="14038" y="2455"/>
                  </a:lnTo>
                  <a:lnTo>
                    <a:pt x="13719" y="2136"/>
                  </a:lnTo>
                  <a:lnTo>
                    <a:pt x="13383" y="1833"/>
                  </a:lnTo>
                  <a:lnTo>
                    <a:pt x="13029" y="1564"/>
                  </a:lnTo>
                  <a:lnTo>
                    <a:pt x="12676" y="1295"/>
                  </a:lnTo>
                  <a:lnTo>
                    <a:pt x="12307" y="1060"/>
                  </a:lnTo>
                  <a:lnTo>
                    <a:pt x="11920" y="841"/>
                  </a:lnTo>
                  <a:lnTo>
                    <a:pt x="11533" y="656"/>
                  </a:lnTo>
                  <a:lnTo>
                    <a:pt x="11130" y="488"/>
                  </a:lnTo>
                  <a:lnTo>
                    <a:pt x="10726" y="337"/>
                  </a:lnTo>
                  <a:lnTo>
                    <a:pt x="10306" y="219"/>
                  </a:lnTo>
                  <a:lnTo>
                    <a:pt x="9886" y="118"/>
                  </a:lnTo>
                  <a:lnTo>
                    <a:pt x="9466" y="51"/>
                  </a:lnTo>
                  <a:lnTo>
                    <a:pt x="9028" y="17"/>
                  </a:lnTo>
                  <a:lnTo>
                    <a:pt x="859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7" name="Google Shape;5967;p63"/>
            <p:cNvSpPr/>
            <p:nvPr/>
          </p:nvSpPr>
          <p:spPr>
            <a:xfrm>
              <a:off x="4539575" y="1873825"/>
              <a:ext cx="69800" cy="87875"/>
            </a:xfrm>
            <a:custGeom>
              <a:avLst/>
              <a:gdLst/>
              <a:ahLst/>
              <a:cxnLst/>
              <a:rect l="l" t="t" r="r" b="b"/>
              <a:pathLst>
                <a:path w="2792" h="3515" extrusionOk="0">
                  <a:moveTo>
                    <a:pt x="1396" y="1"/>
                  </a:moveTo>
                  <a:lnTo>
                    <a:pt x="1262" y="18"/>
                  </a:lnTo>
                  <a:lnTo>
                    <a:pt x="1110" y="34"/>
                  </a:lnTo>
                  <a:lnTo>
                    <a:pt x="993" y="85"/>
                  </a:lnTo>
                  <a:lnTo>
                    <a:pt x="858" y="135"/>
                  </a:lnTo>
                  <a:lnTo>
                    <a:pt x="741" y="219"/>
                  </a:lnTo>
                  <a:lnTo>
                    <a:pt x="623" y="303"/>
                  </a:lnTo>
                  <a:lnTo>
                    <a:pt x="505" y="404"/>
                  </a:lnTo>
                  <a:lnTo>
                    <a:pt x="421" y="522"/>
                  </a:lnTo>
                  <a:lnTo>
                    <a:pt x="320" y="640"/>
                  </a:lnTo>
                  <a:lnTo>
                    <a:pt x="236" y="774"/>
                  </a:lnTo>
                  <a:lnTo>
                    <a:pt x="169" y="925"/>
                  </a:lnTo>
                  <a:lnTo>
                    <a:pt x="119" y="1077"/>
                  </a:lnTo>
                  <a:lnTo>
                    <a:pt x="68" y="1228"/>
                  </a:lnTo>
                  <a:lnTo>
                    <a:pt x="34" y="1396"/>
                  </a:lnTo>
                  <a:lnTo>
                    <a:pt x="18" y="1581"/>
                  </a:lnTo>
                  <a:lnTo>
                    <a:pt x="1" y="1749"/>
                  </a:lnTo>
                  <a:lnTo>
                    <a:pt x="18" y="1934"/>
                  </a:lnTo>
                  <a:lnTo>
                    <a:pt x="34" y="2102"/>
                  </a:lnTo>
                  <a:lnTo>
                    <a:pt x="68" y="2270"/>
                  </a:lnTo>
                  <a:lnTo>
                    <a:pt x="119" y="2438"/>
                  </a:lnTo>
                  <a:lnTo>
                    <a:pt x="169" y="2590"/>
                  </a:lnTo>
                  <a:lnTo>
                    <a:pt x="236" y="2741"/>
                  </a:lnTo>
                  <a:lnTo>
                    <a:pt x="320" y="2875"/>
                  </a:lnTo>
                  <a:lnTo>
                    <a:pt x="421" y="2993"/>
                  </a:lnTo>
                  <a:lnTo>
                    <a:pt x="505" y="3111"/>
                  </a:lnTo>
                  <a:lnTo>
                    <a:pt x="623" y="3212"/>
                  </a:lnTo>
                  <a:lnTo>
                    <a:pt x="741" y="3296"/>
                  </a:lnTo>
                  <a:lnTo>
                    <a:pt x="858" y="3380"/>
                  </a:lnTo>
                  <a:lnTo>
                    <a:pt x="993" y="3430"/>
                  </a:lnTo>
                  <a:lnTo>
                    <a:pt x="1110" y="3481"/>
                  </a:lnTo>
                  <a:lnTo>
                    <a:pt x="1262" y="3497"/>
                  </a:lnTo>
                  <a:lnTo>
                    <a:pt x="1396" y="3514"/>
                  </a:lnTo>
                  <a:lnTo>
                    <a:pt x="1547" y="3497"/>
                  </a:lnTo>
                  <a:lnTo>
                    <a:pt x="1682" y="3481"/>
                  </a:lnTo>
                  <a:lnTo>
                    <a:pt x="1816" y="3430"/>
                  </a:lnTo>
                  <a:lnTo>
                    <a:pt x="1934" y="3380"/>
                  </a:lnTo>
                  <a:lnTo>
                    <a:pt x="2069" y="3296"/>
                  </a:lnTo>
                  <a:lnTo>
                    <a:pt x="2169" y="3212"/>
                  </a:lnTo>
                  <a:lnTo>
                    <a:pt x="2287" y="3111"/>
                  </a:lnTo>
                  <a:lnTo>
                    <a:pt x="2388" y="2993"/>
                  </a:lnTo>
                  <a:lnTo>
                    <a:pt x="2472" y="2875"/>
                  </a:lnTo>
                  <a:lnTo>
                    <a:pt x="2556" y="2741"/>
                  </a:lnTo>
                  <a:lnTo>
                    <a:pt x="2623" y="2590"/>
                  </a:lnTo>
                  <a:lnTo>
                    <a:pt x="2674" y="2438"/>
                  </a:lnTo>
                  <a:lnTo>
                    <a:pt x="2724" y="2270"/>
                  </a:lnTo>
                  <a:lnTo>
                    <a:pt x="2758" y="2102"/>
                  </a:lnTo>
                  <a:lnTo>
                    <a:pt x="2775" y="1934"/>
                  </a:lnTo>
                  <a:lnTo>
                    <a:pt x="2791" y="1749"/>
                  </a:lnTo>
                  <a:lnTo>
                    <a:pt x="2775" y="1581"/>
                  </a:lnTo>
                  <a:lnTo>
                    <a:pt x="2758" y="1396"/>
                  </a:lnTo>
                  <a:lnTo>
                    <a:pt x="2724" y="1228"/>
                  </a:lnTo>
                  <a:lnTo>
                    <a:pt x="2674" y="1077"/>
                  </a:lnTo>
                  <a:lnTo>
                    <a:pt x="2623" y="925"/>
                  </a:lnTo>
                  <a:lnTo>
                    <a:pt x="2556" y="774"/>
                  </a:lnTo>
                  <a:lnTo>
                    <a:pt x="2472" y="640"/>
                  </a:lnTo>
                  <a:lnTo>
                    <a:pt x="2388" y="522"/>
                  </a:lnTo>
                  <a:lnTo>
                    <a:pt x="2287" y="404"/>
                  </a:lnTo>
                  <a:lnTo>
                    <a:pt x="2169" y="303"/>
                  </a:lnTo>
                  <a:lnTo>
                    <a:pt x="2069" y="219"/>
                  </a:lnTo>
                  <a:lnTo>
                    <a:pt x="1934" y="135"/>
                  </a:lnTo>
                  <a:lnTo>
                    <a:pt x="1816" y="85"/>
                  </a:lnTo>
                  <a:lnTo>
                    <a:pt x="1682" y="34"/>
                  </a:lnTo>
                  <a:lnTo>
                    <a:pt x="1547" y="18"/>
                  </a:lnTo>
                  <a:lnTo>
                    <a:pt x="1396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8" name="Google Shape;5968;p63"/>
            <p:cNvSpPr/>
            <p:nvPr/>
          </p:nvSpPr>
          <p:spPr>
            <a:xfrm>
              <a:off x="4550925" y="1873825"/>
              <a:ext cx="69375" cy="87875"/>
            </a:xfrm>
            <a:custGeom>
              <a:avLst/>
              <a:gdLst/>
              <a:ahLst/>
              <a:cxnLst/>
              <a:rect l="l" t="t" r="r" b="b"/>
              <a:pathLst>
                <a:path w="2775" h="3515" extrusionOk="0">
                  <a:moveTo>
                    <a:pt x="1396" y="1"/>
                  </a:moveTo>
                  <a:lnTo>
                    <a:pt x="1245" y="18"/>
                  </a:lnTo>
                  <a:lnTo>
                    <a:pt x="1110" y="34"/>
                  </a:lnTo>
                  <a:lnTo>
                    <a:pt x="976" y="85"/>
                  </a:lnTo>
                  <a:lnTo>
                    <a:pt x="841" y="135"/>
                  </a:lnTo>
                  <a:lnTo>
                    <a:pt x="724" y="219"/>
                  </a:lnTo>
                  <a:lnTo>
                    <a:pt x="606" y="303"/>
                  </a:lnTo>
                  <a:lnTo>
                    <a:pt x="505" y="404"/>
                  </a:lnTo>
                  <a:lnTo>
                    <a:pt x="404" y="522"/>
                  </a:lnTo>
                  <a:lnTo>
                    <a:pt x="320" y="640"/>
                  </a:lnTo>
                  <a:lnTo>
                    <a:pt x="236" y="774"/>
                  </a:lnTo>
                  <a:lnTo>
                    <a:pt x="169" y="925"/>
                  </a:lnTo>
                  <a:lnTo>
                    <a:pt x="102" y="1077"/>
                  </a:lnTo>
                  <a:lnTo>
                    <a:pt x="68" y="1228"/>
                  </a:lnTo>
                  <a:lnTo>
                    <a:pt x="34" y="1396"/>
                  </a:lnTo>
                  <a:lnTo>
                    <a:pt x="1" y="1581"/>
                  </a:lnTo>
                  <a:lnTo>
                    <a:pt x="1" y="1749"/>
                  </a:lnTo>
                  <a:lnTo>
                    <a:pt x="1" y="1934"/>
                  </a:lnTo>
                  <a:lnTo>
                    <a:pt x="34" y="2102"/>
                  </a:lnTo>
                  <a:lnTo>
                    <a:pt x="68" y="2270"/>
                  </a:lnTo>
                  <a:lnTo>
                    <a:pt x="102" y="2438"/>
                  </a:lnTo>
                  <a:lnTo>
                    <a:pt x="169" y="2590"/>
                  </a:lnTo>
                  <a:lnTo>
                    <a:pt x="236" y="2741"/>
                  </a:lnTo>
                  <a:lnTo>
                    <a:pt x="320" y="2875"/>
                  </a:lnTo>
                  <a:lnTo>
                    <a:pt x="404" y="2993"/>
                  </a:lnTo>
                  <a:lnTo>
                    <a:pt x="505" y="3111"/>
                  </a:lnTo>
                  <a:lnTo>
                    <a:pt x="606" y="3212"/>
                  </a:lnTo>
                  <a:lnTo>
                    <a:pt x="724" y="3296"/>
                  </a:lnTo>
                  <a:lnTo>
                    <a:pt x="841" y="3380"/>
                  </a:lnTo>
                  <a:lnTo>
                    <a:pt x="976" y="3430"/>
                  </a:lnTo>
                  <a:lnTo>
                    <a:pt x="1110" y="3481"/>
                  </a:lnTo>
                  <a:lnTo>
                    <a:pt x="1245" y="3497"/>
                  </a:lnTo>
                  <a:lnTo>
                    <a:pt x="1396" y="3514"/>
                  </a:lnTo>
                  <a:lnTo>
                    <a:pt x="1531" y="3497"/>
                  </a:lnTo>
                  <a:lnTo>
                    <a:pt x="1665" y="3481"/>
                  </a:lnTo>
                  <a:lnTo>
                    <a:pt x="1800" y="3430"/>
                  </a:lnTo>
                  <a:lnTo>
                    <a:pt x="1934" y="3380"/>
                  </a:lnTo>
                  <a:lnTo>
                    <a:pt x="2052" y="3296"/>
                  </a:lnTo>
                  <a:lnTo>
                    <a:pt x="2169" y="3212"/>
                  </a:lnTo>
                  <a:lnTo>
                    <a:pt x="2270" y="3111"/>
                  </a:lnTo>
                  <a:lnTo>
                    <a:pt x="2371" y="2993"/>
                  </a:lnTo>
                  <a:lnTo>
                    <a:pt x="2455" y="2875"/>
                  </a:lnTo>
                  <a:lnTo>
                    <a:pt x="2539" y="2741"/>
                  </a:lnTo>
                  <a:lnTo>
                    <a:pt x="2606" y="2590"/>
                  </a:lnTo>
                  <a:lnTo>
                    <a:pt x="2674" y="2438"/>
                  </a:lnTo>
                  <a:lnTo>
                    <a:pt x="2724" y="2270"/>
                  </a:lnTo>
                  <a:lnTo>
                    <a:pt x="2758" y="2102"/>
                  </a:lnTo>
                  <a:lnTo>
                    <a:pt x="2775" y="1934"/>
                  </a:lnTo>
                  <a:lnTo>
                    <a:pt x="2775" y="1749"/>
                  </a:lnTo>
                  <a:lnTo>
                    <a:pt x="2775" y="1581"/>
                  </a:lnTo>
                  <a:lnTo>
                    <a:pt x="2758" y="1396"/>
                  </a:lnTo>
                  <a:lnTo>
                    <a:pt x="2724" y="1228"/>
                  </a:lnTo>
                  <a:lnTo>
                    <a:pt x="2674" y="1077"/>
                  </a:lnTo>
                  <a:lnTo>
                    <a:pt x="2606" y="925"/>
                  </a:lnTo>
                  <a:lnTo>
                    <a:pt x="2539" y="774"/>
                  </a:lnTo>
                  <a:lnTo>
                    <a:pt x="2455" y="640"/>
                  </a:lnTo>
                  <a:lnTo>
                    <a:pt x="2371" y="522"/>
                  </a:lnTo>
                  <a:lnTo>
                    <a:pt x="2270" y="404"/>
                  </a:lnTo>
                  <a:lnTo>
                    <a:pt x="2169" y="303"/>
                  </a:lnTo>
                  <a:lnTo>
                    <a:pt x="2052" y="219"/>
                  </a:lnTo>
                  <a:lnTo>
                    <a:pt x="1934" y="135"/>
                  </a:lnTo>
                  <a:lnTo>
                    <a:pt x="1800" y="85"/>
                  </a:lnTo>
                  <a:lnTo>
                    <a:pt x="1665" y="34"/>
                  </a:lnTo>
                  <a:lnTo>
                    <a:pt x="1531" y="18"/>
                  </a:lnTo>
                  <a:lnTo>
                    <a:pt x="139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9" name="Google Shape;5969;p63"/>
            <p:cNvSpPr/>
            <p:nvPr/>
          </p:nvSpPr>
          <p:spPr>
            <a:xfrm>
              <a:off x="4183600" y="2114650"/>
              <a:ext cx="90400" cy="113925"/>
            </a:xfrm>
            <a:custGeom>
              <a:avLst/>
              <a:gdLst/>
              <a:ahLst/>
              <a:cxnLst/>
              <a:rect l="l" t="t" r="r" b="b"/>
              <a:pathLst>
                <a:path w="3616" h="4557" extrusionOk="0">
                  <a:moveTo>
                    <a:pt x="1800" y="0"/>
                  </a:moveTo>
                  <a:lnTo>
                    <a:pt x="1615" y="17"/>
                  </a:lnTo>
                  <a:lnTo>
                    <a:pt x="1447" y="51"/>
                  </a:lnTo>
                  <a:lnTo>
                    <a:pt x="1262" y="101"/>
                  </a:lnTo>
                  <a:lnTo>
                    <a:pt x="1094" y="185"/>
                  </a:lnTo>
                  <a:lnTo>
                    <a:pt x="942" y="269"/>
                  </a:lnTo>
                  <a:lnTo>
                    <a:pt x="791" y="387"/>
                  </a:lnTo>
                  <a:lnTo>
                    <a:pt x="657" y="522"/>
                  </a:lnTo>
                  <a:lnTo>
                    <a:pt x="522" y="673"/>
                  </a:lnTo>
                  <a:lnTo>
                    <a:pt x="404" y="824"/>
                  </a:lnTo>
                  <a:lnTo>
                    <a:pt x="304" y="1009"/>
                  </a:lnTo>
                  <a:lnTo>
                    <a:pt x="220" y="1194"/>
                  </a:lnTo>
                  <a:lnTo>
                    <a:pt x="135" y="1396"/>
                  </a:lnTo>
                  <a:lnTo>
                    <a:pt x="68" y="1597"/>
                  </a:lnTo>
                  <a:lnTo>
                    <a:pt x="35" y="1816"/>
                  </a:lnTo>
                  <a:lnTo>
                    <a:pt x="1" y="2051"/>
                  </a:lnTo>
                  <a:lnTo>
                    <a:pt x="1" y="2287"/>
                  </a:lnTo>
                  <a:lnTo>
                    <a:pt x="1" y="2522"/>
                  </a:lnTo>
                  <a:lnTo>
                    <a:pt x="35" y="2741"/>
                  </a:lnTo>
                  <a:lnTo>
                    <a:pt x="68" y="2959"/>
                  </a:lnTo>
                  <a:lnTo>
                    <a:pt x="135" y="3161"/>
                  </a:lnTo>
                  <a:lnTo>
                    <a:pt x="220" y="3363"/>
                  </a:lnTo>
                  <a:lnTo>
                    <a:pt x="304" y="3564"/>
                  </a:lnTo>
                  <a:lnTo>
                    <a:pt x="404" y="3732"/>
                  </a:lnTo>
                  <a:lnTo>
                    <a:pt x="522" y="3901"/>
                  </a:lnTo>
                  <a:lnTo>
                    <a:pt x="657" y="4035"/>
                  </a:lnTo>
                  <a:lnTo>
                    <a:pt x="791" y="4170"/>
                  </a:lnTo>
                  <a:lnTo>
                    <a:pt x="942" y="4287"/>
                  </a:lnTo>
                  <a:lnTo>
                    <a:pt x="1094" y="4388"/>
                  </a:lnTo>
                  <a:lnTo>
                    <a:pt x="1262" y="4455"/>
                  </a:lnTo>
                  <a:lnTo>
                    <a:pt x="1447" y="4523"/>
                  </a:lnTo>
                  <a:lnTo>
                    <a:pt x="1615" y="4556"/>
                  </a:lnTo>
                  <a:lnTo>
                    <a:pt x="1985" y="4556"/>
                  </a:lnTo>
                  <a:lnTo>
                    <a:pt x="2170" y="4523"/>
                  </a:lnTo>
                  <a:lnTo>
                    <a:pt x="2338" y="4455"/>
                  </a:lnTo>
                  <a:lnTo>
                    <a:pt x="2506" y="4388"/>
                  </a:lnTo>
                  <a:lnTo>
                    <a:pt x="2674" y="4287"/>
                  </a:lnTo>
                  <a:lnTo>
                    <a:pt x="2825" y="4170"/>
                  </a:lnTo>
                  <a:lnTo>
                    <a:pt x="2960" y="4035"/>
                  </a:lnTo>
                  <a:lnTo>
                    <a:pt x="3077" y="3901"/>
                  </a:lnTo>
                  <a:lnTo>
                    <a:pt x="3195" y="3732"/>
                  </a:lnTo>
                  <a:lnTo>
                    <a:pt x="3313" y="3564"/>
                  </a:lnTo>
                  <a:lnTo>
                    <a:pt x="3397" y="3363"/>
                  </a:lnTo>
                  <a:lnTo>
                    <a:pt x="3481" y="3161"/>
                  </a:lnTo>
                  <a:lnTo>
                    <a:pt x="3531" y="2959"/>
                  </a:lnTo>
                  <a:lnTo>
                    <a:pt x="3582" y="2741"/>
                  </a:lnTo>
                  <a:lnTo>
                    <a:pt x="3599" y="2522"/>
                  </a:lnTo>
                  <a:lnTo>
                    <a:pt x="3615" y="2287"/>
                  </a:lnTo>
                  <a:lnTo>
                    <a:pt x="3599" y="2051"/>
                  </a:lnTo>
                  <a:lnTo>
                    <a:pt x="3582" y="1816"/>
                  </a:lnTo>
                  <a:lnTo>
                    <a:pt x="3531" y="1597"/>
                  </a:lnTo>
                  <a:lnTo>
                    <a:pt x="3481" y="1396"/>
                  </a:lnTo>
                  <a:lnTo>
                    <a:pt x="3397" y="1194"/>
                  </a:lnTo>
                  <a:lnTo>
                    <a:pt x="3313" y="1009"/>
                  </a:lnTo>
                  <a:lnTo>
                    <a:pt x="3195" y="824"/>
                  </a:lnTo>
                  <a:lnTo>
                    <a:pt x="3077" y="673"/>
                  </a:lnTo>
                  <a:lnTo>
                    <a:pt x="2960" y="522"/>
                  </a:lnTo>
                  <a:lnTo>
                    <a:pt x="2825" y="387"/>
                  </a:lnTo>
                  <a:lnTo>
                    <a:pt x="2674" y="269"/>
                  </a:lnTo>
                  <a:lnTo>
                    <a:pt x="2506" y="185"/>
                  </a:lnTo>
                  <a:lnTo>
                    <a:pt x="2338" y="101"/>
                  </a:lnTo>
                  <a:lnTo>
                    <a:pt x="2170" y="51"/>
                  </a:lnTo>
                  <a:lnTo>
                    <a:pt x="1985" y="17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0" name="Google Shape;5970;p63"/>
            <p:cNvSpPr/>
            <p:nvPr/>
          </p:nvSpPr>
          <p:spPr>
            <a:xfrm>
              <a:off x="4197900" y="2114650"/>
              <a:ext cx="90800" cy="113925"/>
            </a:xfrm>
            <a:custGeom>
              <a:avLst/>
              <a:gdLst/>
              <a:ahLst/>
              <a:cxnLst/>
              <a:rect l="l" t="t" r="r" b="b"/>
              <a:pathLst>
                <a:path w="3632" h="4557" extrusionOk="0">
                  <a:moveTo>
                    <a:pt x="1816" y="0"/>
                  </a:moveTo>
                  <a:lnTo>
                    <a:pt x="1631" y="17"/>
                  </a:lnTo>
                  <a:lnTo>
                    <a:pt x="1446" y="51"/>
                  </a:lnTo>
                  <a:lnTo>
                    <a:pt x="1278" y="101"/>
                  </a:lnTo>
                  <a:lnTo>
                    <a:pt x="1110" y="185"/>
                  </a:lnTo>
                  <a:lnTo>
                    <a:pt x="942" y="269"/>
                  </a:lnTo>
                  <a:lnTo>
                    <a:pt x="807" y="387"/>
                  </a:lnTo>
                  <a:lnTo>
                    <a:pt x="656" y="522"/>
                  </a:lnTo>
                  <a:lnTo>
                    <a:pt x="538" y="673"/>
                  </a:lnTo>
                  <a:lnTo>
                    <a:pt x="421" y="824"/>
                  </a:lnTo>
                  <a:lnTo>
                    <a:pt x="320" y="1009"/>
                  </a:lnTo>
                  <a:lnTo>
                    <a:pt x="219" y="1194"/>
                  </a:lnTo>
                  <a:lnTo>
                    <a:pt x="152" y="1396"/>
                  </a:lnTo>
                  <a:lnTo>
                    <a:pt x="85" y="1597"/>
                  </a:lnTo>
                  <a:lnTo>
                    <a:pt x="34" y="1816"/>
                  </a:lnTo>
                  <a:lnTo>
                    <a:pt x="17" y="2051"/>
                  </a:lnTo>
                  <a:lnTo>
                    <a:pt x="1" y="2287"/>
                  </a:lnTo>
                  <a:lnTo>
                    <a:pt x="17" y="2522"/>
                  </a:lnTo>
                  <a:lnTo>
                    <a:pt x="34" y="2741"/>
                  </a:lnTo>
                  <a:lnTo>
                    <a:pt x="85" y="2959"/>
                  </a:lnTo>
                  <a:lnTo>
                    <a:pt x="152" y="3161"/>
                  </a:lnTo>
                  <a:lnTo>
                    <a:pt x="219" y="3363"/>
                  </a:lnTo>
                  <a:lnTo>
                    <a:pt x="320" y="3564"/>
                  </a:lnTo>
                  <a:lnTo>
                    <a:pt x="421" y="3732"/>
                  </a:lnTo>
                  <a:lnTo>
                    <a:pt x="538" y="3901"/>
                  </a:lnTo>
                  <a:lnTo>
                    <a:pt x="656" y="4035"/>
                  </a:lnTo>
                  <a:lnTo>
                    <a:pt x="807" y="4170"/>
                  </a:lnTo>
                  <a:lnTo>
                    <a:pt x="942" y="4287"/>
                  </a:lnTo>
                  <a:lnTo>
                    <a:pt x="1110" y="4388"/>
                  </a:lnTo>
                  <a:lnTo>
                    <a:pt x="1278" y="4455"/>
                  </a:lnTo>
                  <a:lnTo>
                    <a:pt x="1446" y="4523"/>
                  </a:lnTo>
                  <a:lnTo>
                    <a:pt x="1631" y="4556"/>
                  </a:lnTo>
                  <a:lnTo>
                    <a:pt x="2001" y="4556"/>
                  </a:lnTo>
                  <a:lnTo>
                    <a:pt x="2186" y="4523"/>
                  </a:lnTo>
                  <a:lnTo>
                    <a:pt x="2354" y="4455"/>
                  </a:lnTo>
                  <a:lnTo>
                    <a:pt x="2522" y="4388"/>
                  </a:lnTo>
                  <a:lnTo>
                    <a:pt x="2673" y="4287"/>
                  </a:lnTo>
                  <a:lnTo>
                    <a:pt x="2825" y="4170"/>
                  </a:lnTo>
                  <a:lnTo>
                    <a:pt x="2959" y="4035"/>
                  </a:lnTo>
                  <a:lnTo>
                    <a:pt x="3094" y="3901"/>
                  </a:lnTo>
                  <a:lnTo>
                    <a:pt x="3211" y="3732"/>
                  </a:lnTo>
                  <a:lnTo>
                    <a:pt x="3312" y="3564"/>
                  </a:lnTo>
                  <a:lnTo>
                    <a:pt x="3413" y="3363"/>
                  </a:lnTo>
                  <a:lnTo>
                    <a:pt x="3480" y="3161"/>
                  </a:lnTo>
                  <a:lnTo>
                    <a:pt x="3548" y="2959"/>
                  </a:lnTo>
                  <a:lnTo>
                    <a:pt x="3581" y="2741"/>
                  </a:lnTo>
                  <a:lnTo>
                    <a:pt x="3615" y="2522"/>
                  </a:lnTo>
                  <a:lnTo>
                    <a:pt x="3632" y="2287"/>
                  </a:lnTo>
                  <a:lnTo>
                    <a:pt x="3615" y="2051"/>
                  </a:lnTo>
                  <a:lnTo>
                    <a:pt x="3581" y="1816"/>
                  </a:lnTo>
                  <a:lnTo>
                    <a:pt x="3548" y="1597"/>
                  </a:lnTo>
                  <a:lnTo>
                    <a:pt x="3480" y="1396"/>
                  </a:lnTo>
                  <a:lnTo>
                    <a:pt x="3413" y="1194"/>
                  </a:lnTo>
                  <a:lnTo>
                    <a:pt x="3312" y="1009"/>
                  </a:lnTo>
                  <a:lnTo>
                    <a:pt x="3211" y="824"/>
                  </a:lnTo>
                  <a:lnTo>
                    <a:pt x="3094" y="673"/>
                  </a:lnTo>
                  <a:lnTo>
                    <a:pt x="2959" y="522"/>
                  </a:lnTo>
                  <a:lnTo>
                    <a:pt x="2825" y="387"/>
                  </a:lnTo>
                  <a:lnTo>
                    <a:pt x="2673" y="269"/>
                  </a:lnTo>
                  <a:lnTo>
                    <a:pt x="2522" y="185"/>
                  </a:lnTo>
                  <a:lnTo>
                    <a:pt x="2354" y="101"/>
                  </a:lnTo>
                  <a:lnTo>
                    <a:pt x="2186" y="51"/>
                  </a:lnTo>
                  <a:lnTo>
                    <a:pt x="2001" y="17"/>
                  </a:lnTo>
                  <a:lnTo>
                    <a:pt x="1816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1" name="Google Shape;5971;p63"/>
            <p:cNvSpPr/>
            <p:nvPr/>
          </p:nvSpPr>
          <p:spPr>
            <a:xfrm>
              <a:off x="2963975" y="1943175"/>
              <a:ext cx="311875" cy="284975"/>
            </a:xfrm>
            <a:custGeom>
              <a:avLst/>
              <a:gdLst/>
              <a:ahLst/>
              <a:cxnLst/>
              <a:rect l="l" t="t" r="r" b="b"/>
              <a:pathLst>
                <a:path w="12475" h="11399" extrusionOk="0">
                  <a:moveTo>
                    <a:pt x="841" y="1"/>
                  </a:moveTo>
                  <a:lnTo>
                    <a:pt x="690" y="1698"/>
                  </a:lnTo>
                  <a:lnTo>
                    <a:pt x="370" y="5447"/>
                  </a:lnTo>
                  <a:lnTo>
                    <a:pt x="202" y="7448"/>
                  </a:lnTo>
                  <a:lnTo>
                    <a:pt x="68" y="9213"/>
                  </a:lnTo>
                  <a:lnTo>
                    <a:pt x="1" y="10457"/>
                  </a:lnTo>
                  <a:lnTo>
                    <a:pt x="1" y="10827"/>
                  </a:lnTo>
                  <a:lnTo>
                    <a:pt x="1" y="10928"/>
                  </a:lnTo>
                  <a:lnTo>
                    <a:pt x="17" y="10961"/>
                  </a:lnTo>
                  <a:lnTo>
                    <a:pt x="85" y="10995"/>
                  </a:lnTo>
                  <a:lnTo>
                    <a:pt x="219" y="11012"/>
                  </a:lnTo>
                  <a:lnTo>
                    <a:pt x="639" y="11062"/>
                  </a:lnTo>
                  <a:lnTo>
                    <a:pt x="1261" y="11113"/>
                  </a:lnTo>
                  <a:lnTo>
                    <a:pt x="2051" y="11163"/>
                  </a:lnTo>
                  <a:lnTo>
                    <a:pt x="3985" y="11247"/>
                  </a:lnTo>
                  <a:lnTo>
                    <a:pt x="6170" y="11314"/>
                  </a:lnTo>
                  <a:lnTo>
                    <a:pt x="8339" y="11365"/>
                  </a:lnTo>
                  <a:lnTo>
                    <a:pt x="10272" y="11398"/>
                  </a:lnTo>
                  <a:lnTo>
                    <a:pt x="11667" y="11398"/>
                  </a:lnTo>
                  <a:lnTo>
                    <a:pt x="12104" y="11382"/>
                  </a:lnTo>
                  <a:lnTo>
                    <a:pt x="12306" y="11365"/>
                  </a:lnTo>
                  <a:lnTo>
                    <a:pt x="12357" y="11331"/>
                  </a:lnTo>
                  <a:lnTo>
                    <a:pt x="12407" y="11281"/>
                  </a:lnTo>
                  <a:lnTo>
                    <a:pt x="12441" y="11197"/>
                  </a:lnTo>
                  <a:lnTo>
                    <a:pt x="12474" y="11113"/>
                  </a:lnTo>
                  <a:lnTo>
                    <a:pt x="12474" y="11012"/>
                  </a:lnTo>
                  <a:lnTo>
                    <a:pt x="12474" y="10894"/>
                  </a:lnTo>
                  <a:lnTo>
                    <a:pt x="12424" y="10659"/>
                  </a:lnTo>
                  <a:lnTo>
                    <a:pt x="12340" y="10390"/>
                  </a:lnTo>
                  <a:lnTo>
                    <a:pt x="12239" y="10138"/>
                  </a:lnTo>
                  <a:lnTo>
                    <a:pt x="12172" y="10037"/>
                  </a:lnTo>
                  <a:lnTo>
                    <a:pt x="12104" y="9936"/>
                  </a:lnTo>
                  <a:lnTo>
                    <a:pt x="12020" y="9835"/>
                  </a:lnTo>
                  <a:lnTo>
                    <a:pt x="11953" y="9768"/>
                  </a:lnTo>
                  <a:lnTo>
                    <a:pt x="11819" y="9684"/>
                  </a:lnTo>
                  <a:lnTo>
                    <a:pt x="11617" y="9566"/>
                  </a:lnTo>
                  <a:lnTo>
                    <a:pt x="11029" y="9247"/>
                  </a:lnTo>
                  <a:lnTo>
                    <a:pt x="10289" y="8860"/>
                  </a:lnTo>
                  <a:lnTo>
                    <a:pt x="9448" y="8440"/>
                  </a:lnTo>
                  <a:lnTo>
                    <a:pt x="7952" y="7717"/>
                  </a:lnTo>
                  <a:lnTo>
                    <a:pt x="7280" y="7397"/>
                  </a:lnTo>
                  <a:lnTo>
                    <a:pt x="8103" y="135"/>
                  </a:lnTo>
                  <a:lnTo>
                    <a:pt x="841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2" name="Google Shape;5972;p63"/>
            <p:cNvSpPr/>
            <p:nvPr/>
          </p:nvSpPr>
          <p:spPr>
            <a:xfrm>
              <a:off x="2963550" y="2152900"/>
              <a:ext cx="312300" cy="75250"/>
            </a:xfrm>
            <a:custGeom>
              <a:avLst/>
              <a:gdLst/>
              <a:ahLst/>
              <a:cxnLst/>
              <a:rect l="l" t="t" r="r" b="b"/>
              <a:pathLst>
                <a:path w="12492" h="3010" extrusionOk="0">
                  <a:moveTo>
                    <a:pt x="152" y="0"/>
                  </a:moveTo>
                  <a:lnTo>
                    <a:pt x="85" y="521"/>
                  </a:lnTo>
                  <a:lnTo>
                    <a:pt x="51" y="1009"/>
                  </a:lnTo>
                  <a:lnTo>
                    <a:pt x="18" y="1446"/>
                  </a:lnTo>
                  <a:lnTo>
                    <a:pt x="1" y="1816"/>
                  </a:lnTo>
                  <a:lnTo>
                    <a:pt x="1" y="2354"/>
                  </a:lnTo>
                  <a:lnTo>
                    <a:pt x="18" y="2505"/>
                  </a:lnTo>
                  <a:lnTo>
                    <a:pt x="34" y="2572"/>
                  </a:lnTo>
                  <a:lnTo>
                    <a:pt x="102" y="2606"/>
                  </a:lnTo>
                  <a:lnTo>
                    <a:pt x="236" y="2623"/>
                  </a:lnTo>
                  <a:lnTo>
                    <a:pt x="656" y="2673"/>
                  </a:lnTo>
                  <a:lnTo>
                    <a:pt x="1278" y="2724"/>
                  </a:lnTo>
                  <a:lnTo>
                    <a:pt x="2068" y="2774"/>
                  </a:lnTo>
                  <a:lnTo>
                    <a:pt x="4002" y="2858"/>
                  </a:lnTo>
                  <a:lnTo>
                    <a:pt x="6187" y="2925"/>
                  </a:lnTo>
                  <a:lnTo>
                    <a:pt x="8356" y="2976"/>
                  </a:lnTo>
                  <a:lnTo>
                    <a:pt x="10289" y="3009"/>
                  </a:lnTo>
                  <a:lnTo>
                    <a:pt x="11684" y="3009"/>
                  </a:lnTo>
                  <a:lnTo>
                    <a:pt x="12121" y="2993"/>
                  </a:lnTo>
                  <a:lnTo>
                    <a:pt x="12323" y="2976"/>
                  </a:lnTo>
                  <a:lnTo>
                    <a:pt x="12374" y="2942"/>
                  </a:lnTo>
                  <a:lnTo>
                    <a:pt x="12424" y="2892"/>
                  </a:lnTo>
                  <a:lnTo>
                    <a:pt x="12458" y="2808"/>
                  </a:lnTo>
                  <a:lnTo>
                    <a:pt x="12491" y="2724"/>
                  </a:lnTo>
                  <a:lnTo>
                    <a:pt x="12491" y="2623"/>
                  </a:lnTo>
                  <a:lnTo>
                    <a:pt x="12491" y="2505"/>
                  </a:lnTo>
                  <a:lnTo>
                    <a:pt x="12441" y="2253"/>
                  </a:lnTo>
                  <a:lnTo>
                    <a:pt x="12357" y="2001"/>
                  </a:lnTo>
                  <a:lnTo>
                    <a:pt x="12256" y="1749"/>
                  </a:lnTo>
                  <a:lnTo>
                    <a:pt x="12189" y="1648"/>
                  </a:lnTo>
                  <a:lnTo>
                    <a:pt x="12105" y="1530"/>
                  </a:lnTo>
                  <a:lnTo>
                    <a:pt x="12037" y="1446"/>
                  </a:lnTo>
                  <a:lnTo>
                    <a:pt x="11953" y="1379"/>
                  </a:lnTo>
                  <a:lnTo>
                    <a:pt x="11852" y="1295"/>
                  </a:lnTo>
                  <a:lnTo>
                    <a:pt x="11701" y="1211"/>
                  </a:lnTo>
                  <a:lnTo>
                    <a:pt x="11247" y="958"/>
                  </a:lnTo>
                  <a:lnTo>
                    <a:pt x="9953" y="286"/>
                  </a:lnTo>
                  <a:lnTo>
                    <a:pt x="10070" y="387"/>
                  </a:lnTo>
                  <a:lnTo>
                    <a:pt x="10188" y="505"/>
                  </a:lnTo>
                  <a:lnTo>
                    <a:pt x="10289" y="622"/>
                  </a:lnTo>
                  <a:lnTo>
                    <a:pt x="10356" y="723"/>
                  </a:lnTo>
                  <a:lnTo>
                    <a:pt x="10407" y="841"/>
                  </a:lnTo>
                  <a:lnTo>
                    <a:pt x="10407" y="891"/>
                  </a:lnTo>
                  <a:lnTo>
                    <a:pt x="10407" y="958"/>
                  </a:lnTo>
                  <a:lnTo>
                    <a:pt x="10390" y="1009"/>
                  </a:lnTo>
                  <a:lnTo>
                    <a:pt x="10356" y="1059"/>
                  </a:lnTo>
                  <a:lnTo>
                    <a:pt x="10306" y="1110"/>
                  </a:lnTo>
                  <a:lnTo>
                    <a:pt x="10239" y="1143"/>
                  </a:lnTo>
                  <a:lnTo>
                    <a:pt x="10155" y="1177"/>
                  </a:lnTo>
                  <a:lnTo>
                    <a:pt x="10054" y="1194"/>
                  </a:lnTo>
                  <a:lnTo>
                    <a:pt x="9717" y="1211"/>
                  </a:lnTo>
                  <a:lnTo>
                    <a:pt x="9264" y="1194"/>
                  </a:lnTo>
                  <a:lnTo>
                    <a:pt x="8709" y="1160"/>
                  </a:lnTo>
                  <a:lnTo>
                    <a:pt x="8053" y="1110"/>
                  </a:lnTo>
                  <a:lnTo>
                    <a:pt x="7330" y="1026"/>
                  </a:lnTo>
                  <a:lnTo>
                    <a:pt x="5750" y="841"/>
                  </a:lnTo>
                  <a:lnTo>
                    <a:pt x="4103" y="605"/>
                  </a:lnTo>
                  <a:lnTo>
                    <a:pt x="2522" y="37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3" name="Google Shape;5973;p63"/>
            <p:cNvSpPr/>
            <p:nvPr/>
          </p:nvSpPr>
          <p:spPr>
            <a:xfrm>
              <a:off x="2877825" y="1138775"/>
              <a:ext cx="310600" cy="945650"/>
            </a:xfrm>
            <a:custGeom>
              <a:avLst/>
              <a:gdLst/>
              <a:ahLst/>
              <a:cxnLst/>
              <a:rect l="l" t="t" r="r" b="b"/>
              <a:pathLst>
                <a:path w="12424" h="37826" extrusionOk="0">
                  <a:moveTo>
                    <a:pt x="0" y="0"/>
                  </a:moveTo>
                  <a:lnTo>
                    <a:pt x="2556" y="9986"/>
                  </a:lnTo>
                  <a:lnTo>
                    <a:pt x="4304" y="16946"/>
                  </a:lnTo>
                  <a:lnTo>
                    <a:pt x="4909" y="19299"/>
                  </a:lnTo>
                  <a:lnTo>
                    <a:pt x="5144" y="20291"/>
                  </a:lnTo>
                  <a:lnTo>
                    <a:pt x="5144" y="20543"/>
                  </a:lnTo>
                  <a:lnTo>
                    <a:pt x="5111" y="21132"/>
                  </a:lnTo>
                  <a:lnTo>
                    <a:pt x="4960" y="23149"/>
                  </a:lnTo>
                  <a:lnTo>
                    <a:pt x="4489" y="29134"/>
                  </a:lnTo>
                  <a:lnTo>
                    <a:pt x="3800" y="37724"/>
                  </a:lnTo>
                  <a:lnTo>
                    <a:pt x="10927" y="37825"/>
                  </a:lnTo>
                  <a:lnTo>
                    <a:pt x="11213" y="35488"/>
                  </a:lnTo>
                  <a:lnTo>
                    <a:pt x="11482" y="33051"/>
                  </a:lnTo>
                  <a:lnTo>
                    <a:pt x="11785" y="30142"/>
                  </a:lnTo>
                  <a:lnTo>
                    <a:pt x="12071" y="27116"/>
                  </a:lnTo>
                  <a:lnTo>
                    <a:pt x="12188" y="25654"/>
                  </a:lnTo>
                  <a:lnTo>
                    <a:pt x="12289" y="24259"/>
                  </a:lnTo>
                  <a:lnTo>
                    <a:pt x="12373" y="22998"/>
                  </a:lnTo>
                  <a:lnTo>
                    <a:pt x="12424" y="21888"/>
                  </a:lnTo>
                  <a:lnTo>
                    <a:pt x="12424" y="20980"/>
                  </a:lnTo>
                  <a:lnTo>
                    <a:pt x="12407" y="20611"/>
                  </a:lnTo>
                  <a:lnTo>
                    <a:pt x="12390" y="20308"/>
                  </a:lnTo>
                  <a:lnTo>
                    <a:pt x="12356" y="20089"/>
                  </a:lnTo>
                  <a:lnTo>
                    <a:pt x="12289" y="19787"/>
                  </a:lnTo>
                  <a:lnTo>
                    <a:pt x="12104" y="18913"/>
                  </a:lnTo>
                  <a:lnTo>
                    <a:pt x="11802" y="17769"/>
                  </a:lnTo>
                  <a:lnTo>
                    <a:pt x="11432" y="16374"/>
                  </a:lnTo>
                  <a:lnTo>
                    <a:pt x="10541" y="13096"/>
                  </a:lnTo>
                  <a:lnTo>
                    <a:pt x="9532" y="9482"/>
                  </a:lnTo>
                  <a:lnTo>
                    <a:pt x="8540" y="5951"/>
                  </a:lnTo>
                  <a:lnTo>
                    <a:pt x="7666" y="2925"/>
                  </a:lnTo>
                  <a:lnTo>
                    <a:pt x="6826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4" name="Google Shape;5974;p63"/>
            <p:cNvSpPr/>
            <p:nvPr/>
          </p:nvSpPr>
          <p:spPr>
            <a:xfrm>
              <a:off x="2749225" y="1943600"/>
              <a:ext cx="312275" cy="284975"/>
            </a:xfrm>
            <a:custGeom>
              <a:avLst/>
              <a:gdLst/>
              <a:ahLst/>
              <a:cxnLst/>
              <a:rect l="l" t="t" r="r" b="b"/>
              <a:pathLst>
                <a:path w="12491" h="11399" extrusionOk="0">
                  <a:moveTo>
                    <a:pt x="471" y="0"/>
                  </a:moveTo>
                  <a:lnTo>
                    <a:pt x="387" y="1698"/>
                  </a:lnTo>
                  <a:lnTo>
                    <a:pt x="185" y="5447"/>
                  </a:lnTo>
                  <a:lnTo>
                    <a:pt x="101" y="7448"/>
                  </a:lnTo>
                  <a:lnTo>
                    <a:pt x="34" y="9213"/>
                  </a:lnTo>
                  <a:lnTo>
                    <a:pt x="0" y="10474"/>
                  </a:lnTo>
                  <a:lnTo>
                    <a:pt x="17" y="10827"/>
                  </a:lnTo>
                  <a:lnTo>
                    <a:pt x="17" y="10928"/>
                  </a:lnTo>
                  <a:lnTo>
                    <a:pt x="34" y="10978"/>
                  </a:lnTo>
                  <a:lnTo>
                    <a:pt x="101" y="10995"/>
                  </a:lnTo>
                  <a:lnTo>
                    <a:pt x="235" y="11028"/>
                  </a:lnTo>
                  <a:lnTo>
                    <a:pt x="673" y="11079"/>
                  </a:lnTo>
                  <a:lnTo>
                    <a:pt x="1295" y="11129"/>
                  </a:lnTo>
                  <a:lnTo>
                    <a:pt x="2068" y="11163"/>
                  </a:lnTo>
                  <a:lnTo>
                    <a:pt x="4001" y="11247"/>
                  </a:lnTo>
                  <a:lnTo>
                    <a:pt x="6187" y="11314"/>
                  </a:lnTo>
                  <a:lnTo>
                    <a:pt x="8372" y="11365"/>
                  </a:lnTo>
                  <a:lnTo>
                    <a:pt x="10288" y="11398"/>
                  </a:lnTo>
                  <a:lnTo>
                    <a:pt x="12121" y="11398"/>
                  </a:lnTo>
                  <a:lnTo>
                    <a:pt x="12323" y="11365"/>
                  </a:lnTo>
                  <a:lnTo>
                    <a:pt x="12390" y="11331"/>
                  </a:lnTo>
                  <a:lnTo>
                    <a:pt x="12440" y="11281"/>
                  </a:lnTo>
                  <a:lnTo>
                    <a:pt x="12474" y="11213"/>
                  </a:lnTo>
                  <a:lnTo>
                    <a:pt x="12491" y="11129"/>
                  </a:lnTo>
                  <a:lnTo>
                    <a:pt x="12491" y="11012"/>
                  </a:lnTo>
                  <a:lnTo>
                    <a:pt x="12491" y="10911"/>
                  </a:lnTo>
                  <a:lnTo>
                    <a:pt x="12457" y="10659"/>
                  </a:lnTo>
                  <a:lnTo>
                    <a:pt x="12373" y="10406"/>
                  </a:lnTo>
                  <a:lnTo>
                    <a:pt x="12255" y="10154"/>
                  </a:lnTo>
                  <a:lnTo>
                    <a:pt x="12188" y="10037"/>
                  </a:lnTo>
                  <a:lnTo>
                    <a:pt x="12121" y="9936"/>
                  </a:lnTo>
                  <a:lnTo>
                    <a:pt x="12037" y="9852"/>
                  </a:lnTo>
                  <a:lnTo>
                    <a:pt x="11970" y="9768"/>
                  </a:lnTo>
                  <a:lnTo>
                    <a:pt x="11852" y="9684"/>
                  </a:lnTo>
                  <a:lnTo>
                    <a:pt x="11650" y="9566"/>
                  </a:lnTo>
                  <a:lnTo>
                    <a:pt x="11062" y="9246"/>
                  </a:lnTo>
                  <a:lnTo>
                    <a:pt x="10305" y="8860"/>
                  </a:lnTo>
                  <a:lnTo>
                    <a:pt x="9482" y="8456"/>
                  </a:lnTo>
                  <a:lnTo>
                    <a:pt x="7969" y="7733"/>
                  </a:lnTo>
                  <a:lnTo>
                    <a:pt x="7313" y="7414"/>
                  </a:lnTo>
                  <a:lnTo>
                    <a:pt x="7649" y="135"/>
                  </a:lnTo>
                  <a:lnTo>
                    <a:pt x="471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5" name="Google Shape;5975;p63"/>
            <p:cNvSpPr/>
            <p:nvPr/>
          </p:nvSpPr>
          <p:spPr>
            <a:xfrm>
              <a:off x="2749225" y="2153725"/>
              <a:ext cx="312275" cy="74850"/>
            </a:xfrm>
            <a:custGeom>
              <a:avLst/>
              <a:gdLst/>
              <a:ahLst/>
              <a:cxnLst/>
              <a:rect l="l" t="t" r="r" b="b"/>
              <a:pathLst>
                <a:path w="12491" h="2994" extrusionOk="0">
                  <a:moveTo>
                    <a:pt x="34" y="1"/>
                  </a:moveTo>
                  <a:lnTo>
                    <a:pt x="17" y="1010"/>
                  </a:lnTo>
                  <a:lnTo>
                    <a:pt x="0" y="1816"/>
                  </a:lnTo>
                  <a:lnTo>
                    <a:pt x="0" y="2354"/>
                  </a:lnTo>
                  <a:lnTo>
                    <a:pt x="17" y="2506"/>
                  </a:lnTo>
                  <a:lnTo>
                    <a:pt x="34" y="2573"/>
                  </a:lnTo>
                  <a:lnTo>
                    <a:pt x="101" y="2590"/>
                  </a:lnTo>
                  <a:lnTo>
                    <a:pt x="235" y="2623"/>
                  </a:lnTo>
                  <a:lnTo>
                    <a:pt x="673" y="2674"/>
                  </a:lnTo>
                  <a:lnTo>
                    <a:pt x="1295" y="2724"/>
                  </a:lnTo>
                  <a:lnTo>
                    <a:pt x="2068" y="2758"/>
                  </a:lnTo>
                  <a:lnTo>
                    <a:pt x="4001" y="2842"/>
                  </a:lnTo>
                  <a:lnTo>
                    <a:pt x="6187" y="2909"/>
                  </a:lnTo>
                  <a:lnTo>
                    <a:pt x="8372" y="2960"/>
                  </a:lnTo>
                  <a:lnTo>
                    <a:pt x="10288" y="2993"/>
                  </a:lnTo>
                  <a:lnTo>
                    <a:pt x="12121" y="2993"/>
                  </a:lnTo>
                  <a:lnTo>
                    <a:pt x="12323" y="2960"/>
                  </a:lnTo>
                  <a:lnTo>
                    <a:pt x="12390" y="2926"/>
                  </a:lnTo>
                  <a:lnTo>
                    <a:pt x="12440" y="2876"/>
                  </a:lnTo>
                  <a:lnTo>
                    <a:pt x="12474" y="2808"/>
                  </a:lnTo>
                  <a:lnTo>
                    <a:pt x="12491" y="2724"/>
                  </a:lnTo>
                  <a:lnTo>
                    <a:pt x="12491" y="2607"/>
                  </a:lnTo>
                  <a:lnTo>
                    <a:pt x="12491" y="2506"/>
                  </a:lnTo>
                  <a:lnTo>
                    <a:pt x="12457" y="2254"/>
                  </a:lnTo>
                  <a:lnTo>
                    <a:pt x="12373" y="2001"/>
                  </a:lnTo>
                  <a:lnTo>
                    <a:pt x="12255" y="1749"/>
                  </a:lnTo>
                  <a:lnTo>
                    <a:pt x="12188" y="1632"/>
                  </a:lnTo>
                  <a:lnTo>
                    <a:pt x="12121" y="1531"/>
                  </a:lnTo>
                  <a:lnTo>
                    <a:pt x="12037" y="1447"/>
                  </a:lnTo>
                  <a:lnTo>
                    <a:pt x="11953" y="1363"/>
                  </a:lnTo>
                  <a:lnTo>
                    <a:pt x="11869" y="1295"/>
                  </a:lnTo>
                  <a:lnTo>
                    <a:pt x="11701" y="1194"/>
                  </a:lnTo>
                  <a:lnTo>
                    <a:pt x="11247" y="942"/>
                  </a:lnTo>
                  <a:lnTo>
                    <a:pt x="9952" y="287"/>
                  </a:lnTo>
                  <a:lnTo>
                    <a:pt x="10070" y="388"/>
                  </a:lnTo>
                  <a:lnTo>
                    <a:pt x="10188" y="488"/>
                  </a:lnTo>
                  <a:lnTo>
                    <a:pt x="10288" y="606"/>
                  </a:lnTo>
                  <a:lnTo>
                    <a:pt x="10372" y="724"/>
                  </a:lnTo>
                  <a:lnTo>
                    <a:pt x="10406" y="841"/>
                  </a:lnTo>
                  <a:lnTo>
                    <a:pt x="10423" y="892"/>
                  </a:lnTo>
                  <a:lnTo>
                    <a:pt x="10406" y="942"/>
                  </a:lnTo>
                  <a:lnTo>
                    <a:pt x="10389" y="993"/>
                  </a:lnTo>
                  <a:lnTo>
                    <a:pt x="10356" y="1043"/>
                  </a:lnTo>
                  <a:lnTo>
                    <a:pt x="10305" y="1094"/>
                  </a:lnTo>
                  <a:lnTo>
                    <a:pt x="10238" y="1144"/>
                  </a:lnTo>
                  <a:lnTo>
                    <a:pt x="10154" y="1178"/>
                  </a:lnTo>
                  <a:lnTo>
                    <a:pt x="10053" y="1194"/>
                  </a:lnTo>
                  <a:lnTo>
                    <a:pt x="9717" y="1211"/>
                  </a:lnTo>
                  <a:lnTo>
                    <a:pt x="9263" y="1194"/>
                  </a:lnTo>
                  <a:lnTo>
                    <a:pt x="8691" y="1161"/>
                  </a:lnTo>
                  <a:lnTo>
                    <a:pt x="8036" y="1094"/>
                  </a:lnTo>
                  <a:lnTo>
                    <a:pt x="7296" y="1026"/>
                  </a:lnTo>
                  <a:lnTo>
                    <a:pt x="5699" y="825"/>
                  </a:lnTo>
                  <a:lnTo>
                    <a:pt x="4018" y="606"/>
                  </a:lnTo>
                  <a:lnTo>
                    <a:pt x="2421" y="371"/>
                  </a:lnTo>
                  <a:lnTo>
                    <a:pt x="1042" y="152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6" name="Google Shape;5976;p63"/>
            <p:cNvSpPr/>
            <p:nvPr/>
          </p:nvSpPr>
          <p:spPr>
            <a:xfrm>
              <a:off x="2994650" y="2159200"/>
              <a:ext cx="67275" cy="62225"/>
            </a:xfrm>
            <a:custGeom>
              <a:avLst/>
              <a:gdLst/>
              <a:ahLst/>
              <a:cxnLst/>
              <a:rect l="l" t="t" r="r" b="b"/>
              <a:pathLst>
                <a:path w="2691" h="2489" extrusionOk="0">
                  <a:moveTo>
                    <a:pt x="1" y="0"/>
                  </a:moveTo>
                  <a:lnTo>
                    <a:pt x="18" y="17"/>
                  </a:lnTo>
                  <a:lnTo>
                    <a:pt x="471" y="253"/>
                  </a:lnTo>
                  <a:lnTo>
                    <a:pt x="909" y="522"/>
                  </a:lnTo>
                  <a:lnTo>
                    <a:pt x="1346" y="774"/>
                  </a:lnTo>
                  <a:lnTo>
                    <a:pt x="1783" y="1026"/>
                  </a:lnTo>
                  <a:lnTo>
                    <a:pt x="1984" y="1127"/>
                  </a:lnTo>
                  <a:lnTo>
                    <a:pt x="2169" y="1261"/>
                  </a:lnTo>
                  <a:lnTo>
                    <a:pt x="2321" y="1413"/>
                  </a:lnTo>
                  <a:lnTo>
                    <a:pt x="2455" y="1597"/>
                  </a:lnTo>
                  <a:lnTo>
                    <a:pt x="2539" y="1799"/>
                  </a:lnTo>
                  <a:lnTo>
                    <a:pt x="2606" y="2018"/>
                  </a:lnTo>
                  <a:lnTo>
                    <a:pt x="2640" y="2236"/>
                  </a:lnTo>
                  <a:lnTo>
                    <a:pt x="2674" y="2472"/>
                  </a:lnTo>
                  <a:lnTo>
                    <a:pt x="2690" y="2488"/>
                  </a:lnTo>
                  <a:lnTo>
                    <a:pt x="2690" y="2472"/>
                  </a:lnTo>
                  <a:lnTo>
                    <a:pt x="2690" y="2236"/>
                  </a:lnTo>
                  <a:lnTo>
                    <a:pt x="2674" y="2018"/>
                  </a:lnTo>
                  <a:lnTo>
                    <a:pt x="2623" y="1799"/>
                  </a:lnTo>
                  <a:lnTo>
                    <a:pt x="2573" y="1581"/>
                  </a:lnTo>
                  <a:lnTo>
                    <a:pt x="2472" y="1396"/>
                  </a:lnTo>
                  <a:lnTo>
                    <a:pt x="2337" y="1244"/>
                  </a:lnTo>
                  <a:lnTo>
                    <a:pt x="2169" y="1093"/>
                  </a:lnTo>
                  <a:lnTo>
                    <a:pt x="2001" y="992"/>
                  </a:lnTo>
                  <a:lnTo>
                    <a:pt x="1514" y="740"/>
                  </a:lnTo>
                  <a:lnTo>
                    <a:pt x="1043" y="488"/>
                  </a:lnTo>
                  <a:lnTo>
                    <a:pt x="555" y="253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7" name="Google Shape;5977;p63"/>
            <p:cNvSpPr/>
            <p:nvPr/>
          </p:nvSpPr>
          <p:spPr>
            <a:xfrm>
              <a:off x="2754250" y="1138775"/>
              <a:ext cx="288750" cy="942275"/>
            </a:xfrm>
            <a:custGeom>
              <a:avLst/>
              <a:gdLst/>
              <a:ahLst/>
              <a:cxnLst/>
              <a:rect l="l" t="t" r="r" b="b"/>
              <a:pathLst>
                <a:path w="11550" h="37691" extrusionOk="0">
                  <a:moveTo>
                    <a:pt x="2254" y="0"/>
                  </a:moveTo>
                  <a:lnTo>
                    <a:pt x="2018" y="2976"/>
                  </a:lnTo>
                  <a:lnTo>
                    <a:pt x="1497" y="9666"/>
                  </a:lnTo>
                  <a:lnTo>
                    <a:pt x="1228" y="13331"/>
                  </a:lnTo>
                  <a:lnTo>
                    <a:pt x="976" y="16660"/>
                  </a:lnTo>
                  <a:lnTo>
                    <a:pt x="808" y="19232"/>
                  </a:lnTo>
                  <a:lnTo>
                    <a:pt x="757" y="20089"/>
                  </a:lnTo>
                  <a:lnTo>
                    <a:pt x="741" y="20611"/>
                  </a:lnTo>
                  <a:lnTo>
                    <a:pt x="707" y="21636"/>
                  </a:lnTo>
                  <a:lnTo>
                    <a:pt x="623" y="23704"/>
                  </a:lnTo>
                  <a:lnTo>
                    <a:pt x="371" y="29504"/>
                  </a:lnTo>
                  <a:lnTo>
                    <a:pt x="1" y="37623"/>
                  </a:lnTo>
                  <a:lnTo>
                    <a:pt x="7196" y="37691"/>
                  </a:lnTo>
                  <a:lnTo>
                    <a:pt x="7314" y="35438"/>
                  </a:lnTo>
                  <a:lnTo>
                    <a:pt x="7566" y="30277"/>
                  </a:lnTo>
                  <a:lnTo>
                    <a:pt x="7700" y="27335"/>
                  </a:lnTo>
                  <a:lnTo>
                    <a:pt x="7801" y="24561"/>
                  </a:lnTo>
                  <a:lnTo>
                    <a:pt x="7885" y="22241"/>
                  </a:lnTo>
                  <a:lnTo>
                    <a:pt x="7902" y="21350"/>
                  </a:lnTo>
                  <a:lnTo>
                    <a:pt x="7902" y="20678"/>
                  </a:lnTo>
                  <a:lnTo>
                    <a:pt x="7919" y="19888"/>
                  </a:lnTo>
                  <a:lnTo>
                    <a:pt x="7986" y="18291"/>
                  </a:lnTo>
                  <a:lnTo>
                    <a:pt x="8137" y="13768"/>
                  </a:lnTo>
                  <a:lnTo>
                    <a:pt x="8390" y="7431"/>
                  </a:lnTo>
                  <a:lnTo>
                    <a:pt x="8860" y="7162"/>
                  </a:lnTo>
                  <a:lnTo>
                    <a:pt x="9348" y="6893"/>
                  </a:lnTo>
                  <a:lnTo>
                    <a:pt x="9852" y="6657"/>
                  </a:lnTo>
                  <a:lnTo>
                    <a:pt x="10373" y="6456"/>
                  </a:lnTo>
                  <a:lnTo>
                    <a:pt x="10575" y="5834"/>
                  </a:lnTo>
                  <a:lnTo>
                    <a:pt x="10709" y="5346"/>
                  </a:lnTo>
                  <a:lnTo>
                    <a:pt x="10827" y="4842"/>
                  </a:lnTo>
                  <a:lnTo>
                    <a:pt x="10945" y="4337"/>
                  </a:lnTo>
                  <a:lnTo>
                    <a:pt x="11046" y="3833"/>
                  </a:lnTo>
                  <a:lnTo>
                    <a:pt x="11214" y="2858"/>
                  </a:lnTo>
                  <a:lnTo>
                    <a:pt x="11348" y="1950"/>
                  </a:lnTo>
                  <a:lnTo>
                    <a:pt x="11432" y="1160"/>
                  </a:lnTo>
                  <a:lnTo>
                    <a:pt x="11500" y="538"/>
                  </a:lnTo>
                  <a:lnTo>
                    <a:pt x="11550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8" name="Google Shape;5978;p63"/>
            <p:cNvSpPr/>
            <p:nvPr/>
          </p:nvSpPr>
          <p:spPr>
            <a:xfrm>
              <a:off x="2764775" y="1138775"/>
              <a:ext cx="427425" cy="643050"/>
            </a:xfrm>
            <a:custGeom>
              <a:avLst/>
              <a:gdLst/>
              <a:ahLst/>
              <a:cxnLst/>
              <a:rect l="l" t="t" r="r" b="b"/>
              <a:pathLst>
                <a:path w="17097" h="25722" extrusionOk="0">
                  <a:moveTo>
                    <a:pt x="1833" y="0"/>
                  </a:moveTo>
                  <a:lnTo>
                    <a:pt x="1698" y="420"/>
                  </a:lnTo>
                  <a:lnTo>
                    <a:pt x="1580" y="824"/>
                  </a:lnTo>
                  <a:lnTo>
                    <a:pt x="1463" y="1261"/>
                  </a:lnTo>
                  <a:lnTo>
                    <a:pt x="1362" y="1681"/>
                  </a:lnTo>
                  <a:lnTo>
                    <a:pt x="1295" y="2102"/>
                  </a:lnTo>
                  <a:lnTo>
                    <a:pt x="1227" y="2539"/>
                  </a:lnTo>
                  <a:lnTo>
                    <a:pt x="1177" y="2976"/>
                  </a:lnTo>
                  <a:lnTo>
                    <a:pt x="1126" y="3396"/>
                  </a:lnTo>
                  <a:lnTo>
                    <a:pt x="1110" y="3833"/>
                  </a:lnTo>
                  <a:lnTo>
                    <a:pt x="1093" y="4270"/>
                  </a:lnTo>
                  <a:lnTo>
                    <a:pt x="1093" y="4707"/>
                  </a:lnTo>
                  <a:lnTo>
                    <a:pt x="1110" y="5144"/>
                  </a:lnTo>
                  <a:lnTo>
                    <a:pt x="1143" y="5565"/>
                  </a:lnTo>
                  <a:lnTo>
                    <a:pt x="1194" y="6002"/>
                  </a:lnTo>
                  <a:lnTo>
                    <a:pt x="1244" y="6439"/>
                  </a:lnTo>
                  <a:lnTo>
                    <a:pt x="1328" y="6876"/>
                  </a:lnTo>
                  <a:lnTo>
                    <a:pt x="0" y="24763"/>
                  </a:lnTo>
                  <a:lnTo>
                    <a:pt x="1059" y="24914"/>
                  </a:lnTo>
                  <a:lnTo>
                    <a:pt x="2236" y="25065"/>
                  </a:lnTo>
                  <a:lnTo>
                    <a:pt x="3699" y="25234"/>
                  </a:lnTo>
                  <a:lnTo>
                    <a:pt x="5346" y="25418"/>
                  </a:lnTo>
                  <a:lnTo>
                    <a:pt x="7078" y="25570"/>
                  </a:lnTo>
                  <a:lnTo>
                    <a:pt x="7952" y="25637"/>
                  </a:lnTo>
                  <a:lnTo>
                    <a:pt x="8792" y="25687"/>
                  </a:lnTo>
                  <a:lnTo>
                    <a:pt x="9599" y="25704"/>
                  </a:lnTo>
                  <a:lnTo>
                    <a:pt x="10372" y="25721"/>
                  </a:lnTo>
                  <a:lnTo>
                    <a:pt x="11095" y="25704"/>
                  </a:lnTo>
                  <a:lnTo>
                    <a:pt x="11785" y="25671"/>
                  </a:lnTo>
                  <a:lnTo>
                    <a:pt x="12457" y="25603"/>
                  </a:lnTo>
                  <a:lnTo>
                    <a:pt x="13079" y="25519"/>
                  </a:lnTo>
                  <a:lnTo>
                    <a:pt x="13667" y="25418"/>
                  </a:lnTo>
                  <a:lnTo>
                    <a:pt x="14222" y="25318"/>
                  </a:lnTo>
                  <a:lnTo>
                    <a:pt x="14743" y="25200"/>
                  </a:lnTo>
                  <a:lnTo>
                    <a:pt x="15214" y="25065"/>
                  </a:lnTo>
                  <a:lnTo>
                    <a:pt x="15634" y="24948"/>
                  </a:lnTo>
                  <a:lnTo>
                    <a:pt x="16004" y="24830"/>
                  </a:lnTo>
                  <a:lnTo>
                    <a:pt x="16609" y="24628"/>
                  </a:lnTo>
                  <a:lnTo>
                    <a:pt x="16979" y="24477"/>
                  </a:lnTo>
                  <a:lnTo>
                    <a:pt x="17097" y="24427"/>
                  </a:lnTo>
                  <a:lnTo>
                    <a:pt x="17097" y="23939"/>
                  </a:lnTo>
                  <a:lnTo>
                    <a:pt x="17097" y="22779"/>
                  </a:lnTo>
                  <a:lnTo>
                    <a:pt x="17080" y="21401"/>
                  </a:lnTo>
                  <a:lnTo>
                    <a:pt x="17046" y="20779"/>
                  </a:lnTo>
                  <a:lnTo>
                    <a:pt x="17013" y="20291"/>
                  </a:lnTo>
                  <a:lnTo>
                    <a:pt x="16996" y="20140"/>
                  </a:lnTo>
                  <a:lnTo>
                    <a:pt x="16929" y="19871"/>
                  </a:lnTo>
                  <a:lnTo>
                    <a:pt x="16744" y="19098"/>
                  </a:lnTo>
                  <a:lnTo>
                    <a:pt x="16088" y="16643"/>
                  </a:lnTo>
                  <a:lnTo>
                    <a:pt x="15180" y="13382"/>
                  </a:lnTo>
                  <a:lnTo>
                    <a:pt x="14138" y="9734"/>
                  </a:lnTo>
                  <a:lnTo>
                    <a:pt x="12222" y="3009"/>
                  </a:lnTo>
                  <a:lnTo>
                    <a:pt x="1134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9" name="Google Shape;5979;p63"/>
            <p:cNvSpPr/>
            <p:nvPr/>
          </p:nvSpPr>
          <p:spPr>
            <a:xfrm>
              <a:off x="2813100" y="670575"/>
              <a:ext cx="255975" cy="308100"/>
            </a:xfrm>
            <a:custGeom>
              <a:avLst/>
              <a:gdLst/>
              <a:ahLst/>
              <a:cxnLst/>
              <a:rect l="l" t="t" r="r" b="b"/>
              <a:pathLst>
                <a:path w="10239" h="12324" extrusionOk="0">
                  <a:moveTo>
                    <a:pt x="6254" y="1"/>
                  </a:moveTo>
                  <a:lnTo>
                    <a:pt x="6052" y="34"/>
                  </a:lnTo>
                  <a:lnTo>
                    <a:pt x="5851" y="68"/>
                  </a:lnTo>
                  <a:lnTo>
                    <a:pt x="5666" y="118"/>
                  </a:lnTo>
                  <a:lnTo>
                    <a:pt x="5464" y="186"/>
                  </a:lnTo>
                  <a:lnTo>
                    <a:pt x="5296" y="253"/>
                  </a:lnTo>
                  <a:lnTo>
                    <a:pt x="5111" y="354"/>
                  </a:lnTo>
                  <a:lnTo>
                    <a:pt x="4943" y="454"/>
                  </a:lnTo>
                  <a:lnTo>
                    <a:pt x="4775" y="572"/>
                  </a:lnTo>
                  <a:lnTo>
                    <a:pt x="4607" y="707"/>
                  </a:lnTo>
                  <a:lnTo>
                    <a:pt x="4472" y="757"/>
                  </a:lnTo>
                  <a:lnTo>
                    <a:pt x="4354" y="791"/>
                  </a:lnTo>
                  <a:lnTo>
                    <a:pt x="4237" y="858"/>
                  </a:lnTo>
                  <a:lnTo>
                    <a:pt x="4136" y="925"/>
                  </a:lnTo>
                  <a:lnTo>
                    <a:pt x="4035" y="992"/>
                  </a:lnTo>
                  <a:lnTo>
                    <a:pt x="3934" y="1077"/>
                  </a:lnTo>
                  <a:lnTo>
                    <a:pt x="3783" y="1261"/>
                  </a:lnTo>
                  <a:lnTo>
                    <a:pt x="3648" y="1480"/>
                  </a:lnTo>
                  <a:lnTo>
                    <a:pt x="3531" y="1715"/>
                  </a:lnTo>
                  <a:lnTo>
                    <a:pt x="3430" y="1951"/>
                  </a:lnTo>
                  <a:lnTo>
                    <a:pt x="3363" y="2220"/>
                  </a:lnTo>
                  <a:lnTo>
                    <a:pt x="3312" y="2489"/>
                  </a:lnTo>
                  <a:lnTo>
                    <a:pt x="3262" y="2758"/>
                  </a:lnTo>
                  <a:lnTo>
                    <a:pt x="3245" y="3027"/>
                  </a:lnTo>
                  <a:lnTo>
                    <a:pt x="3228" y="3296"/>
                  </a:lnTo>
                  <a:lnTo>
                    <a:pt x="3211" y="3817"/>
                  </a:lnTo>
                  <a:lnTo>
                    <a:pt x="3211" y="4287"/>
                  </a:lnTo>
                  <a:lnTo>
                    <a:pt x="3194" y="4540"/>
                  </a:lnTo>
                  <a:lnTo>
                    <a:pt x="3144" y="4758"/>
                  </a:lnTo>
                  <a:lnTo>
                    <a:pt x="3060" y="4960"/>
                  </a:lnTo>
                  <a:lnTo>
                    <a:pt x="2942" y="5162"/>
                  </a:lnTo>
                  <a:lnTo>
                    <a:pt x="2808" y="5330"/>
                  </a:lnTo>
                  <a:lnTo>
                    <a:pt x="2673" y="5515"/>
                  </a:lnTo>
                  <a:lnTo>
                    <a:pt x="2337" y="5851"/>
                  </a:lnTo>
                  <a:lnTo>
                    <a:pt x="1967" y="6204"/>
                  </a:lnTo>
                  <a:lnTo>
                    <a:pt x="1782" y="6406"/>
                  </a:lnTo>
                  <a:lnTo>
                    <a:pt x="1597" y="6624"/>
                  </a:lnTo>
                  <a:lnTo>
                    <a:pt x="1429" y="6860"/>
                  </a:lnTo>
                  <a:lnTo>
                    <a:pt x="1261" y="7128"/>
                  </a:lnTo>
                  <a:lnTo>
                    <a:pt x="1127" y="7414"/>
                  </a:lnTo>
                  <a:lnTo>
                    <a:pt x="992" y="7750"/>
                  </a:lnTo>
                  <a:lnTo>
                    <a:pt x="925" y="8019"/>
                  </a:lnTo>
                  <a:lnTo>
                    <a:pt x="875" y="8305"/>
                  </a:lnTo>
                  <a:lnTo>
                    <a:pt x="858" y="8557"/>
                  </a:lnTo>
                  <a:lnTo>
                    <a:pt x="858" y="8826"/>
                  </a:lnTo>
                  <a:lnTo>
                    <a:pt x="891" y="9331"/>
                  </a:lnTo>
                  <a:lnTo>
                    <a:pt x="925" y="9818"/>
                  </a:lnTo>
                  <a:lnTo>
                    <a:pt x="908" y="10070"/>
                  </a:lnTo>
                  <a:lnTo>
                    <a:pt x="891" y="10323"/>
                  </a:lnTo>
                  <a:lnTo>
                    <a:pt x="841" y="10592"/>
                  </a:lnTo>
                  <a:lnTo>
                    <a:pt x="757" y="10861"/>
                  </a:lnTo>
                  <a:lnTo>
                    <a:pt x="639" y="11130"/>
                  </a:lnTo>
                  <a:lnTo>
                    <a:pt x="488" y="11415"/>
                  </a:lnTo>
                  <a:lnTo>
                    <a:pt x="269" y="11718"/>
                  </a:lnTo>
                  <a:lnTo>
                    <a:pt x="0" y="12021"/>
                  </a:lnTo>
                  <a:lnTo>
                    <a:pt x="0" y="12037"/>
                  </a:lnTo>
                  <a:lnTo>
                    <a:pt x="17" y="12037"/>
                  </a:lnTo>
                  <a:lnTo>
                    <a:pt x="84" y="12054"/>
                  </a:lnTo>
                  <a:lnTo>
                    <a:pt x="421" y="12088"/>
                  </a:lnTo>
                  <a:lnTo>
                    <a:pt x="942" y="12121"/>
                  </a:lnTo>
                  <a:lnTo>
                    <a:pt x="1631" y="12155"/>
                  </a:lnTo>
                  <a:lnTo>
                    <a:pt x="1782" y="11836"/>
                  </a:lnTo>
                  <a:lnTo>
                    <a:pt x="1934" y="11516"/>
                  </a:lnTo>
                  <a:lnTo>
                    <a:pt x="2068" y="11197"/>
                  </a:lnTo>
                  <a:lnTo>
                    <a:pt x="2186" y="10877"/>
                  </a:lnTo>
                  <a:lnTo>
                    <a:pt x="2287" y="10541"/>
                  </a:lnTo>
                  <a:lnTo>
                    <a:pt x="2371" y="10205"/>
                  </a:lnTo>
                  <a:lnTo>
                    <a:pt x="2455" y="9869"/>
                  </a:lnTo>
                  <a:lnTo>
                    <a:pt x="2522" y="9516"/>
                  </a:lnTo>
                  <a:lnTo>
                    <a:pt x="2556" y="10188"/>
                  </a:lnTo>
                  <a:lnTo>
                    <a:pt x="2556" y="10844"/>
                  </a:lnTo>
                  <a:lnTo>
                    <a:pt x="2556" y="11516"/>
                  </a:lnTo>
                  <a:lnTo>
                    <a:pt x="2539" y="12172"/>
                  </a:lnTo>
                  <a:lnTo>
                    <a:pt x="3178" y="12189"/>
                  </a:lnTo>
                  <a:lnTo>
                    <a:pt x="3262" y="11903"/>
                  </a:lnTo>
                  <a:lnTo>
                    <a:pt x="3346" y="11600"/>
                  </a:lnTo>
                  <a:lnTo>
                    <a:pt x="3413" y="11298"/>
                  </a:lnTo>
                  <a:lnTo>
                    <a:pt x="3480" y="10995"/>
                  </a:lnTo>
                  <a:lnTo>
                    <a:pt x="3497" y="11365"/>
                  </a:lnTo>
                  <a:lnTo>
                    <a:pt x="3514" y="11752"/>
                  </a:lnTo>
                  <a:lnTo>
                    <a:pt x="3514" y="12205"/>
                  </a:lnTo>
                  <a:lnTo>
                    <a:pt x="6002" y="12256"/>
                  </a:lnTo>
                  <a:lnTo>
                    <a:pt x="8288" y="12289"/>
                  </a:lnTo>
                  <a:lnTo>
                    <a:pt x="8288" y="12289"/>
                  </a:lnTo>
                  <a:lnTo>
                    <a:pt x="8271" y="12021"/>
                  </a:lnTo>
                  <a:lnTo>
                    <a:pt x="8271" y="11752"/>
                  </a:lnTo>
                  <a:lnTo>
                    <a:pt x="8271" y="11516"/>
                  </a:lnTo>
                  <a:lnTo>
                    <a:pt x="8288" y="11281"/>
                  </a:lnTo>
                  <a:lnTo>
                    <a:pt x="8339" y="10844"/>
                  </a:lnTo>
                  <a:lnTo>
                    <a:pt x="8423" y="10491"/>
                  </a:lnTo>
                  <a:lnTo>
                    <a:pt x="8490" y="10222"/>
                  </a:lnTo>
                  <a:lnTo>
                    <a:pt x="8557" y="10037"/>
                  </a:lnTo>
                  <a:lnTo>
                    <a:pt x="8608" y="9936"/>
                  </a:lnTo>
                  <a:lnTo>
                    <a:pt x="8608" y="9953"/>
                  </a:lnTo>
                  <a:lnTo>
                    <a:pt x="8574" y="10255"/>
                  </a:lnTo>
                  <a:lnTo>
                    <a:pt x="8557" y="10558"/>
                  </a:lnTo>
                  <a:lnTo>
                    <a:pt x="8557" y="10861"/>
                  </a:lnTo>
                  <a:lnTo>
                    <a:pt x="8591" y="11146"/>
                  </a:lnTo>
                  <a:lnTo>
                    <a:pt x="8641" y="11449"/>
                  </a:lnTo>
                  <a:lnTo>
                    <a:pt x="8708" y="11735"/>
                  </a:lnTo>
                  <a:lnTo>
                    <a:pt x="8809" y="12021"/>
                  </a:lnTo>
                  <a:lnTo>
                    <a:pt x="8927" y="12306"/>
                  </a:lnTo>
                  <a:lnTo>
                    <a:pt x="10205" y="12323"/>
                  </a:lnTo>
                  <a:lnTo>
                    <a:pt x="10238" y="12306"/>
                  </a:lnTo>
                  <a:lnTo>
                    <a:pt x="10238" y="12289"/>
                  </a:lnTo>
                  <a:lnTo>
                    <a:pt x="10238" y="12239"/>
                  </a:lnTo>
                  <a:lnTo>
                    <a:pt x="10205" y="12172"/>
                  </a:lnTo>
                  <a:lnTo>
                    <a:pt x="9952" y="11802"/>
                  </a:lnTo>
                  <a:lnTo>
                    <a:pt x="9801" y="11550"/>
                  </a:lnTo>
                  <a:lnTo>
                    <a:pt x="9734" y="11415"/>
                  </a:lnTo>
                  <a:lnTo>
                    <a:pt x="9667" y="11281"/>
                  </a:lnTo>
                  <a:lnTo>
                    <a:pt x="9616" y="11130"/>
                  </a:lnTo>
                  <a:lnTo>
                    <a:pt x="9583" y="10978"/>
                  </a:lnTo>
                  <a:lnTo>
                    <a:pt x="9566" y="10827"/>
                  </a:lnTo>
                  <a:lnTo>
                    <a:pt x="9583" y="10692"/>
                  </a:lnTo>
                  <a:lnTo>
                    <a:pt x="9633" y="10390"/>
                  </a:lnTo>
                  <a:lnTo>
                    <a:pt x="9717" y="10087"/>
                  </a:lnTo>
                  <a:lnTo>
                    <a:pt x="9801" y="9785"/>
                  </a:lnTo>
                  <a:lnTo>
                    <a:pt x="9902" y="9465"/>
                  </a:lnTo>
                  <a:lnTo>
                    <a:pt x="9969" y="9129"/>
                  </a:lnTo>
                  <a:lnTo>
                    <a:pt x="9986" y="8944"/>
                  </a:lnTo>
                  <a:lnTo>
                    <a:pt x="10003" y="8759"/>
                  </a:lnTo>
                  <a:lnTo>
                    <a:pt x="10003" y="8574"/>
                  </a:lnTo>
                  <a:lnTo>
                    <a:pt x="9986" y="8373"/>
                  </a:lnTo>
                  <a:lnTo>
                    <a:pt x="9952" y="8171"/>
                  </a:lnTo>
                  <a:lnTo>
                    <a:pt x="9902" y="7952"/>
                  </a:lnTo>
                  <a:lnTo>
                    <a:pt x="9784" y="7549"/>
                  </a:lnTo>
                  <a:lnTo>
                    <a:pt x="9650" y="7196"/>
                  </a:lnTo>
                  <a:lnTo>
                    <a:pt x="9515" y="6893"/>
                  </a:lnTo>
                  <a:lnTo>
                    <a:pt x="9381" y="6607"/>
                  </a:lnTo>
                  <a:lnTo>
                    <a:pt x="9246" y="6338"/>
                  </a:lnTo>
                  <a:lnTo>
                    <a:pt x="9129" y="6053"/>
                  </a:lnTo>
                  <a:lnTo>
                    <a:pt x="9028" y="5733"/>
                  </a:lnTo>
                  <a:lnTo>
                    <a:pt x="8944" y="5380"/>
                  </a:lnTo>
                  <a:lnTo>
                    <a:pt x="8944" y="5212"/>
                  </a:lnTo>
                  <a:lnTo>
                    <a:pt x="8944" y="4993"/>
                  </a:lnTo>
                  <a:lnTo>
                    <a:pt x="8994" y="4405"/>
                  </a:lnTo>
                  <a:lnTo>
                    <a:pt x="9061" y="3699"/>
                  </a:lnTo>
                  <a:lnTo>
                    <a:pt x="9078" y="3312"/>
                  </a:lnTo>
                  <a:lnTo>
                    <a:pt x="9078" y="2909"/>
                  </a:lnTo>
                  <a:lnTo>
                    <a:pt x="9045" y="2505"/>
                  </a:lnTo>
                  <a:lnTo>
                    <a:pt x="8994" y="2102"/>
                  </a:lnTo>
                  <a:lnTo>
                    <a:pt x="8944" y="1917"/>
                  </a:lnTo>
                  <a:lnTo>
                    <a:pt x="8893" y="1715"/>
                  </a:lnTo>
                  <a:lnTo>
                    <a:pt x="8826" y="1530"/>
                  </a:lnTo>
                  <a:lnTo>
                    <a:pt x="8759" y="1362"/>
                  </a:lnTo>
                  <a:lnTo>
                    <a:pt x="8658" y="1177"/>
                  </a:lnTo>
                  <a:lnTo>
                    <a:pt x="8557" y="1026"/>
                  </a:lnTo>
                  <a:lnTo>
                    <a:pt x="8439" y="858"/>
                  </a:lnTo>
                  <a:lnTo>
                    <a:pt x="8322" y="723"/>
                  </a:lnTo>
                  <a:lnTo>
                    <a:pt x="8171" y="589"/>
                  </a:lnTo>
                  <a:lnTo>
                    <a:pt x="8002" y="454"/>
                  </a:lnTo>
                  <a:lnTo>
                    <a:pt x="7817" y="354"/>
                  </a:lnTo>
                  <a:lnTo>
                    <a:pt x="7616" y="253"/>
                  </a:lnTo>
                  <a:lnTo>
                    <a:pt x="7431" y="169"/>
                  </a:lnTo>
                  <a:lnTo>
                    <a:pt x="7246" y="101"/>
                  </a:lnTo>
                  <a:lnTo>
                    <a:pt x="7044" y="51"/>
                  </a:lnTo>
                  <a:lnTo>
                    <a:pt x="6842" y="17"/>
                  </a:lnTo>
                  <a:lnTo>
                    <a:pt x="66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0" name="Google Shape;5980;p63"/>
            <p:cNvSpPr/>
            <p:nvPr/>
          </p:nvSpPr>
          <p:spPr>
            <a:xfrm>
              <a:off x="2813100" y="670575"/>
              <a:ext cx="255975" cy="308100"/>
            </a:xfrm>
            <a:custGeom>
              <a:avLst/>
              <a:gdLst/>
              <a:ahLst/>
              <a:cxnLst/>
              <a:rect l="l" t="t" r="r" b="b"/>
              <a:pathLst>
                <a:path w="10239" h="12324" fill="none" extrusionOk="0">
                  <a:moveTo>
                    <a:pt x="10205" y="12323"/>
                  </a:moveTo>
                  <a:lnTo>
                    <a:pt x="8927" y="12306"/>
                  </a:lnTo>
                  <a:lnTo>
                    <a:pt x="8927" y="12306"/>
                  </a:lnTo>
                  <a:lnTo>
                    <a:pt x="8809" y="12021"/>
                  </a:lnTo>
                  <a:lnTo>
                    <a:pt x="8708" y="11735"/>
                  </a:lnTo>
                  <a:lnTo>
                    <a:pt x="8641" y="11449"/>
                  </a:lnTo>
                  <a:lnTo>
                    <a:pt x="8591" y="11146"/>
                  </a:lnTo>
                  <a:lnTo>
                    <a:pt x="8557" y="10861"/>
                  </a:lnTo>
                  <a:lnTo>
                    <a:pt x="8557" y="10558"/>
                  </a:lnTo>
                  <a:lnTo>
                    <a:pt x="8574" y="10255"/>
                  </a:lnTo>
                  <a:lnTo>
                    <a:pt x="8608" y="9953"/>
                  </a:lnTo>
                  <a:lnTo>
                    <a:pt x="8608" y="9953"/>
                  </a:lnTo>
                  <a:lnTo>
                    <a:pt x="8608" y="9936"/>
                  </a:lnTo>
                  <a:lnTo>
                    <a:pt x="8608" y="9936"/>
                  </a:lnTo>
                  <a:lnTo>
                    <a:pt x="8557" y="10037"/>
                  </a:lnTo>
                  <a:lnTo>
                    <a:pt x="8490" y="10222"/>
                  </a:lnTo>
                  <a:lnTo>
                    <a:pt x="8423" y="10491"/>
                  </a:lnTo>
                  <a:lnTo>
                    <a:pt x="8339" y="10844"/>
                  </a:lnTo>
                  <a:lnTo>
                    <a:pt x="8288" y="11281"/>
                  </a:lnTo>
                  <a:lnTo>
                    <a:pt x="8271" y="11516"/>
                  </a:lnTo>
                  <a:lnTo>
                    <a:pt x="8271" y="11752"/>
                  </a:lnTo>
                  <a:lnTo>
                    <a:pt x="8271" y="12021"/>
                  </a:lnTo>
                  <a:lnTo>
                    <a:pt x="8288" y="12289"/>
                  </a:lnTo>
                  <a:lnTo>
                    <a:pt x="8288" y="12289"/>
                  </a:lnTo>
                  <a:lnTo>
                    <a:pt x="6002" y="12256"/>
                  </a:lnTo>
                  <a:lnTo>
                    <a:pt x="3514" y="12205"/>
                  </a:lnTo>
                  <a:lnTo>
                    <a:pt x="3514" y="12205"/>
                  </a:lnTo>
                  <a:lnTo>
                    <a:pt x="3514" y="11752"/>
                  </a:lnTo>
                  <a:lnTo>
                    <a:pt x="3497" y="11365"/>
                  </a:lnTo>
                  <a:lnTo>
                    <a:pt x="3480" y="10995"/>
                  </a:lnTo>
                  <a:lnTo>
                    <a:pt x="3480" y="10995"/>
                  </a:lnTo>
                  <a:lnTo>
                    <a:pt x="3413" y="11298"/>
                  </a:lnTo>
                  <a:lnTo>
                    <a:pt x="3346" y="11600"/>
                  </a:lnTo>
                  <a:lnTo>
                    <a:pt x="3262" y="11903"/>
                  </a:lnTo>
                  <a:lnTo>
                    <a:pt x="3178" y="12189"/>
                  </a:lnTo>
                  <a:lnTo>
                    <a:pt x="2539" y="12172"/>
                  </a:lnTo>
                  <a:lnTo>
                    <a:pt x="2539" y="12172"/>
                  </a:lnTo>
                  <a:lnTo>
                    <a:pt x="2556" y="11516"/>
                  </a:lnTo>
                  <a:lnTo>
                    <a:pt x="2556" y="10844"/>
                  </a:lnTo>
                  <a:lnTo>
                    <a:pt x="2556" y="10188"/>
                  </a:lnTo>
                  <a:lnTo>
                    <a:pt x="2522" y="9516"/>
                  </a:lnTo>
                  <a:lnTo>
                    <a:pt x="2522" y="9516"/>
                  </a:lnTo>
                  <a:lnTo>
                    <a:pt x="2455" y="9869"/>
                  </a:lnTo>
                  <a:lnTo>
                    <a:pt x="2371" y="10205"/>
                  </a:lnTo>
                  <a:lnTo>
                    <a:pt x="2287" y="10541"/>
                  </a:lnTo>
                  <a:lnTo>
                    <a:pt x="2186" y="10877"/>
                  </a:lnTo>
                  <a:lnTo>
                    <a:pt x="2068" y="11197"/>
                  </a:lnTo>
                  <a:lnTo>
                    <a:pt x="1934" y="11516"/>
                  </a:lnTo>
                  <a:lnTo>
                    <a:pt x="1782" y="11836"/>
                  </a:lnTo>
                  <a:lnTo>
                    <a:pt x="1631" y="12155"/>
                  </a:lnTo>
                  <a:lnTo>
                    <a:pt x="1631" y="12155"/>
                  </a:lnTo>
                  <a:lnTo>
                    <a:pt x="942" y="12121"/>
                  </a:lnTo>
                  <a:lnTo>
                    <a:pt x="421" y="12088"/>
                  </a:lnTo>
                  <a:lnTo>
                    <a:pt x="84" y="12054"/>
                  </a:lnTo>
                  <a:lnTo>
                    <a:pt x="17" y="12037"/>
                  </a:lnTo>
                  <a:lnTo>
                    <a:pt x="0" y="12037"/>
                  </a:lnTo>
                  <a:lnTo>
                    <a:pt x="0" y="12021"/>
                  </a:lnTo>
                  <a:lnTo>
                    <a:pt x="0" y="12021"/>
                  </a:lnTo>
                  <a:lnTo>
                    <a:pt x="269" y="11718"/>
                  </a:lnTo>
                  <a:lnTo>
                    <a:pt x="488" y="11415"/>
                  </a:lnTo>
                  <a:lnTo>
                    <a:pt x="639" y="11130"/>
                  </a:lnTo>
                  <a:lnTo>
                    <a:pt x="757" y="10861"/>
                  </a:lnTo>
                  <a:lnTo>
                    <a:pt x="841" y="10592"/>
                  </a:lnTo>
                  <a:lnTo>
                    <a:pt x="891" y="10323"/>
                  </a:lnTo>
                  <a:lnTo>
                    <a:pt x="908" y="10070"/>
                  </a:lnTo>
                  <a:lnTo>
                    <a:pt x="925" y="9818"/>
                  </a:lnTo>
                  <a:lnTo>
                    <a:pt x="891" y="9331"/>
                  </a:lnTo>
                  <a:lnTo>
                    <a:pt x="858" y="8826"/>
                  </a:lnTo>
                  <a:lnTo>
                    <a:pt x="858" y="8557"/>
                  </a:lnTo>
                  <a:lnTo>
                    <a:pt x="875" y="8305"/>
                  </a:lnTo>
                  <a:lnTo>
                    <a:pt x="925" y="8019"/>
                  </a:lnTo>
                  <a:lnTo>
                    <a:pt x="992" y="7750"/>
                  </a:lnTo>
                  <a:lnTo>
                    <a:pt x="992" y="7750"/>
                  </a:lnTo>
                  <a:lnTo>
                    <a:pt x="1127" y="7414"/>
                  </a:lnTo>
                  <a:lnTo>
                    <a:pt x="1261" y="7128"/>
                  </a:lnTo>
                  <a:lnTo>
                    <a:pt x="1429" y="6860"/>
                  </a:lnTo>
                  <a:lnTo>
                    <a:pt x="1597" y="6624"/>
                  </a:lnTo>
                  <a:lnTo>
                    <a:pt x="1782" y="6406"/>
                  </a:lnTo>
                  <a:lnTo>
                    <a:pt x="1967" y="6204"/>
                  </a:lnTo>
                  <a:lnTo>
                    <a:pt x="2337" y="5851"/>
                  </a:lnTo>
                  <a:lnTo>
                    <a:pt x="2673" y="5515"/>
                  </a:lnTo>
                  <a:lnTo>
                    <a:pt x="2808" y="5330"/>
                  </a:lnTo>
                  <a:lnTo>
                    <a:pt x="2942" y="5162"/>
                  </a:lnTo>
                  <a:lnTo>
                    <a:pt x="3060" y="4960"/>
                  </a:lnTo>
                  <a:lnTo>
                    <a:pt x="3144" y="4758"/>
                  </a:lnTo>
                  <a:lnTo>
                    <a:pt x="3194" y="4540"/>
                  </a:lnTo>
                  <a:lnTo>
                    <a:pt x="3211" y="4287"/>
                  </a:lnTo>
                  <a:lnTo>
                    <a:pt x="3211" y="4287"/>
                  </a:lnTo>
                  <a:lnTo>
                    <a:pt x="3211" y="3817"/>
                  </a:lnTo>
                  <a:lnTo>
                    <a:pt x="3228" y="3296"/>
                  </a:lnTo>
                  <a:lnTo>
                    <a:pt x="3245" y="3027"/>
                  </a:lnTo>
                  <a:lnTo>
                    <a:pt x="3262" y="2758"/>
                  </a:lnTo>
                  <a:lnTo>
                    <a:pt x="3312" y="2489"/>
                  </a:lnTo>
                  <a:lnTo>
                    <a:pt x="3363" y="2220"/>
                  </a:lnTo>
                  <a:lnTo>
                    <a:pt x="3430" y="1951"/>
                  </a:lnTo>
                  <a:lnTo>
                    <a:pt x="3531" y="1715"/>
                  </a:lnTo>
                  <a:lnTo>
                    <a:pt x="3648" y="1480"/>
                  </a:lnTo>
                  <a:lnTo>
                    <a:pt x="3783" y="1261"/>
                  </a:lnTo>
                  <a:lnTo>
                    <a:pt x="3934" y="1077"/>
                  </a:lnTo>
                  <a:lnTo>
                    <a:pt x="4035" y="992"/>
                  </a:lnTo>
                  <a:lnTo>
                    <a:pt x="4136" y="925"/>
                  </a:lnTo>
                  <a:lnTo>
                    <a:pt x="4237" y="858"/>
                  </a:lnTo>
                  <a:lnTo>
                    <a:pt x="4354" y="791"/>
                  </a:lnTo>
                  <a:lnTo>
                    <a:pt x="4472" y="757"/>
                  </a:lnTo>
                  <a:lnTo>
                    <a:pt x="4607" y="707"/>
                  </a:lnTo>
                  <a:lnTo>
                    <a:pt x="4607" y="707"/>
                  </a:lnTo>
                  <a:lnTo>
                    <a:pt x="4775" y="572"/>
                  </a:lnTo>
                  <a:lnTo>
                    <a:pt x="4943" y="454"/>
                  </a:lnTo>
                  <a:lnTo>
                    <a:pt x="5111" y="354"/>
                  </a:lnTo>
                  <a:lnTo>
                    <a:pt x="5296" y="253"/>
                  </a:lnTo>
                  <a:lnTo>
                    <a:pt x="5464" y="186"/>
                  </a:lnTo>
                  <a:lnTo>
                    <a:pt x="5666" y="118"/>
                  </a:lnTo>
                  <a:lnTo>
                    <a:pt x="5851" y="68"/>
                  </a:lnTo>
                  <a:lnTo>
                    <a:pt x="6052" y="34"/>
                  </a:lnTo>
                  <a:lnTo>
                    <a:pt x="6254" y="1"/>
                  </a:lnTo>
                  <a:lnTo>
                    <a:pt x="6439" y="1"/>
                  </a:lnTo>
                  <a:lnTo>
                    <a:pt x="6641" y="1"/>
                  </a:lnTo>
                  <a:lnTo>
                    <a:pt x="6842" y="17"/>
                  </a:lnTo>
                  <a:lnTo>
                    <a:pt x="7044" y="51"/>
                  </a:lnTo>
                  <a:lnTo>
                    <a:pt x="7246" y="101"/>
                  </a:lnTo>
                  <a:lnTo>
                    <a:pt x="7431" y="169"/>
                  </a:lnTo>
                  <a:lnTo>
                    <a:pt x="7616" y="253"/>
                  </a:lnTo>
                  <a:lnTo>
                    <a:pt x="7616" y="253"/>
                  </a:lnTo>
                  <a:lnTo>
                    <a:pt x="7817" y="354"/>
                  </a:lnTo>
                  <a:lnTo>
                    <a:pt x="8002" y="454"/>
                  </a:lnTo>
                  <a:lnTo>
                    <a:pt x="8171" y="589"/>
                  </a:lnTo>
                  <a:lnTo>
                    <a:pt x="8322" y="723"/>
                  </a:lnTo>
                  <a:lnTo>
                    <a:pt x="8439" y="858"/>
                  </a:lnTo>
                  <a:lnTo>
                    <a:pt x="8557" y="1026"/>
                  </a:lnTo>
                  <a:lnTo>
                    <a:pt x="8658" y="1177"/>
                  </a:lnTo>
                  <a:lnTo>
                    <a:pt x="8759" y="1362"/>
                  </a:lnTo>
                  <a:lnTo>
                    <a:pt x="8826" y="1530"/>
                  </a:lnTo>
                  <a:lnTo>
                    <a:pt x="8893" y="1715"/>
                  </a:lnTo>
                  <a:lnTo>
                    <a:pt x="8944" y="1917"/>
                  </a:lnTo>
                  <a:lnTo>
                    <a:pt x="8994" y="2102"/>
                  </a:lnTo>
                  <a:lnTo>
                    <a:pt x="9045" y="2505"/>
                  </a:lnTo>
                  <a:lnTo>
                    <a:pt x="9078" y="2909"/>
                  </a:lnTo>
                  <a:lnTo>
                    <a:pt x="9078" y="3312"/>
                  </a:lnTo>
                  <a:lnTo>
                    <a:pt x="9061" y="3699"/>
                  </a:lnTo>
                  <a:lnTo>
                    <a:pt x="8994" y="4405"/>
                  </a:lnTo>
                  <a:lnTo>
                    <a:pt x="8944" y="4993"/>
                  </a:lnTo>
                  <a:lnTo>
                    <a:pt x="8944" y="5212"/>
                  </a:lnTo>
                  <a:lnTo>
                    <a:pt x="8944" y="5380"/>
                  </a:lnTo>
                  <a:lnTo>
                    <a:pt x="8944" y="5380"/>
                  </a:lnTo>
                  <a:lnTo>
                    <a:pt x="9028" y="5733"/>
                  </a:lnTo>
                  <a:lnTo>
                    <a:pt x="9129" y="6053"/>
                  </a:lnTo>
                  <a:lnTo>
                    <a:pt x="9246" y="6338"/>
                  </a:lnTo>
                  <a:lnTo>
                    <a:pt x="9381" y="6607"/>
                  </a:lnTo>
                  <a:lnTo>
                    <a:pt x="9515" y="6893"/>
                  </a:lnTo>
                  <a:lnTo>
                    <a:pt x="9650" y="7196"/>
                  </a:lnTo>
                  <a:lnTo>
                    <a:pt x="9784" y="7549"/>
                  </a:lnTo>
                  <a:lnTo>
                    <a:pt x="9902" y="7952"/>
                  </a:lnTo>
                  <a:lnTo>
                    <a:pt x="9902" y="7952"/>
                  </a:lnTo>
                  <a:lnTo>
                    <a:pt x="9952" y="8171"/>
                  </a:lnTo>
                  <a:lnTo>
                    <a:pt x="9986" y="8373"/>
                  </a:lnTo>
                  <a:lnTo>
                    <a:pt x="10003" y="8574"/>
                  </a:lnTo>
                  <a:lnTo>
                    <a:pt x="10003" y="8759"/>
                  </a:lnTo>
                  <a:lnTo>
                    <a:pt x="9986" y="8944"/>
                  </a:lnTo>
                  <a:lnTo>
                    <a:pt x="9969" y="9129"/>
                  </a:lnTo>
                  <a:lnTo>
                    <a:pt x="9902" y="9465"/>
                  </a:lnTo>
                  <a:lnTo>
                    <a:pt x="9801" y="9785"/>
                  </a:lnTo>
                  <a:lnTo>
                    <a:pt x="9717" y="10087"/>
                  </a:lnTo>
                  <a:lnTo>
                    <a:pt x="9633" y="10390"/>
                  </a:lnTo>
                  <a:lnTo>
                    <a:pt x="9583" y="10692"/>
                  </a:lnTo>
                  <a:lnTo>
                    <a:pt x="9583" y="10692"/>
                  </a:lnTo>
                  <a:lnTo>
                    <a:pt x="9566" y="10827"/>
                  </a:lnTo>
                  <a:lnTo>
                    <a:pt x="9583" y="10978"/>
                  </a:lnTo>
                  <a:lnTo>
                    <a:pt x="9616" y="11130"/>
                  </a:lnTo>
                  <a:lnTo>
                    <a:pt x="9667" y="11281"/>
                  </a:lnTo>
                  <a:lnTo>
                    <a:pt x="9734" y="11415"/>
                  </a:lnTo>
                  <a:lnTo>
                    <a:pt x="9801" y="11550"/>
                  </a:lnTo>
                  <a:lnTo>
                    <a:pt x="9952" y="11802"/>
                  </a:lnTo>
                  <a:lnTo>
                    <a:pt x="10205" y="12172"/>
                  </a:lnTo>
                  <a:lnTo>
                    <a:pt x="10238" y="12239"/>
                  </a:lnTo>
                  <a:lnTo>
                    <a:pt x="10238" y="12289"/>
                  </a:lnTo>
                  <a:lnTo>
                    <a:pt x="10238" y="12306"/>
                  </a:lnTo>
                  <a:lnTo>
                    <a:pt x="10205" y="123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1" name="Google Shape;5981;p63"/>
            <p:cNvSpPr/>
            <p:nvPr/>
          </p:nvSpPr>
          <p:spPr>
            <a:xfrm>
              <a:off x="2812250" y="771875"/>
              <a:ext cx="84925" cy="192925"/>
            </a:xfrm>
            <a:custGeom>
              <a:avLst/>
              <a:gdLst/>
              <a:ahLst/>
              <a:cxnLst/>
              <a:rect l="l" t="t" r="r" b="b"/>
              <a:pathLst>
                <a:path w="3397" h="7717" extrusionOk="0">
                  <a:moveTo>
                    <a:pt x="3397" y="0"/>
                  </a:moveTo>
                  <a:lnTo>
                    <a:pt x="3346" y="269"/>
                  </a:lnTo>
                  <a:lnTo>
                    <a:pt x="3245" y="521"/>
                  </a:lnTo>
                  <a:lnTo>
                    <a:pt x="3111" y="773"/>
                  </a:lnTo>
                  <a:lnTo>
                    <a:pt x="2959" y="992"/>
                  </a:lnTo>
                  <a:lnTo>
                    <a:pt x="2758" y="1194"/>
                  </a:lnTo>
                  <a:lnTo>
                    <a:pt x="2556" y="1379"/>
                  </a:lnTo>
                  <a:lnTo>
                    <a:pt x="2354" y="1547"/>
                  </a:lnTo>
                  <a:lnTo>
                    <a:pt x="2119" y="1715"/>
                  </a:lnTo>
                  <a:lnTo>
                    <a:pt x="1884" y="1883"/>
                  </a:lnTo>
                  <a:lnTo>
                    <a:pt x="1665" y="2051"/>
                  </a:lnTo>
                  <a:lnTo>
                    <a:pt x="1430" y="2219"/>
                  </a:lnTo>
                  <a:lnTo>
                    <a:pt x="1228" y="2421"/>
                  </a:lnTo>
                  <a:lnTo>
                    <a:pt x="1026" y="2639"/>
                  </a:lnTo>
                  <a:lnTo>
                    <a:pt x="841" y="2875"/>
                  </a:lnTo>
                  <a:lnTo>
                    <a:pt x="690" y="3127"/>
                  </a:lnTo>
                  <a:lnTo>
                    <a:pt x="572" y="3396"/>
                  </a:lnTo>
                  <a:lnTo>
                    <a:pt x="488" y="3682"/>
                  </a:lnTo>
                  <a:lnTo>
                    <a:pt x="438" y="3967"/>
                  </a:lnTo>
                  <a:lnTo>
                    <a:pt x="421" y="4270"/>
                  </a:lnTo>
                  <a:lnTo>
                    <a:pt x="421" y="4556"/>
                  </a:lnTo>
                  <a:lnTo>
                    <a:pt x="471" y="5127"/>
                  </a:lnTo>
                  <a:lnTo>
                    <a:pt x="556" y="5682"/>
                  </a:lnTo>
                  <a:lnTo>
                    <a:pt x="606" y="5951"/>
                  </a:lnTo>
                  <a:lnTo>
                    <a:pt x="606" y="6220"/>
                  </a:lnTo>
                  <a:lnTo>
                    <a:pt x="589" y="6489"/>
                  </a:lnTo>
                  <a:lnTo>
                    <a:pt x="522" y="6741"/>
                  </a:lnTo>
                  <a:lnTo>
                    <a:pt x="421" y="7010"/>
                  </a:lnTo>
                  <a:lnTo>
                    <a:pt x="287" y="7246"/>
                  </a:lnTo>
                  <a:lnTo>
                    <a:pt x="152" y="7498"/>
                  </a:lnTo>
                  <a:lnTo>
                    <a:pt x="1" y="7716"/>
                  </a:lnTo>
                  <a:lnTo>
                    <a:pt x="186" y="7515"/>
                  </a:lnTo>
                  <a:lnTo>
                    <a:pt x="371" y="7296"/>
                  </a:lnTo>
                  <a:lnTo>
                    <a:pt x="539" y="7061"/>
                  </a:lnTo>
                  <a:lnTo>
                    <a:pt x="673" y="6809"/>
                  </a:lnTo>
                  <a:lnTo>
                    <a:pt x="724" y="6674"/>
                  </a:lnTo>
                  <a:lnTo>
                    <a:pt x="774" y="6523"/>
                  </a:lnTo>
                  <a:lnTo>
                    <a:pt x="808" y="6388"/>
                  </a:lnTo>
                  <a:lnTo>
                    <a:pt x="825" y="6237"/>
                  </a:lnTo>
                  <a:lnTo>
                    <a:pt x="825" y="5951"/>
                  </a:lnTo>
                  <a:lnTo>
                    <a:pt x="808" y="5665"/>
                  </a:lnTo>
                  <a:lnTo>
                    <a:pt x="740" y="5094"/>
                  </a:lnTo>
                  <a:lnTo>
                    <a:pt x="724" y="4825"/>
                  </a:lnTo>
                  <a:lnTo>
                    <a:pt x="707" y="4556"/>
                  </a:lnTo>
                  <a:lnTo>
                    <a:pt x="707" y="4287"/>
                  </a:lnTo>
                  <a:lnTo>
                    <a:pt x="740" y="4018"/>
                  </a:lnTo>
                  <a:lnTo>
                    <a:pt x="791" y="3749"/>
                  </a:lnTo>
                  <a:lnTo>
                    <a:pt x="858" y="3497"/>
                  </a:lnTo>
                  <a:lnTo>
                    <a:pt x="959" y="3261"/>
                  </a:lnTo>
                  <a:lnTo>
                    <a:pt x="1093" y="3026"/>
                  </a:lnTo>
                  <a:lnTo>
                    <a:pt x="1245" y="2808"/>
                  </a:lnTo>
                  <a:lnTo>
                    <a:pt x="1430" y="2606"/>
                  </a:lnTo>
                  <a:lnTo>
                    <a:pt x="1833" y="2236"/>
                  </a:lnTo>
                  <a:lnTo>
                    <a:pt x="2253" y="1883"/>
                  </a:lnTo>
                  <a:lnTo>
                    <a:pt x="2489" y="1698"/>
                  </a:lnTo>
                  <a:lnTo>
                    <a:pt x="2691" y="1513"/>
                  </a:lnTo>
                  <a:lnTo>
                    <a:pt x="2892" y="1295"/>
                  </a:lnTo>
                  <a:lnTo>
                    <a:pt x="3060" y="1076"/>
                  </a:lnTo>
                  <a:lnTo>
                    <a:pt x="3144" y="958"/>
                  </a:lnTo>
                  <a:lnTo>
                    <a:pt x="3212" y="824"/>
                  </a:lnTo>
                  <a:lnTo>
                    <a:pt x="3262" y="689"/>
                  </a:lnTo>
                  <a:lnTo>
                    <a:pt x="3313" y="555"/>
                  </a:lnTo>
                  <a:lnTo>
                    <a:pt x="3346" y="420"/>
                  </a:lnTo>
                  <a:lnTo>
                    <a:pt x="3380" y="286"/>
                  </a:lnTo>
                  <a:lnTo>
                    <a:pt x="3397" y="135"/>
                  </a:lnTo>
                  <a:lnTo>
                    <a:pt x="33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2" name="Google Shape;5982;p63"/>
            <p:cNvSpPr/>
            <p:nvPr/>
          </p:nvSpPr>
          <p:spPr>
            <a:xfrm>
              <a:off x="3034575" y="710500"/>
              <a:ext cx="44150" cy="263950"/>
            </a:xfrm>
            <a:custGeom>
              <a:avLst/>
              <a:gdLst/>
              <a:ahLst/>
              <a:cxnLst/>
              <a:rect l="l" t="t" r="r" b="b"/>
              <a:pathLst>
                <a:path w="1766" h="10558" extrusionOk="0">
                  <a:moveTo>
                    <a:pt x="1" y="1"/>
                  </a:moveTo>
                  <a:lnTo>
                    <a:pt x="51" y="354"/>
                  </a:lnTo>
                  <a:lnTo>
                    <a:pt x="85" y="690"/>
                  </a:lnTo>
                  <a:lnTo>
                    <a:pt x="102" y="1043"/>
                  </a:lnTo>
                  <a:lnTo>
                    <a:pt x="102" y="1379"/>
                  </a:lnTo>
                  <a:lnTo>
                    <a:pt x="102" y="2068"/>
                  </a:lnTo>
                  <a:lnTo>
                    <a:pt x="85" y="2758"/>
                  </a:lnTo>
                  <a:lnTo>
                    <a:pt x="85" y="3447"/>
                  </a:lnTo>
                  <a:lnTo>
                    <a:pt x="102" y="3817"/>
                  </a:lnTo>
                  <a:lnTo>
                    <a:pt x="152" y="4170"/>
                  </a:lnTo>
                  <a:lnTo>
                    <a:pt x="186" y="4338"/>
                  </a:lnTo>
                  <a:lnTo>
                    <a:pt x="253" y="4523"/>
                  </a:lnTo>
                  <a:lnTo>
                    <a:pt x="320" y="4691"/>
                  </a:lnTo>
                  <a:lnTo>
                    <a:pt x="387" y="4859"/>
                  </a:lnTo>
                  <a:lnTo>
                    <a:pt x="556" y="5162"/>
                  </a:lnTo>
                  <a:lnTo>
                    <a:pt x="740" y="5447"/>
                  </a:lnTo>
                  <a:lnTo>
                    <a:pt x="925" y="5733"/>
                  </a:lnTo>
                  <a:lnTo>
                    <a:pt x="1077" y="6036"/>
                  </a:lnTo>
                  <a:lnTo>
                    <a:pt x="1194" y="6338"/>
                  </a:lnTo>
                  <a:lnTo>
                    <a:pt x="1295" y="6658"/>
                  </a:lnTo>
                  <a:lnTo>
                    <a:pt x="1346" y="6977"/>
                  </a:lnTo>
                  <a:lnTo>
                    <a:pt x="1379" y="7313"/>
                  </a:lnTo>
                  <a:lnTo>
                    <a:pt x="1379" y="7650"/>
                  </a:lnTo>
                  <a:lnTo>
                    <a:pt x="1346" y="7986"/>
                  </a:lnTo>
                  <a:lnTo>
                    <a:pt x="1278" y="8305"/>
                  </a:lnTo>
                  <a:lnTo>
                    <a:pt x="1194" y="8642"/>
                  </a:lnTo>
                  <a:lnTo>
                    <a:pt x="1127" y="8995"/>
                  </a:lnTo>
                  <a:lnTo>
                    <a:pt x="1110" y="9348"/>
                  </a:lnTo>
                  <a:lnTo>
                    <a:pt x="1127" y="9533"/>
                  </a:lnTo>
                  <a:lnTo>
                    <a:pt x="1161" y="9701"/>
                  </a:lnTo>
                  <a:lnTo>
                    <a:pt x="1211" y="9869"/>
                  </a:lnTo>
                  <a:lnTo>
                    <a:pt x="1278" y="10037"/>
                  </a:lnTo>
                  <a:lnTo>
                    <a:pt x="1379" y="10188"/>
                  </a:lnTo>
                  <a:lnTo>
                    <a:pt x="1497" y="10323"/>
                  </a:lnTo>
                  <a:lnTo>
                    <a:pt x="1615" y="10440"/>
                  </a:lnTo>
                  <a:lnTo>
                    <a:pt x="1766" y="10558"/>
                  </a:lnTo>
                  <a:lnTo>
                    <a:pt x="1766" y="10558"/>
                  </a:lnTo>
                  <a:lnTo>
                    <a:pt x="1631" y="10440"/>
                  </a:lnTo>
                  <a:lnTo>
                    <a:pt x="1531" y="10306"/>
                  </a:lnTo>
                  <a:lnTo>
                    <a:pt x="1430" y="10171"/>
                  </a:lnTo>
                  <a:lnTo>
                    <a:pt x="1346" y="10020"/>
                  </a:lnTo>
                  <a:lnTo>
                    <a:pt x="1295" y="9869"/>
                  </a:lnTo>
                  <a:lnTo>
                    <a:pt x="1262" y="9701"/>
                  </a:lnTo>
                  <a:lnTo>
                    <a:pt x="1228" y="9533"/>
                  </a:lnTo>
                  <a:lnTo>
                    <a:pt x="1245" y="9348"/>
                  </a:lnTo>
                  <a:lnTo>
                    <a:pt x="1278" y="9028"/>
                  </a:lnTo>
                  <a:lnTo>
                    <a:pt x="1362" y="8692"/>
                  </a:lnTo>
                  <a:lnTo>
                    <a:pt x="1480" y="8373"/>
                  </a:lnTo>
                  <a:lnTo>
                    <a:pt x="1564" y="8020"/>
                  </a:lnTo>
                  <a:lnTo>
                    <a:pt x="1598" y="7851"/>
                  </a:lnTo>
                  <a:lnTo>
                    <a:pt x="1631" y="7666"/>
                  </a:lnTo>
                  <a:lnTo>
                    <a:pt x="1631" y="7498"/>
                  </a:lnTo>
                  <a:lnTo>
                    <a:pt x="1631" y="7313"/>
                  </a:lnTo>
                  <a:lnTo>
                    <a:pt x="1615" y="6960"/>
                  </a:lnTo>
                  <a:lnTo>
                    <a:pt x="1564" y="6607"/>
                  </a:lnTo>
                  <a:lnTo>
                    <a:pt x="1463" y="6254"/>
                  </a:lnTo>
                  <a:lnTo>
                    <a:pt x="1346" y="5918"/>
                  </a:lnTo>
                  <a:lnTo>
                    <a:pt x="1178" y="5599"/>
                  </a:lnTo>
                  <a:lnTo>
                    <a:pt x="993" y="5296"/>
                  </a:lnTo>
                  <a:lnTo>
                    <a:pt x="808" y="5010"/>
                  </a:lnTo>
                  <a:lnTo>
                    <a:pt x="656" y="4725"/>
                  </a:lnTo>
                  <a:lnTo>
                    <a:pt x="522" y="4422"/>
                  </a:lnTo>
                  <a:lnTo>
                    <a:pt x="421" y="4103"/>
                  </a:lnTo>
                  <a:lnTo>
                    <a:pt x="371" y="3766"/>
                  </a:lnTo>
                  <a:lnTo>
                    <a:pt x="337" y="3447"/>
                  </a:lnTo>
                  <a:lnTo>
                    <a:pt x="320" y="2758"/>
                  </a:lnTo>
                  <a:lnTo>
                    <a:pt x="303" y="2068"/>
                  </a:lnTo>
                  <a:lnTo>
                    <a:pt x="253" y="1362"/>
                  </a:lnTo>
                  <a:lnTo>
                    <a:pt x="219" y="1026"/>
                  </a:lnTo>
                  <a:lnTo>
                    <a:pt x="169" y="673"/>
                  </a:lnTo>
                  <a:lnTo>
                    <a:pt x="85" y="3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3" name="Google Shape;5983;p63"/>
            <p:cNvSpPr/>
            <p:nvPr/>
          </p:nvSpPr>
          <p:spPr>
            <a:xfrm>
              <a:off x="3034575" y="710500"/>
              <a:ext cx="44150" cy="263950"/>
            </a:xfrm>
            <a:custGeom>
              <a:avLst/>
              <a:gdLst/>
              <a:ahLst/>
              <a:cxnLst/>
              <a:rect l="l" t="t" r="r" b="b"/>
              <a:pathLst>
                <a:path w="1766" h="1055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5" y="337"/>
                  </a:lnTo>
                  <a:lnTo>
                    <a:pt x="169" y="673"/>
                  </a:lnTo>
                  <a:lnTo>
                    <a:pt x="219" y="1026"/>
                  </a:lnTo>
                  <a:lnTo>
                    <a:pt x="253" y="1362"/>
                  </a:lnTo>
                  <a:lnTo>
                    <a:pt x="253" y="1362"/>
                  </a:lnTo>
                  <a:lnTo>
                    <a:pt x="303" y="2068"/>
                  </a:lnTo>
                  <a:lnTo>
                    <a:pt x="320" y="2758"/>
                  </a:lnTo>
                  <a:lnTo>
                    <a:pt x="337" y="3447"/>
                  </a:lnTo>
                  <a:lnTo>
                    <a:pt x="337" y="3447"/>
                  </a:lnTo>
                  <a:lnTo>
                    <a:pt x="371" y="3766"/>
                  </a:lnTo>
                  <a:lnTo>
                    <a:pt x="421" y="4103"/>
                  </a:lnTo>
                  <a:lnTo>
                    <a:pt x="421" y="4103"/>
                  </a:lnTo>
                  <a:lnTo>
                    <a:pt x="522" y="4422"/>
                  </a:lnTo>
                  <a:lnTo>
                    <a:pt x="656" y="4725"/>
                  </a:lnTo>
                  <a:lnTo>
                    <a:pt x="808" y="5010"/>
                  </a:lnTo>
                  <a:lnTo>
                    <a:pt x="993" y="5296"/>
                  </a:lnTo>
                  <a:lnTo>
                    <a:pt x="993" y="5296"/>
                  </a:lnTo>
                  <a:lnTo>
                    <a:pt x="1178" y="5599"/>
                  </a:lnTo>
                  <a:lnTo>
                    <a:pt x="1346" y="5918"/>
                  </a:lnTo>
                  <a:lnTo>
                    <a:pt x="1346" y="5918"/>
                  </a:lnTo>
                  <a:lnTo>
                    <a:pt x="1463" y="6254"/>
                  </a:lnTo>
                  <a:lnTo>
                    <a:pt x="1564" y="6607"/>
                  </a:lnTo>
                  <a:lnTo>
                    <a:pt x="1564" y="6607"/>
                  </a:lnTo>
                  <a:lnTo>
                    <a:pt x="1615" y="6960"/>
                  </a:lnTo>
                  <a:lnTo>
                    <a:pt x="1631" y="7313"/>
                  </a:lnTo>
                  <a:lnTo>
                    <a:pt x="1631" y="7313"/>
                  </a:lnTo>
                  <a:lnTo>
                    <a:pt x="1631" y="7498"/>
                  </a:lnTo>
                  <a:lnTo>
                    <a:pt x="1631" y="7666"/>
                  </a:lnTo>
                  <a:lnTo>
                    <a:pt x="1598" y="7851"/>
                  </a:lnTo>
                  <a:lnTo>
                    <a:pt x="1564" y="8020"/>
                  </a:lnTo>
                  <a:lnTo>
                    <a:pt x="1564" y="8020"/>
                  </a:lnTo>
                  <a:lnTo>
                    <a:pt x="1480" y="8373"/>
                  </a:lnTo>
                  <a:lnTo>
                    <a:pt x="1362" y="8692"/>
                  </a:lnTo>
                  <a:lnTo>
                    <a:pt x="1362" y="8692"/>
                  </a:lnTo>
                  <a:lnTo>
                    <a:pt x="1278" y="9028"/>
                  </a:lnTo>
                  <a:lnTo>
                    <a:pt x="1245" y="9348"/>
                  </a:lnTo>
                  <a:lnTo>
                    <a:pt x="1245" y="9348"/>
                  </a:lnTo>
                  <a:lnTo>
                    <a:pt x="1228" y="9533"/>
                  </a:lnTo>
                  <a:lnTo>
                    <a:pt x="1262" y="9701"/>
                  </a:lnTo>
                  <a:lnTo>
                    <a:pt x="1295" y="9869"/>
                  </a:lnTo>
                  <a:lnTo>
                    <a:pt x="1346" y="10020"/>
                  </a:lnTo>
                  <a:lnTo>
                    <a:pt x="1430" y="10171"/>
                  </a:lnTo>
                  <a:lnTo>
                    <a:pt x="1531" y="10306"/>
                  </a:lnTo>
                  <a:lnTo>
                    <a:pt x="1631" y="10440"/>
                  </a:lnTo>
                  <a:lnTo>
                    <a:pt x="1766" y="10558"/>
                  </a:lnTo>
                  <a:lnTo>
                    <a:pt x="1766" y="10558"/>
                  </a:lnTo>
                  <a:lnTo>
                    <a:pt x="1615" y="10440"/>
                  </a:lnTo>
                  <a:lnTo>
                    <a:pt x="1497" y="10323"/>
                  </a:lnTo>
                  <a:lnTo>
                    <a:pt x="1379" y="10188"/>
                  </a:lnTo>
                  <a:lnTo>
                    <a:pt x="1278" y="10037"/>
                  </a:lnTo>
                  <a:lnTo>
                    <a:pt x="1211" y="9869"/>
                  </a:lnTo>
                  <a:lnTo>
                    <a:pt x="1161" y="9701"/>
                  </a:lnTo>
                  <a:lnTo>
                    <a:pt x="1127" y="9533"/>
                  </a:lnTo>
                  <a:lnTo>
                    <a:pt x="1110" y="9348"/>
                  </a:lnTo>
                  <a:lnTo>
                    <a:pt x="1110" y="9348"/>
                  </a:lnTo>
                  <a:lnTo>
                    <a:pt x="1127" y="8995"/>
                  </a:lnTo>
                  <a:lnTo>
                    <a:pt x="1194" y="8642"/>
                  </a:lnTo>
                  <a:lnTo>
                    <a:pt x="1194" y="8642"/>
                  </a:lnTo>
                  <a:lnTo>
                    <a:pt x="1278" y="8305"/>
                  </a:lnTo>
                  <a:lnTo>
                    <a:pt x="1346" y="7986"/>
                  </a:lnTo>
                  <a:lnTo>
                    <a:pt x="1346" y="7986"/>
                  </a:lnTo>
                  <a:lnTo>
                    <a:pt x="1379" y="7650"/>
                  </a:lnTo>
                  <a:lnTo>
                    <a:pt x="1379" y="7313"/>
                  </a:lnTo>
                  <a:lnTo>
                    <a:pt x="1346" y="6977"/>
                  </a:lnTo>
                  <a:lnTo>
                    <a:pt x="1295" y="6658"/>
                  </a:lnTo>
                  <a:lnTo>
                    <a:pt x="1295" y="6658"/>
                  </a:lnTo>
                  <a:lnTo>
                    <a:pt x="1194" y="6338"/>
                  </a:lnTo>
                  <a:lnTo>
                    <a:pt x="1077" y="6036"/>
                  </a:lnTo>
                  <a:lnTo>
                    <a:pt x="1077" y="6036"/>
                  </a:lnTo>
                  <a:lnTo>
                    <a:pt x="925" y="5733"/>
                  </a:lnTo>
                  <a:lnTo>
                    <a:pt x="740" y="5447"/>
                  </a:lnTo>
                  <a:lnTo>
                    <a:pt x="740" y="5447"/>
                  </a:lnTo>
                  <a:lnTo>
                    <a:pt x="556" y="5162"/>
                  </a:lnTo>
                  <a:lnTo>
                    <a:pt x="387" y="4859"/>
                  </a:lnTo>
                  <a:lnTo>
                    <a:pt x="387" y="4859"/>
                  </a:lnTo>
                  <a:lnTo>
                    <a:pt x="320" y="4691"/>
                  </a:lnTo>
                  <a:lnTo>
                    <a:pt x="253" y="4523"/>
                  </a:lnTo>
                  <a:lnTo>
                    <a:pt x="186" y="4338"/>
                  </a:lnTo>
                  <a:lnTo>
                    <a:pt x="152" y="4170"/>
                  </a:lnTo>
                  <a:lnTo>
                    <a:pt x="152" y="4170"/>
                  </a:lnTo>
                  <a:lnTo>
                    <a:pt x="102" y="3817"/>
                  </a:lnTo>
                  <a:lnTo>
                    <a:pt x="85" y="3447"/>
                  </a:lnTo>
                  <a:lnTo>
                    <a:pt x="85" y="3447"/>
                  </a:lnTo>
                  <a:lnTo>
                    <a:pt x="85" y="2758"/>
                  </a:lnTo>
                  <a:lnTo>
                    <a:pt x="85" y="2758"/>
                  </a:lnTo>
                  <a:lnTo>
                    <a:pt x="102" y="2068"/>
                  </a:lnTo>
                  <a:lnTo>
                    <a:pt x="102" y="1379"/>
                  </a:lnTo>
                  <a:lnTo>
                    <a:pt x="102" y="1379"/>
                  </a:lnTo>
                  <a:lnTo>
                    <a:pt x="102" y="1043"/>
                  </a:lnTo>
                  <a:lnTo>
                    <a:pt x="85" y="690"/>
                  </a:lnTo>
                  <a:lnTo>
                    <a:pt x="51" y="35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4" name="Google Shape;5984;p63"/>
            <p:cNvSpPr/>
            <p:nvPr/>
          </p:nvSpPr>
          <p:spPr>
            <a:xfrm>
              <a:off x="2956000" y="858450"/>
              <a:ext cx="430800" cy="248400"/>
            </a:xfrm>
            <a:custGeom>
              <a:avLst/>
              <a:gdLst/>
              <a:ahLst/>
              <a:cxnLst/>
              <a:rect l="l" t="t" r="r" b="b"/>
              <a:pathLst>
                <a:path w="17232" h="9936" extrusionOk="0">
                  <a:moveTo>
                    <a:pt x="471" y="0"/>
                  </a:moveTo>
                  <a:lnTo>
                    <a:pt x="336" y="34"/>
                  </a:lnTo>
                  <a:lnTo>
                    <a:pt x="219" y="84"/>
                  </a:lnTo>
                  <a:lnTo>
                    <a:pt x="135" y="168"/>
                  </a:lnTo>
                  <a:lnTo>
                    <a:pt x="67" y="286"/>
                  </a:lnTo>
                  <a:lnTo>
                    <a:pt x="17" y="437"/>
                  </a:lnTo>
                  <a:lnTo>
                    <a:pt x="0" y="605"/>
                  </a:lnTo>
                  <a:lnTo>
                    <a:pt x="17" y="790"/>
                  </a:lnTo>
                  <a:lnTo>
                    <a:pt x="51" y="1009"/>
                  </a:lnTo>
                  <a:lnTo>
                    <a:pt x="101" y="1244"/>
                  </a:lnTo>
                  <a:lnTo>
                    <a:pt x="202" y="1513"/>
                  </a:lnTo>
                  <a:lnTo>
                    <a:pt x="320" y="1782"/>
                  </a:lnTo>
                  <a:lnTo>
                    <a:pt x="471" y="2102"/>
                  </a:lnTo>
                  <a:lnTo>
                    <a:pt x="723" y="2522"/>
                  </a:lnTo>
                  <a:lnTo>
                    <a:pt x="1042" y="3043"/>
                  </a:lnTo>
                  <a:lnTo>
                    <a:pt x="1429" y="3615"/>
                  </a:lnTo>
                  <a:lnTo>
                    <a:pt x="1883" y="4253"/>
                  </a:lnTo>
                  <a:lnTo>
                    <a:pt x="2370" y="4926"/>
                  </a:lnTo>
                  <a:lnTo>
                    <a:pt x="2908" y="5615"/>
                  </a:lnTo>
                  <a:lnTo>
                    <a:pt x="3480" y="6304"/>
                  </a:lnTo>
                  <a:lnTo>
                    <a:pt x="4052" y="6977"/>
                  </a:lnTo>
                  <a:lnTo>
                    <a:pt x="4657" y="7632"/>
                  </a:lnTo>
                  <a:lnTo>
                    <a:pt x="5245" y="8238"/>
                  </a:lnTo>
                  <a:lnTo>
                    <a:pt x="5548" y="8507"/>
                  </a:lnTo>
                  <a:lnTo>
                    <a:pt x="5834" y="8776"/>
                  </a:lnTo>
                  <a:lnTo>
                    <a:pt x="6136" y="9011"/>
                  </a:lnTo>
                  <a:lnTo>
                    <a:pt x="6422" y="9229"/>
                  </a:lnTo>
                  <a:lnTo>
                    <a:pt x="6691" y="9414"/>
                  </a:lnTo>
                  <a:lnTo>
                    <a:pt x="6960" y="9582"/>
                  </a:lnTo>
                  <a:lnTo>
                    <a:pt x="7229" y="9717"/>
                  </a:lnTo>
                  <a:lnTo>
                    <a:pt x="7464" y="9818"/>
                  </a:lnTo>
                  <a:lnTo>
                    <a:pt x="7716" y="9885"/>
                  </a:lnTo>
                  <a:lnTo>
                    <a:pt x="7935" y="9935"/>
                  </a:lnTo>
                  <a:lnTo>
                    <a:pt x="8187" y="9935"/>
                  </a:lnTo>
                  <a:lnTo>
                    <a:pt x="8439" y="9919"/>
                  </a:lnTo>
                  <a:lnTo>
                    <a:pt x="8708" y="9885"/>
                  </a:lnTo>
                  <a:lnTo>
                    <a:pt x="9011" y="9835"/>
                  </a:lnTo>
                  <a:lnTo>
                    <a:pt x="9313" y="9751"/>
                  </a:lnTo>
                  <a:lnTo>
                    <a:pt x="9633" y="9667"/>
                  </a:lnTo>
                  <a:lnTo>
                    <a:pt x="9952" y="9549"/>
                  </a:lnTo>
                  <a:lnTo>
                    <a:pt x="10288" y="9431"/>
                  </a:lnTo>
                  <a:lnTo>
                    <a:pt x="10994" y="9145"/>
                  </a:lnTo>
                  <a:lnTo>
                    <a:pt x="11701" y="8826"/>
                  </a:lnTo>
                  <a:lnTo>
                    <a:pt x="12423" y="8473"/>
                  </a:lnTo>
                  <a:lnTo>
                    <a:pt x="13129" y="8103"/>
                  </a:lnTo>
                  <a:lnTo>
                    <a:pt x="13802" y="7716"/>
                  </a:lnTo>
                  <a:lnTo>
                    <a:pt x="14458" y="7347"/>
                  </a:lnTo>
                  <a:lnTo>
                    <a:pt x="15601" y="6674"/>
                  </a:lnTo>
                  <a:lnTo>
                    <a:pt x="16895" y="5867"/>
                  </a:lnTo>
                  <a:lnTo>
                    <a:pt x="17030" y="5766"/>
                  </a:lnTo>
                  <a:lnTo>
                    <a:pt x="17114" y="5649"/>
                  </a:lnTo>
                  <a:lnTo>
                    <a:pt x="17181" y="5531"/>
                  </a:lnTo>
                  <a:lnTo>
                    <a:pt x="17215" y="5380"/>
                  </a:lnTo>
                  <a:lnTo>
                    <a:pt x="17231" y="5228"/>
                  </a:lnTo>
                  <a:lnTo>
                    <a:pt x="17215" y="5060"/>
                  </a:lnTo>
                  <a:lnTo>
                    <a:pt x="17181" y="4875"/>
                  </a:lnTo>
                  <a:lnTo>
                    <a:pt x="17114" y="4690"/>
                  </a:lnTo>
                  <a:lnTo>
                    <a:pt x="17030" y="4489"/>
                  </a:lnTo>
                  <a:lnTo>
                    <a:pt x="16929" y="4287"/>
                  </a:lnTo>
                  <a:lnTo>
                    <a:pt x="16811" y="4085"/>
                  </a:lnTo>
                  <a:lnTo>
                    <a:pt x="16677" y="3867"/>
                  </a:lnTo>
                  <a:lnTo>
                    <a:pt x="16374" y="3446"/>
                  </a:lnTo>
                  <a:lnTo>
                    <a:pt x="16021" y="3026"/>
                  </a:lnTo>
                  <a:lnTo>
                    <a:pt x="15651" y="2639"/>
                  </a:lnTo>
                  <a:lnTo>
                    <a:pt x="15264" y="2270"/>
                  </a:lnTo>
                  <a:lnTo>
                    <a:pt x="14878" y="1950"/>
                  </a:lnTo>
                  <a:lnTo>
                    <a:pt x="14508" y="1681"/>
                  </a:lnTo>
                  <a:lnTo>
                    <a:pt x="14323" y="1580"/>
                  </a:lnTo>
                  <a:lnTo>
                    <a:pt x="14155" y="1496"/>
                  </a:lnTo>
                  <a:lnTo>
                    <a:pt x="14004" y="1429"/>
                  </a:lnTo>
                  <a:lnTo>
                    <a:pt x="13852" y="1379"/>
                  </a:lnTo>
                  <a:lnTo>
                    <a:pt x="13718" y="1345"/>
                  </a:lnTo>
                  <a:lnTo>
                    <a:pt x="13600" y="1345"/>
                  </a:lnTo>
                  <a:lnTo>
                    <a:pt x="13499" y="1379"/>
                  </a:lnTo>
                  <a:lnTo>
                    <a:pt x="13432" y="1429"/>
                  </a:lnTo>
                  <a:lnTo>
                    <a:pt x="12877" y="1950"/>
                  </a:lnTo>
                  <a:lnTo>
                    <a:pt x="12222" y="2522"/>
                  </a:lnTo>
                  <a:lnTo>
                    <a:pt x="11482" y="3110"/>
                  </a:lnTo>
                  <a:lnTo>
                    <a:pt x="10726" y="3665"/>
                  </a:lnTo>
                  <a:lnTo>
                    <a:pt x="10356" y="3934"/>
                  </a:lnTo>
                  <a:lnTo>
                    <a:pt x="10003" y="4169"/>
                  </a:lnTo>
                  <a:lnTo>
                    <a:pt x="9666" y="4371"/>
                  </a:lnTo>
                  <a:lnTo>
                    <a:pt x="9347" y="4556"/>
                  </a:lnTo>
                  <a:lnTo>
                    <a:pt x="9061" y="4690"/>
                  </a:lnTo>
                  <a:lnTo>
                    <a:pt x="8809" y="4791"/>
                  </a:lnTo>
                  <a:lnTo>
                    <a:pt x="8591" y="4842"/>
                  </a:lnTo>
                  <a:lnTo>
                    <a:pt x="8506" y="4859"/>
                  </a:lnTo>
                  <a:lnTo>
                    <a:pt x="8439" y="4842"/>
                  </a:lnTo>
                  <a:lnTo>
                    <a:pt x="8288" y="4808"/>
                  </a:lnTo>
                  <a:lnTo>
                    <a:pt x="8120" y="4758"/>
                  </a:lnTo>
                  <a:lnTo>
                    <a:pt x="7784" y="4606"/>
                  </a:lnTo>
                  <a:lnTo>
                    <a:pt x="7414" y="4421"/>
                  </a:lnTo>
                  <a:lnTo>
                    <a:pt x="7027" y="4203"/>
                  </a:lnTo>
                  <a:lnTo>
                    <a:pt x="6590" y="3934"/>
                  </a:lnTo>
                  <a:lnTo>
                    <a:pt x="6153" y="3648"/>
                  </a:lnTo>
                  <a:lnTo>
                    <a:pt x="5228" y="3009"/>
                  </a:lnTo>
                  <a:lnTo>
                    <a:pt x="3312" y="1614"/>
                  </a:lnTo>
                  <a:lnTo>
                    <a:pt x="2370" y="942"/>
                  </a:lnTo>
                  <a:lnTo>
                    <a:pt x="1917" y="639"/>
                  </a:lnTo>
                  <a:lnTo>
                    <a:pt x="1496" y="353"/>
                  </a:lnTo>
                  <a:lnTo>
                    <a:pt x="1244" y="219"/>
                  </a:lnTo>
                  <a:lnTo>
                    <a:pt x="1026" y="118"/>
                  </a:lnTo>
                  <a:lnTo>
                    <a:pt x="824" y="34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5" name="Google Shape;5985;p63"/>
            <p:cNvSpPr/>
            <p:nvPr/>
          </p:nvSpPr>
          <p:spPr>
            <a:xfrm>
              <a:off x="2956000" y="858450"/>
              <a:ext cx="430800" cy="248400"/>
            </a:xfrm>
            <a:custGeom>
              <a:avLst/>
              <a:gdLst/>
              <a:ahLst/>
              <a:cxnLst/>
              <a:rect l="l" t="t" r="r" b="b"/>
              <a:pathLst>
                <a:path w="17232" h="9936" fill="none" extrusionOk="0">
                  <a:moveTo>
                    <a:pt x="320" y="1782"/>
                  </a:moveTo>
                  <a:lnTo>
                    <a:pt x="320" y="1782"/>
                  </a:lnTo>
                  <a:lnTo>
                    <a:pt x="471" y="2102"/>
                  </a:lnTo>
                  <a:lnTo>
                    <a:pt x="723" y="2522"/>
                  </a:lnTo>
                  <a:lnTo>
                    <a:pt x="1042" y="3043"/>
                  </a:lnTo>
                  <a:lnTo>
                    <a:pt x="1429" y="3615"/>
                  </a:lnTo>
                  <a:lnTo>
                    <a:pt x="1883" y="4253"/>
                  </a:lnTo>
                  <a:lnTo>
                    <a:pt x="2370" y="4926"/>
                  </a:lnTo>
                  <a:lnTo>
                    <a:pt x="2908" y="5615"/>
                  </a:lnTo>
                  <a:lnTo>
                    <a:pt x="3480" y="6304"/>
                  </a:lnTo>
                  <a:lnTo>
                    <a:pt x="4052" y="6977"/>
                  </a:lnTo>
                  <a:lnTo>
                    <a:pt x="4657" y="7632"/>
                  </a:lnTo>
                  <a:lnTo>
                    <a:pt x="5245" y="8238"/>
                  </a:lnTo>
                  <a:lnTo>
                    <a:pt x="5548" y="8507"/>
                  </a:lnTo>
                  <a:lnTo>
                    <a:pt x="5834" y="8776"/>
                  </a:lnTo>
                  <a:lnTo>
                    <a:pt x="6136" y="9011"/>
                  </a:lnTo>
                  <a:lnTo>
                    <a:pt x="6422" y="9229"/>
                  </a:lnTo>
                  <a:lnTo>
                    <a:pt x="6691" y="9414"/>
                  </a:lnTo>
                  <a:lnTo>
                    <a:pt x="6960" y="9582"/>
                  </a:lnTo>
                  <a:lnTo>
                    <a:pt x="7229" y="9717"/>
                  </a:lnTo>
                  <a:lnTo>
                    <a:pt x="7464" y="9818"/>
                  </a:lnTo>
                  <a:lnTo>
                    <a:pt x="7716" y="9885"/>
                  </a:lnTo>
                  <a:lnTo>
                    <a:pt x="7935" y="9935"/>
                  </a:lnTo>
                  <a:lnTo>
                    <a:pt x="7935" y="9935"/>
                  </a:lnTo>
                  <a:lnTo>
                    <a:pt x="8187" y="9935"/>
                  </a:lnTo>
                  <a:lnTo>
                    <a:pt x="8439" y="9919"/>
                  </a:lnTo>
                  <a:lnTo>
                    <a:pt x="8708" y="9885"/>
                  </a:lnTo>
                  <a:lnTo>
                    <a:pt x="9011" y="9835"/>
                  </a:lnTo>
                  <a:lnTo>
                    <a:pt x="9313" y="9751"/>
                  </a:lnTo>
                  <a:lnTo>
                    <a:pt x="9633" y="9667"/>
                  </a:lnTo>
                  <a:lnTo>
                    <a:pt x="9952" y="9549"/>
                  </a:lnTo>
                  <a:lnTo>
                    <a:pt x="10288" y="9431"/>
                  </a:lnTo>
                  <a:lnTo>
                    <a:pt x="10994" y="9145"/>
                  </a:lnTo>
                  <a:lnTo>
                    <a:pt x="11701" y="8826"/>
                  </a:lnTo>
                  <a:lnTo>
                    <a:pt x="12423" y="8473"/>
                  </a:lnTo>
                  <a:lnTo>
                    <a:pt x="13129" y="8103"/>
                  </a:lnTo>
                  <a:lnTo>
                    <a:pt x="13802" y="7716"/>
                  </a:lnTo>
                  <a:lnTo>
                    <a:pt x="14458" y="7347"/>
                  </a:lnTo>
                  <a:lnTo>
                    <a:pt x="15601" y="6674"/>
                  </a:lnTo>
                  <a:lnTo>
                    <a:pt x="16895" y="5867"/>
                  </a:lnTo>
                  <a:lnTo>
                    <a:pt x="16895" y="5867"/>
                  </a:lnTo>
                  <a:lnTo>
                    <a:pt x="17030" y="5766"/>
                  </a:lnTo>
                  <a:lnTo>
                    <a:pt x="17114" y="5649"/>
                  </a:lnTo>
                  <a:lnTo>
                    <a:pt x="17181" y="5531"/>
                  </a:lnTo>
                  <a:lnTo>
                    <a:pt x="17215" y="5380"/>
                  </a:lnTo>
                  <a:lnTo>
                    <a:pt x="17231" y="5228"/>
                  </a:lnTo>
                  <a:lnTo>
                    <a:pt x="17215" y="5060"/>
                  </a:lnTo>
                  <a:lnTo>
                    <a:pt x="17181" y="4875"/>
                  </a:lnTo>
                  <a:lnTo>
                    <a:pt x="17114" y="4690"/>
                  </a:lnTo>
                  <a:lnTo>
                    <a:pt x="17030" y="4489"/>
                  </a:lnTo>
                  <a:lnTo>
                    <a:pt x="16929" y="4287"/>
                  </a:lnTo>
                  <a:lnTo>
                    <a:pt x="16811" y="4085"/>
                  </a:lnTo>
                  <a:lnTo>
                    <a:pt x="16677" y="3867"/>
                  </a:lnTo>
                  <a:lnTo>
                    <a:pt x="16374" y="3446"/>
                  </a:lnTo>
                  <a:lnTo>
                    <a:pt x="16021" y="3026"/>
                  </a:lnTo>
                  <a:lnTo>
                    <a:pt x="15651" y="2639"/>
                  </a:lnTo>
                  <a:lnTo>
                    <a:pt x="15264" y="2270"/>
                  </a:lnTo>
                  <a:lnTo>
                    <a:pt x="14878" y="1950"/>
                  </a:lnTo>
                  <a:lnTo>
                    <a:pt x="14508" y="1681"/>
                  </a:lnTo>
                  <a:lnTo>
                    <a:pt x="14323" y="1580"/>
                  </a:lnTo>
                  <a:lnTo>
                    <a:pt x="14155" y="1496"/>
                  </a:lnTo>
                  <a:lnTo>
                    <a:pt x="14004" y="1429"/>
                  </a:lnTo>
                  <a:lnTo>
                    <a:pt x="13852" y="1379"/>
                  </a:lnTo>
                  <a:lnTo>
                    <a:pt x="13718" y="1345"/>
                  </a:lnTo>
                  <a:lnTo>
                    <a:pt x="13600" y="1345"/>
                  </a:lnTo>
                  <a:lnTo>
                    <a:pt x="13499" y="1379"/>
                  </a:lnTo>
                  <a:lnTo>
                    <a:pt x="13432" y="1429"/>
                  </a:lnTo>
                  <a:lnTo>
                    <a:pt x="13432" y="1429"/>
                  </a:lnTo>
                  <a:lnTo>
                    <a:pt x="12877" y="1950"/>
                  </a:lnTo>
                  <a:lnTo>
                    <a:pt x="12222" y="2522"/>
                  </a:lnTo>
                  <a:lnTo>
                    <a:pt x="11482" y="3110"/>
                  </a:lnTo>
                  <a:lnTo>
                    <a:pt x="10726" y="3665"/>
                  </a:lnTo>
                  <a:lnTo>
                    <a:pt x="10356" y="3934"/>
                  </a:lnTo>
                  <a:lnTo>
                    <a:pt x="10003" y="4169"/>
                  </a:lnTo>
                  <a:lnTo>
                    <a:pt x="9666" y="4371"/>
                  </a:lnTo>
                  <a:lnTo>
                    <a:pt x="9347" y="4556"/>
                  </a:lnTo>
                  <a:lnTo>
                    <a:pt x="9061" y="4690"/>
                  </a:lnTo>
                  <a:lnTo>
                    <a:pt x="8809" y="4791"/>
                  </a:lnTo>
                  <a:lnTo>
                    <a:pt x="8591" y="4842"/>
                  </a:lnTo>
                  <a:lnTo>
                    <a:pt x="8506" y="4859"/>
                  </a:lnTo>
                  <a:lnTo>
                    <a:pt x="8439" y="4842"/>
                  </a:lnTo>
                  <a:lnTo>
                    <a:pt x="8439" y="4842"/>
                  </a:lnTo>
                  <a:lnTo>
                    <a:pt x="8288" y="4808"/>
                  </a:lnTo>
                  <a:lnTo>
                    <a:pt x="8120" y="4758"/>
                  </a:lnTo>
                  <a:lnTo>
                    <a:pt x="7784" y="4606"/>
                  </a:lnTo>
                  <a:lnTo>
                    <a:pt x="7414" y="4421"/>
                  </a:lnTo>
                  <a:lnTo>
                    <a:pt x="7027" y="4203"/>
                  </a:lnTo>
                  <a:lnTo>
                    <a:pt x="6590" y="3934"/>
                  </a:lnTo>
                  <a:lnTo>
                    <a:pt x="6153" y="3648"/>
                  </a:lnTo>
                  <a:lnTo>
                    <a:pt x="5228" y="3009"/>
                  </a:lnTo>
                  <a:lnTo>
                    <a:pt x="3312" y="1614"/>
                  </a:lnTo>
                  <a:lnTo>
                    <a:pt x="2370" y="942"/>
                  </a:lnTo>
                  <a:lnTo>
                    <a:pt x="1917" y="639"/>
                  </a:lnTo>
                  <a:lnTo>
                    <a:pt x="1496" y="353"/>
                  </a:lnTo>
                  <a:lnTo>
                    <a:pt x="1496" y="353"/>
                  </a:lnTo>
                  <a:lnTo>
                    <a:pt x="1244" y="219"/>
                  </a:lnTo>
                  <a:lnTo>
                    <a:pt x="1026" y="118"/>
                  </a:lnTo>
                  <a:lnTo>
                    <a:pt x="824" y="34"/>
                  </a:lnTo>
                  <a:lnTo>
                    <a:pt x="639" y="0"/>
                  </a:lnTo>
                  <a:lnTo>
                    <a:pt x="471" y="0"/>
                  </a:lnTo>
                  <a:lnTo>
                    <a:pt x="336" y="34"/>
                  </a:lnTo>
                  <a:lnTo>
                    <a:pt x="219" y="84"/>
                  </a:lnTo>
                  <a:lnTo>
                    <a:pt x="135" y="168"/>
                  </a:lnTo>
                  <a:lnTo>
                    <a:pt x="67" y="286"/>
                  </a:lnTo>
                  <a:lnTo>
                    <a:pt x="17" y="437"/>
                  </a:lnTo>
                  <a:lnTo>
                    <a:pt x="0" y="605"/>
                  </a:lnTo>
                  <a:lnTo>
                    <a:pt x="17" y="790"/>
                  </a:lnTo>
                  <a:lnTo>
                    <a:pt x="51" y="1009"/>
                  </a:lnTo>
                  <a:lnTo>
                    <a:pt x="101" y="1244"/>
                  </a:lnTo>
                  <a:lnTo>
                    <a:pt x="202" y="1513"/>
                  </a:lnTo>
                  <a:lnTo>
                    <a:pt x="320" y="178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6" name="Google Shape;5986;p63"/>
            <p:cNvSpPr/>
            <p:nvPr/>
          </p:nvSpPr>
          <p:spPr>
            <a:xfrm>
              <a:off x="3288425" y="822300"/>
              <a:ext cx="190825" cy="187875"/>
            </a:xfrm>
            <a:custGeom>
              <a:avLst/>
              <a:gdLst/>
              <a:ahLst/>
              <a:cxnLst/>
              <a:rect l="l" t="t" r="r" b="b"/>
              <a:pathLst>
                <a:path w="7633" h="7515" extrusionOk="0">
                  <a:moveTo>
                    <a:pt x="4540" y="0"/>
                  </a:moveTo>
                  <a:lnTo>
                    <a:pt x="4439" y="17"/>
                  </a:lnTo>
                  <a:lnTo>
                    <a:pt x="4321" y="84"/>
                  </a:lnTo>
                  <a:lnTo>
                    <a:pt x="4220" y="169"/>
                  </a:lnTo>
                  <a:lnTo>
                    <a:pt x="4102" y="269"/>
                  </a:lnTo>
                  <a:lnTo>
                    <a:pt x="4002" y="387"/>
                  </a:lnTo>
                  <a:lnTo>
                    <a:pt x="3783" y="690"/>
                  </a:lnTo>
                  <a:lnTo>
                    <a:pt x="3346" y="1362"/>
                  </a:lnTo>
                  <a:lnTo>
                    <a:pt x="3127" y="1681"/>
                  </a:lnTo>
                  <a:lnTo>
                    <a:pt x="3027" y="1816"/>
                  </a:lnTo>
                  <a:lnTo>
                    <a:pt x="2909" y="1934"/>
                  </a:lnTo>
                  <a:lnTo>
                    <a:pt x="1413" y="3194"/>
                  </a:lnTo>
                  <a:lnTo>
                    <a:pt x="1" y="4371"/>
                  </a:lnTo>
                  <a:lnTo>
                    <a:pt x="3211" y="7515"/>
                  </a:lnTo>
                  <a:lnTo>
                    <a:pt x="3716" y="7212"/>
                  </a:lnTo>
                  <a:lnTo>
                    <a:pt x="4153" y="6960"/>
                  </a:lnTo>
                  <a:lnTo>
                    <a:pt x="4640" y="6641"/>
                  </a:lnTo>
                  <a:lnTo>
                    <a:pt x="5145" y="6271"/>
                  </a:lnTo>
                  <a:lnTo>
                    <a:pt x="5397" y="6086"/>
                  </a:lnTo>
                  <a:lnTo>
                    <a:pt x="5649" y="5884"/>
                  </a:lnTo>
                  <a:lnTo>
                    <a:pt x="5884" y="5666"/>
                  </a:lnTo>
                  <a:lnTo>
                    <a:pt x="6103" y="5464"/>
                  </a:lnTo>
                  <a:lnTo>
                    <a:pt x="6288" y="5245"/>
                  </a:lnTo>
                  <a:lnTo>
                    <a:pt x="6456" y="5027"/>
                  </a:lnTo>
                  <a:lnTo>
                    <a:pt x="6641" y="4758"/>
                  </a:lnTo>
                  <a:lnTo>
                    <a:pt x="6859" y="4405"/>
                  </a:lnTo>
                  <a:lnTo>
                    <a:pt x="7095" y="3985"/>
                  </a:lnTo>
                  <a:lnTo>
                    <a:pt x="7297" y="3564"/>
                  </a:lnTo>
                  <a:lnTo>
                    <a:pt x="7481" y="3161"/>
                  </a:lnTo>
                  <a:lnTo>
                    <a:pt x="7549" y="2959"/>
                  </a:lnTo>
                  <a:lnTo>
                    <a:pt x="7599" y="2791"/>
                  </a:lnTo>
                  <a:lnTo>
                    <a:pt x="7633" y="2640"/>
                  </a:lnTo>
                  <a:lnTo>
                    <a:pt x="7633" y="2505"/>
                  </a:lnTo>
                  <a:lnTo>
                    <a:pt x="7616" y="2404"/>
                  </a:lnTo>
                  <a:lnTo>
                    <a:pt x="7599" y="2354"/>
                  </a:lnTo>
                  <a:lnTo>
                    <a:pt x="7566" y="2320"/>
                  </a:lnTo>
                  <a:lnTo>
                    <a:pt x="7498" y="2270"/>
                  </a:lnTo>
                  <a:lnTo>
                    <a:pt x="7448" y="2236"/>
                  </a:lnTo>
                  <a:lnTo>
                    <a:pt x="7381" y="2219"/>
                  </a:lnTo>
                  <a:lnTo>
                    <a:pt x="7313" y="2219"/>
                  </a:lnTo>
                  <a:lnTo>
                    <a:pt x="7196" y="2236"/>
                  </a:lnTo>
                  <a:lnTo>
                    <a:pt x="7095" y="2287"/>
                  </a:lnTo>
                  <a:lnTo>
                    <a:pt x="6994" y="2337"/>
                  </a:lnTo>
                  <a:lnTo>
                    <a:pt x="6927" y="2404"/>
                  </a:lnTo>
                  <a:lnTo>
                    <a:pt x="6859" y="2455"/>
                  </a:lnTo>
                  <a:lnTo>
                    <a:pt x="6927" y="2337"/>
                  </a:lnTo>
                  <a:lnTo>
                    <a:pt x="6977" y="2186"/>
                  </a:lnTo>
                  <a:lnTo>
                    <a:pt x="7028" y="2018"/>
                  </a:lnTo>
                  <a:lnTo>
                    <a:pt x="7061" y="1816"/>
                  </a:lnTo>
                  <a:lnTo>
                    <a:pt x="7061" y="1715"/>
                  </a:lnTo>
                  <a:lnTo>
                    <a:pt x="7044" y="1614"/>
                  </a:lnTo>
                  <a:lnTo>
                    <a:pt x="7028" y="1530"/>
                  </a:lnTo>
                  <a:lnTo>
                    <a:pt x="6994" y="1429"/>
                  </a:lnTo>
                  <a:lnTo>
                    <a:pt x="6944" y="1345"/>
                  </a:lnTo>
                  <a:lnTo>
                    <a:pt x="6859" y="1261"/>
                  </a:lnTo>
                  <a:lnTo>
                    <a:pt x="6775" y="1211"/>
                  </a:lnTo>
                  <a:lnTo>
                    <a:pt x="6691" y="1177"/>
                  </a:lnTo>
                  <a:lnTo>
                    <a:pt x="6607" y="1160"/>
                  </a:lnTo>
                  <a:lnTo>
                    <a:pt x="6506" y="1160"/>
                  </a:lnTo>
                  <a:lnTo>
                    <a:pt x="6422" y="1177"/>
                  </a:lnTo>
                  <a:lnTo>
                    <a:pt x="6338" y="1211"/>
                  </a:lnTo>
                  <a:lnTo>
                    <a:pt x="6170" y="1312"/>
                  </a:lnTo>
                  <a:lnTo>
                    <a:pt x="6019" y="1413"/>
                  </a:lnTo>
                  <a:lnTo>
                    <a:pt x="5901" y="1513"/>
                  </a:lnTo>
                  <a:lnTo>
                    <a:pt x="5800" y="1631"/>
                  </a:lnTo>
                  <a:lnTo>
                    <a:pt x="5851" y="1497"/>
                  </a:lnTo>
                  <a:lnTo>
                    <a:pt x="5901" y="1345"/>
                  </a:lnTo>
                  <a:lnTo>
                    <a:pt x="5935" y="1160"/>
                  </a:lnTo>
                  <a:lnTo>
                    <a:pt x="5952" y="959"/>
                  </a:lnTo>
                  <a:lnTo>
                    <a:pt x="5952" y="858"/>
                  </a:lnTo>
                  <a:lnTo>
                    <a:pt x="5935" y="757"/>
                  </a:lnTo>
                  <a:lnTo>
                    <a:pt x="5901" y="656"/>
                  </a:lnTo>
                  <a:lnTo>
                    <a:pt x="5868" y="572"/>
                  </a:lnTo>
                  <a:lnTo>
                    <a:pt x="5817" y="488"/>
                  </a:lnTo>
                  <a:lnTo>
                    <a:pt x="5733" y="421"/>
                  </a:lnTo>
                  <a:lnTo>
                    <a:pt x="5649" y="353"/>
                  </a:lnTo>
                  <a:lnTo>
                    <a:pt x="5565" y="337"/>
                  </a:lnTo>
                  <a:lnTo>
                    <a:pt x="5397" y="337"/>
                  </a:lnTo>
                  <a:lnTo>
                    <a:pt x="5313" y="370"/>
                  </a:lnTo>
                  <a:lnTo>
                    <a:pt x="5229" y="421"/>
                  </a:lnTo>
                  <a:lnTo>
                    <a:pt x="5078" y="538"/>
                  </a:lnTo>
                  <a:lnTo>
                    <a:pt x="4960" y="673"/>
                  </a:lnTo>
                  <a:lnTo>
                    <a:pt x="4859" y="791"/>
                  </a:lnTo>
                  <a:lnTo>
                    <a:pt x="4775" y="925"/>
                  </a:lnTo>
                  <a:lnTo>
                    <a:pt x="4825" y="791"/>
                  </a:lnTo>
                  <a:lnTo>
                    <a:pt x="4859" y="673"/>
                  </a:lnTo>
                  <a:lnTo>
                    <a:pt x="4909" y="522"/>
                  </a:lnTo>
                  <a:lnTo>
                    <a:pt x="4909" y="353"/>
                  </a:lnTo>
                  <a:lnTo>
                    <a:pt x="4909" y="286"/>
                  </a:lnTo>
                  <a:lnTo>
                    <a:pt x="4893" y="219"/>
                  </a:lnTo>
                  <a:lnTo>
                    <a:pt x="4859" y="152"/>
                  </a:lnTo>
                  <a:lnTo>
                    <a:pt x="4809" y="84"/>
                  </a:lnTo>
                  <a:lnTo>
                    <a:pt x="4741" y="51"/>
                  </a:lnTo>
                  <a:lnTo>
                    <a:pt x="4657" y="17"/>
                  </a:lnTo>
                  <a:lnTo>
                    <a:pt x="4540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7" name="Google Shape;5987;p63"/>
            <p:cNvSpPr/>
            <p:nvPr/>
          </p:nvSpPr>
          <p:spPr>
            <a:xfrm>
              <a:off x="3364075" y="844575"/>
              <a:ext cx="44150" cy="57175"/>
            </a:xfrm>
            <a:custGeom>
              <a:avLst/>
              <a:gdLst/>
              <a:ahLst/>
              <a:cxnLst/>
              <a:rect l="l" t="t" r="r" b="b"/>
              <a:pathLst>
                <a:path w="1766" h="2287" extrusionOk="0">
                  <a:moveTo>
                    <a:pt x="1732" y="0"/>
                  </a:moveTo>
                  <a:lnTo>
                    <a:pt x="1715" y="34"/>
                  </a:lnTo>
                  <a:lnTo>
                    <a:pt x="1564" y="404"/>
                  </a:lnTo>
                  <a:lnTo>
                    <a:pt x="1396" y="740"/>
                  </a:lnTo>
                  <a:lnTo>
                    <a:pt x="1228" y="1026"/>
                  </a:lnTo>
                  <a:lnTo>
                    <a:pt x="1043" y="1295"/>
                  </a:lnTo>
                  <a:lnTo>
                    <a:pt x="841" y="1530"/>
                  </a:lnTo>
                  <a:lnTo>
                    <a:pt x="606" y="1766"/>
                  </a:lnTo>
                  <a:lnTo>
                    <a:pt x="320" y="2001"/>
                  </a:lnTo>
                  <a:lnTo>
                    <a:pt x="1" y="2253"/>
                  </a:lnTo>
                  <a:lnTo>
                    <a:pt x="1" y="2270"/>
                  </a:lnTo>
                  <a:lnTo>
                    <a:pt x="1" y="2287"/>
                  </a:lnTo>
                  <a:lnTo>
                    <a:pt x="17" y="2270"/>
                  </a:lnTo>
                  <a:lnTo>
                    <a:pt x="370" y="2051"/>
                  </a:lnTo>
                  <a:lnTo>
                    <a:pt x="673" y="1833"/>
                  </a:lnTo>
                  <a:lnTo>
                    <a:pt x="942" y="1614"/>
                  </a:lnTo>
                  <a:lnTo>
                    <a:pt x="1060" y="1497"/>
                  </a:lnTo>
                  <a:lnTo>
                    <a:pt x="1177" y="1379"/>
                  </a:lnTo>
                  <a:lnTo>
                    <a:pt x="1278" y="1244"/>
                  </a:lnTo>
                  <a:lnTo>
                    <a:pt x="1362" y="1110"/>
                  </a:lnTo>
                  <a:lnTo>
                    <a:pt x="1463" y="959"/>
                  </a:lnTo>
                  <a:lnTo>
                    <a:pt x="1530" y="807"/>
                  </a:lnTo>
                  <a:lnTo>
                    <a:pt x="1598" y="639"/>
                  </a:lnTo>
                  <a:lnTo>
                    <a:pt x="1665" y="454"/>
                  </a:lnTo>
                  <a:lnTo>
                    <a:pt x="1715" y="253"/>
                  </a:lnTo>
                  <a:lnTo>
                    <a:pt x="1766" y="51"/>
                  </a:lnTo>
                  <a:lnTo>
                    <a:pt x="1766" y="17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8" name="Google Shape;5988;p63"/>
            <p:cNvSpPr/>
            <p:nvPr/>
          </p:nvSpPr>
          <p:spPr>
            <a:xfrm>
              <a:off x="3386775" y="862225"/>
              <a:ext cx="47500" cy="60550"/>
            </a:xfrm>
            <a:custGeom>
              <a:avLst/>
              <a:gdLst/>
              <a:ahLst/>
              <a:cxnLst/>
              <a:rect l="l" t="t" r="r" b="b"/>
              <a:pathLst>
                <a:path w="1900" h="2422" extrusionOk="0">
                  <a:moveTo>
                    <a:pt x="1866" y="0"/>
                  </a:moveTo>
                  <a:lnTo>
                    <a:pt x="1833" y="34"/>
                  </a:lnTo>
                  <a:lnTo>
                    <a:pt x="1648" y="421"/>
                  </a:lnTo>
                  <a:lnTo>
                    <a:pt x="1463" y="757"/>
                  </a:lnTo>
                  <a:lnTo>
                    <a:pt x="1261" y="1060"/>
                  </a:lnTo>
                  <a:lnTo>
                    <a:pt x="1059" y="1329"/>
                  </a:lnTo>
                  <a:lnTo>
                    <a:pt x="841" y="1581"/>
                  </a:lnTo>
                  <a:lnTo>
                    <a:pt x="589" y="1850"/>
                  </a:lnTo>
                  <a:lnTo>
                    <a:pt x="320" y="2102"/>
                  </a:lnTo>
                  <a:lnTo>
                    <a:pt x="0" y="2404"/>
                  </a:lnTo>
                  <a:lnTo>
                    <a:pt x="0" y="2421"/>
                  </a:lnTo>
                  <a:lnTo>
                    <a:pt x="17" y="2421"/>
                  </a:lnTo>
                  <a:lnTo>
                    <a:pt x="353" y="2169"/>
                  </a:lnTo>
                  <a:lnTo>
                    <a:pt x="656" y="1917"/>
                  </a:lnTo>
                  <a:lnTo>
                    <a:pt x="925" y="1665"/>
                  </a:lnTo>
                  <a:lnTo>
                    <a:pt x="1177" y="1413"/>
                  </a:lnTo>
                  <a:lnTo>
                    <a:pt x="1379" y="1144"/>
                  </a:lnTo>
                  <a:lnTo>
                    <a:pt x="1581" y="824"/>
                  </a:lnTo>
                  <a:lnTo>
                    <a:pt x="1749" y="471"/>
                  </a:lnTo>
                  <a:lnTo>
                    <a:pt x="1900" y="68"/>
                  </a:lnTo>
                  <a:lnTo>
                    <a:pt x="1900" y="34"/>
                  </a:lnTo>
                  <a:lnTo>
                    <a:pt x="18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9" name="Google Shape;5989;p63"/>
            <p:cNvSpPr/>
            <p:nvPr/>
          </p:nvSpPr>
          <p:spPr>
            <a:xfrm>
              <a:off x="3408625" y="883650"/>
              <a:ext cx="51300" cy="57600"/>
            </a:xfrm>
            <a:custGeom>
              <a:avLst/>
              <a:gdLst/>
              <a:ahLst/>
              <a:cxnLst/>
              <a:rect l="l" t="t" r="r" b="b"/>
              <a:pathLst>
                <a:path w="2052" h="2304" extrusionOk="0">
                  <a:moveTo>
                    <a:pt x="2051" y="1"/>
                  </a:moveTo>
                  <a:lnTo>
                    <a:pt x="2035" y="18"/>
                  </a:lnTo>
                  <a:lnTo>
                    <a:pt x="2018" y="51"/>
                  </a:lnTo>
                  <a:lnTo>
                    <a:pt x="1799" y="421"/>
                  </a:lnTo>
                  <a:lnTo>
                    <a:pt x="1581" y="740"/>
                  </a:lnTo>
                  <a:lnTo>
                    <a:pt x="1379" y="1026"/>
                  </a:lnTo>
                  <a:lnTo>
                    <a:pt x="1160" y="1295"/>
                  </a:lnTo>
                  <a:lnTo>
                    <a:pt x="925" y="1547"/>
                  </a:lnTo>
                  <a:lnTo>
                    <a:pt x="656" y="1783"/>
                  </a:lnTo>
                  <a:lnTo>
                    <a:pt x="354" y="2018"/>
                  </a:lnTo>
                  <a:lnTo>
                    <a:pt x="1" y="2270"/>
                  </a:lnTo>
                  <a:lnTo>
                    <a:pt x="1" y="2287"/>
                  </a:lnTo>
                  <a:lnTo>
                    <a:pt x="1" y="2304"/>
                  </a:lnTo>
                  <a:lnTo>
                    <a:pt x="34" y="2304"/>
                  </a:lnTo>
                  <a:lnTo>
                    <a:pt x="404" y="2085"/>
                  </a:lnTo>
                  <a:lnTo>
                    <a:pt x="740" y="1850"/>
                  </a:lnTo>
                  <a:lnTo>
                    <a:pt x="1026" y="1615"/>
                  </a:lnTo>
                  <a:lnTo>
                    <a:pt x="1278" y="1346"/>
                  </a:lnTo>
                  <a:lnTo>
                    <a:pt x="1514" y="1077"/>
                  </a:lnTo>
                  <a:lnTo>
                    <a:pt x="1698" y="757"/>
                  </a:lnTo>
                  <a:lnTo>
                    <a:pt x="1883" y="438"/>
                  </a:lnTo>
                  <a:lnTo>
                    <a:pt x="2035" y="68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0" name="Google Shape;5990;p63"/>
            <p:cNvSpPr/>
            <p:nvPr/>
          </p:nvSpPr>
          <p:spPr>
            <a:xfrm>
              <a:off x="3265300" y="837000"/>
              <a:ext cx="102575" cy="119800"/>
            </a:xfrm>
            <a:custGeom>
              <a:avLst/>
              <a:gdLst/>
              <a:ahLst/>
              <a:cxnLst/>
              <a:rect l="l" t="t" r="r" b="b"/>
              <a:pathLst>
                <a:path w="4103" h="4792" extrusionOk="0">
                  <a:moveTo>
                    <a:pt x="3800" y="1"/>
                  </a:moveTo>
                  <a:lnTo>
                    <a:pt x="3649" y="18"/>
                  </a:lnTo>
                  <a:lnTo>
                    <a:pt x="3464" y="51"/>
                  </a:lnTo>
                  <a:lnTo>
                    <a:pt x="3246" y="118"/>
                  </a:lnTo>
                  <a:lnTo>
                    <a:pt x="3027" y="219"/>
                  </a:lnTo>
                  <a:lnTo>
                    <a:pt x="2792" y="337"/>
                  </a:lnTo>
                  <a:lnTo>
                    <a:pt x="2539" y="455"/>
                  </a:lnTo>
                  <a:lnTo>
                    <a:pt x="2069" y="757"/>
                  </a:lnTo>
                  <a:lnTo>
                    <a:pt x="1632" y="1060"/>
                  </a:lnTo>
                  <a:lnTo>
                    <a:pt x="1262" y="1346"/>
                  </a:lnTo>
                  <a:lnTo>
                    <a:pt x="1127" y="1463"/>
                  </a:lnTo>
                  <a:lnTo>
                    <a:pt x="1043" y="1564"/>
                  </a:lnTo>
                  <a:lnTo>
                    <a:pt x="875" y="1800"/>
                  </a:lnTo>
                  <a:lnTo>
                    <a:pt x="707" y="2085"/>
                  </a:lnTo>
                  <a:lnTo>
                    <a:pt x="371" y="2707"/>
                  </a:lnTo>
                  <a:lnTo>
                    <a:pt x="119" y="3229"/>
                  </a:lnTo>
                  <a:lnTo>
                    <a:pt x="1" y="3447"/>
                  </a:lnTo>
                  <a:lnTo>
                    <a:pt x="119" y="3531"/>
                  </a:lnTo>
                  <a:lnTo>
                    <a:pt x="388" y="3750"/>
                  </a:lnTo>
                  <a:lnTo>
                    <a:pt x="791" y="4035"/>
                  </a:lnTo>
                  <a:lnTo>
                    <a:pt x="1026" y="4187"/>
                  </a:lnTo>
                  <a:lnTo>
                    <a:pt x="1279" y="4355"/>
                  </a:lnTo>
                  <a:lnTo>
                    <a:pt x="1531" y="4489"/>
                  </a:lnTo>
                  <a:lnTo>
                    <a:pt x="1800" y="4607"/>
                  </a:lnTo>
                  <a:lnTo>
                    <a:pt x="2052" y="4708"/>
                  </a:lnTo>
                  <a:lnTo>
                    <a:pt x="2287" y="4775"/>
                  </a:lnTo>
                  <a:lnTo>
                    <a:pt x="2405" y="4792"/>
                  </a:lnTo>
                  <a:lnTo>
                    <a:pt x="2624" y="4792"/>
                  </a:lnTo>
                  <a:lnTo>
                    <a:pt x="2724" y="4775"/>
                  </a:lnTo>
                  <a:lnTo>
                    <a:pt x="2808" y="4742"/>
                  </a:lnTo>
                  <a:lnTo>
                    <a:pt x="2892" y="4691"/>
                  </a:lnTo>
                  <a:lnTo>
                    <a:pt x="2977" y="4624"/>
                  </a:lnTo>
                  <a:lnTo>
                    <a:pt x="3044" y="4540"/>
                  </a:lnTo>
                  <a:lnTo>
                    <a:pt x="3145" y="4355"/>
                  </a:lnTo>
                  <a:lnTo>
                    <a:pt x="3212" y="4170"/>
                  </a:lnTo>
                  <a:lnTo>
                    <a:pt x="3246" y="3985"/>
                  </a:lnTo>
                  <a:lnTo>
                    <a:pt x="3262" y="3783"/>
                  </a:lnTo>
                  <a:lnTo>
                    <a:pt x="3246" y="3582"/>
                  </a:lnTo>
                  <a:lnTo>
                    <a:pt x="3212" y="3397"/>
                  </a:lnTo>
                  <a:lnTo>
                    <a:pt x="3161" y="3212"/>
                  </a:lnTo>
                  <a:lnTo>
                    <a:pt x="3111" y="3027"/>
                  </a:lnTo>
                  <a:lnTo>
                    <a:pt x="2977" y="2707"/>
                  </a:lnTo>
                  <a:lnTo>
                    <a:pt x="2842" y="2438"/>
                  </a:lnTo>
                  <a:lnTo>
                    <a:pt x="2691" y="2220"/>
                  </a:lnTo>
                  <a:lnTo>
                    <a:pt x="2943" y="2018"/>
                  </a:lnTo>
                  <a:lnTo>
                    <a:pt x="3212" y="1783"/>
                  </a:lnTo>
                  <a:lnTo>
                    <a:pt x="3498" y="1497"/>
                  </a:lnTo>
                  <a:lnTo>
                    <a:pt x="3733" y="1211"/>
                  </a:lnTo>
                  <a:lnTo>
                    <a:pt x="3851" y="1060"/>
                  </a:lnTo>
                  <a:lnTo>
                    <a:pt x="3935" y="909"/>
                  </a:lnTo>
                  <a:lnTo>
                    <a:pt x="4019" y="757"/>
                  </a:lnTo>
                  <a:lnTo>
                    <a:pt x="4069" y="623"/>
                  </a:lnTo>
                  <a:lnTo>
                    <a:pt x="4103" y="471"/>
                  </a:lnTo>
                  <a:lnTo>
                    <a:pt x="4103" y="337"/>
                  </a:lnTo>
                  <a:lnTo>
                    <a:pt x="4069" y="203"/>
                  </a:lnTo>
                  <a:lnTo>
                    <a:pt x="4002" y="85"/>
                  </a:lnTo>
                  <a:lnTo>
                    <a:pt x="3968" y="51"/>
                  </a:lnTo>
                  <a:lnTo>
                    <a:pt x="3918" y="34"/>
                  </a:lnTo>
                  <a:lnTo>
                    <a:pt x="3868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1" name="Google Shape;5991;p63"/>
            <p:cNvSpPr/>
            <p:nvPr/>
          </p:nvSpPr>
          <p:spPr>
            <a:xfrm>
              <a:off x="3330875" y="844575"/>
              <a:ext cx="36600" cy="106350"/>
            </a:xfrm>
            <a:custGeom>
              <a:avLst/>
              <a:gdLst/>
              <a:ahLst/>
              <a:cxnLst/>
              <a:rect l="l" t="t" r="r" b="b"/>
              <a:pathLst>
                <a:path w="1464" h="4254" extrusionOk="0">
                  <a:moveTo>
                    <a:pt x="1446" y="0"/>
                  </a:moveTo>
                  <a:lnTo>
                    <a:pt x="1429" y="152"/>
                  </a:lnTo>
                  <a:lnTo>
                    <a:pt x="1413" y="286"/>
                  </a:lnTo>
                  <a:lnTo>
                    <a:pt x="1362" y="437"/>
                  </a:lnTo>
                  <a:lnTo>
                    <a:pt x="1312" y="572"/>
                  </a:lnTo>
                  <a:lnTo>
                    <a:pt x="1228" y="690"/>
                  </a:lnTo>
                  <a:lnTo>
                    <a:pt x="1144" y="824"/>
                  </a:lnTo>
                  <a:lnTo>
                    <a:pt x="942" y="1043"/>
                  </a:lnTo>
                  <a:lnTo>
                    <a:pt x="723" y="1261"/>
                  </a:lnTo>
                  <a:lnTo>
                    <a:pt x="488" y="1463"/>
                  </a:lnTo>
                  <a:lnTo>
                    <a:pt x="17" y="1850"/>
                  </a:lnTo>
                  <a:lnTo>
                    <a:pt x="1" y="1866"/>
                  </a:lnTo>
                  <a:lnTo>
                    <a:pt x="1" y="1900"/>
                  </a:lnTo>
                  <a:lnTo>
                    <a:pt x="1" y="1917"/>
                  </a:lnTo>
                  <a:lnTo>
                    <a:pt x="1" y="1950"/>
                  </a:lnTo>
                  <a:lnTo>
                    <a:pt x="17" y="1967"/>
                  </a:lnTo>
                  <a:lnTo>
                    <a:pt x="169" y="2203"/>
                  </a:lnTo>
                  <a:lnTo>
                    <a:pt x="286" y="2472"/>
                  </a:lnTo>
                  <a:lnTo>
                    <a:pt x="404" y="2757"/>
                  </a:lnTo>
                  <a:lnTo>
                    <a:pt x="488" y="3060"/>
                  </a:lnTo>
                  <a:lnTo>
                    <a:pt x="555" y="3363"/>
                  </a:lnTo>
                  <a:lnTo>
                    <a:pt x="572" y="3514"/>
                  </a:lnTo>
                  <a:lnTo>
                    <a:pt x="572" y="3665"/>
                  </a:lnTo>
                  <a:lnTo>
                    <a:pt x="555" y="3816"/>
                  </a:lnTo>
                  <a:lnTo>
                    <a:pt x="538" y="3968"/>
                  </a:lnTo>
                  <a:lnTo>
                    <a:pt x="505" y="4102"/>
                  </a:lnTo>
                  <a:lnTo>
                    <a:pt x="454" y="4237"/>
                  </a:lnTo>
                  <a:lnTo>
                    <a:pt x="454" y="4254"/>
                  </a:lnTo>
                  <a:lnTo>
                    <a:pt x="488" y="4254"/>
                  </a:lnTo>
                  <a:lnTo>
                    <a:pt x="555" y="4119"/>
                  </a:lnTo>
                  <a:lnTo>
                    <a:pt x="623" y="3968"/>
                  </a:lnTo>
                  <a:lnTo>
                    <a:pt x="656" y="3833"/>
                  </a:lnTo>
                  <a:lnTo>
                    <a:pt x="690" y="3682"/>
                  </a:lnTo>
                  <a:lnTo>
                    <a:pt x="690" y="3531"/>
                  </a:lnTo>
                  <a:lnTo>
                    <a:pt x="690" y="3379"/>
                  </a:lnTo>
                  <a:lnTo>
                    <a:pt x="690" y="3211"/>
                  </a:lnTo>
                  <a:lnTo>
                    <a:pt x="656" y="3060"/>
                  </a:lnTo>
                  <a:lnTo>
                    <a:pt x="589" y="2757"/>
                  </a:lnTo>
                  <a:lnTo>
                    <a:pt x="488" y="2455"/>
                  </a:lnTo>
                  <a:lnTo>
                    <a:pt x="337" y="2186"/>
                  </a:lnTo>
                  <a:lnTo>
                    <a:pt x="185" y="1934"/>
                  </a:lnTo>
                  <a:lnTo>
                    <a:pt x="656" y="1547"/>
                  </a:lnTo>
                  <a:lnTo>
                    <a:pt x="875" y="1328"/>
                  </a:lnTo>
                  <a:lnTo>
                    <a:pt x="1093" y="1093"/>
                  </a:lnTo>
                  <a:lnTo>
                    <a:pt x="1194" y="975"/>
                  </a:lnTo>
                  <a:lnTo>
                    <a:pt x="1278" y="858"/>
                  </a:lnTo>
                  <a:lnTo>
                    <a:pt x="1345" y="723"/>
                  </a:lnTo>
                  <a:lnTo>
                    <a:pt x="1396" y="589"/>
                  </a:lnTo>
                  <a:lnTo>
                    <a:pt x="1446" y="454"/>
                  </a:lnTo>
                  <a:lnTo>
                    <a:pt x="1463" y="303"/>
                  </a:lnTo>
                  <a:lnTo>
                    <a:pt x="1463" y="152"/>
                  </a:lnTo>
                  <a:lnTo>
                    <a:pt x="14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2" name="Google Shape;5992;p63"/>
            <p:cNvSpPr/>
            <p:nvPr/>
          </p:nvSpPr>
          <p:spPr>
            <a:xfrm>
              <a:off x="2953050" y="855925"/>
              <a:ext cx="391725" cy="254700"/>
            </a:xfrm>
            <a:custGeom>
              <a:avLst/>
              <a:gdLst/>
              <a:ahLst/>
              <a:cxnLst/>
              <a:rect l="l" t="t" r="r" b="b"/>
              <a:pathLst>
                <a:path w="15669" h="10188" extrusionOk="0">
                  <a:moveTo>
                    <a:pt x="488" y="0"/>
                  </a:moveTo>
                  <a:lnTo>
                    <a:pt x="404" y="34"/>
                  </a:lnTo>
                  <a:lnTo>
                    <a:pt x="337" y="51"/>
                  </a:lnTo>
                  <a:lnTo>
                    <a:pt x="269" y="101"/>
                  </a:lnTo>
                  <a:lnTo>
                    <a:pt x="202" y="135"/>
                  </a:lnTo>
                  <a:lnTo>
                    <a:pt x="152" y="202"/>
                  </a:lnTo>
                  <a:lnTo>
                    <a:pt x="101" y="269"/>
                  </a:lnTo>
                  <a:lnTo>
                    <a:pt x="68" y="336"/>
                  </a:lnTo>
                  <a:lnTo>
                    <a:pt x="34" y="421"/>
                  </a:lnTo>
                  <a:lnTo>
                    <a:pt x="17" y="521"/>
                  </a:lnTo>
                  <a:lnTo>
                    <a:pt x="0" y="622"/>
                  </a:lnTo>
                  <a:lnTo>
                    <a:pt x="17" y="858"/>
                  </a:lnTo>
                  <a:lnTo>
                    <a:pt x="68" y="1143"/>
                  </a:lnTo>
                  <a:lnTo>
                    <a:pt x="152" y="1480"/>
                  </a:lnTo>
                  <a:lnTo>
                    <a:pt x="303" y="1866"/>
                  </a:lnTo>
                  <a:lnTo>
                    <a:pt x="488" y="2287"/>
                  </a:lnTo>
                  <a:lnTo>
                    <a:pt x="656" y="2623"/>
                  </a:lnTo>
                  <a:lnTo>
                    <a:pt x="908" y="3043"/>
                  </a:lnTo>
                  <a:lnTo>
                    <a:pt x="1228" y="3547"/>
                  </a:lnTo>
                  <a:lnTo>
                    <a:pt x="1597" y="4119"/>
                  </a:lnTo>
                  <a:lnTo>
                    <a:pt x="2018" y="4741"/>
                  </a:lnTo>
                  <a:lnTo>
                    <a:pt x="2488" y="5397"/>
                  </a:lnTo>
                  <a:lnTo>
                    <a:pt x="2993" y="6069"/>
                  </a:lnTo>
                  <a:lnTo>
                    <a:pt x="3514" y="6742"/>
                  </a:lnTo>
                  <a:lnTo>
                    <a:pt x="4069" y="7397"/>
                  </a:lnTo>
                  <a:lnTo>
                    <a:pt x="4623" y="8019"/>
                  </a:lnTo>
                  <a:lnTo>
                    <a:pt x="5178" y="8591"/>
                  </a:lnTo>
                  <a:lnTo>
                    <a:pt x="5464" y="8860"/>
                  </a:lnTo>
                  <a:lnTo>
                    <a:pt x="5733" y="9112"/>
                  </a:lnTo>
                  <a:lnTo>
                    <a:pt x="6002" y="9330"/>
                  </a:lnTo>
                  <a:lnTo>
                    <a:pt x="6271" y="9532"/>
                  </a:lnTo>
                  <a:lnTo>
                    <a:pt x="6540" y="9717"/>
                  </a:lnTo>
                  <a:lnTo>
                    <a:pt x="6792" y="9868"/>
                  </a:lnTo>
                  <a:lnTo>
                    <a:pt x="7044" y="10003"/>
                  </a:lnTo>
                  <a:lnTo>
                    <a:pt x="7296" y="10087"/>
                  </a:lnTo>
                  <a:lnTo>
                    <a:pt x="7532" y="10154"/>
                  </a:lnTo>
                  <a:lnTo>
                    <a:pt x="7750" y="10188"/>
                  </a:lnTo>
                  <a:lnTo>
                    <a:pt x="7969" y="10188"/>
                  </a:lnTo>
                  <a:lnTo>
                    <a:pt x="8221" y="10171"/>
                  </a:lnTo>
                  <a:lnTo>
                    <a:pt x="8473" y="10137"/>
                  </a:lnTo>
                  <a:lnTo>
                    <a:pt x="8759" y="10087"/>
                  </a:lnTo>
                  <a:lnTo>
                    <a:pt x="9045" y="10020"/>
                  </a:lnTo>
                  <a:lnTo>
                    <a:pt x="9331" y="9936"/>
                  </a:lnTo>
                  <a:lnTo>
                    <a:pt x="9969" y="9734"/>
                  </a:lnTo>
                  <a:lnTo>
                    <a:pt x="10608" y="9499"/>
                  </a:lnTo>
                  <a:lnTo>
                    <a:pt x="11264" y="9230"/>
                  </a:lnTo>
                  <a:lnTo>
                    <a:pt x="11936" y="8944"/>
                  </a:lnTo>
                  <a:lnTo>
                    <a:pt x="12575" y="8641"/>
                  </a:lnTo>
                  <a:lnTo>
                    <a:pt x="13197" y="8339"/>
                  </a:lnTo>
                  <a:lnTo>
                    <a:pt x="13769" y="8053"/>
                  </a:lnTo>
                  <a:lnTo>
                    <a:pt x="14744" y="7515"/>
                  </a:lnTo>
                  <a:lnTo>
                    <a:pt x="15416" y="7145"/>
                  </a:lnTo>
                  <a:lnTo>
                    <a:pt x="15668" y="7010"/>
                  </a:lnTo>
                  <a:lnTo>
                    <a:pt x="12491" y="2371"/>
                  </a:lnTo>
                  <a:lnTo>
                    <a:pt x="11936" y="2740"/>
                  </a:lnTo>
                  <a:lnTo>
                    <a:pt x="10675" y="3531"/>
                  </a:lnTo>
                  <a:lnTo>
                    <a:pt x="9986" y="3951"/>
                  </a:lnTo>
                  <a:lnTo>
                    <a:pt x="9347" y="4338"/>
                  </a:lnTo>
                  <a:lnTo>
                    <a:pt x="8860" y="4590"/>
                  </a:lnTo>
                  <a:lnTo>
                    <a:pt x="8692" y="4674"/>
                  </a:lnTo>
                  <a:lnTo>
                    <a:pt x="8574" y="4691"/>
                  </a:lnTo>
                  <a:lnTo>
                    <a:pt x="8524" y="4691"/>
                  </a:lnTo>
                  <a:lnTo>
                    <a:pt x="8456" y="4657"/>
                  </a:lnTo>
                  <a:lnTo>
                    <a:pt x="8221" y="4539"/>
                  </a:lnTo>
                  <a:lnTo>
                    <a:pt x="7902" y="4371"/>
                  </a:lnTo>
                  <a:lnTo>
                    <a:pt x="7515" y="4136"/>
                  </a:lnTo>
                  <a:lnTo>
                    <a:pt x="6557" y="3531"/>
                  </a:lnTo>
                  <a:lnTo>
                    <a:pt x="5447" y="2825"/>
                  </a:lnTo>
                  <a:lnTo>
                    <a:pt x="3245" y="1379"/>
                  </a:lnTo>
                  <a:lnTo>
                    <a:pt x="1715" y="370"/>
                  </a:lnTo>
                  <a:lnTo>
                    <a:pt x="1480" y="236"/>
                  </a:lnTo>
                  <a:lnTo>
                    <a:pt x="1261" y="135"/>
                  </a:lnTo>
                  <a:lnTo>
                    <a:pt x="1043" y="68"/>
                  </a:lnTo>
                  <a:lnTo>
                    <a:pt x="841" y="17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3" name="Google Shape;5993;p63"/>
            <p:cNvSpPr/>
            <p:nvPr/>
          </p:nvSpPr>
          <p:spPr>
            <a:xfrm>
              <a:off x="2953050" y="855925"/>
              <a:ext cx="391725" cy="254700"/>
            </a:xfrm>
            <a:custGeom>
              <a:avLst/>
              <a:gdLst/>
              <a:ahLst/>
              <a:cxnLst/>
              <a:rect l="l" t="t" r="r" b="b"/>
              <a:pathLst>
                <a:path w="15669" h="10188" fill="none" extrusionOk="0">
                  <a:moveTo>
                    <a:pt x="488" y="2287"/>
                  </a:moveTo>
                  <a:lnTo>
                    <a:pt x="488" y="2287"/>
                  </a:lnTo>
                  <a:lnTo>
                    <a:pt x="656" y="2623"/>
                  </a:lnTo>
                  <a:lnTo>
                    <a:pt x="908" y="3043"/>
                  </a:lnTo>
                  <a:lnTo>
                    <a:pt x="1228" y="3547"/>
                  </a:lnTo>
                  <a:lnTo>
                    <a:pt x="1597" y="4119"/>
                  </a:lnTo>
                  <a:lnTo>
                    <a:pt x="2018" y="4741"/>
                  </a:lnTo>
                  <a:lnTo>
                    <a:pt x="2488" y="5397"/>
                  </a:lnTo>
                  <a:lnTo>
                    <a:pt x="2993" y="6069"/>
                  </a:lnTo>
                  <a:lnTo>
                    <a:pt x="3514" y="6742"/>
                  </a:lnTo>
                  <a:lnTo>
                    <a:pt x="4069" y="7397"/>
                  </a:lnTo>
                  <a:lnTo>
                    <a:pt x="4623" y="8019"/>
                  </a:lnTo>
                  <a:lnTo>
                    <a:pt x="5178" y="8591"/>
                  </a:lnTo>
                  <a:lnTo>
                    <a:pt x="5464" y="8860"/>
                  </a:lnTo>
                  <a:lnTo>
                    <a:pt x="5733" y="9112"/>
                  </a:lnTo>
                  <a:lnTo>
                    <a:pt x="6002" y="9330"/>
                  </a:lnTo>
                  <a:lnTo>
                    <a:pt x="6271" y="9532"/>
                  </a:lnTo>
                  <a:lnTo>
                    <a:pt x="6540" y="9717"/>
                  </a:lnTo>
                  <a:lnTo>
                    <a:pt x="6792" y="9868"/>
                  </a:lnTo>
                  <a:lnTo>
                    <a:pt x="7044" y="10003"/>
                  </a:lnTo>
                  <a:lnTo>
                    <a:pt x="7296" y="10087"/>
                  </a:lnTo>
                  <a:lnTo>
                    <a:pt x="7532" y="10154"/>
                  </a:lnTo>
                  <a:lnTo>
                    <a:pt x="7750" y="10188"/>
                  </a:lnTo>
                  <a:lnTo>
                    <a:pt x="7750" y="10188"/>
                  </a:lnTo>
                  <a:lnTo>
                    <a:pt x="7969" y="10188"/>
                  </a:lnTo>
                  <a:lnTo>
                    <a:pt x="8221" y="10171"/>
                  </a:lnTo>
                  <a:lnTo>
                    <a:pt x="8473" y="10137"/>
                  </a:lnTo>
                  <a:lnTo>
                    <a:pt x="8759" y="10087"/>
                  </a:lnTo>
                  <a:lnTo>
                    <a:pt x="9045" y="10020"/>
                  </a:lnTo>
                  <a:lnTo>
                    <a:pt x="9331" y="9936"/>
                  </a:lnTo>
                  <a:lnTo>
                    <a:pt x="9969" y="9734"/>
                  </a:lnTo>
                  <a:lnTo>
                    <a:pt x="10608" y="9499"/>
                  </a:lnTo>
                  <a:lnTo>
                    <a:pt x="11264" y="9230"/>
                  </a:lnTo>
                  <a:lnTo>
                    <a:pt x="11936" y="8944"/>
                  </a:lnTo>
                  <a:lnTo>
                    <a:pt x="12575" y="8641"/>
                  </a:lnTo>
                  <a:lnTo>
                    <a:pt x="13197" y="8339"/>
                  </a:lnTo>
                  <a:lnTo>
                    <a:pt x="13769" y="8053"/>
                  </a:lnTo>
                  <a:lnTo>
                    <a:pt x="14744" y="7515"/>
                  </a:lnTo>
                  <a:lnTo>
                    <a:pt x="15416" y="7145"/>
                  </a:lnTo>
                  <a:lnTo>
                    <a:pt x="15668" y="7010"/>
                  </a:lnTo>
                  <a:lnTo>
                    <a:pt x="12491" y="2371"/>
                  </a:lnTo>
                  <a:lnTo>
                    <a:pt x="12491" y="2371"/>
                  </a:lnTo>
                  <a:lnTo>
                    <a:pt x="11936" y="2740"/>
                  </a:lnTo>
                  <a:lnTo>
                    <a:pt x="10675" y="3531"/>
                  </a:lnTo>
                  <a:lnTo>
                    <a:pt x="9986" y="3951"/>
                  </a:lnTo>
                  <a:lnTo>
                    <a:pt x="9347" y="4338"/>
                  </a:lnTo>
                  <a:lnTo>
                    <a:pt x="8860" y="4590"/>
                  </a:lnTo>
                  <a:lnTo>
                    <a:pt x="8692" y="4674"/>
                  </a:lnTo>
                  <a:lnTo>
                    <a:pt x="8574" y="4691"/>
                  </a:lnTo>
                  <a:lnTo>
                    <a:pt x="8574" y="4691"/>
                  </a:lnTo>
                  <a:lnTo>
                    <a:pt x="8524" y="4691"/>
                  </a:lnTo>
                  <a:lnTo>
                    <a:pt x="8456" y="4657"/>
                  </a:lnTo>
                  <a:lnTo>
                    <a:pt x="8221" y="4539"/>
                  </a:lnTo>
                  <a:lnTo>
                    <a:pt x="7902" y="4371"/>
                  </a:lnTo>
                  <a:lnTo>
                    <a:pt x="7515" y="4136"/>
                  </a:lnTo>
                  <a:lnTo>
                    <a:pt x="6557" y="3531"/>
                  </a:lnTo>
                  <a:lnTo>
                    <a:pt x="5447" y="2825"/>
                  </a:lnTo>
                  <a:lnTo>
                    <a:pt x="3245" y="1379"/>
                  </a:lnTo>
                  <a:lnTo>
                    <a:pt x="1715" y="370"/>
                  </a:lnTo>
                  <a:lnTo>
                    <a:pt x="1715" y="370"/>
                  </a:lnTo>
                  <a:lnTo>
                    <a:pt x="1480" y="236"/>
                  </a:lnTo>
                  <a:lnTo>
                    <a:pt x="1261" y="135"/>
                  </a:lnTo>
                  <a:lnTo>
                    <a:pt x="1043" y="68"/>
                  </a:lnTo>
                  <a:lnTo>
                    <a:pt x="841" y="17"/>
                  </a:lnTo>
                  <a:lnTo>
                    <a:pt x="656" y="0"/>
                  </a:lnTo>
                  <a:lnTo>
                    <a:pt x="488" y="0"/>
                  </a:lnTo>
                  <a:lnTo>
                    <a:pt x="404" y="34"/>
                  </a:lnTo>
                  <a:lnTo>
                    <a:pt x="337" y="51"/>
                  </a:lnTo>
                  <a:lnTo>
                    <a:pt x="269" y="101"/>
                  </a:lnTo>
                  <a:lnTo>
                    <a:pt x="202" y="135"/>
                  </a:lnTo>
                  <a:lnTo>
                    <a:pt x="152" y="202"/>
                  </a:lnTo>
                  <a:lnTo>
                    <a:pt x="101" y="269"/>
                  </a:lnTo>
                  <a:lnTo>
                    <a:pt x="68" y="336"/>
                  </a:lnTo>
                  <a:lnTo>
                    <a:pt x="34" y="421"/>
                  </a:lnTo>
                  <a:lnTo>
                    <a:pt x="17" y="521"/>
                  </a:lnTo>
                  <a:lnTo>
                    <a:pt x="0" y="622"/>
                  </a:lnTo>
                  <a:lnTo>
                    <a:pt x="17" y="858"/>
                  </a:lnTo>
                  <a:lnTo>
                    <a:pt x="68" y="1143"/>
                  </a:lnTo>
                  <a:lnTo>
                    <a:pt x="152" y="1480"/>
                  </a:lnTo>
                  <a:lnTo>
                    <a:pt x="303" y="1866"/>
                  </a:lnTo>
                  <a:lnTo>
                    <a:pt x="488" y="22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4" name="Google Shape;5994;p63"/>
            <p:cNvSpPr/>
            <p:nvPr/>
          </p:nvSpPr>
          <p:spPr>
            <a:xfrm>
              <a:off x="2953050" y="855925"/>
              <a:ext cx="365250" cy="254700"/>
            </a:xfrm>
            <a:custGeom>
              <a:avLst/>
              <a:gdLst/>
              <a:ahLst/>
              <a:cxnLst/>
              <a:rect l="l" t="t" r="r" b="b"/>
              <a:pathLst>
                <a:path w="14610" h="10188" extrusionOk="0">
                  <a:moveTo>
                    <a:pt x="471" y="0"/>
                  </a:moveTo>
                  <a:lnTo>
                    <a:pt x="404" y="34"/>
                  </a:lnTo>
                  <a:lnTo>
                    <a:pt x="320" y="51"/>
                  </a:lnTo>
                  <a:lnTo>
                    <a:pt x="253" y="101"/>
                  </a:lnTo>
                  <a:lnTo>
                    <a:pt x="202" y="135"/>
                  </a:lnTo>
                  <a:lnTo>
                    <a:pt x="152" y="202"/>
                  </a:lnTo>
                  <a:lnTo>
                    <a:pt x="101" y="269"/>
                  </a:lnTo>
                  <a:lnTo>
                    <a:pt x="68" y="336"/>
                  </a:lnTo>
                  <a:lnTo>
                    <a:pt x="34" y="421"/>
                  </a:lnTo>
                  <a:lnTo>
                    <a:pt x="17" y="521"/>
                  </a:lnTo>
                  <a:lnTo>
                    <a:pt x="0" y="622"/>
                  </a:lnTo>
                  <a:lnTo>
                    <a:pt x="17" y="858"/>
                  </a:lnTo>
                  <a:lnTo>
                    <a:pt x="68" y="1143"/>
                  </a:lnTo>
                  <a:lnTo>
                    <a:pt x="152" y="1480"/>
                  </a:lnTo>
                  <a:lnTo>
                    <a:pt x="303" y="1866"/>
                  </a:lnTo>
                  <a:lnTo>
                    <a:pt x="488" y="2287"/>
                  </a:lnTo>
                  <a:lnTo>
                    <a:pt x="656" y="2623"/>
                  </a:lnTo>
                  <a:lnTo>
                    <a:pt x="908" y="3043"/>
                  </a:lnTo>
                  <a:lnTo>
                    <a:pt x="1228" y="3547"/>
                  </a:lnTo>
                  <a:lnTo>
                    <a:pt x="1597" y="4119"/>
                  </a:lnTo>
                  <a:lnTo>
                    <a:pt x="2018" y="4741"/>
                  </a:lnTo>
                  <a:lnTo>
                    <a:pt x="2488" y="5397"/>
                  </a:lnTo>
                  <a:lnTo>
                    <a:pt x="2993" y="6069"/>
                  </a:lnTo>
                  <a:lnTo>
                    <a:pt x="3514" y="6742"/>
                  </a:lnTo>
                  <a:lnTo>
                    <a:pt x="4069" y="7397"/>
                  </a:lnTo>
                  <a:lnTo>
                    <a:pt x="4623" y="8019"/>
                  </a:lnTo>
                  <a:lnTo>
                    <a:pt x="5178" y="8591"/>
                  </a:lnTo>
                  <a:lnTo>
                    <a:pt x="5464" y="8860"/>
                  </a:lnTo>
                  <a:lnTo>
                    <a:pt x="5733" y="9112"/>
                  </a:lnTo>
                  <a:lnTo>
                    <a:pt x="6002" y="9330"/>
                  </a:lnTo>
                  <a:lnTo>
                    <a:pt x="6271" y="9532"/>
                  </a:lnTo>
                  <a:lnTo>
                    <a:pt x="6540" y="9717"/>
                  </a:lnTo>
                  <a:lnTo>
                    <a:pt x="6792" y="9868"/>
                  </a:lnTo>
                  <a:lnTo>
                    <a:pt x="7044" y="10003"/>
                  </a:lnTo>
                  <a:lnTo>
                    <a:pt x="7296" y="10087"/>
                  </a:lnTo>
                  <a:lnTo>
                    <a:pt x="7532" y="10154"/>
                  </a:lnTo>
                  <a:lnTo>
                    <a:pt x="7750" y="10188"/>
                  </a:lnTo>
                  <a:lnTo>
                    <a:pt x="7969" y="10188"/>
                  </a:lnTo>
                  <a:lnTo>
                    <a:pt x="8204" y="10171"/>
                  </a:lnTo>
                  <a:lnTo>
                    <a:pt x="8456" y="10154"/>
                  </a:lnTo>
                  <a:lnTo>
                    <a:pt x="8709" y="10121"/>
                  </a:lnTo>
                  <a:lnTo>
                    <a:pt x="9246" y="10020"/>
                  </a:lnTo>
                  <a:lnTo>
                    <a:pt x="9801" y="9868"/>
                  </a:lnTo>
                  <a:lnTo>
                    <a:pt x="10373" y="9700"/>
                  </a:lnTo>
                  <a:lnTo>
                    <a:pt x="10944" y="9499"/>
                  </a:lnTo>
                  <a:lnTo>
                    <a:pt x="11499" y="9297"/>
                  </a:lnTo>
                  <a:lnTo>
                    <a:pt x="12054" y="9078"/>
                  </a:lnTo>
                  <a:lnTo>
                    <a:pt x="12558" y="8843"/>
                  </a:lnTo>
                  <a:lnTo>
                    <a:pt x="13046" y="8624"/>
                  </a:lnTo>
                  <a:lnTo>
                    <a:pt x="13869" y="8238"/>
                  </a:lnTo>
                  <a:lnTo>
                    <a:pt x="14407" y="7969"/>
                  </a:lnTo>
                  <a:lnTo>
                    <a:pt x="14609" y="7868"/>
                  </a:lnTo>
                  <a:lnTo>
                    <a:pt x="11398" y="2858"/>
                  </a:lnTo>
                  <a:lnTo>
                    <a:pt x="10995" y="3144"/>
                  </a:lnTo>
                  <a:lnTo>
                    <a:pt x="10087" y="3749"/>
                  </a:lnTo>
                  <a:lnTo>
                    <a:pt x="9583" y="4085"/>
                  </a:lnTo>
                  <a:lnTo>
                    <a:pt x="9112" y="4371"/>
                  </a:lnTo>
                  <a:lnTo>
                    <a:pt x="8725" y="4573"/>
                  </a:lnTo>
                  <a:lnTo>
                    <a:pt x="8591" y="4623"/>
                  </a:lnTo>
                  <a:lnTo>
                    <a:pt x="8490" y="4640"/>
                  </a:lnTo>
                  <a:lnTo>
                    <a:pt x="8440" y="4640"/>
                  </a:lnTo>
                  <a:lnTo>
                    <a:pt x="8372" y="4607"/>
                  </a:lnTo>
                  <a:lnTo>
                    <a:pt x="8137" y="4506"/>
                  </a:lnTo>
                  <a:lnTo>
                    <a:pt x="7834" y="4321"/>
                  </a:lnTo>
                  <a:lnTo>
                    <a:pt x="7448" y="4085"/>
                  </a:lnTo>
                  <a:lnTo>
                    <a:pt x="6489" y="3497"/>
                  </a:lnTo>
                  <a:lnTo>
                    <a:pt x="5414" y="2808"/>
                  </a:lnTo>
                  <a:lnTo>
                    <a:pt x="3228" y="1362"/>
                  </a:lnTo>
                  <a:lnTo>
                    <a:pt x="1698" y="370"/>
                  </a:lnTo>
                  <a:lnTo>
                    <a:pt x="1480" y="236"/>
                  </a:lnTo>
                  <a:lnTo>
                    <a:pt x="1261" y="135"/>
                  </a:lnTo>
                  <a:lnTo>
                    <a:pt x="1043" y="68"/>
                  </a:lnTo>
                  <a:lnTo>
                    <a:pt x="841" y="1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5" name="Google Shape;5995;p63"/>
            <p:cNvSpPr/>
            <p:nvPr/>
          </p:nvSpPr>
          <p:spPr>
            <a:xfrm>
              <a:off x="2953050" y="855925"/>
              <a:ext cx="365250" cy="254700"/>
            </a:xfrm>
            <a:custGeom>
              <a:avLst/>
              <a:gdLst/>
              <a:ahLst/>
              <a:cxnLst/>
              <a:rect l="l" t="t" r="r" b="b"/>
              <a:pathLst>
                <a:path w="14610" h="10188" fill="none" extrusionOk="0">
                  <a:moveTo>
                    <a:pt x="488" y="2287"/>
                  </a:moveTo>
                  <a:lnTo>
                    <a:pt x="488" y="2287"/>
                  </a:lnTo>
                  <a:lnTo>
                    <a:pt x="656" y="2623"/>
                  </a:lnTo>
                  <a:lnTo>
                    <a:pt x="908" y="3043"/>
                  </a:lnTo>
                  <a:lnTo>
                    <a:pt x="1228" y="3547"/>
                  </a:lnTo>
                  <a:lnTo>
                    <a:pt x="1597" y="4119"/>
                  </a:lnTo>
                  <a:lnTo>
                    <a:pt x="2018" y="4741"/>
                  </a:lnTo>
                  <a:lnTo>
                    <a:pt x="2488" y="5397"/>
                  </a:lnTo>
                  <a:lnTo>
                    <a:pt x="2993" y="6069"/>
                  </a:lnTo>
                  <a:lnTo>
                    <a:pt x="3514" y="6742"/>
                  </a:lnTo>
                  <a:lnTo>
                    <a:pt x="4069" y="7397"/>
                  </a:lnTo>
                  <a:lnTo>
                    <a:pt x="4623" y="8019"/>
                  </a:lnTo>
                  <a:lnTo>
                    <a:pt x="5178" y="8591"/>
                  </a:lnTo>
                  <a:lnTo>
                    <a:pt x="5464" y="8860"/>
                  </a:lnTo>
                  <a:lnTo>
                    <a:pt x="5733" y="9112"/>
                  </a:lnTo>
                  <a:lnTo>
                    <a:pt x="6002" y="9330"/>
                  </a:lnTo>
                  <a:lnTo>
                    <a:pt x="6271" y="9532"/>
                  </a:lnTo>
                  <a:lnTo>
                    <a:pt x="6540" y="9717"/>
                  </a:lnTo>
                  <a:lnTo>
                    <a:pt x="6792" y="9868"/>
                  </a:lnTo>
                  <a:lnTo>
                    <a:pt x="7044" y="10003"/>
                  </a:lnTo>
                  <a:lnTo>
                    <a:pt x="7296" y="10087"/>
                  </a:lnTo>
                  <a:lnTo>
                    <a:pt x="7532" y="10154"/>
                  </a:lnTo>
                  <a:lnTo>
                    <a:pt x="7750" y="10188"/>
                  </a:lnTo>
                  <a:lnTo>
                    <a:pt x="7750" y="10188"/>
                  </a:lnTo>
                  <a:lnTo>
                    <a:pt x="7969" y="10188"/>
                  </a:lnTo>
                  <a:lnTo>
                    <a:pt x="8204" y="10171"/>
                  </a:lnTo>
                  <a:lnTo>
                    <a:pt x="8456" y="10154"/>
                  </a:lnTo>
                  <a:lnTo>
                    <a:pt x="8709" y="10121"/>
                  </a:lnTo>
                  <a:lnTo>
                    <a:pt x="9246" y="10020"/>
                  </a:lnTo>
                  <a:lnTo>
                    <a:pt x="9801" y="9868"/>
                  </a:lnTo>
                  <a:lnTo>
                    <a:pt x="10373" y="9700"/>
                  </a:lnTo>
                  <a:lnTo>
                    <a:pt x="10944" y="9499"/>
                  </a:lnTo>
                  <a:lnTo>
                    <a:pt x="11499" y="9297"/>
                  </a:lnTo>
                  <a:lnTo>
                    <a:pt x="12054" y="9078"/>
                  </a:lnTo>
                  <a:lnTo>
                    <a:pt x="12558" y="8843"/>
                  </a:lnTo>
                  <a:lnTo>
                    <a:pt x="13046" y="8624"/>
                  </a:lnTo>
                  <a:lnTo>
                    <a:pt x="13869" y="8238"/>
                  </a:lnTo>
                  <a:lnTo>
                    <a:pt x="14407" y="7969"/>
                  </a:lnTo>
                  <a:lnTo>
                    <a:pt x="14609" y="7868"/>
                  </a:lnTo>
                  <a:lnTo>
                    <a:pt x="11398" y="2858"/>
                  </a:lnTo>
                  <a:lnTo>
                    <a:pt x="11398" y="2858"/>
                  </a:lnTo>
                  <a:lnTo>
                    <a:pt x="10995" y="3144"/>
                  </a:lnTo>
                  <a:lnTo>
                    <a:pt x="10087" y="3749"/>
                  </a:lnTo>
                  <a:lnTo>
                    <a:pt x="9583" y="4085"/>
                  </a:lnTo>
                  <a:lnTo>
                    <a:pt x="9112" y="4371"/>
                  </a:lnTo>
                  <a:lnTo>
                    <a:pt x="8725" y="4573"/>
                  </a:lnTo>
                  <a:lnTo>
                    <a:pt x="8591" y="4623"/>
                  </a:lnTo>
                  <a:lnTo>
                    <a:pt x="8490" y="4640"/>
                  </a:lnTo>
                  <a:lnTo>
                    <a:pt x="8490" y="4640"/>
                  </a:lnTo>
                  <a:lnTo>
                    <a:pt x="8440" y="4640"/>
                  </a:lnTo>
                  <a:lnTo>
                    <a:pt x="8372" y="4607"/>
                  </a:lnTo>
                  <a:lnTo>
                    <a:pt x="8137" y="4506"/>
                  </a:lnTo>
                  <a:lnTo>
                    <a:pt x="7834" y="4321"/>
                  </a:lnTo>
                  <a:lnTo>
                    <a:pt x="7448" y="4085"/>
                  </a:lnTo>
                  <a:lnTo>
                    <a:pt x="6489" y="3497"/>
                  </a:lnTo>
                  <a:lnTo>
                    <a:pt x="5414" y="2808"/>
                  </a:lnTo>
                  <a:lnTo>
                    <a:pt x="3228" y="1362"/>
                  </a:lnTo>
                  <a:lnTo>
                    <a:pt x="1698" y="370"/>
                  </a:lnTo>
                  <a:lnTo>
                    <a:pt x="1698" y="370"/>
                  </a:lnTo>
                  <a:lnTo>
                    <a:pt x="1480" y="236"/>
                  </a:lnTo>
                  <a:lnTo>
                    <a:pt x="1261" y="135"/>
                  </a:lnTo>
                  <a:lnTo>
                    <a:pt x="1043" y="68"/>
                  </a:lnTo>
                  <a:lnTo>
                    <a:pt x="841" y="17"/>
                  </a:lnTo>
                  <a:lnTo>
                    <a:pt x="639" y="0"/>
                  </a:lnTo>
                  <a:lnTo>
                    <a:pt x="471" y="0"/>
                  </a:lnTo>
                  <a:lnTo>
                    <a:pt x="404" y="34"/>
                  </a:lnTo>
                  <a:lnTo>
                    <a:pt x="320" y="51"/>
                  </a:lnTo>
                  <a:lnTo>
                    <a:pt x="253" y="101"/>
                  </a:lnTo>
                  <a:lnTo>
                    <a:pt x="202" y="135"/>
                  </a:lnTo>
                  <a:lnTo>
                    <a:pt x="152" y="202"/>
                  </a:lnTo>
                  <a:lnTo>
                    <a:pt x="101" y="269"/>
                  </a:lnTo>
                  <a:lnTo>
                    <a:pt x="68" y="336"/>
                  </a:lnTo>
                  <a:lnTo>
                    <a:pt x="34" y="421"/>
                  </a:lnTo>
                  <a:lnTo>
                    <a:pt x="17" y="521"/>
                  </a:lnTo>
                  <a:lnTo>
                    <a:pt x="0" y="622"/>
                  </a:lnTo>
                  <a:lnTo>
                    <a:pt x="17" y="858"/>
                  </a:lnTo>
                  <a:lnTo>
                    <a:pt x="68" y="1143"/>
                  </a:lnTo>
                  <a:lnTo>
                    <a:pt x="152" y="1480"/>
                  </a:lnTo>
                  <a:lnTo>
                    <a:pt x="303" y="1866"/>
                  </a:lnTo>
                  <a:lnTo>
                    <a:pt x="488" y="22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6" name="Google Shape;5996;p63"/>
            <p:cNvSpPr/>
            <p:nvPr/>
          </p:nvSpPr>
          <p:spPr>
            <a:xfrm>
              <a:off x="3006000" y="977800"/>
              <a:ext cx="63500" cy="79450"/>
            </a:xfrm>
            <a:custGeom>
              <a:avLst/>
              <a:gdLst/>
              <a:ahLst/>
              <a:cxnLst/>
              <a:rect l="l" t="t" r="r" b="b"/>
              <a:pathLst>
                <a:path w="2540" h="3178" extrusionOk="0">
                  <a:moveTo>
                    <a:pt x="1" y="0"/>
                  </a:moveTo>
                  <a:lnTo>
                    <a:pt x="1" y="0"/>
                  </a:lnTo>
                  <a:lnTo>
                    <a:pt x="572" y="791"/>
                  </a:lnTo>
                  <a:lnTo>
                    <a:pt x="1194" y="1614"/>
                  </a:lnTo>
                  <a:lnTo>
                    <a:pt x="1867" y="2421"/>
                  </a:lnTo>
                  <a:lnTo>
                    <a:pt x="2203" y="2808"/>
                  </a:lnTo>
                  <a:lnTo>
                    <a:pt x="2539" y="3178"/>
                  </a:lnTo>
                  <a:lnTo>
                    <a:pt x="2539" y="3178"/>
                  </a:lnTo>
                  <a:lnTo>
                    <a:pt x="2539" y="3178"/>
                  </a:lnTo>
                  <a:lnTo>
                    <a:pt x="2203" y="2808"/>
                  </a:lnTo>
                  <a:lnTo>
                    <a:pt x="1867" y="2421"/>
                  </a:lnTo>
                  <a:lnTo>
                    <a:pt x="1194" y="1614"/>
                  </a:lnTo>
                  <a:lnTo>
                    <a:pt x="572" y="79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7" name="Google Shape;5997;p63"/>
            <p:cNvSpPr/>
            <p:nvPr/>
          </p:nvSpPr>
          <p:spPr>
            <a:xfrm>
              <a:off x="3006000" y="977800"/>
              <a:ext cx="63500" cy="79450"/>
            </a:xfrm>
            <a:custGeom>
              <a:avLst/>
              <a:gdLst/>
              <a:ahLst/>
              <a:cxnLst/>
              <a:rect l="l" t="t" r="r" b="b"/>
              <a:pathLst>
                <a:path w="2540" h="3178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572" y="791"/>
                  </a:lnTo>
                  <a:lnTo>
                    <a:pt x="1194" y="1614"/>
                  </a:lnTo>
                  <a:lnTo>
                    <a:pt x="1867" y="2421"/>
                  </a:lnTo>
                  <a:lnTo>
                    <a:pt x="2203" y="2808"/>
                  </a:lnTo>
                  <a:lnTo>
                    <a:pt x="2539" y="3178"/>
                  </a:lnTo>
                  <a:lnTo>
                    <a:pt x="2539" y="3178"/>
                  </a:lnTo>
                  <a:lnTo>
                    <a:pt x="2539" y="3178"/>
                  </a:lnTo>
                  <a:lnTo>
                    <a:pt x="2203" y="2808"/>
                  </a:lnTo>
                  <a:lnTo>
                    <a:pt x="1867" y="2421"/>
                  </a:lnTo>
                  <a:lnTo>
                    <a:pt x="1194" y="1614"/>
                  </a:lnTo>
                  <a:lnTo>
                    <a:pt x="572" y="79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8" name="Google Shape;5998;p63"/>
            <p:cNvSpPr/>
            <p:nvPr/>
          </p:nvSpPr>
          <p:spPr>
            <a:xfrm>
              <a:off x="3069475" y="1057225"/>
              <a:ext cx="52125" cy="44575"/>
            </a:xfrm>
            <a:custGeom>
              <a:avLst/>
              <a:gdLst/>
              <a:ahLst/>
              <a:cxnLst/>
              <a:rect l="l" t="t" r="r" b="b"/>
              <a:pathLst>
                <a:path w="2085" h="178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538" y="556"/>
                  </a:lnTo>
                  <a:lnTo>
                    <a:pt x="807" y="808"/>
                  </a:lnTo>
                  <a:lnTo>
                    <a:pt x="1059" y="1043"/>
                  </a:lnTo>
                  <a:lnTo>
                    <a:pt x="1328" y="1262"/>
                  </a:lnTo>
                  <a:lnTo>
                    <a:pt x="1580" y="1463"/>
                  </a:lnTo>
                  <a:lnTo>
                    <a:pt x="1832" y="1631"/>
                  </a:lnTo>
                  <a:lnTo>
                    <a:pt x="2085" y="1783"/>
                  </a:lnTo>
                  <a:lnTo>
                    <a:pt x="2085" y="1783"/>
                  </a:lnTo>
                  <a:lnTo>
                    <a:pt x="1832" y="1631"/>
                  </a:lnTo>
                  <a:lnTo>
                    <a:pt x="1580" y="1463"/>
                  </a:lnTo>
                  <a:lnTo>
                    <a:pt x="1328" y="1262"/>
                  </a:lnTo>
                  <a:lnTo>
                    <a:pt x="1059" y="1043"/>
                  </a:lnTo>
                  <a:lnTo>
                    <a:pt x="807" y="808"/>
                  </a:lnTo>
                  <a:lnTo>
                    <a:pt x="538" y="5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9" name="Google Shape;5999;p63"/>
            <p:cNvSpPr/>
            <p:nvPr/>
          </p:nvSpPr>
          <p:spPr>
            <a:xfrm>
              <a:off x="3069475" y="1057225"/>
              <a:ext cx="52125" cy="44575"/>
            </a:xfrm>
            <a:custGeom>
              <a:avLst/>
              <a:gdLst/>
              <a:ahLst/>
              <a:cxnLst/>
              <a:rect l="l" t="t" r="r" b="b"/>
              <a:pathLst>
                <a:path w="2085" h="178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538" y="556"/>
                  </a:lnTo>
                  <a:lnTo>
                    <a:pt x="807" y="808"/>
                  </a:lnTo>
                  <a:lnTo>
                    <a:pt x="1059" y="1043"/>
                  </a:lnTo>
                  <a:lnTo>
                    <a:pt x="1328" y="1262"/>
                  </a:lnTo>
                  <a:lnTo>
                    <a:pt x="1580" y="1463"/>
                  </a:lnTo>
                  <a:lnTo>
                    <a:pt x="1832" y="1631"/>
                  </a:lnTo>
                  <a:lnTo>
                    <a:pt x="2085" y="1783"/>
                  </a:lnTo>
                  <a:lnTo>
                    <a:pt x="2085" y="1783"/>
                  </a:lnTo>
                  <a:lnTo>
                    <a:pt x="1832" y="1631"/>
                  </a:lnTo>
                  <a:lnTo>
                    <a:pt x="1580" y="1463"/>
                  </a:lnTo>
                  <a:lnTo>
                    <a:pt x="1328" y="1262"/>
                  </a:lnTo>
                  <a:lnTo>
                    <a:pt x="1059" y="1043"/>
                  </a:lnTo>
                  <a:lnTo>
                    <a:pt x="807" y="808"/>
                  </a:lnTo>
                  <a:lnTo>
                    <a:pt x="538" y="55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0" name="Google Shape;6000;p63"/>
            <p:cNvSpPr/>
            <p:nvPr/>
          </p:nvSpPr>
          <p:spPr>
            <a:xfrm>
              <a:off x="2965225" y="913075"/>
              <a:ext cx="40800" cy="64750"/>
            </a:xfrm>
            <a:custGeom>
              <a:avLst/>
              <a:gdLst/>
              <a:ahLst/>
              <a:cxnLst/>
              <a:rect l="l" t="t" r="r" b="b"/>
              <a:pathLst>
                <a:path w="1632" h="2590" extrusionOk="0">
                  <a:moveTo>
                    <a:pt x="1" y="1"/>
                  </a:moveTo>
                  <a:lnTo>
                    <a:pt x="1" y="1"/>
                  </a:lnTo>
                  <a:lnTo>
                    <a:pt x="236" y="454"/>
                  </a:lnTo>
                  <a:lnTo>
                    <a:pt x="606" y="1043"/>
                  </a:lnTo>
                  <a:lnTo>
                    <a:pt x="1077" y="1783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077" y="1783"/>
                  </a:lnTo>
                  <a:lnTo>
                    <a:pt x="606" y="1043"/>
                  </a:lnTo>
                  <a:lnTo>
                    <a:pt x="236" y="4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1" name="Google Shape;6001;p63"/>
            <p:cNvSpPr/>
            <p:nvPr/>
          </p:nvSpPr>
          <p:spPr>
            <a:xfrm>
              <a:off x="2965225" y="913075"/>
              <a:ext cx="40800" cy="64750"/>
            </a:xfrm>
            <a:custGeom>
              <a:avLst/>
              <a:gdLst/>
              <a:ahLst/>
              <a:cxnLst/>
              <a:rect l="l" t="t" r="r" b="b"/>
              <a:pathLst>
                <a:path w="1632" h="2590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36" y="454"/>
                  </a:lnTo>
                  <a:lnTo>
                    <a:pt x="606" y="1043"/>
                  </a:lnTo>
                  <a:lnTo>
                    <a:pt x="1077" y="1783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632" y="2589"/>
                  </a:lnTo>
                  <a:lnTo>
                    <a:pt x="1077" y="1783"/>
                  </a:lnTo>
                  <a:lnTo>
                    <a:pt x="606" y="1043"/>
                  </a:lnTo>
                  <a:lnTo>
                    <a:pt x="236" y="45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2" name="Google Shape;6002;p63"/>
            <p:cNvSpPr/>
            <p:nvPr/>
          </p:nvSpPr>
          <p:spPr>
            <a:xfrm>
              <a:off x="3121575" y="1093800"/>
              <a:ext cx="104250" cy="8000"/>
            </a:xfrm>
            <a:custGeom>
              <a:avLst/>
              <a:gdLst/>
              <a:ahLst/>
              <a:cxnLst/>
              <a:rect l="l" t="t" r="r" b="b"/>
              <a:pathLst>
                <a:path w="4170" h="320" extrusionOk="0">
                  <a:moveTo>
                    <a:pt x="1" y="320"/>
                  </a:moveTo>
                  <a:lnTo>
                    <a:pt x="1" y="320"/>
                  </a:lnTo>
                  <a:lnTo>
                    <a:pt x="1" y="320"/>
                  </a:lnTo>
                  <a:lnTo>
                    <a:pt x="1" y="320"/>
                  </a:lnTo>
                  <a:lnTo>
                    <a:pt x="1" y="320"/>
                  </a:lnTo>
                  <a:close/>
                  <a:moveTo>
                    <a:pt x="4170" y="0"/>
                  </a:moveTo>
                  <a:lnTo>
                    <a:pt x="4170" y="0"/>
                  </a:lnTo>
                  <a:lnTo>
                    <a:pt x="3396" y="253"/>
                  </a:lnTo>
                  <a:lnTo>
                    <a:pt x="3396" y="253"/>
                  </a:lnTo>
                  <a:lnTo>
                    <a:pt x="4170" y="0"/>
                  </a:lnTo>
                  <a:lnTo>
                    <a:pt x="4170" y="0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3" name="Google Shape;6003;p63"/>
            <p:cNvSpPr/>
            <p:nvPr/>
          </p:nvSpPr>
          <p:spPr>
            <a:xfrm>
              <a:off x="3121575" y="1101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4" name="Google Shape;6004;p63"/>
            <p:cNvSpPr/>
            <p:nvPr/>
          </p:nvSpPr>
          <p:spPr>
            <a:xfrm>
              <a:off x="3206475" y="1093800"/>
              <a:ext cx="19350" cy="6325"/>
            </a:xfrm>
            <a:custGeom>
              <a:avLst/>
              <a:gdLst/>
              <a:ahLst/>
              <a:cxnLst/>
              <a:rect l="l" t="t" r="r" b="b"/>
              <a:pathLst>
                <a:path w="774" h="253" fill="none" extrusionOk="0">
                  <a:moveTo>
                    <a:pt x="774" y="0"/>
                  </a:moveTo>
                  <a:lnTo>
                    <a:pt x="774" y="0"/>
                  </a:lnTo>
                  <a:lnTo>
                    <a:pt x="0" y="253"/>
                  </a:lnTo>
                  <a:lnTo>
                    <a:pt x="0" y="253"/>
                  </a:lnTo>
                  <a:lnTo>
                    <a:pt x="774" y="0"/>
                  </a:lnTo>
                  <a:lnTo>
                    <a:pt x="77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5" name="Google Shape;6005;p63"/>
            <p:cNvSpPr/>
            <p:nvPr/>
          </p:nvSpPr>
          <p:spPr>
            <a:xfrm>
              <a:off x="2953050" y="858025"/>
              <a:ext cx="272775" cy="252600"/>
            </a:xfrm>
            <a:custGeom>
              <a:avLst/>
              <a:gdLst/>
              <a:ahLst/>
              <a:cxnLst/>
              <a:rect l="l" t="t" r="r" b="b"/>
              <a:pathLst>
                <a:path w="10911" h="10104" extrusionOk="0">
                  <a:moveTo>
                    <a:pt x="269" y="0"/>
                  </a:moveTo>
                  <a:lnTo>
                    <a:pt x="219" y="51"/>
                  </a:lnTo>
                  <a:lnTo>
                    <a:pt x="169" y="101"/>
                  </a:lnTo>
                  <a:lnTo>
                    <a:pt x="118" y="168"/>
                  </a:lnTo>
                  <a:lnTo>
                    <a:pt x="84" y="236"/>
                  </a:lnTo>
                  <a:lnTo>
                    <a:pt x="51" y="303"/>
                  </a:lnTo>
                  <a:lnTo>
                    <a:pt x="34" y="404"/>
                  </a:lnTo>
                  <a:lnTo>
                    <a:pt x="0" y="606"/>
                  </a:lnTo>
                  <a:lnTo>
                    <a:pt x="17" y="841"/>
                  </a:lnTo>
                  <a:lnTo>
                    <a:pt x="68" y="1127"/>
                  </a:lnTo>
                  <a:lnTo>
                    <a:pt x="169" y="1429"/>
                  </a:lnTo>
                  <a:lnTo>
                    <a:pt x="303" y="1799"/>
                  </a:lnTo>
                  <a:lnTo>
                    <a:pt x="488" y="2186"/>
                  </a:lnTo>
                  <a:lnTo>
                    <a:pt x="488" y="2203"/>
                  </a:lnTo>
                  <a:lnTo>
                    <a:pt x="639" y="2488"/>
                  </a:lnTo>
                  <a:lnTo>
                    <a:pt x="841" y="2841"/>
                  </a:lnTo>
                  <a:lnTo>
                    <a:pt x="1093" y="3262"/>
                  </a:lnTo>
                  <a:lnTo>
                    <a:pt x="1396" y="3732"/>
                  </a:lnTo>
                  <a:lnTo>
                    <a:pt x="1732" y="4254"/>
                  </a:lnTo>
                  <a:lnTo>
                    <a:pt x="2119" y="4791"/>
                  </a:lnTo>
                  <a:lnTo>
                    <a:pt x="2522" y="5363"/>
                  </a:lnTo>
                  <a:lnTo>
                    <a:pt x="2959" y="5951"/>
                  </a:lnTo>
                  <a:lnTo>
                    <a:pt x="3413" y="6523"/>
                  </a:lnTo>
                  <a:lnTo>
                    <a:pt x="3884" y="7111"/>
                  </a:lnTo>
                  <a:lnTo>
                    <a:pt x="4371" y="7666"/>
                  </a:lnTo>
                  <a:lnTo>
                    <a:pt x="4859" y="8187"/>
                  </a:lnTo>
                  <a:lnTo>
                    <a:pt x="5346" y="8658"/>
                  </a:lnTo>
                  <a:lnTo>
                    <a:pt x="5817" y="9095"/>
                  </a:lnTo>
                  <a:lnTo>
                    <a:pt x="6052" y="9280"/>
                  </a:lnTo>
                  <a:lnTo>
                    <a:pt x="6288" y="9465"/>
                  </a:lnTo>
                  <a:lnTo>
                    <a:pt x="6523" y="9616"/>
                  </a:lnTo>
                  <a:lnTo>
                    <a:pt x="6742" y="9751"/>
                  </a:lnTo>
                  <a:lnTo>
                    <a:pt x="7011" y="9902"/>
                  </a:lnTo>
                  <a:lnTo>
                    <a:pt x="7263" y="10003"/>
                  </a:lnTo>
                  <a:lnTo>
                    <a:pt x="7515" y="10070"/>
                  </a:lnTo>
                  <a:lnTo>
                    <a:pt x="7750" y="10104"/>
                  </a:lnTo>
                  <a:lnTo>
                    <a:pt x="8171" y="10104"/>
                  </a:lnTo>
                  <a:lnTo>
                    <a:pt x="8423" y="10070"/>
                  </a:lnTo>
                  <a:lnTo>
                    <a:pt x="8692" y="10037"/>
                  </a:lnTo>
                  <a:lnTo>
                    <a:pt x="8977" y="9986"/>
                  </a:lnTo>
                  <a:lnTo>
                    <a:pt x="9549" y="9852"/>
                  </a:lnTo>
                  <a:lnTo>
                    <a:pt x="10137" y="9684"/>
                  </a:lnTo>
                  <a:lnTo>
                    <a:pt x="10911" y="9431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6" name="Google Shape;6006;p63"/>
            <p:cNvSpPr/>
            <p:nvPr/>
          </p:nvSpPr>
          <p:spPr>
            <a:xfrm>
              <a:off x="2953050" y="858025"/>
              <a:ext cx="272775" cy="252600"/>
            </a:xfrm>
            <a:custGeom>
              <a:avLst/>
              <a:gdLst/>
              <a:ahLst/>
              <a:cxnLst/>
              <a:rect l="l" t="t" r="r" b="b"/>
              <a:pathLst>
                <a:path w="10911" h="10104" fill="none" extrusionOk="0">
                  <a:moveTo>
                    <a:pt x="286" y="0"/>
                  </a:moveTo>
                  <a:lnTo>
                    <a:pt x="286" y="0"/>
                  </a:lnTo>
                  <a:lnTo>
                    <a:pt x="269" y="0"/>
                  </a:lnTo>
                  <a:lnTo>
                    <a:pt x="269" y="0"/>
                  </a:lnTo>
                  <a:lnTo>
                    <a:pt x="219" y="51"/>
                  </a:lnTo>
                  <a:lnTo>
                    <a:pt x="169" y="101"/>
                  </a:lnTo>
                  <a:lnTo>
                    <a:pt x="118" y="168"/>
                  </a:lnTo>
                  <a:lnTo>
                    <a:pt x="84" y="236"/>
                  </a:lnTo>
                  <a:lnTo>
                    <a:pt x="51" y="303"/>
                  </a:lnTo>
                  <a:lnTo>
                    <a:pt x="34" y="404"/>
                  </a:lnTo>
                  <a:lnTo>
                    <a:pt x="0" y="606"/>
                  </a:lnTo>
                  <a:lnTo>
                    <a:pt x="17" y="841"/>
                  </a:lnTo>
                  <a:lnTo>
                    <a:pt x="68" y="1127"/>
                  </a:lnTo>
                  <a:lnTo>
                    <a:pt x="169" y="1429"/>
                  </a:lnTo>
                  <a:lnTo>
                    <a:pt x="303" y="1799"/>
                  </a:lnTo>
                  <a:lnTo>
                    <a:pt x="303" y="1799"/>
                  </a:lnTo>
                  <a:lnTo>
                    <a:pt x="488" y="2186"/>
                  </a:lnTo>
                  <a:lnTo>
                    <a:pt x="488" y="2186"/>
                  </a:lnTo>
                  <a:lnTo>
                    <a:pt x="488" y="2203"/>
                  </a:lnTo>
                  <a:lnTo>
                    <a:pt x="488" y="2203"/>
                  </a:lnTo>
                  <a:lnTo>
                    <a:pt x="488" y="2203"/>
                  </a:lnTo>
                  <a:lnTo>
                    <a:pt x="639" y="2488"/>
                  </a:lnTo>
                  <a:lnTo>
                    <a:pt x="841" y="2841"/>
                  </a:lnTo>
                  <a:lnTo>
                    <a:pt x="1093" y="3262"/>
                  </a:lnTo>
                  <a:lnTo>
                    <a:pt x="1396" y="3732"/>
                  </a:lnTo>
                  <a:lnTo>
                    <a:pt x="1732" y="4254"/>
                  </a:lnTo>
                  <a:lnTo>
                    <a:pt x="2119" y="4791"/>
                  </a:lnTo>
                  <a:lnTo>
                    <a:pt x="2522" y="5363"/>
                  </a:lnTo>
                  <a:lnTo>
                    <a:pt x="2959" y="5951"/>
                  </a:lnTo>
                  <a:lnTo>
                    <a:pt x="3413" y="6523"/>
                  </a:lnTo>
                  <a:lnTo>
                    <a:pt x="3884" y="7111"/>
                  </a:lnTo>
                  <a:lnTo>
                    <a:pt x="4371" y="7666"/>
                  </a:lnTo>
                  <a:lnTo>
                    <a:pt x="4859" y="8187"/>
                  </a:lnTo>
                  <a:lnTo>
                    <a:pt x="5346" y="8658"/>
                  </a:lnTo>
                  <a:lnTo>
                    <a:pt x="5817" y="9095"/>
                  </a:lnTo>
                  <a:lnTo>
                    <a:pt x="6052" y="9280"/>
                  </a:lnTo>
                  <a:lnTo>
                    <a:pt x="6288" y="9465"/>
                  </a:lnTo>
                  <a:lnTo>
                    <a:pt x="6523" y="9616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6742" y="9751"/>
                  </a:lnTo>
                  <a:lnTo>
                    <a:pt x="7011" y="9902"/>
                  </a:lnTo>
                  <a:lnTo>
                    <a:pt x="7263" y="10003"/>
                  </a:lnTo>
                  <a:lnTo>
                    <a:pt x="7515" y="10070"/>
                  </a:lnTo>
                  <a:lnTo>
                    <a:pt x="7750" y="10104"/>
                  </a:lnTo>
                  <a:lnTo>
                    <a:pt x="7750" y="10104"/>
                  </a:lnTo>
                  <a:lnTo>
                    <a:pt x="7918" y="10104"/>
                  </a:lnTo>
                  <a:lnTo>
                    <a:pt x="7918" y="10104"/>
                  </a:lnTo>
                  <a:lnTo>
                    <a:pt x="8171" y="10104"/>
                  </a:lnTo>
                  <a:lnTo>
                    <a:pt x="8423" y="10070"/>
                  </a:lnTo>
                  <a:lnTo>
                    <a:pt x="8692" y="10037"/>
                  </a:lnTo>
                  <a:lnTo>
                    <a:pt x="8977" y="9986"/>
                  </a:lnTo>
                  <a:lnTo>
                    <a:pt x="9549" y="9852"/>
                  </a:lnTo>
                  <a:lnTo>
                    <a:pt x="10137" y="9684"/>
                  </a:lnTo>
                  <a:lnTo>
                    <a:pt x="10137" y="9684"/>
                  </a:lnTo>
                  <a:lnTo>
                    <a:pt x="10911" y="9431"/>
                  </a:lnTo>
                  <a:lnTo>
                    <a:pt x="2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7" name="Google Shape;6007;p63"/>
            <p:cNvSpPr/>
            <p:nvPr/>
          </p:nvSpPr>
          <p:spPr>
            <a:xfrm>
              <a:off x="3217825" y="950050"/>
              <a:ext cx="68100" cy="106375"/>
            </a:xfrm>
            <a:custGeom>
              <a:avLst/>
              <a:gdLst/>
              <a:ahLst/>
              <a:cxnLst/>
              <a:rect l="l" t="t" r="r" b="b"/>
              <a:pathLst>
                <a:path w="2724" h="4255" extrusionOk="0">
                  <a:moveTo>
                    <a:pt x="0" y="1"/>
                  </a:moveTo>
                  <a:lnTo>
                    <a:pt x="0" y="18"/>
                  </a:lnTo>
                  <a:lnTo>
                    <a:pt x="68" y="169"/>
                  </a:lnTo>
                  <a:lnTo>
                    <a:pt x="135" y="304"/>
                  </a:lnTo>
                  <a:lnTo>
                    <a:pt x="320" y="573"/>
                  </a:lnTo>
                  <a:lnTo>
                    <a:pt x="639" y="1127"/>
                  </a:lnTo>
                  <a:lnTo>
                    <a:pt x="1312" y="2153"/>
                  </a:lnTo>
                  <a:lnTo>
                    <a:pt x="1984" y="3178"/>
                  </a:lnTo>
                  <a:lnTo>
                    <a:pt x="2320" y="3716"/>
                  </a:lnTo>
                  <a:lnTo>
                    <a:pt x="2505" y="3985"/>
                  </a:lnTo>
                  <a:lnTo>
                    <a:pt x="2690" y="4254"/>
                  </a:lnTo>
                  <a:lnTo>
                    <a:pt x="2724" y="4254"/>
                  </a:lnTo>
                  <a:lnTo>
                    <a:pt x="2724" y="4237"/>
                  </a:lnTo>
                  <a:lnTo>
                    <a:pt x="2572" y="3952"/>
                  </a:lnTo>
                  <a:lnTo>
                    <a:pt x="2404" y="3683"/>
                  </a:lnTo>
                  <a:lnTo>
                    <a:pt x="2068" y="3145"/>
                  </a:lnTo>
                  <a:lnTo>
                    <a:pt x="1396" y="2069"/>
                  </a:lnTo>
                  <a:lnTo>
                    <a:pt x="723" y="1010"/>
                  </a:lnTo>
                  <a:lnTo>
                    <a:pt x="370" y="505"/>
                  </a:lnTo>
                  <a:lnTo>
                    <a:pt x="202" y="253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8" name="Google Shape;6008;p63"/>
            <p:cNvSpPr/>
            <p:nvPr/>
          </p:nvSpPr>
          <p:spPr>
            <a:xfrm>
              <a:off x="2789150" y="857600"/>
              <a:ext cx="290850" cy="363150"/>
            </a:xfrm>
            <a:custGeom>
              <a:avLst/>
              <a:gdLst/>
              <a:ahLst/>
              <a:cxnLst/>
              <a:rect l="l" t="t" r="r" b="b"/>
              <a:pathLst>
                <a:path w="11634" h="14526" extrusionOk="0">
                  <a:moveTo>
                    <a:pt x="6607" y="1"/>
                  </a:moveTo>
                  <a:lnTo>
                    <a:pt x="6355" y="17"/>
                  </a:lnTo>
                  <a:lnTo>
                    <a:pt x="6119" y="51"/>
                  </a:lnTo>
                  <a:lnTo>
                    <a:pt x="5867" y="135"/>
                  </a:lnTo>
                  <a:lnTo>
                    <a:pt x="5615" y="236"/>
                  </a:lnTo>
                  <a:lnTo>
                    <a:pt x="5380" y="370"/>
                  </a:lnTo>
                  <a:lnTo>
                    <a:pt x="5128" y="538"/>
                  </a:lnTo>
                  <a:lnTo>
                    <a:pt x="4892" y="740"/>
                  </a:lnTo>
                  <a:lnTo>
                    <a:pt x="4640" y="976"/>
                  </a:lnTo>
                  <a:lnTo>
                    <a:pt x="4405" y="1245"/>
                  </a:lnTo>
                  <a:lnTo>
                    <a:pt x="4169" y="1564"/>
                  </a:lnTo>
                  <a:lnTo>
                    <a:pt x="3951" y="1917"/>
                  </a:lnTo>
                  <a:lnTo>
                    <a:pt x="3715" y="2304"/>
                  </a:lnTo>
                  <a:lnTo>
                    <a:pt x="3497" y="2724"/>
                  </a:lnTo>
                  <a:lnTo>
                    <a:pt x="3278" y="3178"/>
                  </a:lnTo>
                  <a:lnTo>
                    <a:pt x="3060" y="3665"/>
                  </a:lnTo>
                  <a:lnTo>
                    <a:pt x="2841" y="4170"/>
                  </a:lnTo>
                  <a:lnTo>
                    <a:pt x="2639" y="4691"/>
                  </a:lnTo>
                  <a:lnTo>
                    <a:pt x="2438" y="5229"/>
                  </a:lnTo>
                  <a:lnTo>
                    <a:pt x="2051" y="6338"/>
                  </a:lnTo>
                  <a:lnTo>
                    <a:pt x="1698" y="7481"/>
                  </a:lnTo>
                  <a:lnTo>
                    <a:pt x="1379" y="8608"/>
                  </a:lnTo>
                  <a:lnTo>
                    <a:pt x="1076" y="9717"/>
                  </a:lnTo>
                  <a:lnTo>
                    <a:pt x="807" y="10760"/>
                  </a:lnTo>
                  <a:lnTo>
                    <a:pt x="572" y="11718"/>
                  </a:lnTo>
                  <a:lnTo>
                    <a:pt x="370" y="12558"/>
                  </a:lnTo>
                  <a:lnTo>
                    <a:pt x="101" y="13802"/>
                  </a:lnTo>
                  <a:lnTo>
                    <a:pt x="0" y="14273"/>
                  </a:lnTo>
                  <a:lnTo>
                    <a:pt x="521" y="14307"/>
                  </a:lnTo>
                  <a:lnTo>
                    <a:pt x="1160" y="14340"/>
                  </a:lnTo>
                  <a:lnTo>
                    <a:pt x="2791" y="14391"/>
                  </a:lnTo>
                  <a:lnTo>
                    <a:pt x="4690" y="14441"/>
                  </a:lnTo>
                  <a:lnTo>
                    <a:pt x="6674" y="14475"/>
                  </a:lnTo>
                  <a:lnTo>
                    <a:pt x="10137" y="14508"/>
                  </a:lnTo>
                  <a:lnTo>
                    <a:pt x="11633" y="14525"/>
                  </a:lnTo>
                  <a:lnTo>
                    <a:pt x="11633" y="14525"/>
                  </a:lnTo>
                  <a:lnTo>
                    <a:pt x="10910" y="8793"/>
                  </a:lnTo>
                  <a:lnTo>
                    <a:pt x="11045" y="8557"/>
                  </a:lnTo>
                  <a:lnTo>
                    <a:pt x="11163" y="8305"/>
                  </a:lnTo>
                  <a:lnTo>
                    <a:pt x="11297" y="7952"/>
                  </a:lnTo>
                  <a:lnTo>
                    <a:pt x="11432" y="7566"/>
                  </a:lnTo>
                  <a:lnTo>
                    <a:pt x="11482" y="7347"/>
                  </a:lnTo>
                  <a:lnTo>
                    <a:pt x="11516" y="7112"/>
                  </a:lnTo>
                  <a:lnTo>
                    <a:pt x="11549" y="6893"/>
                  </a:lnTo>
                  <a:lnTo>
                    <a:pt x="11566" y="6658"/>
                  </a:lnTo>
                  <a:lnTo>
                    <a:pt x="11549" y="6406"/>
                  </a:lnTo>
                  <a:lnTo>
                    <a:pt x="11516" y="6170"/>
                  </a:lnTo>
                  <a:lnTo>
                    <a:pt x="11432" y="5884"/>
                  </a:lnTo>
                  <a:lnTo>
                    <a:pt x="11314" y="5548"/>
                  </a:lnTo>
                  <a:lnTo>
                    <a:pt x="11146" y="5162"/>
                  </a:lnTo>
                  <a:lnTo>
                    <a:pt x="10927" y="4758"/>
                  </a:lnTo>
                  <a:lnTo>
                    <a:pt x="10692" y="4338"/>
                  </a:lnTo>
                  <a:lnTo>
                    <a:pt x="10440" y="3901"/>
                  </a:lnTo>
                  <a:lnTo>
                    <a:pt x="9885" y="3010"/>
                  </a:lnTo>
                  <a:lnTo>
                    <a:pt x="9330" y="2186"/>
                  </a:lnTo>
                  <a:lnTo>
                    <a:pt x="8843" y="1497"/>
                  </a:lnTo>
                  <a:lnTo>
                    <a:pt x="8473" y="976"/>
                  </a:lnTo>
                  <a:lnTo>
                    <a:pt x="8288" y="740"/>
                  </a:lnTo>
                  <a:lnTo>
                    <a:pt x="8103" y="572"/>
                  </a:lnTo>
                  <a:lnTo>
                    <a:pt x="7918" y="421"/>
                  </a:lnTo>
                  <a:lnTo>
                    <a:pt x="7716" y="286"/>
                  </a:lnTo>
                  <a:lnTo>
                    <a:pt x="7515" y="185"/>
                  </a:lnTo>
                  <a:lnTo>
                    <a:pt x="7296" y="101"/>
                  </a:lnTo>
                  <a:lnTo>
                    <a:pt x="7061" y="34"/>
                  </a:lnTo>
                  <a:lnTo>
                    <a:pt x="68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9" name="Google Shape;6009;p63"/>
            <p:cNvSpPr/>
            <p:nvPr/>
          </p:nvSpPr>
          <p:spPr>
            <a:xfrm>
              <a:off x="3029125" y="920650"/>
              <a:ext cx="50025" cy="137875"/>
            </a:xfrm>
            <a:custGeom>
              <a:avLst/>
              <a:gdLst/>
              <a:ahLst/>
              <a:cxnLst/>
              <a:rect l="l" t="t" r="r" b="b"/>
              <a:pathLst>
                <a:path w="2001" h="5515" extrusionOk="0">
                  <a:moveTo>
                    <a:pt x="0" y="0"/>
                  </a:moveTo>
                  <a:lnTo>
                    <a:pt x="370" y="673"/>
                  </a:lnTo>
                  <a:lnTo>
                    <a:pt x="757" y="1328"/>
                  </a:lnTo>
                  <a:lnTo>
                    <a:pt x="1127" y="2001"/>
                  </a:lnTo>
                  <a:lnTo>
                    <a:pt x="1480" y="2690"/>
                  </a:lnTo>
                  <a:lnTo>
                    <a:pt x="1614" y="3009"/>
                  </a:lnTo>
                  <a:lnTo>
                    <a:pt x="1732" y="3346"/>
                  </a:lnTo>
                  <a:lnTo>
                    <a:pt x="1816" y="3699"/>
                  </a:lnTo>
                  <a:lnTo>
                    <a:pt x="1849" y="4068"/>
                  </a:lnTo>
                  <a:lnTo>
                    <a:pt x="1866" y="4421"/>
                  </a:lnTo>
                  <a:lnTo>
                    <a:pt x="1833" y="4791"/>
                  </a:lnTo>
                  <a:lnTo>
                    <a:pt x="1782" y="5144"/>
                  </a:lnTo>
                  <a:lnTo>
                    <a:pt x="1681" y="5497"/>
                  </a:lnTo>
                  <a:lnTo>
                    <a:pt x="1698" y="5514"/>
                  </a:lnTo>
                  <a:lnTo>
                    <a:pt x="1715" y="5514"/>
                  </a:lnTo>
                  <a:lnTo>
                    <a:pt x="1799" y="5262"/>
                  </a:lnTo>
                  <a:lnTo>
                    <a:pt x="1883" y="4993"/>
                  </a:lnTo>
                  <a:lnTo>
                    <a:pt x="1950" y="4741"/>
                  </a:lnTo>
                  <a:lnTo>
                    <a:pt x="1984" y="4472"/>
                  </a:lnTo>
                  <a:lnTo>
                    <a:pt x="2001" y="4203"/>
                  </a:lnTo>
                  <a:lnTo>
                    <a:pt x="1984" y="3934"/>
                  </a:lnTo>
                  <a:lnTo>
                    <a:pt x="1950" y="3665"/>
                  </a:lnTo>
                  <a:lnTo>
                    <a:pt x="1883" y="3413"/>
                  </a:lnTo>
                  <a:lnTo>
                    <a:pt x="1799" y="3127"/>
                  </a:lnTo>
                  <a:lnTo>
                    <a:pt x="1681" y="2858"/>
                  </a:lnTo>
                  <a:lnTo>
                    <a:pt x="1564" y="2589"/>
                  </a:lnTo>
                  <a:lnTo>
                    <a:pt x="1412" y="2337"/>
                  </a:lnTo>
                  <a:lnTo>
                    <a:pt x="975" y="1580"/>
                  </a:lnTo>
                  <a:lnTo>
                    <a:pt x="858" y="1328"/>
                  </a:lnTo>
                  <a:lnTo>
                    <a:pt x="740" y="1093"/>
                  </a:lnTo>
                  <a:lnTo>
                    <a:pt x="488" y="605"/>
                  </a:lnTo>
                  <a:lnTo>
                    <a:pt x="471" y="605"/>
                  </a:lnTo>
                  <a:lnTo>
                    <a:pt x="572" y="858"/>
                  </a:lnTo>
                  <a:lnTo>
                    <a:pt x="689" y="1093"/>
                  </a:lnTo>
                  <a:lnTo>
                    <a:pt x="353" y="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0" name="Google Shape;6010;p63"/>
            <p:cNvSpPr/>
            <p:nvPr/>
          </p:nvSpPr>
          <p:spPr>
            <a:xfrm>
              <a:off x="2934125" y="791625"/>
              <a:ext cx="55925" cy="107200"/>
            </a:xfrm>
            <a:custGeom>
              <a:avLst/>
              <a:gdLst/>
              <a:ahLst/>
              <a:cxnLst/>
              <a:rect l="l" t="t" r="r" b="b"/>
              <a:pathLst>
                <a:path w="2237" h="4288" extrusionOk="0">
                  <a:moveTo>
                    <a:pt x="18" y="0"/>
                  </a:moveTo>
                  <a:lnTo>
                    <a:pt x="1" y="975"/>
                  </a:lnTo>
                  <a:lnTo>
                    <a:pt x="1" y="1059"/>
                  </a:lnTo>
                  <a:lnTo>
                    <a:pt x="1" y="1143"/>
                  </a:lnTo>
                  <a:lnTo>
                    <a:pt x="1" y="1396"/>
                  </a:lnTo>
                  <a:lnTo>
                    <a:pt x="1" y="1580"/>
                  </a:lnTo>
                  <a:lnTo>
                    <a:pt x="1" y="1782"/>
                  </a:lnTo>
                  <a:lnTo>
                    <a:pt x="1" y="2118"/>
                  </a:lnTo>
                  <a:lnTo>
                    <a:pt x="18" y="2471"/>
                  </a:lnTo>
                  <a:lnTo>
                    <a:pt x="51" y="2824"/>
                  </a:lnTo>
                  <a:lnTo>
                    <a:pt x="102" y="3161"/>
                  </a:lnTo>
                  <a:lnTo>
                    <a:pt x="169" y="3262"/>
                  </a:lnTo>
                  <a:lnTo>
                    <a:pt x="304" y="3430"/>
                  </a:lnTo>
                  <a:lnTo>
                    <a:pt x="505" y="3631"/>
                  </a:lnTo>
                  <a:lnTo>
                    <a:pt x="757" y="3833"/>
                  </a:lnTo>
                  <a:lnTo>
                    <a:pt x="909" y="3934"/>
                  </a:lnTo>
                  <a:lnTo>
                    <a:pt x="1060" y="4035"/>
                  </a:lnTo>
                  <a:lnTo>
                    <a:pt x="1211" y="4119"/>
                  </a:lnTo>
                  <a:lnTo>
                    <a:pt x="1363" y="4186"/>
                  </a:lnTo>
                  <a:lnTo>
                    <a:pt x="1531" y="4237"/>
                  </a:lnTo>
                  <a:lnTo>
                    <a:pt x="1682" y="4270"/>
                  </a:lnTo>
                  <a:lnTo>
                    <a:pt x="1850" y="4287"/>
                  </a:lnTo>
                  <a:lnTo>
                    <a:pt x="2001" y="4270"/>
                  </a:lnTo>
                  <a:lnTo>
                    <a:pt x="2052" y="4253"/>
                  </a:lnTo>
                  <a:lnTo>
                    <a:pt x="2086" y="4186"/>
                  </a:lnTo>
                  <a:lnTo>
                    <a:pt x="2102" y="4119"/>
                  </a:lnTo>
                  <a:lnTo>
                    <a:pt x="2136" y="4018"/>
                  </a:lnTo>
                  <a:lnTo>
                    <a:pt x="2153" y="3766"/>
                  </a:lnTo>
                  <a:lnTo>
                    <a:pt x="2136" y="3497"/>
                  </a:lnTo>
                  <a:lnTo>
                    <a:pt x="2102" y="2976"/>
                  </a:lnTo>
                  <a:lnTo>
                    <a:pt x="2086" y="2740"/>
                  </a:lnTo>
                  <a:lnTo>
                    <a:pt x="2086" y="2640"/>
                  </a:lnTo>
                  <a:lnTo>
                    <a:pt x="2237" y="1059"/>
                  </a:lnTo>
                  <a:lnTo>
                    <a:pt x="304" y="1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1" name="Google Shape;6011;p63"/>
            <p:cNvSpPr/>
            <p:nvPr/>
          </p:nvSpPr>
          <p:spPr>
            <a:xfrm>
              <a:off x="2934125" y="791625"/>
              <a:ext cx="56350" cy="66000"/>
            </a:xfrm>
            <a:custGeom>
              <a:avLst/>
              <a:gdLst/>
              <a:ahLst/>
              <a:cxnLst/>
              <a:rect l="l" t="t" r="r" b="b"/>
              <a:pathLst>
                <a:path w="2254" h="2640" extrusionOk="0">
                  <a:moveTo>
                    <a:pt x="35" y="0"/>
                  </a:moveTo>
                  <a:lnTo>
                    <a:pt x="1" y="975"/>
                  </a:lnTo>
                  <a:lnTo>
                    <a:pt x="169" y="1278"/>
                  </a:lnTo>
                  <a:lnTo>
                    <a:pt x="388" y="1564"/>
                  </a:lnTo>
                  <a:lnTo>
                    <a:pt x="606" y="1816"/>
                  </a:lnTo>
                  <a:lnTo>
                    <a:pt x="858" y="2034"/>
                  </a:lnTo>
                  <a:lnTo>
                    <a:pt x="1144" y="2236"/>
                  </a:lnTo>
                  <a:lnTo>
                    <a:pt x="1447" y="2404"/>
                  </a:lnTo>
                  <a:lnTo>
                    <a:pt x="1766" y="2539"/>
                  </a:lnTo>
                  <a:lnTo>
                    <a:pt x="2086" y="2640"/>
                  </a:lnTo>
                  <a:lnTo>
                    <a:pt x="2254" y="1059"/>
                  </a:lnTo>
                  <a:lnTo>
                    <a:pt x="304" y="118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2" name="Google Shape;6012;p63"/>
            <p:cNvSpPr/>
            <p:nvPr/>
          </p:nvSpPr>
          <p:spPr>
            <a:xfrm>
              <a:off x="2915225" y="678975"/>
              <a:ext cx="126100" cy="162675"/>
            </a:xfrm>
            <a:custGeom>
              <a:avLst/>
              <a:gdLst/>
              <a:ahLst/>
              <a:cxnLst/>
              <a:rect l="l" t="t" r="r" b="b"/>
              <a:pathLst>
                <a:path w="5044" h="6507" extrusionOk="0">
                  <a:moveTo>
                    <a:pt x="2320" y="1"/>
                  </a:moveTo>
                  <a:lnTo>
                    <a:pt x="2085" y="18"/>
                  </a:lnTo>
                  <a:lnTo>
                    <a:pt x="1850" y="51"/>
                  </a:lnTo>
                  <a:lnTo>
                    <a:pt x="1631" y="118"/>
                  </a:lnTo>
                  <a:lnTo>
                    <a:pt x="1396" y="203"/>
                  </a:lnTo>
                  <a:lnTo>
                    <a:pt x="1194" y="303"/>
                  </a:lnTo>
                  <a:lnTo>
                    <a:pt x="975" y="438"/>
                  </a:lnTo>
                  <a:lnTo>
                    <a:pt x="791" y="589"/>
                  </a:lnTo>
                  <a:lnTo>
                    <a:pt x="606" y="774"/>
                  </a:lnTo>
                  <a:lnTo>
                    <a:pt x="454" y="976"/>
                  </a:lnTo>
                  <a:lnTo>
                    <a:pt x="320" y="1228"/>
                  </a:lnTo>
                  <a:lnTo>
                    <a:pt x="202" y="1497"/>
                  </a:lnTo>
                  <a:lnTo>
                    <a:pt x="101" y="1800"/>
                  </a:lnTo>
                  <a:lnTo>
                    <a:pt x="34" y="2136"/>
                  </a:lnTo>
                  <a:lnTo>
                    <a:pt x="0" y="2522"/>
                  </a:lnTo>
                  <a:lnTo>
                    <a:pt x="0" y="2926"/>
                  </a:lnTo>
                  <a:lnTo>
                    <a:pt x="34" y="3380"/>
                  </a:lnTo>
                  <a:lnTo>
                    <a:pt x="118" y="3867"/>
                  </a:lnTo>
                  <a:lnTo>
                    <a:pt x="169" y="4120"/>
                  </a:lnTo>
                  <a:lnTo>
                    <a:pt x="219" y="4355"/>
                  </a:lnTo>
                  <a:lnTo>
                    <a:pt x="286" y="4573"/>
                  </a:lnTo>
                  <a:lnTo>
                    <a:pt x="353" y="4775"/>
                  </a:lnTo>
                  <a:lnTo>
                    <a:pt x="438" y="4960"/>
                  </a:lnTo>
                  <a:lnTo>
                    <a:pt x="522" y="5128"/>
                  </a:lnTo>
                  <a:lnTo>
                    <a:pt x="606" y="5296"/>
                  </a:lnTo>
                  <a:lnTo>
                    <a:pt x="690" y="5448"/>
                  </a:lnTo>
                  <a:lnTo>
                    <a:pt x="791" y="5582"/>
                  </a:lnTo>
                  <a:lnTo>
                    <a:pt x="891" y="5700"/>
                  </a:lnTo>
                  <a:lnTo>
                    <a:pt x="1093" y="5918"/>
                  </a:lnTo>
                  <a:lnTo>
                    <a:pt x="1312" y="6086"/>
                  </a:lnTo>
                  <a:lnTo>
                    <a:pt x="1530" y="6221"/>
                  </a:lnTo>
                  <a:lnTo>
                    <a:pt x="1749" y="6339"/>
                  </a:lnTo>
                  <a:lnTo>
                    <a:pt x="1967" y="6406"/>
                  </a:lnTo>
                  <a:lnTo>
                    <a:pt x="2186" y="6456"/>
                  </a:lnTo>
                  <a:lnTo>
                    <a:pt x="2388" y="6490"/>
                  </a:lnTo>
                  <a:lnTo>
                    <a:pt x="2573" y="6507"/>
                  </a:lnTo>
                  <a:lnTo>
                    <a:pt x="2993" y="6507"/>
                  </a:lnTo>
                  <a:lnTo>
                    <a:pt x="3110" y="6490"/>
                  </a:lnTo>
                  <a:lnTo>
                    <a:pt x="3262" y="6473"/>
                  </a:lnTo>
                  <a:lnTo>
                    <a:pt x="3413" y="6423"/>
                  </a:lnTo>
                  <a:lnTo>
                    <a:pt x="3581" y="6372"/>
                  </a:lnTo>
                  <a:lnTo>
                    <a:pt x="3766" y="6288"/>
                  </a:lnTo>
                  <a:lnTo>
                    <a:pt x="3951" y="6187"/>
                  </a:lnTo>
                  <a:lnTo>
                    <a:pt x="4136" y="6070"/>
                  </a:lnTo>
                  <a:lnTo>
                    <a:pt x="4304" y="5902"/>
                  </a:lnTo>
                  <a:lnTo>
                    <a:pt x="4472" y="5717"/>
                  </a:lnTo>
                  <a:lnTo>
                    <a:pt x="4623" y="5498"/>
                  </a:lnTo>
                  <a:lnTo>
                    <a:pt x="4758" y="5229"/>
                  </a:lnTo>
                  <a:lnTo>
                    <a:pt x="4876" y="4926"/>
                  </a:lnTo>
                  <a:lnTo>
                    <a:pt x="4960" y="4590"/>
                  </a:lnTo>
                  <a:lnTo>
                    <a:pt x="5010" y="4187"/>
                  </a:lnTo>
                  <a:lnTo>
                    <a:pt x="5044" y="3750"/>
                  </a:lnTo>
                  <a:lnTo>
                    <a:pt x="5027" y="3262"/>
                  </a:lnTo>
                  <a:lnTo>
                    <a:pt x="4976" y="2758"/>
                  </a:lnTo>
                  <a:lnTo>
                    <a:pt x="4892" y="2321"/>
                  </a:lnTo>
                  <a:lnTo>
                    <a:pt x="4775" y="1917"/>
                  </a:lnTo>
                  <a:lnTo>
                    <a:pt x="4657" y="1564"/>
                  </a:lnTo>
                  <a:lnTo>
                    <a:pt x="4506" y="1245"/>
                  </a:lnTo>
                  <a:lnTo>
                    <a:pt x="4321" y="976"/>
                  </a:lnTo>
                  <a:lnTo>
                    <a:pt x="4136" y="741"/>
                  </a:lnTo>
                  <a:lnTo>
                    <a:pt x="3934" y="539"/>
                  </a:lnTo>
                  <a:lnTo>
                    <a:pt x="3732" y="371"/>
                  </a:lnTo>
                  <a:lnTo>
                    <a:pt x="3497" y="253"/>
                  </a:lnTo>
                  <a:lnTo>
                    <a:pt x="3279" y="152"/>
                  </a:lnTo>
                  <a:lnTo>
                    <a:pt x="3043" y="68"/>
                  </a:lnTo>
                  <a:lnTo>
                    <a:pt x="2791" y="18"/>
                  </a:lnTo>
                  <a:lnTo>
                    <a:pt x="2556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3" name="Google Shape;6013;p63"/>
            <p:cNvSpPr/>
            <p:nvPr/>
          </p:nvSpPr>
          <p:spPr>
            <a:xfrm>
              <a:off x="3016500" y="738250"/>
              <a:ext cx="13075" cy="7575"/>
            </a:xfrm>
            <a:custGeom>
              <a:avLst/>
              <a:gdLst/>
              <a:ahLst/>
              <a:cxnLst/>
              <a:rect l="l" t="t" r="r" b="b"/>
              <a:pathLst>
                <a:path w="523" h="303" extrusionOk="0">
                  <a:moveTo>
                    <a:pt x="135" y="0"/>
                  </a:moveTo>
                  <a:lnTo>
                    <a:pt x="85" y="34"/>
                  </a:lnTo>
                  <a:lnTo>
                    <a:pt x="18" y="67"/>
                  </a:lnTo>
                  <a:lnTo>
                    <a:pt x="18" y="101"/>
                  </a:lnTo>
                  <a:lnTo>
                    <a:pt x="1" y="135"/>
                  </a:lnTo>
                  <a:lnTo>
                    <a:pt x="18" y="168"/>
                  </a:lnTo>
                  <a:lnTo>
                    <a:pt x="18" y="185"/>
                  </a:lnTo>
                  <a:lnTo>
                    <a:pt x="119" y="236"/>
                  </a:lnTo>
                  <a:lnTo>
                    <a:pt x="203" y="269"/>
                  </a:lnTo>
                  <a:lnTo>
                    <a:pt x="303" y="286"/>
                  </a:lnTo>
                  <a:lnTo>
                    <a:pt x="404" y="303"/>
                  </a:lnTo>
                  <a:lnTo>
                    <a:pt x="438" y="303"/>
                  </a:lnTo>
                  <a:lnTo>
                    <a:pt x="472" y="286"/>
                  </a:lnTo>
                  <a:lnTo>
                    <a:pt x="505" y="252"/>
                  </a:lnTo>
                  <a:lnTo>
                    <a:pt x="522" y="202"/>
                  </a:lnTo>
                  <a:lnTo>
                    <a:pt x="505" y="168"/>
                  </a:lnTo>
                  <a:lnTo>
                    <a:pt x="488" y="135"/>
                  </a:lnTo>
                  <a:lnTo>
                    <a:pt x="438" y="84"/>
                  </a:lnTo>
                  <a:lnTo>
                    <a:pt x="388" y="51"/>
                  </a:lnTo>
                  <a:lnTo>
                    <a:pt x="337" y="17"/>
                  </a:lnTo>
                  <a:lnTo>
                    <a:pt x="270" y="17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4" name="Google Shape;6014;p63"/>
            <p:cNvSpPr/>
            <p:nvPr/>
          </p:nvSpPr>
          <p:spPr>
            <a:xfrm>
              <a:off x="2979100" y="739075"/>
              <a:ext cx="12650" cy="7600"/>
            </a:xfrm>
            <a:custGeom>
              <a:avLst/>
              <a:gdLst/>
              <a:ahLst/>
              <a:cxnLst/>
              <a:rect l="l" t="t" r="r" b="b"/>
              <a:pathLst>
                <a:path w="506" h="304" extrusionOk="0">
                  <a:moveTo>
                    <a:pt x="236" y="1"/>
                  </a:moveTo>
                  <a:lnTo>
                    <a:pt x="186" y="18"/>
                  </a:lnTo>
                  <a:lnTo>
                    <a:pt x="118" y="51"/>
                  </a:lnTo>
                  <a:lnTo>
                    <a:pt x="68" y="85"/>
                  </a:lnTo>
                  <a:lnTo>
                    <a:pt x="18" y="135"/>
                  </a:lnTo>
                  <a:lnTo>
                    <a:pt x="1" y="186"/>
                  </a:lnTo>
                  <a:lnTo>
                    <a:pt x="1" y="219"/>
                  </a:lnTo>
                  <a:lnTo>
                    <a:pt x="18" y="253"/>
                  </a:lnTo>
                  <a:lnTo>
                    <a:pt x="51" y="287"/>
                  </a:lnTo>
                  <a:lnTo>
                    <a:pt x="85" y="303"/>
                  </a:lnTo>
                  <a:lnTo>
                    <a:pt x="118" y="303"/>
                  </a:lnTo>
                  <a:lnTo>
                    <a:pt x="202" y="287"/>
                  </a:lnTo>
                  <a:lnTo>
                    <a:pt x="303" y="270"/>
                  </a:lnTo>
                  <a:lnTo>
                    <a:pt x="404" y="236"/>
                  </a:lnTo>
                  <a:lnTo>
                    <a:pt x="488" y="186"/>
                  </a:lnTo>
                  <a:lnTo>
                    <a:pt x="505" y="152"/>
                  </a:lnTo>
                  <a:lnTo>
                    <a:pt x="505" y="118"/>
                  </a:lnTo>
                  <a:lnTo>
                    <a:pt x="505" y="85"/>
                  </a:lnTo>
                  <a:lnTo>
                    <a:pt x="488" y="68"/>
                  </a:lnTo>
                  <a:lnTo>
                    <a:pt x="438" y="18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5" name="Google Shape;6015;p63"/>
            <p:cNvSpPr/>
            <p:nvPr/>
          </p:nvSpPr>
          <p:spPr>
            <a:xfrm>
              <a:off x="2987100" y="763875"/>
              <a:ext cx="5050" cy="12625"/>
            </a:xfrm>
            <a:custGeom>
              <a:avLst/>
              <a:gdLst/>
              <a:ahLst/>
              <a:cxnLst/>
              <a:rect l="l" t="t" r="r" b="b"/>
              <a:pathLst>
                <a:path w="202" h="505" extrusionOk="0">
                  <a:moveTo>
                    <a:pt x="168" y="1"/>
                  </a:moveTo>
                  <a:lnTo>
                    <a:pt x="168" y="17"/>
                  </a:lnTo>
                  <a:lnTo>
                    <a:pt x="168" y="169"/>
                  </a:lnTo>
                  <a:lnTo>
                    <a:pt x="151" y="303"/>
                  </a:lnTo>
                  <a:lnTo>
                    <a:pt x="118" y="370"/>
                  </a:lnTo>
                  <a:lnTo>
                    <a:pt x="101" y="421"/>
                  </a:lnTo>
                  <a:lnTo>
                    <a:pt x="51" y="471"/>
                  </a:lnTo>
                  <a:lnTo>
                    <a:pt x="0" y="505"/>
                  </a:lnTo>
                  <a:lnTo>
                    <a:pt x="67" y="471"/>
                  </a:lnTo>
                  <a:lnTo>
                    <a:pt x="118" y="438"/>
                  </a:lnTo>
                  <a:lnTo>
                    <a:pt x="151" y="387"/>
                  </a:lnTo>
                  <a:lnTo>
                    <a:pt x="185" y="303"/>
                  </a:lnTo>
                  <a:lnTo>
                    <a:pt x="202" y="236"/>
                  </a:lnTo>
                  <a:lnTo>
                    <a:pt x="202" y="152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6" name="Google Shape;6016;p63"/>
            <p:cNvSpPr/>
            <p:nvPr/>
          </p:nvSpPr>
          <p:spPr>
            <a:xfrm>
              <a:off x="2981200" y="759250"/>
              <a:ext cx="10550" cy="15150"/>
            </a:xfrm>
            <a:custGeom>
              <a:avLst/>
              <a:gdLst/>
              <a:ahLst/>
              <a:cxnLst/>
              <a:rect l="l" t="t" r="r" b="b"/>
              <a:pathLst>
                <a:path w="422" h="606" extrusionOk="0">
                  <a:moveTo>
                    <a:pt x="186" y="1"/>
                  </a:moveTo>
                  <a:lnTo>
                    <a:pt x="135" y="18"/>
                  </a:lnTo>
                  <a:lnTo>
                    <a:pt x="102" y="51"/>
                  </a:lnTo>
                  <a:lnTo>
                    <a:pt x="68" y="85"/>
                  </a:lnTo>
                  <a:lnTo>
                    <a:pt x="18" y="186"/>
                  </a:lnTo>
                  <a:lnTo>
                    <a:pt x="1" y="303"/>
                  </a:lnTo>
                  <a:lnTo>
                    <a:pt x="18" y="404"/>
                  </a:lnTo>
                  <a:lnTo>
                    <a:pt x="51" y="505"/>
                  </a:lnTo>
                  <a:lnTo>
                    <a:pt x="85" y="539"/>
                  </a:lnTo>
                  <a:lnTo>
                    <a:pt x="118" y="572"/>
                  </a:lnTo>
                  <a:lnTo>
                    <a:pt x="169" y="589"/>
                  </a:lnTo>
                  <a:lnTo>
                    <a:pt x="219" y="606"/>
                  </a:lnTo>
                  <a:lnTo>
                    <a:pt x="270" y="589"/>
                  </a:lnTo>
                  <a:lnTo>
                    <a:pt x="303" y="572"/>
                  </a:lnTo>
                  <a:lnTo>
                    <a:pt x="337" y="555"/>
                  </a:lnTo>
                  <a:lnTo>
                    <a:pt x="371" y="505"/>
                  </a:lnTo>
                  <a:lnTo>
                    <a:pt x="421" y="421"/>
                  </a:lnTo>
                  <a:lnTo>
                    <a:pt x="421" y="303"/>
                  </a:lnTo>
                  <a:lnTo>
                    <a:pt x="421" y="202"/>
                  </a:lnTo>
                  <a:lnTo>
                    <a:pt x="371" y="102"/>
                  </a:lnTo>
                  <a:lnTo>
                    <a:pt x="354" y="68"/>
                  </a:lnTo>
                  <a:lnTo>
                    <a:pt x="320" y="34"/>
                  </a:lnTo>
                  <a:lnTo>
                    <a:pt x="287" y="1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7" name="Google Shape;6017;p63"/>
            <p:cNvSpPr/>
            <p:nvPr/>
          </p:nvSpPr>
          <p:spPr>
            <a:xfrm>
              <a:off x="2975325" y="759675"/>
              <a:ext cx="9700" cy="6325"/>
            </a:xfrm>
            <a:custGeom>
              <a:avLst/>
              <a:gdLst/>
              <a:ahLst/>
              <a:cxnLst/>
              <a:rect l="l" t="t" r="r" b="b"/>
              <a:pathLst>
                <a:path w="388" h="253" extrusionOk="0">
                  <a:moveTo>
                    <a:pt x="0" y="1"/>
                  </a:moveTo>
                  <a:lnTo>
                    <a:pt x="0" y="85"/>
                  </a:lnTo>
                  <a:lnTo>
                    <a:pt x="34" y="169"/>
                  </a:lnTo>
                  <a:lnTo>
                    <a:pt x="84" y="219"/>
                  </a:lnTo>
                  <a:lnTo>
                    <a:pt x="118" y="236"/>
                  </a:lnTo>
                  <a:lnTo>
                    <a:pt x="169" y="253"/>
                  </a:lnTo>
                  <a:lnTo>
                    <a:pt x="253" y="253"/>
                  </a:lnTo>
                  <a:lnTo>
                    <a:pt x="320" y="202"/>
                  </a:lnTo>
                  <a:lnTo>
                    <a:pt x="353" y="135"/>
                  </a:lnTo>
                  <a:lnTo>
                    <a:pt x="387" y="51"/>
                  </a:lnTo>
                  <a:lnTo>
                    <a:pt x="387" y="17"/>
                  </a:lnTo>
                  <a:lnTo>
                    <a:pt x="353" y="17"/>
                  </a:lnTo>
                  <a:lnTo>
                    <a:pt x="269" y="85"/>
                  </a:lnTo>
                  <a:lnTo>
                    <a:pt x="236" y="101"/>
                  </a:lnTo>
                  <a:lnTo>
                    <a:pt x="185" y="118"/>
                  </a:lnTo>
                  <a:lnTo>
                    <a:pt x="135" y="118"/>
                  </a:lnTo>
                  <a:lnTo>
                    <a:pt x="84" y="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8" name="Google Shape;6018;p63"/>
            <p:cNvSpPr/>
            <p:nvPr/>
          </p:nvSpPr>
          <p:spPr>
            <a:xfrm>
              <a:off x="3017350" y="763050"/>
              <a:ext cx="5500" cy="12200"/>
            </a:xfrm>
            <a:custGeom>
              <a:avLst/>
              <a:gdLst/>
              <a:ahLst/>
              <a:cxnLst/>
              <a:rect l="l" t="t" r="r" b="b"/>
              <a:pathLst>
                <a:path w="220" h="488" extrusionOk="0">
                  <a:moveTo>
                    <a:pt x="17" y="0"/>
                  </a:moveTo>
                  <a:lnTo>
                    <a:pt x="1" y="151"/>
                  </a:lnTo>
                  <a:lnTo>
                    <a:pt x="1" y="235"/>
                  </a:lnTo>
                  <a:lnTo>
                    <a:pt x="17" y="303"/>
                  </a:lnTo>
                  <a:lnTo>
                    <a:pt x="51" y="370"/>
                  </a:lnTo>
                  <a:lnTo>
                    <a:pt x="85" y="437"/>
                  </a:lnTo>
                  <a:lnTo>
                    <a:pt x="135" y="471"/>
                  </a:lnTo>
                  <a:lnTo>
                    <a:pt x="219" y="488"/>
                  </a:lnTo>
                  <a:lnTo>
                    <a:pt x="219" y="488"/>
                  </a:lnTo>
                  <a:lnTo>
                    <a:pt x="152" y="454"/>
                  </a:lnTo>
                  <a:lnTo>
                    <a:pt x="118" y="420"/>
                  </a:lnTo>
                  <a:lnTo>
                    <a:pt x="85" y="370"/>
                  </a:lnTo>
                  <a:lnTo>
                    <a:pt x="51" y="303"/>
                  </a:lnTo>
                  <a:lnTo>
                    <a:pt x="34" y="168"/>
                  </a:lnTo>
                  <a:lnTo>
                    <a:pt x="17" y="1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9" name="Google Shape;6019;p63"/>
            <p:cNvSpPr/>
            <p:nvPr/>
          </p:nvSpPr>
          <p:spPr>
            <a:xfrm>
              <a:off x="3017350" y="758425"/>
              <a:ext cx="10525" cy="15150"/>
            </a:xfrm>
            <a:custGeom>
              <a:avLst/>
              <a:gdLst/>
              <a:ahLst/>
              <a:cxnLst/>
              <a:rect l="l" t="t" r="r" b="b"/>
              <a:pathLst>
                <a:path w="421" h="606" extrusionOk="0">
                  <a:moveTo>
                    <a:pt x="185" y="0"/>
                  </a:moveTo>
                  <a:lnTo>
                    <a:pt x="135" y="17"/>
                  </a:lnTo>
                  <a:lnTo>
                    <a:pt x="101" y="34"/>
                  </a:lnTo>
                  <a:lnTo>
                    <a:pt x="68" y="67"/>
                  </a:lnTo>
                  <a:lnTo>
                    <a:pt x="34" y="101"/>
                  </a:lnTo>
                  <a:lnTo>
                    <a:pt x="1" y="202"/>
                  </a:lnTo>
                  <a:lnTo>
                    <a:pt x="1" y="320"/>
                  </a:lnTo>
                  <a:lnTo>
                    <a:pt x="17" y="420"/>
                  </a:lnTo>
                  <a:lnTo>
                    <a:pt x="68" y="521"/>
                  </a:lnTo>
                  <a:lnTo>
                    <a:pt x="101" y="555"/>
                  </a:lnTo>
                  <a:lnTo>
                    <a:pt x="135" y="588"/>
                  </a:lnTo>
                  <a:lnTo>
                    <a:pt x="169" y="605"/>
                  </a:lnTo>
                  <a:lnTo>
                    <a:pt x="269" y="605"/>
                  </a:lnTo>
                  <a:lnTo>
                    <a:pt x="320" y="572"/>
                  </a:lnTo>
                  <a:lnTo>
                    <a:pt x="354" y="538"/>
                  </a:lnTo>
                  <a:lnTo>
                    <a:pt x="370" y="504"/>
                  </a:lnTo>
                  <a:lnTo>
                    <a:pt x="421" y="404"/>
                  </a:lnTo>
                  <a:lnTo>
                    <a:pt x="421" y="286"/>
                  </a:lnTo>
                  <a:lnTo>
                    <a:pt x="404" y="185"/>
                  </a:lnTo>
                  <a:lnTo>
                    <a:pt x="354" y="84"/>
                  </a:lnTo>
                  <a:lnTo>
                    <a:pt x="320" y="51"/>
                  </a:lnTo>
                  <a:lnTo>
                    <a:pt x="286" y="17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0" name="Google Shape;6020;p63"/>
            <p:cNvSpPr/>
            <p:nvPr/>
          </p:nvSpPr>
          <p:spPr>
            <a:xfrm>
              <a:off x="3024500" y="758425"/>
              <a:ext cx="8425" cy="6750"/>
            </a:xfrm>
            <a:custGeom>
              <a:avLst/>
              <a:gdLst/>
              <a:ahLst/>
              <a:cxnLst/>
              <a:rect l="l" t="t" r="r" b="b"/>
              <a:pathLst>
                <a:path w="337" h="270" extrusionOk="0">
                  <a:moveTo>
                    <a:pt x="337" y="0"/>
                  </a:moveTo>
                  <a:lnTo>
                    <a:pt x="269" y="84"/>
                  </a:lnTo>
                  <a:lnTo>
                    <a:pt x="219" y="118"/>
                  </a:lnTo>
                  <a:lnTo>
                    <a:pt x="135" y="118"/>
                  </a:lnTo>
                  <a:lnTo>
                    <a:pt x="101" y="84"/>
                  </a:lnTo>
                  <a:lnTo>
                    <a:pt x="17" y="34"/>
                  </a:lnTo>
                  <a:lnTo>
                    <a:pt x="0" y="34"/>
                  </a:lnTo>
                  <a:lnTo>
                    <a:pt x="0" y="67"/>
                  </a:lnTo>
                  <a:lnTo>
                    <a:pt x="17" y="151"/>
                  </a:lnTo>
                  <a:lnTo>
                    <a:pt x="68" y="219"/>
                  </a:lnTo>
                  <a:lnTo>
                    <a:pt x="118" y="252"/>
                  </a:lnTo>
                  <a:lnTo>
                    <a:pt x="152" y="269"/>
                  </a:lnTo>
                  <a:lnTo>
                    <a:pt x="202" y="252"/>
                  </a:lnTo>
                  <a:lnTo>
                    <a:pt x="236" y="235"/>
                  </a:lnTo>
                  <a:lnTo>
                    <a:pt x="269" y="219"/>
                  </a:lnTo>
                  <a:lnTo>
                    <a:pt x="303" y="151"/>
                  </a:lnTo>
                  <a:lnTo>
                    <a:pt x="320" y="8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1" name="Google Shape;6021;p63"/>
            <p:cNvSpPr/>
            <p:nvPr/>
          </p:nvSpPr>
          <p:spPr>
            <a:xfrm>
              <a:off x="2989600" y="802550"/>
              <a:ext cx="9700" cy="4225"/>
            </a:xfrm>
            <a:custGeom>
              <a:avLst/>
              <a:gdLst/>
              <a:ahLst/>
              <a:cxnLst/>
              <a:rect l="l" t="t" r="r" b="b"/>
              <a:pathLst>
                <a:path w="388" h="169" extrusionOk="0">
                  <a:moveTo>
                    <a:pt x="1" y="0"/>
                  </a:moveTo>
                  <a:lnTo>
                    <a:pt x="18" y="51"/>
                  </a:lnTo>
                  <a:lnTo>
                    <a:pt x="51" y="101"/>
                  </a:lnTo>
                  <a:lnTo>
                    <a:pt x="85" y="135"/>
                  </a:lnTo>
                  <a:lnTo>
                    <a:pt x="152" y="168"/>
                  </a:lnTo>
                  <a:lnTo>
                    <a:pt x="220" y="168"/>
                  </a:lnTo>
                  <a:lnTo>
                    <a:pt x="287" y="152"/>
                  </a:lnTo>
                  <a:lnTo>
                    <a:pt x="337" y="118"/>
                  </a:lnTo>
                  <a:lnTo>
                    <a:pt x="388" y="68"/>
                  </a:lnTo>
                  <a:lnTo>
                    <a:pt x="287" y="101"/>
                  </a:lnTo>
                  <a:lnTo>
                    <a:pt x="186" y="118"/>
                  </a:lnTo>
                  <a:lnTo>
                    <a:pt x="135" y="101"/>
                  </a:lnTo>
                  <a:lnTo>
                    <a:pt x="102" y="68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2" name="Google Shape;6022;p63"/>
            <p:cNvSpPr/>
            <p:nvPr/>
          </p:nvSpPr>
          <p:spPr>
            <a:xfrm>
              <a:off x="2995500" y="738650"/>
              <a:ext cx="24400" cy="56775"/>
            </a:xfrm>
            <a:custGeom>
              <a:avLst/>
              <a:gdLst/>
              <a:ahLst/>
              <a:cxnLst/>
              <a:rect l="l" t="t" r="r" b="b"/>
              <a:pathLst>
                <a:path w="976" h="2271" extrusionOk="0">
                  <a:moveTo>
                    <a:pt x="538" y="1"/>
                  </a:moveTo>
                  <a:lnTo>
                    <a:pt x="589" y="438"/>
                  </a:lnTo>
                  <a:lnTo>
                    <a:pt x="673" y="875"/>
                  </a:lnTo>
                  <a:lnTo>
                    <a:pt x="757" y="1312"/>
                  </a:lnTo>
                  <a:lnTo>
                    <a:pt x="841" y="1749"/>
                  </a:lnTo>
                  <a:lnTo>
                    <a:pt x="690" y="1716"/>
                  </a:lnTo>
                  <a:lnTo>
                    <a:pt x="521" y="1699"/>
                  </a:lnTo>
                  <a:lnTo>
                    <a:pt x="538" y="1766"/>
                  </a:lnTo>
                  <a:lnTo>
                    <a:pt x="555" y="1917"/>
                  </a:lnTo>
                  <a:lnTo>
                    <a:pt x="606" y="2170"/>
                  </a:lnTo>
                  <a:lnTo>
                    <a:pt x="437" y="2170"/>
                  </a:lnTo>
                  <a:lnTo>
                    <a:pt x="303" y="2136"/>
                  </a:lnTo>
                  <a:lnTo>
                    <a:pt x="152" y="2086"/>
                  </a:lnTo>
                  <a:lnTo>
                    <a:pt x="17" y="2018"/>
                  </a:lnTo>
                  <a:lnTo>
                    <a:pt x="0" y="2018"/>
                  </a:lnTo>
                  <a:lnTo>
                    <a:pt x="0" y="2035"/>
                  </a:lnTo>
                  <a:lnTo>
                    <a:pt x="51" y="2102"/>
                  </a:lnTo>
                  <a:lnTo>
                    <a:pt x="118" y="2153"/>
                  </a:lnTo>
                  <a:lnTo>
                    <a:pt x="202" y="2203"/>
                  </a:lnTo>
                  <a:lnTo>
                    <a:pt x="269" y="2237"/>
                  </a:lnTo>
                  <a:lnTo>
                    <a:pt x="353" y="2254"/>
                  </a:lnTo>
                  <a:lnTo>
                    <a:pt x="437" y="2270"/>
                  </a:lnTo>
                  <a:lnTo>
                    <a:pt x="622" y="2270"/>
                  </a:lnTo>
                  <a:lnTo>
                    <a:pt x="673" y="2254"/>
                  </a:lnTo>
                  <a:lnTo>
                    <a:pt x="690" y="2237"/>
                  </a:lnTo>
                  <a:lnTo>
                    <a:pt x="673" y="1985"/>
                  </a:lnTo>
                  <a:lnTo>
                    <a:pt x="656" y="1817"/>
                  </a:lnTo>
                  <a:lnTo>
                    <a:pt x="824" y="1884"/>
                  </a:lnTo>
                  <a:lnTo>
                    <a:pt x="925" y="1901"/>
                  </a:lnTo>
                  <a:lnTo>
                    <a:pt x="959" y="1901"/>
                  </a:lnTo>
                  <a:lnTo>
                    <a:pt x="975" y="1884"/>
                  </a:lnTo>
                  <a:lnTo>
                    <a:pt x="908" y="1396"/>
                  </a:lnTo>
                  <a:lnTo>
                    <a:pt x="807" y="926"/>
                  </a:lnTo>
                  <a:lnTo>
                    <a:pt x="706" y="4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3" name="Google Shape;6023;p63"/>
            <p:cNvSpPr/>
            <p:nvPr/>
          </p:nvSpPr>
          <p:spPr>
            <a:xfrm>
              <a:off x="2993825" y="789525"/>
              <a:ext cx="15975" cy="11775"/>
            </a:xfrm>
            <a:custGeom>
              <a:avLst/>
              <a:gdLst/>
              <a:ahLst/>
              <a:cxnLst/>
              <a:rect l="l" t="t" r="r" b="b"/>
              <a:pathLst>
                <a:path w="639" h="471" extrusionOk="0">
                  <a:moveTo>
                    <a:pt x="67" y="0"/>
                  </a:moveTo>
                  <a:lnTo>
                    <a:pt x="34" y="84"/>
                  </a:lnTo>
                  <a:lnTo>
                    <a:pt x="17" y="185"/>
                  </a:lnTo>
                  <a:lnTo>
                    <a:pt x="0" y="269"/>
                  </a:lnTo>
                  <a:lnTo>
                    <a:pt x="17" y="353"/>
                  </a:lnTo>
                  <a:lnTo>
                    <a:pt x="34" y="387"/>
                  </a:lnTo>
                  <a:lnTo>
                    <a:pt x="51" y="420"/>
                  </a:lnTo>
                  <a:lnTo>
                    <a:pt x="101" y="454"/>
                  </a:lnTo>
                  <a:lnTo>
                    <a:pt x="151" y="471"/>
                  </a:lnTo>
                  <a:lnTo>
                    <a:pt x="252" y="471"/>
                  </a:lnTo>
                  <a:lnTo>
                    <a:pt x="353" y="454"/>
                  </a:lnTo>
                  <a:lnTo>
                    <a:pt x="437" y="404"/>
                  </a:lnTo>
                  <a:lnTo>
                    <a:pt x="504" y="353"/>
                  </a:lnTo>
                  <a:lnTo>
                    <a:pt x="588" y="286"/>
                  </a:lnTo>
                  <a:lnTo>
                    <a:pt x="639" y="202"/>
                  </a:lnTo>
                  <a:lnTo>
                    <a:pt x="488" y="185"/>
                  </a:lnTo>
                  <a:lnTo>
                    <a:pt x="336" y="151"/>
                  </a:lnTo>
                  <a:lnTo>
                    <a:pt x="202" y="8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4" name="Google Shape;6024;p63"/>
            <p:cNvSpPr/>
            <p:nvPr/>
          </p:nvSpPr>
          <p:spPr>
            <a:xfrm>
              <a:off x="2993825" y="794150"/>
              <a:ext cx="8850" cy="7150"/>
            </a:xfrm>
            <a:custGeom>
              <a:avLst/>
              <a:gdLst/>
              <a:ahLst/>
              <a:cxnLst/>
              <a:rect l="l" t="t" r="r" b="b"/>
              <a:pathLst>
                <a:path w="354" h="286" extrusionOk="0">
                  <a:moveTo>
                    <a:pt x="17" y="0"/>
                  </a:moveTo>
                  <a:lnTo>
                    <a:pt x="0" y="84"/>
                  </a:lnTo>
                  <a:lnTo>
                    <a:pt x="17" y="168"/>
                  </a:lnTo>
                  <a:lnTo>
                    <a:pt x="34" y="202"/>
                  </a:lnTo>
                  <a:lnTo>
                    <a:pt x="51" y="235"/>
                  </a:lnTo>
                  <a:lnTo>
                    <a:pt x="101" y="269"/>
                  </a:lnTo>
                  <a:lnTo>
                    <a:pt x="151" y="286"/>
                  </a:lnTo>
                  <a:lnTo>
                    <a:pt x="252" y="286"/>
                  </a:lnTo>
                  <a:lnTo>
                    <a:pt x="353" y="269"/>
                  </a:lnTo>
                  <a:lnTo>
                    <a:pt x="303" y="151"/>
                  </a:lnTo>
                  <a:lnTo>
                    <a:pt x="219" y="67"/>
                  </a:lnTo>
                  <a:lnTo>
                    <a:pt x="118" y="1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9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5" name="Google Shape;6025;p63"/>
            <p:cNvSpPr/>
            <p:nvPr/>
          </p:nvSpPr>
          <p:spPr>
            <a:xfrm>
              <a:off x="2904300" y="670575"/>
              <a:ext cx="133675" cy="101725"/>
            </a:xfrm>
            <a:custGeom>
              <a:avLst/>
              <a:gdLst/>
              <a:ahLst/>
              <a:cxnLst/>
              <a:rect l="l" t="t" r="r" b="b"/>
              <a:pathLst>
                <a:path w="5347" h="4069" extrusionOk="0">
                  <a:moveTo>
                    <a:pt x="3329" y="1"/>
                  </a:moveTo>
                  <a:lnTo>
                    <a:pt x="3094" y="17"/>
                  </a:lnTo>
                  <a:lnTo>
                    <a:pt x="2875" y="51"/>
                  </a:lnTo>
                  <a:lnTo>
                    <a:pt x="2640" y="101"/>
                  </a:lnTo>
                  <a:lnTo>
                    <a:pt x="2421" y="169"/>
                  </a:lnTo>
                  <a:lnTo>
                    <a:pt x="2203" y="253"/>
                  </a:lnTo>
                  <a:lnTo>
                    <a:pt x="2018" y="320"/>
                  </a:lnTo>
                  <a:lnTo>
                    <a:pt x="1833" y="421"/>
                  </a:lnTo>
                  <a:lnTo>
                    <a:pt x="1665" y="505"/>
                  </a:lnTo>
                  <a:lnTo>
                    <a:pt x="1513" y="589"/>
                  </a:lnTo>
                  <a:lnTo>
                    <a:pt x="1396" y="690"/>
                  </a:lnTo>
                  <a:lnTo>
                    <a:pt x="1295" y="774"/>
                  </a:lnTo>
                  <a:lnTo>
                    <a:pt x="1211" y="791"/>
                  </a:lnTo>
                  <a:lnTo>
                    <a:pt x="1110" y="824"/>
                  </a:lnTo>
                  <a:lnTo>
                    <a:pt x="975" y="908"/>
                  </a:lnTo>
                  <a:lnTo>
                    <a:pt x="807" y="1009"/>
                  </a:lnTo>
                  <a:lnTo>
                    <a:pt x="622" y="1161"/>
                  </a:lnTo>
                  <a:lnTo>
                    <a:pt x="421" y="1362"/>
                  </a:lnTo>
                  <a:lnTo>
                    <a:pt x="219" y="1614"/>
                  </a:lnTo>
                  <a:lnTo>
                    <a:pt x="118" y="1766"/>
                  </a:lnTo>
                  <a:lnTo>
                    <a:pt x="68" y="1934"/>
                  </a:lnTo>
                  <a:lnTo>
                    <a:pt x="17" y="2136"/>
                  </a:lnTo>
                  <a:lnTo>
                    <a:pt x="0" y="2321"/>
                  </a:lnTo>
                  <a:lnTo>
                    <a:pt x="0" y="2522"/>
                  </a:lnTo>
                  <a:lnTo>
                    <a:pt x="34" y="2741"/>
                  </a:lnTo>
                  <a:lnTo>
                    <a:pt x="68" y="2943"/>
                  </a:lnTo>
                  <a:lnTo>
                    <a:pt x="118" y="3144"/>
                  </a:lnTo>
                  <a:lnTo>
                    <a:pt x="168" y="3329"/>
                  </a:lnTo>
                  <a:lnTo>
                    <a:pt x="236" y="3514"/>
                  </a:lnTo>
                  <a:lnTo>
                    <a:pt x="303" y="3665"/>
                  </a:lnTo>
                  <a:lnTo>
                    <a:pt x="387" y="3800"/>
                  </a:lnTo>
                  <a:lnTo>
                    <a:pt x="471" y="3918"/>
                  </a:lnTo>
                  <a:lnTo>
                    <a:pt x="538" y="4002"/>
                  </a:lnTo>
                  <a:lnTo>
                    <a:pt x="606" y="4052"/>
                  </a:lnTo>
                  <a:lnTo>
                    <a:pt x="673" y="4069"/>
                  </a:lnTo>
                  <a:lnTo>
                    <a:pt x="740" y="4052"/>
                  </a:lnTo>
                  <a:lnTo>
                    <a:pt x="807" y="4035"/>
                  </a:lnTo>
                  <a:lnTo>
                    <a:pt x="891" y="3985"/>
                  </a:lnTo>
                  <a:lnTo>
                    <a:pt x="975" y="3918"/>
                  </a:lnTo>
                  <a:lnTo>
                    <a:pt x="1059" y="3817"/>
                  </a:lnTo>
                  <a:lnTo>
                    <a:pt x="1144" y="3716"/>
                  </a:lnTo>
                  <a:lnTo>
                    <a:pt x="1244" y="3598"/>
                  </a:lnTo>
                  <a:lnTo>
                    <a:pt x="1328" y="3464"/>
                  </a:lnTo>
                  <a:lnTo>
                    <a:pt x="1412" y="3312"/>
                  </a:lnTo>
                  <a:lnTo>
                    <a:pt x="1497" y="3144"/>
                  </a:lnTo>
                  <a:lnTo>
                    <a:pt x="1564" y="2959"/>
                  </a:lnTo>
                  <a:lnTo>
                    <a:pt x="1631" y="2758"/>
                  </a:lnTo>
                  <a:lnTo>
                    <a:pt x="1681" y="2539"/>
                  </a:lnTo>
                  <a:lnTo>
                    <a:pt x="1696" y="2470"/>
                  </a:lnTo>
                  <a:lnTo>
                    <a:pt x="1631" y="2959"/>
                  </a:lnTo>
                  <a:lnTo>
                    <a:pt x="1597" y="3161"/>
                  </a:lnTo>
                  <a:lnTo>
                    <a:pt x="1564" y="3279"/>
                  </a:lnTo>
                  <a:lnTo>
                    <a:pt x="1564" y="3296"/>
                  </a:lnTo>
                  <a:lnTo>
                    <a:pt x="1597" y="3262"/>
                  </a:lnTo>
                  <a:lnTo>
                    <a:pt x="1665" y="3144"/>
                  </a:lnTo>
                  <a:lnTo>
                    <a:pt x="1749" y="2959"/>
                  </a:lnTo>
                  <a:lnTo>
                    <a:pt x="1850" y="2724"/>
                  </a:lnTo>
                  <a:lnTo>
                    <a:pt x="1934" y="2421"/>
                  </a:lnTo>
                  <a:lnTo>
                    <a:pt x="2001" y="2052"/>
                  </a:lnTo>
                  <a:lnTo>
                    <a:pt x="2018" y="1850"/>
                  </a:lnTo>
                  <a:lnTo>
                    <a:pt x="2034" y="1648"/>
                  </a:lnTo>
                  <a:lnTo>
                    <a:pt x="2320" y="1833"/>
                  </a:lnTo>
                  <a:lnTo>
                    <a:pt x="2606" y="2001"/>
                  </a:lnTo>
                  <a:lnTo>
                    <a:pt x="2925" y="2136"/>
                  </a:lnTo>
                  <a:lnTo>
                    <a:pt x="3228" y="2253"/>
                  </a:lnTo>
                  <a:lnTo>
                    <a:pt x="3598" y="2337"/>
                  </a:lnTo>
                  <a:lnTo>
                    <a:pt x="3884" y="2388"/>
                  </a:lnTo>
                  <a:lnTo>
                    <a:pt x="4069" y="2388"/>
                  </a:lnTo>
                  <a:lnTo>
                    <a:pt x="4136" y="2371"/>
                  </a:lnTo>
                  <a:lnTo>
                    <a:pt x="4153" y="2371"/>
                  </a:lnTo>
                  <a:lnTo>
                    <a:pt x="4153" y="2354"/>
                  </a:lnTo>
                  <a:lnTo>
                    <a:pt x="4136" y="2337"/>
                  </a:lnTo>
                  <a:lnTo>
                    <a:pt x="4052" y="2304"/>
                  </a:lnTo>
                  <a:lnTo>
                    <a:pt x="3766" y="2169"/>
                  </a:lnTo>
                  <a:lnTo>
                    <a:pt x="3598" y="2102"/>
                  </a:lnTo>
                  <a:lnTo>
                    <a:pt x="3430" y="2001"/>
                  </a:lnTo>
                  <a:lnTo>
                    <a:pt x="3279" y="1917"/>
                  </a:lnTo>
                  <a:lnTo>
                    <a:pt x="3178" y="1816"/>
                  </a:lnTo>
                  <a:lnTo>
                    <a:pt x="3413" y="1934"/>
                  </a:lnTo>
                  <a:lnTo>
                    <a:pt x="3985" y="2169"/>
                  </a:lnTo>
                  <a:lnTo>
                    <a:pt x="4338" y="2287"/>
                  </a:lnTo>
                  <a:lnTo>
                    <a:pt x="4691" y="2405"/>
                  </a:lnTo>
                  <a:lnTo>
                    <a:pt x="5027" y="2505"/>
                  </a:lnTo>
                  <a:lnTo>
                    <a:pt x="5178" y="2522"/>
                  </a:lnTo>
                  <a:lnTo>
                    <a:pt x="5313" y="2539"/>
                  </a:lnTo>
                  <a:lnTo>
                    <a:pt x="5329" y="2522"/>
                  </a:lnTo>
                  <a:lnTo>
                    <a:pt x="5329" y="2472"/>
                  </a:lnTo>
                  <a:lnTo>
                    <a:pt x="5346" y="2287"/>
                  </a:lnTo>
                  <a:lnTo>
                    <a:pt x="5346" y="2001"/>
                  </a:lnTo>
                  <a:lnTo>
                    <a:pt x="5313" y="1833"/>
                  </a:lnTo>
                  <a:lnTo>
                    <a:pt x="5296" y="1665"/>
                  </a:lnTo>
                  <a:lnTo>
                    <a:pt x="5245" y="1480"/>
                  </a:lnTo>
                  <a:lnTo>
                    <a:pt x="5178" y="1278"/>
                  </a:lnTo>
                  <a:lnTo>
                    <a:pt x="5111" y="1093"/>
                  </a:lnTo>
                  <a:lnTo>
                    <a:pt x="5010" y="908"/>
                  </a:lnTo>
                  <a:lnTo>
                    <a:pt x="4909" y="723"/>
                  </a:lnTo>
                  <a:lnTo>
                    <a:pt x="4775" y="555"/>
                  </a:lnTo>
                  <a:lnTo>
                    <a:pt x="4607" y="404"/>
                  </a:lnTo>
                  <a:lnTo>
                    <a:pt x="4438" y="270"/>
                  </a:lnTo>
                  <a:lnTo>
                    <a:pt x="4237" y="169"/>
                  </a:lnTo>
                  <a:lnTo>
                    <a:pt x="4018" y="85"/>
                  </a:lnTo>
                  <a:lnTo>
                    <a:pt x="3800" y="34"/>
                  </a:lnTo>
                  <a:lnTo>
                    <a:pt x="356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6" name="Google Shape;6026;p63"/>
            <p:cNvSpPr/>
            <p:nvPr/>
          </p:nvSpPr>
          <p:spPr>
            <a:xfrm>
              <a:off x="2960625" y="747075"/>
              <a:ext cx="42875" cy="42875"/>
            </a:xfrm>
            <a:custGeom>
              <a:avLst/>
              <a:gdLst/>
              <a:ahLst/>
              <a:cxnLst/>
              <a:rect l="l" t="t" r="r" b="b"/>
              <a:pathLst>
                <a:path w="1715" h="1715" extrusionOk="0">
                  <a:moveTo>
                    <a:pt x="908" y="101"/>
                  </a:moveTo>
                  <a:lnTo>
                    <a:pt x="1042" y="135"/>
                  </a:lnTo>
                  <a:lnTo>
                    <a:pt x="1160" y="185"/>
                  </a:lnTo>
                  <a:lnTo>
                    <a:pt x="1261" y="236"/>
                  </a:lnTo>
                  <a:lnTo>
                    <a:pt x="1362" y="320"/>
                  </a:lnTo>
                  <a:lnTo>
                    <a:pt x="1429" y="420"/>
                  </a:lnTo>
                  <a:lnTo>
                    <a:pt x="1496" y="521"/>
                  </a:lnTo>
                  <a:lnTo>
                    <a:pt x="1547" y="639"/>
                  </a:lnTo>
                  <a:lnTo>
                    <a:pt x="1563" y="757"/>
                  </a:lnTo>
                  <a:lnTo>
                    <a:pt x="1580" y="908"/>
                  </a:lnTo>
                  <a:lnTo>
                    <a:pt x="1547" y="1059"/>
                  </a:lnTo>
                  <a:lnTo>
                    <a:pt x="1496" y="1194"/>
                  </a:lnTo>
                  <a:lnTo>
                    <a:pt x="1412" y="1311"/>
                  </a:lnTo>
                  <a:lnTo>
                    <a:pt x="1311" y="1429"/>
                  </a:lnTo>
                  <a:lnTo>
                    <a:pt x="1194" y="1513"/>
                  </a:lnTo>
                  <a:lnTo>
                    <a:pt x="1059" y="1564"/>
                  </a:lnTo>
                  <a:lnTo>
                    <a:pt x="908" y="1597"/>
                  </a:lnTo>
                  <a:lnTo>
                    <a:pt x="757" y="1597"/>
                  </a:lnTo>
                  <a:lnTo>
                    <a:pt x="622" y="1580"/>
                  </a:lnTo>
                  <a:lnTo>
                    <a:pt x="488" y="1530"/>
                  </a:lnTo>
                  <a:lnTo>
                    <a:pt x="353" y="1446"/>
                  </a:lnTo>
                  <a:lnTo>
                    <a:pt x="252" y="1345"/>
                  </a:lnTo>
                  <a:lnTo>
                    <a:pt x="168" y="1227"/>
                  </a:lnTo>
                  <a:lnTo>
                    <a:pt x="101" y="1093"/>
                  </a:lnTo>
                  <a:lnTo>
                    <a:pt x="67" y="942"/>
                  </a:lnTo>
                  <a:lnTo>
                    <a:pt x="67" y="790"/>
                  </a:lnTo>
                  <a:lnTo>
                    <a:pt x="101" y="656"/>
                  </a:lnTo>
                  <a:lnTo>
                    <a:pt x="151" y="521"/>
                  </a:lnTo>
                  <a:lnTo>
                    <a:pt x="235" y="387"/>
                  </a:lnTo>
                  <a:lnTo>
                    <a:pt x="319" y="286"/>
                  </a:lnTo>
                  <a:lnTo>
                    <a:pt x="437" y="202"/>
                  </a:lnTo>
                  <a:lnTo>
                    <a:pt x="572" y="135"/>
                  </a:lnTo>
                  <a:lnTo>
                    <a:pt x="723" y="101"/>
                  </a:lnTo>
                  <a:close/>
                  <a:moveTo>
                    <a:pt x="757" y="0"/>
                  </a:moveTo>
                  <a:lnTo>
                    <a:pt x="588" y="34"/>
                  </a:lnTo>
                  <a:lnTo>
                    <a:pt x="437" y="101"/>
                  </a:lnTo>
                  <a:lnTo>
                    <a:pt x="303" y="202"/>
                  </a:lnTo>
                  <a:lnTo>
                    <a:pt x="185" y="320"/>
                  </a:lnTo>
                  <a:lnTo>
                    <a:pt x="84" y="454"/>
                  </a:lnTo>
                  <a:lnTo>
                    <a:pt x="34" y="605"/>
                  </a:lnTo>
                  <a:lnTo>
                    <a:pt x="0" y="774"/>
                  </a:lnTo>
                  <a:lnTo>
                    <a:pt x="0" y="958"/>
                  </a:lnTo>
                  <a:lnTo>
                    <a:pt x="34" y="1127"/>
                  </a:lnTo>
                  <a:lnTo>
                    <a:pt x="101" y="1278"/>
                  </a:lnTo>
                  <a:lnTo>
                    <a:pt x="185" y="1412"/>
                  </a:lnTo>
                  <a:lnTo>
                    <a:pt x="303" y="1530"/>
                  </a:lnTo>
                  <a:lnTo>
                    <a:pt x="454" y="1614"/>
                  </a:lnTo>
                  <a:lnTo>
                    <a:pt x="605" y="1681"/>
                  </a:lnTo>
                  <a:lnTo>
                    <a:pt x="773" y="1715"/>
                  </a:lnTo>
                  <a:lnTo>
                    <a:pt x="891" y="1715"/>
                  </a:lnTo>
                  <a:lnTo>
                    <a:pt x="1009" y="1698"/>
                  </a:lnTo>
                  <a:lnTo>
                    <a:pt x="1177" y="1665"/>
                  </a:lnTo>
                  <a:lnTo>
                    <a:pt x="1311" y="1580"/>
                  </a:lnTo>
                  <a:lnTo>
                    <a:pt x="1446" y="1480"/>
                  </a:lnTo>
                  <a:lnTo>
                    <a:pt x="1563" y="1345"/>
                  </a:lnTo>
                  <a:lnTo>
                    <a:pt x="1631" y="1211"/>
                  </a:lnTo>
                  <a:lnTo>
                    <a:pt x="1698" y="1042"/>
                  </a:lnTo>
                  <a:lnTo>
                    <a:pt x="1715" y="874"/>
                  </a:lnTo>
                  <a:lnTo>
                    <a:pt x="1698" y="706"/>
                  </a:lnTo>
                  <a:lnTo>
                    <a:pt x="1664" y="572"/>
                  </a:lnTo>
                  <a:lnTo>
                    <a:pt x="1614" y="437"/>
                  </a:lnTo>
                  <a:lnTo>
                    <a:pt x="1530" y="320"/>
                  </a:lnTo>
                  <a:lnTo>
                    <a:pt x="1429" y="219"/>
                  </a:lnTo>
                  <a:lnTo>
                    <a:pt x="1328" y="135"/>
                  </a:lnTo>
                  <a:lnTo>
                    <a:pt x="1194" y="67"/>
                  </a:lnTo>
                  <a:lnTo>
                    <a:pt x="1076" y="17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7" name="Google Shape;6027;p63"/>
            <p:cNvSpPr/>
            <p:nvPr/>
          </p:nvSpPr>
          <p:spPr>
            <a:xfrm>
              <a:off x="3014400" y="745375"/>
              <a:ext cx="31975" cy="42900"/>
            </a:xfrm>
            <a:custGeom>
              <a:avLst/>
              <a:gdLst/>
              <a:ahLst/>
              <a:cxnLst/>
              <a:rect l="l" t="t" r="r" b="b"/>
              <a:pathLst>
                <a:path w="1279" h="1716" extrusionOk="0">
                  <a:moveTo>
                    <a:pt x="656" y="102"/>
                  </a:moveTo>
                  <a:lnTo>
                    <a:pt x="757" y="135"/>
                  </a:lnTo>
                  <a:lnTo>
                    <a:pt x="841" y="169"/>
                  </a:lnTo>
                  <a:lnTo>
                    <a:pt x="909" y="236"/>
                  </a:lnTo>
                  <a:lnTo>
                    <a:pt x="976" y="304"/>
                  </a:lnTo>
                  <a:lnTo>
                    <a:pt x="1060" y="421"/>
                  </a:lnTo>
                  <a:lnTo>
                    <a:pt x="1110" y="556"/>
                  </a:lnTo>
                  <a:lnTo>
                    <a:pt x="1144" y="690"/>
                  </a:lnTo>
                  <a:lnTo>
                    <a:pt x="1161" y="842"/>
                  </a:lnTo>
                  <a:lnTo>
                    <a:pt x="1144" y="976"/>
                  </a:lnTo>
                  <a:lnTo>
                    <a:pt x="1127" y="1127"/>
                  </a:lnTo>
                  <a:lnTo>
                    <a:pt x="1077" y="1245"/>
                  </a:lnTo>
                  <a:lnTo>
                    <a:pt x="1026" y="1363"/>
                  </a:lnTo>
                  <a:lnTo>
                    <a:pt x="942" y="1464"/>
                  </a:lnTo>
                  <a:lnTo>
                    <a:pt x="858" y="1531"/>
                  </a:lnTo>
                  <a:lnTo>
                    <a:pt x="757" y="1581"/>
                  </a:lnTo>
                  <a:lnTo>
                    <a:pt x="656" y="1598"/>
                  </a:lnTo>
                  <a:lnTo>
                    <a:pt x="556" y="1581"/>
                  </a:lnTo>
                  <a:lnTo>
                    <a:pt x="455" y="1548"/>
                  </a:lnTo>
                  <a:lnTo>
                    <a:pt x="354" y="1480"/>
                  </a:lnTo>
                  <a:lnTo>
                    <a:pt x="270" y="1396"/>
                  </a:lnTo>
                  <a:lnTo>
                    <a:pt x="203" y="1279"/>
                  </a:lnTo>
                  <a:lnTo>
                    <a:pt x="152" y="1161"/>
                  </a:lnTo>
                  <a:lnTo>
                    <a:pt x="119" y="1010"/>
                  </a:lnTo>
                  <a:lnTo>
                    <a:pt x="102" y="858"/>
                  </a:lnTo>
                  <a:lnTo>
                    <a:pt x="102" y="724"/>
                  </a:lnTo>
                  <a:lnTo>
                    <a:pt x="135" y="589"/>
                  </a:lnTo>
                  <a:lnTo>
                    <a:pt x="186" y="455"/>
                  </a:lnTo>
                  <a:lnTo>
                    <a:pt x="253" y="320"/>
                  </a:lnTo>
                  <a:lnTo>
                    <a:pt x="320" y="236"/>
                  </a:lnTo>
                  <a:lnTo>
                    <a:pt x="404" y="169"/>
                  </a:lnTo>
                  <a:lnTo>
                    <a:pt x="505" y="119"/>
                  </a:lnTo>
                  <a:lnTo>
                    <a:pt x="606" y="102"/>
                  </a:lnTo>
                  <a:close/>
                  <a:moveTo>
                    <a:pt x="589" y="1"/>
                  </a:moveTo>
                  <a:lnTo>
                    <a:pt x="488" y="18"/>
                  </a:lnTo>
                  <a:lnTo>
                    <a:pt x="387" y="51"/>
                  </a:lnTo>
                  <a:lnTo>
                    <a:pt x="303" y="102"/>
                  </a:lnTo>
                  <a:lnTo>
                    <a:pt x="219" y="186"/>
                  </a:lnTo>
                  <a:lnTo>
                    <a:pt x="169" y="270"/>
                  </a:lnTo>
                  <a:lnTo>
                    <a:pt x="85" y="404"/>
                  </a:lnTo>
                  <a:lnTo>
                    <a:pt x="34" y="556"/>
                  </a:lnTo>
                  <a:lnTo>
                    <a:pt x="1" y="707"/>
                  </a:lnTo>
                  <a:lnTo>
                    <a:pt x="1" y="875"/>
                  </a:lnTo>
                  <a:lnTo>
                    <a:pt x="18" y="1026"/>
                  </a:lnTo>
                  <a:lnTo>
                    <a:pt x="51" y="1195"/>
                  </a:lnTo>
                  <a:lnTo>
                    <a:pt x="102" y="1329"/>
                  </a:lnTo>
                  <a:lnTo>
                    <a:pt x="169" y="1447"/>
                  </a:lnTo>
                  <a:lnTo>
                    <a:pt x="270" y="1548"/>
                  </a:lnTo>
                  <a:lnTo>
                    <a:pt x="371" y="1632"/>
                  </a:lnTo>
                  <a:lnTo>
                    <a:pt x="488" y="1682"/>
                  </a:lnTo>
                  <a:lnTo>
                    <a:pt x="606" y="1716"/>
                  </a:lnTo>
                  <a:lnTo>
                    <a:pt x="673" y="1716"/>
                  </a:lnTo>
                  <a:lnTo>
                    <a:pt x="791" y="1699"/>
                  </a:lnTo>
                  <a:lnTo>
                    <a:pt x="909" y="1648"/>
                  </a:lnTo>
                  <a:lnTo>
                    <a:pt x="1026" y="1564"/>
                  </a:lnTo>
                  <a:lnTo>
                    <a:pt x="1110" y="1464"/>
                  </a:lnTo>
                  <a:lnTo>
                    <a:pt x="1194" y="1329"/>
                  </a:lnTo>
                  <a:lnTo>
                    <a:pt x="1245" y="1178"/>
                  </a:lnTo>
                  <a:lnTo>
                    <a:pt x="1278" y="1010"/>
                  </a:lnTo>
                  <a:lnTo>
                    <a:pt x="1278" y="842"/>
                  </a:lnTo>
                  <a:lnTo>
                    <a:pt x="1262" y="673"/>
                  </a:lnTo>
                  <a:lnTo>
                    <a:pt x="1228" y="522"/>
                  </a:lnTo>
                  <a:lnTo>
                    <a:pt x="1161" y="371"/>
                  </a:lnTo>
                  <a:lnTo>
                    <a:pt x="1077" y="236"/>
                  </a:lnTo>
                  <a:lnTo>
                    <a:pt x="993" y="135"/>
                  </a:lnTo>
                  <a:lnTo>
                    <a:pt x="892" y="68"/>
                  </a:lnTo>
                  <a:lnTo>
                    <a:pt x="791" y="18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8" name="Google Shape;6028;p63"/>
            <p:cNvSpPr/>
            <p:nvPr/>
          </p:nvSpPr>
          <p:spPr>
            <a:xfrm>
              <a:off x="3000550" y="761350"/>
              <a:ext cx="15975" cy="5925"/>
            </a:xfrm>
            <a:custGeom>
              <a:avLst/>
              <a:gdLst/>
              <a:ahLst/>
              <a:cxnLst/>
              <a:rect l="l" t="t" r="r" b="b"/>
              <a:pathLst>
                <a:path w="639" h="237" extrusionOk="0">
                  <a:moveTo>
                    <a:pt x="286" y="1"/>
                  </a:moveTo>
                  <a:lnTo>
                    <a:pt x="202" y="34"/>
                  </a:lnTo>
                  <a:lnTo>
                    <a:pt x="118" y="68"/>
                  </a:lnTo>
                  <a:lnTo>
                    <a:pt x="0" y="152"/>
                  </a:lnTo>
                  <a:lnTo>
                    <a:pt x="84" y="236"/>
                  </a:lnTo>
                  <a:lnTo>
                    <a:pt x="135" y="203"/>
                  </a:lnTo>
                  <a:lnTo>
                    <a:pt x="252" y="135"/>
                  </a:lnTo>
                  <a:lnTo>
                    <a:pt x="319" y="118"/>
                  </a:lnTo>
                  <a:lnTo>
                    <a:pt x="404" y="118"/>
                  </a:lnTo>
                  <a:lnTo>
                    <a:pt x="488" y="135"/>
                  </a:lnTo>
                  <a:lnTo>
                    <a:pt x="555" y="186"/>
                  </a:lnTo>
                  <a:lnTo>
                    <a:pt x="639" y="102"/>
                  </a:lnTo>
                  <a:lnTo>
                    <a:pt x="555" y="34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9" name="Google Shape;6029;p63"/>
            <p:cNvSpPr/>
            <p:nvPr/>
          </p:nvSpPr>
          <p:spPr>
            <a:xfrm>
              <a:off x="2904300" y="761350"/>
              <a:ext cx="58450" cy="14750"/>
            </a:xfrm>
            <a:custGeom>
              <a:avLst/>
              <a:gdLst/>
              <a:ahLst/>
              <a:cxnLst/>
              <a:rect l="l" t="t" r="r" b="b"/>
              <a:pathLst>
                <a:path w="2338" h="590" extrusionOk="0">
                  <a:moveTo>
                    <a:pt x="639" y="1"/>
                  </a:moveTo>
                  <a:lnTo>
                    <a:pt x="488" y="18"/>
                  </a:lnTo>
                  <a:lnTo>
                    <a:pt x="387" y="51"/>
                  </a:lnTo>
                  <a:lnTo>
                    <a:pt x="303" y="102"/>
                  </a:lnTo>
                  <a:lnTo>
                    <a:pt x="219" y="186"/>
                  </a:lnTo>
                  <a:lnTo>
                    <a:pt x="152" y="270"/>
                  </a:lnTo>
                  <a:lnTo>
                    <a:pt x="51" y="438"/>
                  </a:lnTo>
                  <a:lnTo>
                    <a:pt x="0" y="539"/>
                  </a:lnTo>
                  <a:lnTo>
                    <a:pt x="101" y="589"/>
                  </a:lnTo>
                  <a:lnTo>
                    <a:pt x="152" y="471"/>
                  </a:lnTo>
                  <a:lnTo>
                    <a:pt x="253" y="320"/>
                  </a:lnTo>
                  <a:lnTo>
                    <a:pt x="320" y="253"/>
                  </a:lnTo>
                  <a:lnTo>
                    <a:pt x="370" y="186"/>
                  </a:lnTo>
                  <a:lnTo>
                    <a:pt x="437" y="152"/>
                  </a:lnTo>
                  <a:lnTo>
                    <a:pt x="505" y="118"/>
                  </a:lnTo>
                  <a:lnTo>
                    <a:pt x="807" y="118"/>
                  </a:lnTo>
                  <a:lnTo>
                    <a:pt x="1328" y="135"/>
                  </a:lnTo>
                  <a:lnTo>
                    <a:pt x="2337" y="186"/>
                  </a:lnTo>
                  <a:lnTo>
                    <a:pt x="2337" y="68"/>
                  </a:lnTo>
                  <a:lnTo>
                    <a:pt x="1480" y="18"/>
                  </a:lnTo>
                  <a:lnTo>
                    <a:pt x="8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0" name="Google Shape;6030;p63"/>
            <p:cNvSpPr/>
            <p:nvPr/>
          </p:nvSpPr>
          <p:spPr>
            <a:xfrm>
              <a:off x="2900925" y="763050"/>
              <a:ext cx="32400" cy="42875"/>
            </a:xfrm>
            <a:custGeom>
              <a:avLst/>
              <a:gdLst/>
              <a:ahLst/>
              <a:cxnLst/>
              <a:rect l="l" t="t" r="r" b="b"/>
              <a:pathLst>
                <a:path w="1296" h="1715" extrusionOk="0">
                  <a:moveTo>
                    <a:pt x="219" y="0"/>
                  </a:moveTo>
                  <a:lnTo>
                    <a:pt x="152" y="34"/>
                  </a:lnTo>
                  <a:lnTo>
                    <a:pt x="85" y="84"/>
                  </a:lnTo>
                  <a:lnTo>
                    <a:pt x="51" y="151"/>
                  </a:lnTo>
                  <a:lnTo>
                    <a:pt x="18" y="235"/>
                  </a:lnTo>
                  <a:lnTo>
                    <a:pt x="1" y="353"/>
                  </a:lnTo>
                  <a:lnTo>
                    <a:pt x="1" y="471"/>
                  </a:lnTo>
                  <a:lnTo>
                    <a:pt x="18" y="588"/>
                  </a:lnTo>
                  <a:lnTo>
                    <a:pt x="51" y="723"/>
                  </a:lnTo>
                  <a:lnTo>
                    <a:pt x="85" y="857"/>
                  </a:lnTo>
                  <a:lnTo>
                    <a:pt x="186" y="1126"/>
                  </a:lnTo>
                  <a:lnTo>
                    <a:pt x="253" y="1261"/>
                  </a:lnTo>
                  <a:lnTo>
                    <a:pt x="320" y="1379"/>
                  </a:lnTo>
                  <a:lnTo>
                    <a:pt x="404" y="1479"/>
                  </a:lnTo>
                  <a:lnTo>
                    <a:pt x="488" y="1563"/>
                  </a:lnTo>
                  <a:lnTo>
                    <a:pt x="572" y="1631"/>
                  </a:lnTo>
                  <a:lnTo>
                    <a:pt x="657" y="1681"/>
                  </a:lnTo>
                  <a:lnTo>
                    <a:pt x="741" y="1715"/>
                  </a:lnTo>
                  <a:lnTo>
                    <a:pt x="925" y="1715"/>
                  </a:lnTo>
                  <a:lnTo>
                    <a:pt x="1010" y="1698"/>
                  </a:lnTo>
                  <a:lnTo>
                    <a:pt x="1094" y="1648"/>
                  </a:lnTo>
                  <a:lnTo>
                    <a:pt x="1161" y="1597"/>
                  </a:lnTo>
                  <a:lnTo>
                    <a:pt x="1228" y="1530"/>
                  </a:lnTo>
                  <a:lnTo>
                    <a:pt x="1279" y="1446"/>
                  </a:lnTo>
                  <a:lnTo>
                    <a:pt x="1295" y="1429"/>
                  </a:lnTo>
                  <a:lnTo>
                    <a:pt x="1144" y="689"/>
                  </a:lnTo>
                  <a:lnTo>
                    <a:pt x="1043" y="555"/>
                  </a:lnTo>
                  <a:lnTo>
                    <a:pt x="925" y="420"/>
                  </a:lnTo>
                  <a:lnTo>
                    <a:pt x="791" y="286"/>
                  </a:lnTo>
                  <a:lnTo>
                    <a:pt x="640" y="151"/>
                  </a:lnTo>
                  <a:lnTo>
                    <a:pt x="556" y="84"/>
                  </a:lnTo>
                  <a:lnTo>
                    <a:pt x="472" y="50"/>
                  </a:lnTo>
                  <a:lnTo>
                    <a:pt x="388" y="17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1" name="Google Shape;6031;p63"/>
            <p:cNvSpPr/>
            <p:nvPr/>
          </p:nvSpPr>
          <p:spPr>
            <a:xfrm>
              <a:off x="2908075" y="772700"/>
              <a:ext cx="18525" cy="26925"/>
            </a:xfrm>
            <a:custGeom>
              <a:avLst/>
              <a:gdLst/>
              <a:ahLst/>
              <a:cxnLst/>
              <a:rect l="l" t="t" r="r" b="b"/>
              <a:pathLst>
                <a:path w="741" h="1077" extrusionOk="0">
                  <a:moveTo>
                    <a:pt x="1" y="1"/>
                  </a:moveTo>
                  <a:lnTo>
                    <a:pt x="102" y="68"/>
                  </a:lnTo>
                  <a:lnTo>
                    <a:pt x="202" y="135"/>
                  </a:lnTo>
                  <a:lnTo>
                    <a:pt x="303" y="219"/>
                  </a:lnTo>
                  <a:lnTo>
                    <a:pt x="371" y="303"/>
                  </a:lnTo>
                  <a:lnTo>
                    <a:pt x="455" y="404"/>
                  </a:lnTo>
                  <a:lnTo>
                    <a:pt x="505" y="522"/>
                  </a:lnTo>
                  <a:lnTo>
                    <a:pt x="555" y="623"/>
                  </a:lnTo>
                  <a:lnTo>
                    <a:pt x="606" y="757"/>
                  </a:lnTo>
                  <a:lnTo>
                    <a:pt x="572" y="707"/>
                  </a:lnTo>
                  <a:lnTo>
                    <a:pt x="539" y="673"/>
                  </a:lnTo>
                  <a:lnTo>
                    <a:pt x="438" y="623"/>
                  </a:lnTo>
                  <a:lnTo>
                    <a:pt x="303" y="623"/>
                  </a:lnTo>
                  <a:lnTo>
                    <a:pt x="253" y="656"/>
                  </a:lnTo>
                  <a:lnTo>
                    <a:pt x="219" y="673"/>
                  </a:lnTo>
                  <a:lnTo>
                    <a:pt x="219" y="690"/>
                  </a:lnTo>
                  <a:lnTo>
                    <a:pt x="303" y="673"/>
                  </a:lnTo>
                  <a:lnTo>
                    <a:pt x="387" y="690"/>
                  </a:lnTo>
                  <a:lnTo>
                    <a:pt x="471" y="740"/>
                  </a:lnTo>
                  <a:lnTo>
                    <a:pt x="522" y="791"/>
                  </a:lnTo>
                  <a:lnTo>
                    <a:pt x="606" y="925"/>
                  </a:lnTo>
                  <a:lnTo>
                    <a:pt x="673" y="1060"/>
                  </a:lnTo>
                  <a:lnTo>
                    <a:pt x="690" y="1077"/>
                  </a:lnTo>
                  <a:lnTo>
                    <a:pt x="724" y="1077"/>
                  </a:lnTo>
                  <a:lnTo>
                    <a:pt x="740" y="1060"/>
                  </a:lnTo>
                  <a:lnTo>
                    <a:pt x="740" y="1043"/>
                  </a:lnTo>
                  <a:lnTo>
                    <a:pt x="724" y="875"/>
                  </a:lnTo>
                  <a:lnTo>
                    <a:pt x="690" y="707"/>
                  </a:lnTo>
                  <a:lnTo>
                    <a:pt x="623" y="539"/>
                  </a:lnTo>
                  <a:lnTo>
                    <a:pt x="539" y="387"/>
                  </a:lnTo>
                  <a:lnTo>
                    <a:pt x="438" y="236"/>
                  </a:lnTo>
                  <a:lnTo>
                    <a:pt x="303" y="118"/>
                  </a:lnTo>
                  <a:lnTo>
                    <a:pt x="236" y="85"/>
                  </a:lnTo>
                  <a:lnTo>
                    <a:pt x="152" y="34"/>
                  </a:lnTo>
                  <a:lnTo>
                    <a:pt x="85" y="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2" name="Google Shape;6032;p63"/>
            <p:cNvSpPr/>
            <p:nvPr/>
          </p:nvSpPr>
          <p:spPr>
            <a:xfrm>
              <a:off x="2901350" y="763050"/>
              <a:ext cx="31975" cy="42875"/>
            </a:xfrm>
            <a:custGeom>
              <a:avLst/>
              <a:gdLst/>
              <a:ahLst/>
              <a:cxnLst/>
              <a:rect l="l" t="t" r="r" b="b"/>
              <a:pathLst>
                <a:path w="1279" h="1715" extrusionOk="0">
                  <a:moveTo>
                    <a:pt x="236" y="0"/>
                  </a:moveTo>
                  <a:lnTo>
                    <a:pt x="152" y="34"/>
                  </a:lnTo>
                  <a:lnTo>
                    <a:pt x="85" y="84"/>
                  </a:lnTo>
                  <a:lnTo>
                    <a:pt x="34" y="151"/>
                  </a:lnTo>
                  <a:lnTo>
                    <a:pt x="18" y="235"/>
                  </a:lnTo>
                  <a:lnTo>
                    <a:pt x="1" y="353"/>
                  </a:lnTo>
                  <a:lnTo>
                    <a:pt x="1" y="471"/>
                  </a:lnTo>
                  <a:lnTo>
                    <a:pt x="18" y="588"/>
                  </a:lnTo>
                  <a:lnTo>
                    <a:pt x="34" y="723"/>
                  </a:lnTo>
                  <a:lnTo>
                    <a:pt x="85" y="857"/>
                  </a:lnTo>
                  <a:lnTo>
                    <a:pt x="186" y="1126"/>
                  </a:lnTo>
                  <a:lnTo>
                    <a:pt x="253" y="1261"/>
                  </a:lnTo>
                  <a:lnTo>
                    <a:pt x="320" y="1379"/>
                  </a:lnTo>
                  <a:lnTo>
                    <a:pt x="404" y="1479"/>
                  </a:lnTo>
                  <a:lnTo>
                    <a:pt x="488" y="1563"/>
                  </a:lnTo>
                  <a:lnTo>
                    <a:pt x="572" y="1631"/>
                  </a:lnTo>
                  <a:lnTo>
                    <a:pt x="656" y="1681"/>
                  </a:lnTo>
                  <a:lnTo>
                    <a:pt x="740" y="1698"/>
                  </a:lnTo>
                  <a:lnTo>
                    <a:pt x="841" y="1715"/>
                  </a:lnTo>
                  <a:lnTo>
                    <a:pt x="942" y="1698"/>
                  </a:lnTo>
                  <a:lnTo>
                    <a:pt x="1026" y="1664"/>
                  </a:lnTo>
                  <a:lnTo>
                    <a:pt x="1110" y="1631"/>
                  </a:lnTo>
                  <a:lnTo>
                    <a:pt x="1177" y="1563"/>
                  </a:lnTo>
                  <a:lnTo>
                    <a:pt x="1228" y="1496"/>
                  </a:lnTo>
                  <a:lnTo>
                    <a:pt x="1278" y="1429"/>
                  </a:lnTo>
                  <a:lnTo>
                    <a:pt x="1144" y="689"/>
                  </a:lnTo>
                  <a:lnTo>
                    <a:pt x="1043" y="555"/>
                  </a:lnTo>
                  <a:lnTo>
                    <a:pt x="925" y="420"/>
                  </a:lnTo>
                  <a:lnTo>
                    <a:pt x="791" y="286"/>
                  </a:lnTo>
                  <a:lnTo>
                    <a:pt x="640" y="151"/>
                  </a:lnTo>
                  <a:lnTo>
                    <a:pt x="555" y="84"/>
                  </a:lnTo>
                  <a:lnTo>
                    <a:pt x="471" y="50"/>
                  </a:lnTo>
                  <a:lnTo>
                    <a:pt x="387" y="17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3" name="Google Shape;6033;p63"/>
            <p:cNvSpPr/>
            <p:nvPr/>
          </p:nvSpPr>
          <p:spPr>
            <a:xfrm>
              <a:off x="2908075" y="772700"/>
              <a:ext cx="18525" cy="26925"/>
            </a:xfrm>
            <a:custGeom>
              <a:avLst/>
              <a:gdLst/>
              <a:ahLst/>
              <a:cxnLst/>
              <a:rect l="l" t="t" r="r" b="b"/>
              <a:pathLst>
                <a:path w="741" h="1077" extrusionOk="0">
                  <a:moveTo>
                    <a:pt x="1" y="1"/>
                  </a:moveTo>
                  <a:lnTo>
                    <a:pt x="102" y="68"/>
                  </a:lnTo>
                  <a:lnTo>
                    <a:pt x="202" y="135"/>
                  </a:lnTo>
                  <a:lnTo>
                    <a:pt x="303" y="219"/>
                  </a:lnTo>
                  <a:lnTo>
                    <a:pt x="371" y="303"/>
                  </a:lnTo>
                  <a:lnTo>
                    <a:pt x="455" y="404"/>
                  </a:lnTo>
                  <a:lnTo>
                    <a:pt x="505" y="522"/>
                  </a:lnTo>
                  <a:lnTo>
                    <a:pt x="555" y="623"/>
                  </a:lnTo>
                  <a:lnTo>
                    <a:pt x="606" y="757"/>
                  </a:lnTo>
                  <a:lnTo>
                    <a:pt x="572" y="707"/>
                  </a:lnTo>
                  <a:lnTo>
                    <a:pt x="539" y="673"/>
                  </a:lnTo>
                  <a:lnTo>
                    <a:pt x="438" y="623"/>
                  </a:lnTo>
                  <a:lnTo>
                    <a:pt x="303" y="623"/>
                  </a:lnTo>
                  <a:lnTo>
                    <a:pt x="253" y="656"/>
                  </a:lnTo>
                  <a:lnTo>
                    <a:pt x="219" y="673"/>
                  </a:lnTo>
                  <a:lnTo>
                    <a:pt x="219" y="690"/>
                  </a:lnTo>
                  <a:lnTo>
                    <a:pt x="303" y="673"/>
                  </a:lnTo>
                  <a:lnTo>
                    <a:pt x="387" y="690"/>
                  </a:lnTo>
                  <a:lnTo>
                    <a:pt x="471" y="740"/>
                  </a:lnTo>
                  <a:lnTo>
                    <a:pt x="522" y="791"/>
                  </a:lnTo>
                  <a:lnTo>
                    <a:pt x="606" y="925"/>
                  </a:lnTo>
                  <a:lnTo>
                    <a:pt x="673" y="1060"/>
                  </a:lnTo>
                  <a:lnTo>
                    <a:pt x="690" y="1077"/>
                  </a:lnTo>
                  <a:lnTo>
                    <a:pt x="724" y="1077"/>
                  </a:lnTo>
                  <a:lnTo>
                    <a:pt x="740" y="1060"/>
                  </a:lnTo>
                  <a:lnTo>
                    <a:pt x="740" y="1043"/>
                  </a:lnTo>
                  <a:lnTo>
                    <a:pt x="724" y="875"/>
                  </a:lnTo>
                  <a:lnTo>
                    <a:pt x="690" y="707"/>
                  </a:lnTo>
                  <a:lnTo>
                    <a:pt x="623" y="539"/>
                  </a:lnTo>
                  <a:lnTo>
                    <a:pt x="539" y="387"/>
                  </a:lnTo>
                  <a:lnTo>
                    <a:pt x="438" y="236"/>
                  </a:lnTo>
                  <a:lnTo>
                    <a:pt x="303" y="118"/>
                  </a:lnTo>
                  <a:lnTo>
                    <a:pt x="236" y="85"/>
                  </a:lnTo>
                  <a:lnTo>
                    <a:pt x="152" y="34"/>
                  </a:lnTo>
                  <a:lnTo>
                    <a:pt x="85" y="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4" name="Google Shape;6034;p63"/>
            <p:cNvSpPr/>
            <p:nvPr/>
          </p:nvSpPr>
          <p:spPr>
            <a:xfrm>
              <a:off x="2927000" y="860125"/>
              <a:ext cx="76075" cy="66000"/>
            </a:xfrm>
            <a:custGeom>
              <a:avLst/>
              <a:gdLst/>
              <a:ahLst/>
              <a:cxnLst/>
              <a:rect l="l" t="t" r="r" b="b"/>
              <a:pathLst>
                <a:path w="3043" h="2640" extrusionOk="0">
                  <a:moveTo>
                    <a:pt x="2354" y="0"/>
                  </a:moveTo>
                  <a:lnTo>
                    <a:pt x="2102" y="1295"/>
                  </a:lnTo>
                  <a:lnTo>
                    <a:pt x="336" y="51"/>
                  </a:lnTo>
                  <a:lnTo>
                    <a:pt x="0" y="622"/>
                  </a:lnTo>
                  <a:lnTo>
                    <a:pt x="958" y="1665"/>
                  </a:lnTo>
                  <a:lnTo>
                    <a:pt x="1614" y="2371"/>
                  </a:lnTo>
                  <a:lnTo>
                    <a:pt x="1833" y="2572"/>
                  </a:lnTo>
                  <a:lnTo>
                    <a:pt x="1883" y="2623"/>
                  </a:lnTo>
                  <a:lnTo>
                    <a:pt x="1900" y="2640"/>
                  </a:lnTo>
                  <a:lnTo>
                    <a:pt x="2202" y="1513"/>
                  </a:lnTo>
                  <a:lnTo>
                    <a:pt x="3043" y="2085"/>
                  </a:lnTo>
                  <a:lnTo>
                    <a:pt x="2656" y="303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5" name="Google Shape;6035;p63"/>
            <p:cNvSpPr/>
            <p:nvPr/>
          </p:nvSpPr>
          <p:spPr>
            <a:xfrm>
              <a:off x="2926575" y="868100"/>
              <a:ext cx="78200" cy="60550"/>
            </a:xfrm>
            <a:custGeom>
              <a:avLst/>
              <a:gdLst/>
              <a:ahLst/>
              <a:cxnLst/>
              <a:rect l="l" t="t" r="r" b="b"/>
              <a:pathLst>
                <a:path w="3128" h="2422" extrusionOk="0">
                  <a:moveTo>
                    <a:pt x="2656" y="1"/>
                  </a:moveTo>
                  <a:lnTo>
                    <a:pt x="2673" y="152"/>
                  </a:lnTo>
                  <a:lnTo>
                    <a:pt x="2707" y="354"/>
                  </a:lnTo>
                  <a:lnTo>
                    <a:pt x="2825" y="858"/>
                  </a:lnTo>
                  <a:lnTo>
                    <a:pt x="3010" y="1699"/>
                  </a:lnTo>
                  <a:lnTo>
                    <a:pt x="2606" y="1430"/>
                  </a:lnTo>
                  <a:lnTo>
                    <a:pt x="2219" y="1194"/>
                  </a:lnTo>
                  <a:lnTo>
                    <a:pt x="2152" y="1430"/>
                  </a:lnTo>
                  <a:lnTo>
                    <a:pt x="2051" y="1783"/>
                  </a:lnTo>
                  <a:lnTo>
                    <a:pt x="1917" y="2270"/>
                  </a:lnTo>
                  <a:lnTo>
                    <a:pt x="975" y="1278"/>
                  </a:lnTo>
                  <a:lnTo>
                    <a:pt x="404" y="690"/>
                  </a:lnTo>
                  <a:lnTo>
                    <a:pt x="17" y="303"/>
                  </a:lnTo>
                  <a:lnTo>
                    <a:pt x="0" y="303"/>
                  </a:lnTo>
                  <a:lnTo>
                    <a:pt x="0" y="320"/>
                  </a:lnTo>
                  <a:lnTo>
                    <a:pt x="421" y="808"/>
                  </a:lnTo>
                  <a:lnTo>
                    <a:pt x="1059" y="1514"/>
                  </a:lnTo>
                  <a:lnTo>
                    <a:pt x="1665" y="2153"/>
                  </a:lnTo>
                  <a:lnTo>
                    <a:pt x="1934" y="2422"/>
                  </a:lnTo>
                  <a:lnTo>
                    <a:pt x="2102" y="1833"/>
                  </a:lnTo>
                  <a:lnTo>
                    <a:pt x="2236" y="1245"/>
                  </a:lnTo>
                  <a:lnTo>
                    <a:pt x="2673" y="1564"/>
                  </a:lnTo>
                  <a:lnTo>
                    <a:pt x="3127" y="1867"/>
                  </a:lnTo>
                  <a:lnTo>
                    <a:pt x="3026" y="1362"/>
                  </a:lnTo>
                  <a:lnTo>
                    <a:pt x="2925" y="892"/>
                  </a:lnTo>
                  <a:lnTo>
                    <a:pt x="2808" y="438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6" name="Google Shape;6036;p63"/>
            <p:cNvSpPr/>
            <p:nvPr/>
          </p:nvSpPr>
          <p:spPr>
            <a:xfrm>
              <a:off x="3098050" y="1003425"/>
              <a:ext cx="185350" cy="226575"/>
            </a:xfrm>
            <a:custGeom>
              <a:avLst/>
              <a:gdLst/>
              <a:ahLst/>
              <a:cxnLst/>
              <a:rect l="l" t="t" r="r" b="b"/>
              <a:pathLst>
                <a:path w="7414" h="9063" extrusionOk="0">
                  <a:moveTo>
                    <a:pt x="7414" y="1"/>
                  </a:moveTo>
                  <a:lnTo>
                    <a:pt x="1076" y="85"/>
                  </a:lnTo>
                  <a:lnTo>
                    <a:pt x="0" y="9062"/>
                  </a:lnTo>
                  <a:lnTo>
                    <a:pt x="6338" y="8978"/>
                  </a:lnTo>
                  <a:lnTo>
                    <a:pt x="7414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7" name="Google Shape;6037;p63"/>
            <p:cNvSpPr/>
            <p:nvPr/>
          </p:nvSpPr>
          <p:spPr>
            <a:xfrm>
              <a:off x="3106025" y="1003425"/>
              <a:ext cx="184950" cy="226575"/>
            </a:xfrm>
            <a:custGeom>
              <a:avLst/>
              <a:gdLst/>
              <a:ahLst/>
              <a:cxnLst/>
              <a:rect l="l" t="t" r="r" b="b"/>
              <a:pathLst>
                <a:path w="7398" h="9063" extrusionOk="0">
                  <a:moveTo>
                    <a:pt x="7397" y="1"/>
                  </a:moveTo>
                  <a:lnTo>
                    <a:pt x="1077" y="85"/>
                  </a:lnTo>
                  <a:lnTo>
                    <a:pt x="1" y="9062"/>
                  </a:lnTo>
                  <a:lnTo>
                    <a:pt x="6322" y="8978"/>
                  </a:lnTo>
                  <a:lnTo>
                    <a:pt x="739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8" name="Google Shape;6038;p63"/>
            <p:cNvSpPr/>
            <p:nvPr/>
          </p:nvSpPr>
          <p:spPr>
            <a:xfrm>
              <a:off x="3188400" y="1091700"/>
              <a:ext cx="30700" cy="30700"/>
            </a:xfrm>
            <a:custGeom>
              <a:avLst/>
              <a:gdLst/>
              <a:ahLst/>
              <a:cxnLst/>
              <a:rect l="l" t="t" r="r" b="b"/>
              <a:pathLst>
                <a:path w="1228" h="1228" extrusionOk="0">
                  <a:moveTo>
                    <a:pt x="656" y="0"/>
                  </a:moveTo>
                  <a:lnTo>
                    <a:pt x="539" y="17"/>
                  </a:lnTo>
                  <a:lnTo>
                    <a:pt x="421" y="51"/>
                  </a:lnTo>
                  <a:lnTo>
                    <a:pt x="303" y="118"/>
                  </a:lnTo>
                  <a:lnTo>
                    <a:pt x="202" y="185"/>
                  </a:lnTo>
                  <a:lnTo>
                    <a:pt x="135" y="269"/>
                  </a:lnTo>
                  <a:lnTo>
                    <a:pt x="68" y="387"/>
                  </a:lnTo>
                  <a:lnTo>
                    <a:pt x="17" y="505"/>
                  </a:lnTo>
                  <a:lnTo>
                    <a:pt x="1" y="622"/>
                  </a:lnTo>
                  <a:lnTo>
                    <a:pt x="1" y="690"/>
                  </a:lnTo>
                  <a:lnTo>
                    <a:pt x="17" y="790"/>
                  </a:lnTo>
                  <a:lnTo>
                    <a:pt x="51" y="891"/>
                  </a:lnTo>
                  <a:lnTo>
                    <a:pt x="101" y="992"/>
                  </a:lnTo>
                  <a:lnTo>
                    <a:pt x="169" y="1076"/>
                  </a:lnTo>
                  <a:lnTo>
                    <a:pt x="253" y="1143"/>
                  </a:lnTo>
                  <a:lnTo>
                    <a:pt x="354" y="1194"/>
                  </a:lnTo>
                  <a:lnTo>
                    <a:pt x="454" y="1211"/>
                  </a:lnTo>
                  <a:lnTo>
                    <a:pt x="572" y="1227"/>
                  </a:lnTo>
                  <a:lnTo>
                    <a:pt x="690" y="1211"/>
                  </a:lnTo>
                  <a:lnTo>
                    <a:pt x="808" y="1177"/>
                  </a:lnTo>
                  <a:lnTo>
                    <a:pt x="925" y="1110"/>
                  </a:lnTo>
                  <a:lnTo>
                    <a:pt x="1026" y="1043"/>
                  </a:lnTo>
                  <a:lnTo>
                    <a:pt x="1093" y="942"/>
                  </a:lnTo>
                  <a:lnTo>
                    <a:pt x="1161" y="841"/>
                  </a:lnTo>
                  <a:lnTo>
                    <a:pt x="1211" y="723"/>
                  </a:lnTo>
                  <a:lnTo>
                    <a:pt x="1228" y="605"/>
                  </a:lnTo>
                  <a:lnTo>
                    <a:pt x="1228" y="538"/>
                  </a:lnTo>
                  <a:lnTo>
                    <a:pt x="1211" y="421"/>
                  </a:lnTo>
                  <a:lnTo>
                    <a:pt x="1177" y="320"/>
                  </a:lnTo>
                  <a:lnTo>
                    <a:pt x="1127" y="219"/>
                  </a:lnTo>
                  <a:lnTo>
                    <a:pt x="1060" y="152"/>
                  </a:lnTo>
                  <a:lnTo>
                    <a:pt x="976" y="84"/>
                  </a:lnTo>
                  <a:lnTo>
                    <a:pt x="875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9" name="Google Shape;6039;p63"/>
            <p:cNvSpPr/>
            <p:nvPr/>
          </p:nvSpPr>
          <p:spPr>
            <a:xfrm>
              <a:off x="2806375" y="888700"/>
              <a:ext cx="262700" cy="364825"/>
            </a:xfrm>
            <a:custGeom>
              <a:avLst/>
              <a:gdLst/>
              <a:ahLst/>
              <a:cxnLst/>
              <a:rect l="l" t="t" r="r" b="b"/>
              <a:pathLst>
                <a:path w="10508" h="14593" extrusionOk="0">
                  <a:moveTo>
                    <a:pt x="3985" y="1"/>
                  </a:moveTo>
                  <a:lnTo>
                    <a:pt x="3867" y="51"/>
                  </a:lnTo>
                  <a:lnTo>
                    <a:pt x="3749" y="135"/>
                  </a:lnTo>
                  <a:lnTo>
                    <a:pt x="3648" y="253"/>
                  </a:lnTo>
                  <a:lnTo>
                    <a:pt x="3548" y="387"/>
                  </a:lnTo>
                  <a:lnTo>
                    <a:pt x="3447" y="555"/>
                  </a:lnTo>
                  <a:lnTo>
                    <a:pt x="3161" y="1127"/>
                  </a:lnTo>
                  <a:lnTo>
                    <a:pt x="2858" y="1783"/>
                  </a:lnTo>
                  <a:lnTo>
                    <a:pt x="2522" y="2505"/>
                  </a:lnTo>
                  <a:lnTo>
                    <a:pt x="2186" y="3296"/>
                  </a:lnTo>
                  <a:lnTo>
                    <a:pt x="1833" y="4119"/>
                  </a:lnTo>
                  <a:lnTo>
                    <a:pt x="1497" y="4960"/>
                  </a:lnTo>
                  <a:lnTo>
                    <a:pt x="1160" y="5834"/>
                  </a:lnTo>
                  <a:lnTo>
                    <a:pt x="858" y="6691"/>
                  </a:lnTo>
                  <a:lnTo>
                    <a:pt x="589" y="7532"/>
                  </a:lnTo>
                  <a:lnTo>
                    <a:pt x="353" y="8339"/>
                  </a:lnTo>
                  <a:lnTo>
                    <a:pt x="253" y="8725"/>
                  </a:lnTo>
                  <a:lnTo>
                    <a:pt x="169" y="9095"/>
                  </a:lnTo>
                  <a:lnTo>
                    <a:pt x="101" y="9448"/>
                  </a:lnTo>
                  <a:lnTo>
                    <a:pt x="51" y="9785"/>
                  </a:lnTo>
                  <a:lnTo>
                    <a:pt x="17" y="10087"/>
                  </a:lnTo>
                  <a:lnTo>
                    <a:pt x="0" y="10390"/>
                  </a:lnTo>
                  <a:lnTo>
                    <a:pt x="0" y="10659"/>
                  </a:lnTo>
                  <a:lnTo>
                    <a:pt x="34" y="10894"/>
                  </a:lnTo>
                  <a:lnTo>
                    <a:pt x="68" y="11113"/>
                  </a:lnTo>
                  <a:lnTo>
                    <a:pt x="135" y="11298"/>
                  </a:lnTo>
                  <a:lnTo>
                    <a:pt x="236" y="11449"/>
                  </a:lnTo>
                  <a:lnTo>
                    <a:pt x="286" y="11516"/>
                  </a:lnTo>
                  <a:lnTo>
                    <a:pt x="353" y="11567"/>
                  </a:lnTo>
                  <a:lnTo>
                    <a:pt x="572" y="11735"/>
                  </a:lnTo>
                  <a:lnTo>
                    <a:pt x="791" y="11903"/>
                  </a:lnTo>
                  <a:lnTo>
                    <a:pt x="1043" y="12054"/>
                  </a:lnTo>
                  <a:lnTo>
                    <a:pt x="1312" y="12222"/>
                  </a:lnTo>
                  <a:lnTo>
                    <a:pt x="1850" y="12508"/>
                  </a:lnTo>
                  <a:lnTo>
                    <a:pt x="2438" y="12777"/>
                  </a:lnTo>
                  <a:lnTo>
                    <a:pt x="3043" y="13046"/>
                  </a:lnTo>
                  <a:lnTo>
                    <a:pt x="3682" y="13281"/>
                  </a:lnTo>
                  <a:lnTo>
                    <a:pt x="4321" y="13500"/>
                  </a:lnTo>
                  <a:lnTo>
                    <a:pt x="4943" y="13702"/>
                  </a:lnTo>
                  <a:lnTo>
                    <a:pt x="5582" y="13886"/>
                  </a:lnTo>
                  <a:lnTo>
                    <a:pt x="6187" y="14038"/>
                  </a:lnTo>
                  <a:lnTo>
                    <a:pt x="6775" y="14189"/>
                  </a:lnTo>
                  <a:lnTo>
                    <a:pt x="7330" y="14307"/>
                  </a:lnTo>
                  <a:lnTo>
                    <a:pt x="7834" y="14408"/>
                  </a:lnTo>
                  <a:lnTo>
                    <a:pt x="8271" y="14492"/>
                  </a:lnTo>
                  <a:lnTo>
                    <a:pt x="8675" y="14542"/>
                  </a:lnTo>
                  <a:lnTo>
                    <a:pt x="8994" y="14593"/>
                  </a:lnTo>
                  <a:lnTo>
                    <a:pt x="9045" y="14576"/>
                  </a:lnTo>
                  <a:lnTo>
                    <a:pt x="9112" y="14542"/>
                  </a:lnTo>
                  <a:lnTo>
                    <a:pt x="9179" y="14475"/>
                  </a:lnTo>
                  <a:lnTo>
                    <a:pt x="9263" y="14391"/>
                  </a:lnTo>
                  <a:lnTo>
                    <a:pt x="9415" y="14172"/>
                  </a:lnTo>
                  <a:lnTo>
                    <a:pt x="9566" y="13870"/>
                  </a:lnTo>
                  <a:lnTo>
                    <a:pt x="9717" y="13500"/>
                  </a:lnTo>
                  <a:lnTo>
                    <a:pt x="9868" y="13080"/>
                  </a:lnTo>
                  <a:lnTo>
                    <a:pt x="10020" y="12642"/>
                  </a:lnTo>
                  <a:lnTo>
                    <a:pt x="10154" y="12189"/>
                  </a:lnTo>
                  <a:lnTo>
                    <a:pt x="10272" y="11718"/>
                  </a:lnTo>
                  <a:lnTo>
                    <a:pt x="10373" y="11264"/>
                  </a:lnTo>
                  <a:lnTo>
                    <a:pt x="10440" y="10827"/>
                  </a:lnTo>
                  <a:lnTo>
                    <a:pt x="10490" y="10440"/>
                  </a:lnTo>
                  <a:lnTo>
                    <a:pt x="10507" y="10104"/>
                  </a:lnTo>
                  <a:lnTo>
                    <a:pt x="10507" y="9953"/>
                  </a:lnTo>
                  <a:lnTo>
                    <a:pt x="10490" y="9835"/>
                  </a:lnTo>
                  <a:lnTo>
                    <a:pt x="10474" y="9717"/>
                  </a:lnTo>
                  <a:lnTo>
                    <a:pt x="10440" y="9633"/>
                  </a:lnTo>
                  <a:lnTo>
                    <a:pt x="10406" y="9566"/>
                  </a:lnTo>
                  <a:lnTo>
                    <a:pt x="10339" y="9532"/>
                  </a:lnTo>
                  <a:lnTo>
                    <a:pt x="10154" y="9465"/>
                  </a:lnTo>
                  <a:lnTo>
                    <a:pt x="9885" y="9398"/>
                  </a:lnTo>
                  <a:lnTo>
                    <a:pt x="9146" y="9247"/>
                  </a:lnTo>
                  <a:lnTo>
                    <a:pt x="7229" y="8894"/>
                  </a:lnTo>
                  <a:lnTo>
                    <a:pt x="6288" y="8692"/>
                  </a:lnTo>
                  <a:lnTo>
                    <a:pt x="5851" y="8608"/>
                  </a:lnTo>
                  <a:lnTo>
                    <a:pt x="5464" y="8507"/>
                  </a:lnTo>
                  <a:lnTo>
                    <a:pt x="5145" y="8423"/>
                  </a:lnTo>
                  <a:lnTo>
                    <a:pt x="4892" y="8322"/>
                  </a:lnTo>
                  <a:lnTo>
                    <a:pt x="4808" y="8288"/>
                  </a:lnTo>
                  <a:lnTo>
                    <a:pt x="4741" y="8238"/>
                  </a:lnTo>
                  <a:lnTo>
                    <a:pt x="4691" y="8204"/>
                  </a:lnTo>
                  <a:lnTo>
                    <a:pt x="4674" y="8154"/>
                  </a:lnTo>
                  <a:lnTo>
                    <a:pt x="4674" y="7969"/>
                  </a:lnTo>
                  <a:lnTo>
                    <a:pt x="4674" y="7566"/>
                  </a:lnTo>
                  <a:lnTo>
                    <a:pt x="4707" y="6288"/>
                  </a:lnTo>
                  <a:lnTo>
                    <a:pt x="4758" y="4573"/>
                  </a:lnTo>
                  <a:lnTo>
                    <a:pt x="4792" y="2623"/>
                  </a:lnTo>
                  <a:lnTo>
                    <a:pt x="4775" y="2085"/>
                  </a:lnTo>
                  <a:lnTo>
                    <a:pt x="4758" y="1631"/>
                  </a:lnTo>
                  <a:lnTo>
                    <a:pt x="4707" y="1228"/>
                  </a:lnTo>
                  <a:lnTo>
                    <a:pt x="4657" y="892"/>
                  </a:lnTo>
                  <a:lnTo>
                    <a:pt x="4590" y="606"/>
                  </a:lnTo>
                  <a:lnTo>
                    <a:pt x="4506" y="387"/>
                  </a:lnTo>
                  <a:lnTo>
                    <a:pt x="4405" y="219"/>
                  </a:lnTo>
                  <a:lnTo>
                    <a:pt x="4304" y="101"/>
                  </a:lnTo>
                  <a:lnTo>
                    <a:pt x="4254" y="51"/>
                  </a:lnTo>
                  <a:lnTo>
                    <a:pt x="4203" y="17"/>
                  </a:lnTo>
                  <a:lnTo>
                    <a:pt x="4153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0" name="Google Shape;6040;p63"/>
            <p:cNvSpPr/>
            <p:nvPr/>
          </p:nvSpPr>
          <p:spPr>
            <a:xfrm>
              <a:off x="3007675" y="1076975"/>
              <a:ext cx="243800" cy="176975"/>
            </a:xfrm>
            <a:custGeom>
              <a:avLst/>
              <a:gdLst/>
              <a:ahLst/>
              <a:cxnLst/>
              <a:rect l="l" t="t" r="r" b="b"/>
              <a:pathLst>
                <a:path w="9752" h="7079" extrusionOk="0">
                  <a:moveTo>
                    <a:pt x="5364" y="1"/>
                  </a:moveTo>
                  <a:lnTo>
                    <a:pt x="5111" y="18"/>
                  </a:lnTo>
                  <a:lnTo>
                    <a:pt x="4826" y="68"/>
                  </a:lnTo>
                  <a:lnTo>
                    <a:pt x="4523" y="135"/>
                  </a:lnTo>
                  <a:lnTo>
                    <a:pt x="4187" y="236"/>
                  </a:lnTo>
                  <a:lnTo>
                    <a:pt x="3851" y="337"/>
                  </a:lnTo>
                  <a:lnTo>
                    <a:pt x="3531" y="455"/>
                  </a:lnTo>
                  <a:lnTo>
                    <a:pt x="2943" y="690"/>
                  </a:lnTo>
                  <a:lnTo>
                    <a:pt x="1985" y="1144"/>
                  </a:lnTo>
                  <a:lnTo>
                    <a:pt x="1026" y="1598"/>
                  </a:lnTo>
                  <a:lnTo>
                    <a:pt x="1" y="2119"/>
                  </a:lnTo>
                  <a:lnTo>
                    <a:pt x="85" y="2876"/>
                  </a:lnTo>
                  <a:lnTo>
                    <a:pt x="287" y="4557"/>
                  </a:lnTo>
                  <a:lnTo>
                    <a:pt x="404" y="5464"/>
                  </a:lnTo>
                  <a:lnTo>
                    <a:pt x="522" y="6255"/>
                  </a:lnTo>
                  <a:lnTo>
                    <a:pt x="589" y="6574"/>
                  </a:lnTo>
                  <a:lnTo>
                    <a:pt x="640" y="6826"/>
                  </a:lnTo>
                  <a:lnTo>
                    <a:pt x="690" y="6977"/>
                  </a:lnTo>
                  <a:lnTo>
                    <a:pt x="707" y="7028"/>
                  </a:lnTo>
                  <a:lnTo>
                    <a:pt x="741" y="7045"/>
                  </a:lnTo>
                  <a:lnTo>
                    <a:pt x="925" y="7062"/>
                  </a:lnTo>
                  <a:lnTo>
                    <a:pt x="1110" y="7078"/>
                  </a:lnTo>
                  <a:lnTo>
                    <a:pt x="1312" y="7062"/>
                  </a:lnTo>
                  <a:lnTo>
                    <a:pt x="1531" y="7028"/>
                  </a:lnTo>
                  <a:lnTo>
                    <a:pt x="1749" y="6961"/>
                  </a:lnTo>
                  <a:lnTo>
                    <a:pt x="1968" y="6893"/>
                  </a:lnTo>
                  <a:lnTo>
                    <a:pt x="2186" y="6793"/>
                  </a:lnTo>
                  <a:lnTo>
                    <a:pt x="2422" y="6675"/>
                  </a:lnTo>
                  <a:lnTo>
                    <a:pt x="2657" y="6524"/>
                  </a:lnTo>
                  <a:lnTo>
                    <a:pt x="2892" y="6355"/>
                  </a:lnTo>
                  <a:lnTo>
                    <a:pt x="3128" y="6171"/>
                  </a:lnTo>
                  <a:lnTo>
                    <a:pt x="3363" y="5969"/>
                  </a:lnTo>
                  <a:lnTo>
                    <a:pt x="3582" y="5733"/>
                  </a:lnTo>
                  <a:lnTo>
                    <a:pt x="3817" y="5464"/>
                  </a:lnTo>
                  <a:lnTo>
                    <a:pt x="4052" y="5179"/>
                  </a:lnTo>
                  <a:lnTo>
                    <a:pt x="4271" y="4876"/>
                  </a:lnTo>
                  <a:lnTo>
                    <a:pt x="4725" y="5011"/>
                  </a:lnTo>
                  <a:lnTo>
                    <a:pt x="5212" y="5111"/>
                  </a:lnTo>
                  <a:lnTo>
                    <a:pt x="5784" y="5229"/>
                  </a:lnTo>
                  <a:lnTo>
                    <a:pt x="6070" y="5263"/>
                  </a:lnTo>
                  <a:lnTo>
                    <a:pt x="6355" y="5296"/>
                  </a:lnTo>
                  <a:lnTo>
                    <a:pt x="6893" y="5296"/>
                  </a:lnTo>
                  <a:lnTo>
                    <a:pt x="7129" y="5263"/>
                  </a:lnTo>
                  <a:lnTo>
                    <a:pt x="7230" y="5229"/>
                  </a:lnTo>
                  <a:lnTo>
                    <a:pt x="7314" y="5196"/>
                  </a:lnTo>
                  <a:lnTo>
                    <a:pt x="7398" y="5145"/>
                  </a:lnTo>
                  <a:lnTo>
                    <a:pt x="7465" y="5095"/>
                  </a:lnTo>
                  <a:lnTo>
                    <a:pt x="7515" y="5044"/>
                  </a:lnTo>
                  <a:lnTo>
                    <a:pt x="7566" y="4977"/>
                  </a:lnTo>
                  <a:lnTo>
                    <a:pt x="7583" y="4910"/>
                  </a:lnTo>
                  <a:lnTo>
                    <a:pt x="7599" y="4842"/>
                  </a:lnTo>
                  <a:lnTo>
                    <a:pt x="7583" y="4775"/>
                  </a:lnTo>
                  <a:lnTo>
                    <a:pt x="7549" y="4708"/>
                  </a:lnTo>
                  <a:lnTo>
                    <a:pt x="7515" y="4641"/>
                  </a:lnTo>
                  <a:lnTo>
                    <a:pt x="7465" y="4574"/>
                  </a:lnTo>
                  <a:lnTo>
                    <a:pt x="7330" y="4439"/>
                  </a:lnTo>
                  <a:lnTo>
                    <a:pt x="7146" y="4321"/>
                  </a:lnTo>
                  <a:lnTo>
                    <a:pt x="6944" y="4220"/>
                  </a:lnTo>
                  <a:lnTo>
                    <a:pt x="6708" y="4103"/>
                  </a:lnTo>
                  <a:lnTo>
                    <a:pt x="6610" y="4061"/>
                  </a:lnTo>
                  <a:lnTo>
                    <a:pt x="6610" y="4061"/>
                  </a:lnTo>
                  <a:lnTo>
                    <a:pt x="6708" y="4086"/>
                  </a:lnTo>
                  <a:lnTo>
                    <a:pt x="7011" y="4170"/>
                  </a:lnTo>
                  <a:lnTo>
                    <a:pt x="7314" y="4220"/>
                  </a:lnTo>
                  <a:lnTo>
                    <a:pt x="7599" y="4271"/>
                  </a:lnTo>
                  <a:lnTo>
                    <a:pt x="7868" y="4288"/>
                  </a:lnTo>
                  <a:lnTo>
                    <a:pt x="8121" y="4288"/>
                  </a:lnTo>
                  <a:lnTo>
                    <a:pt x="8221" y="4271"/>
                  </a:lnTo>
                  <a:lnTo>
                    <a:pt x="8322" y="4254"/>
                  </a:lnTo>
                  <a:lnTo>
                    <a:pt x="8406" y="4220"/>
                  </a:lnTo>
                  <a:lnTo>
                    <a:pt x="8474" y="4187"/>
                  </a:lnTo>
                  <a:lnTo>
                    <a:pt x="8524" y="4136"/>
                  </a:lnTo>
                  <a:lnTo>
                    <a:pt x="8574" y="4069"/>
                  </a:lnTo>
                  <a:lnTo>
                    <a:pt x="8608" y="3985"/>
                  </a:lnTo>
                  <a:lnTo>
                    <a:pt x="8608" y="3901"/>
                  </a:lnTo>
                  <a:lnTo>
                    <a:pt x="8608" y="3817"/>
                  </a:lnTo>
                  <a:lnTo>
                    <a:pt x="8591" y="3733"/>
                  </a:lnTo>
                  <a:lnTo>
                    <a:pt x="8541" y="3649"/>
                  </a:lnTo>
                  <a:lnTo>
                    <a:pt x="8490" y="3582"/>
                  </a:lnTo>
                  <a:lnTo>
                    <a:pt x="8423" y="3498"/>
                  </a:lnTo>
                  <a:lnTo>
                    <a:pt x="8339" y="3430"/>
                  </a:lnTo>
                  <a:lnTo>
                    <a:pt x="8137" y="3279"/>
                  </a:lnTo>
                  <a:lnTo>
                    <a:pt x="7915" y="3152"/>
                  </a:lnTo>
                  <a:lnTo>
                    <a:pt x="7915" y="3152"/>
                  </a:lnTo>
                  <a:lnTo>
                    <a:pt x="8154" y="3212"/>
                  </a:lnTo>
                  <a:lnTo>
                    <a:pt x="8457" y="3245"/>
                  </a:lnTo>
                  <a:lnTo>
                    <a:pt x="8743" y="3279"/>
                  </a:lnTo>
                  <a:lnTo>
                    <a:pt x="8978" y="3262"/>
                  </a:lnTo>
                  <a:lnTo>
                    <a:pt x="9096" y="3245"/>
                  </a:lnTo>
                  <a:lnTo>
                    <a:pt x="9196" y="3212"/>
                  </a:lnTo>
                  <a:lnTo>
                    <a:pt x="9281" y="3161"/>
                  </a:lnTo>
                  <a:lnTo>
                    <a:pt x="9348" y="3111"/>
                  </a:lnTo>
                  <a:lnTo>
                    <a:pt x="9398" y="3044"/>
                  </a:lnTo>
                  <a:lnTo>
                    <a:pt x="9432" y="2960"/>
                  </a:lnTo>
                  <a:lnTo>
                    <a:pt x="9449" y="2876"/>
                  </a:lnTo>
                  <a:lnTo>
                    <a:pt x="9449" y="2792"/>
                  </a:lnTo>
                  <a:lnTo>
                    <a:pt x="9432" y="2707"/>
                  </a:lnTo>
                  <a:lnTo>
                    <a:pt x="9398" y="2623"/>
                  </a:lnTo>
                  <a:lnTo>
                    <a:pt x="9348" y="2539"/>
                  </a:lnTo>
                  <a:lnTo>
                    <a:pt x="9281" y="2472"/>
                  </a:lnTo>
                  <a:lnTo>
                    <a:pt x="9129" y="2321"/>
                  </a:lnTo>
                  <a:lnTo>
                    <a:pt x="8911" y="2170"/>
                  </a:lnTo>
                  <a:lnTo>
                    <a:pt x="8675" y="2052"/>
                  </a:lnTo>
                  <a:lnTo>
                    <a:pt x="8406" y="1934"/>
                  </a:lnTo>
                  <a:lnTo>
                    <a:pt x="8121" y="1816"/>
                  </a:lnTo>
                  <a:lnTo>
                    <a:pt x="7585" y="1638"/>
                  </a:lnTo>
                  <a:lnTo>
                    <a:pt x="8121" y="1732"/>
                  </a:lnTo>
                  <a:lnTo>
                    <a:pt x="8406" y="1783"/>
                  </a:lnTo>
                  <a:lnTo>
                    <a:pt x="8692" y="1800"/>
                  </a:lnTo>
                  <a:lnTo>
                    <a:pt x="8961" y="1816"/>
                  </a:lnTo>
                  <a:lnTo>
                    <a:pt x="9213" y="1800"/>
                  </a:lnTo>
                  <a:lnTo>
                    <a:pt x="9415" y="1766"/>
                  </a:lnTo>
                  <a:lnTo>
                    <a:pt x="9499" y="1749"/>
                  </a:lnTo>
                  <a:lnTo>
                    <a:pt x="9583" y="1716"/>
                  </a:lnTo>
                  <a:lnTo>
                    <a:pt x="9650" y="1665"/>
                  </a:lnTo>
                  <a:lnTo>
                    <a:pt x="9701" y="1615"/>
                  </a:lnTo>
                  <a:lnTo>
                    <a:pt x="9734" y="1548"/>
                  </a:lnTo>
                  <a:lnTo>
                    <a:pt x="9751" y="1480"/>
                  </a:lnTo>
                  <a:lnTo>
                    <a:pt x="9751" y="1396"/>
                  </a:lnTo>
                  <a:lnTo>
                    <a:pt x="9734" y="1312"/>
                  </a:lnTo>
                  <a:lnTo>
                    <a:pt x="9701" y="1245"/>
                  </a:lnTo>
                  <a:lnTo>
                    <a:pt x="9634" y="1161"/>
                  </a:lnTo>
                  <a:lnTo>
                    <a:pt x="9566" y="1094"/>
                  </a:lnTo>
                  <a:lnTo>
                    <a:pt x="9465" y="1026"/>
                  </a:lnTo>
                  <a:lnTo>
                    <a:pt x="9247" y="875"/>
                  </a:lnTo>
                  <a:lnTo>
                    <a:pt x="8961" y="741"/>
                  </a:lnTo>
                  <a:lnTo>
                    <a:pt x="8642" y="623"/>
                  </a:lnTo>
                  <a:lnTo>
                    <a:pt x="8305" y="522"/>
                  </a:lnTo>
                  <a:lnTo>
                    <a:pt x="7936" y="404"/>
                  </a:lnTo>
                  <a:lnTo>
                    <a:pt x="7549" y="320"/>
                  </a:lnTo>
                  <a:lnTo>
                    <a:pt x="7162" y="236"/>
                  </a:lnTo>
                  <a:lnTo>
                    <a:pt x="6423" y="102"/>
                  </a:lnTo>
                  <a:lnTo>
                    <a:pt x="5801" y="35"/>
                  </a:lnTo>
                  <a:lnTo>
                    <a:pt x="5548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1" name="Google Shape;6041;p63"/>
            <p:cNvSpPr/>
            <p:nvPr/>
          </p:nvSpPr>
          <p:spPr>
            <a:xfrm>
              <a:off x="3148475" y="1105150"/>
              <a:ext cx="85750" cy="28600"/>
            </a:xfrm>
            <a:custGeom>
              <a:avLst/>
              <a:gdLst/>
              <a:ahLst/>
              <a:cxnLst/>
              <a:rect l="l" t="t" r="r" b="b"/>
              <a:pathLst>
                <a:path w="3430" h="1144" extrusionOk="0">
                  <a:moveTo>
                    <a:pt x="17" y="0"/>
                  </a:moveTo>
                  <a:lnTo>
                    <a:pt x="1" y="17"/>
                  </a:lnTo>
                  <a:lnTo>
                    <a:pt x="488" y="135"/>
                  </a:lnTo>
                  <a:lnTo>
                    <a:pt x="959" y="269"/>
                  </a:lnTo>
                  <a:lnTo>
                    <a:pt x="1396" y="387"/>
                  </a:lnTo>
                  <a:lnTo>
                    <a:pt x="2035" y="589"/>
                  </a:lnTo>
                  <a:lnTo>
                    <a:pt x="2405" y="706"/>
                  </a:lnTo>
                  <a:lnTo>
                    <a:pt x="2758" y="841"/>
                  </a:lnTo>
                  <a:lnTo>
                    <a:pt x="3111" y="992"/>
                  </a:lnTo>
                  <a:lnTo>
                    <a:pt x="3430" y="1143"/>
                  </a:lnTo>
                  <a:lnTo>
                    <a:pt x="3430" y="1143"/>
                  </a:lnTo>
                  <a:lnTo>
                    <a:pt x="3396" y="1110"/>
                  </a:lnTo>
                  <a:lnTo>
                    <a:pt x="3245" y="1009"/>
                  </a:lnTo>
                  <a:lnTo>
                    <a:pt x="2993" y="858"/>
                  </a:lnTo>
                  <a:lnTo>
                    <a:pt x="2623" y="689"/>
                  </a:lnTo>
                  <a:lnTo>
                    <a:pt x="2152" y="488"/>
                  </a:lnTo>
                  <a:lnTo>
                    <a:pt x="1867" y="387"/>
                  </a:lnTo>
                  <a:lnTo>
                    <a:pt x="1564" y="303"/>
                  </a:lnTo>
                  <a:lnTo>
                    <a:pt x="1211" y="202"/>
                  </a:lnTo>
                  <a:lnTo>
                    <a:pt x="841" y="135"/>
                  </a:lnTo>
                  <a:lnTo>
                    <a:pt x="454" y="5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2" name="Google Shape;6042;p63"/>
            <p:cNvSpPr/>
            <p:nvPr/>
          </p:nvSpPr>
          <p:spPr>
            <a:xfrm>
              <a:off x="3135875" y="1137500"/>
              <a:ext cx="70200" cy="18525"/>
            </a:xfrm>
            <a:custGeom>
              <a:avLst/>
              <a:gdLst/>
              <a:ahLst/>
              <a:cxnLst/>
              <a:rect l="l" t="t" r="r" b="b"/>
              <a:pathLst>
                <a:path w="2808" h="741" extrusionOk="0">
                  <a:moveTo>
                    <a:pt x="0" y="1"/>
                  </a:moveTo>
                  <a:lnTo>
                    <a:pt x="1396" y="354"/>
                  </a:lnTo>
                  <a:lnTo>
                    <a:pt x="2774" y="740"/>
                  </a:lnTo>
                  <a:lnTo>
                    <a:pt x="2808" y="740"/>
                  </a:lnTo>
                  <a:lnTo>
                    <a:pt x="2791" y="724"/>
                  </a:lnTo>
                  <a:lnTo>
                    <a:pt x="2471" y="572"/>
                  </a:lnTo>
                  <a:lnTo>
                    <a:pt x="2118" y="438"/>
                  </a:lnTo>
                  <a:lnTo>
                    <a:pt x="1782" y="337"/>
                  </a:lnTo>
                  <a:lnTo>
                    <a:pt x="1429" y="236"/>
                  </a:lnTo>
                  <a:lnTo>
                    <a:pt x="1076" y="152"/>
                  </a:lnTo>
                  <a:lnTo>
                    <a:pt x="723" y="85"/>
                  </a:lnTo>
                  <a:lnTo>
                    <a:pt x="370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3" name="Google Shape;6043;p63"/>
            <p:cNvSpPr/>
            <p:nvPr/>
          </p:nvSpPr>
          <p:spPr>
            <a:xfrm>
              <a:off x="3122850" y="1164400"/>
              <a:ext cx="54225" cy="16000"/>
            </a:xfrm>
            <a:custGeom>
              <a:avLst/>
              <a:gdLst/>
              <a:ahLst/>
              <a:cxnLst/>
              <a:rect l="l" t="t" r="r" b="b"/>
              <a:pathLst>
                <a:path w="2169" h="640" extrusionOk="0">
                  <a:moveTo>
                    <a:pt x="0" y="1"/>
                  </a:moveTo>
                  <a:lnTo>
                    <a:pt x="0" y="17"/>
                  </a:lnTo>
                  <a:lnTo>
                    <a:pt x="605" y="186"/>
                  </a:lnTo>
                  <a:lnTo>
                    <a:pt x="1126" y="337"/>
                  </a:lnTo>
                  <a:lnTo>
                    <a:pt x="2118" y="639"/>
                  </a:lnTo>
                  <a:lnTo>
                    <a:pt x="2169" y="639"/>
                  </a:lnTo>
                  <a:lnTo>
                    <a:pt x="2152" y="623"/>
                  </a:lnTo>
                  <a:lnTo>
                    <a:pt x="1900" y="505"/>
                  </a:lnTo>
                  <a:lnTo>
                    <a:pt x="1648" y="387"/>
                  </a:lnTo>
                  <a:lnTo>
                    <a:pt x="1379" y="303"/>
                  </a:lnTo>
                  <a:lnTo>
                    <a:pt x="1110" y="219"/>
                  </a:lnTo>
                  <a:lnTo>
                    <a:pt x="841" y="135"/>
                  </a:lnTo>
                  <a:lnTo>
                    <a:pt x="572" y="85"/>
                  </a:lnTo>
                  <a:lnTo>
                    <a:pt x="286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4" name="Google Shape;6044;p63"/>
            <p:cNvSpPr/>
            <p:nvPr/>
          </p:nvSpPr>
          <p:spPr>
            <a:xfrm>
              <a:off x="2800900" y="881975"/>
              <a:ext cx="224050" cy="372400"/>
            </a:xfrm>
            <a:custGeom>
              <a:avLst/>
              <a:gdLst/>
              <a:ahLst/>
              <a:cxnLst/>
              <a:rect l="l" t="t" r="r" b="b"/>
              <a:pathLst>
                <a:path w="8962" h="14896" extrusionOk="0">
                  <a:moveTo>
                    <a:pt x="4439" y="1"/>
                  </a:moveTo>
                  <a:lnTo>
                    <a:pt x="4372" y="17"/>
                  </a:lnTo>
                  <a:lnTo>
                    <a:pt x="4304" y="34"/>
                  </a:lnTo>
                  <a:lnTo>
                    <a:pt x="4237" y="68"/>
                  </a:lnTo>
                  <a:lnTo>
                    <a:pt x="4153" y="118"/>
                  </a:lnTo>
                  <a:lnTo>
                    <a:pt x="4002" y="270"/>
                  </a:lnTo>
                  <a:lnTo>
                    <a:pt x="3851" y="438"/>
                  </a:lnTo>
                  <a:lnTo>
                    <a:pt x="3716" y="623"/>
                  </a:lnTo>
                  <a:lnTo>
                    <a:pt x="3582" y="807"/>
                  </a:lnTo>
                  <a:lnTo>
                    <a:pt x="3380" y="1127"/>
                  </a:lnTo>
                  <a:lnTo>
                    <a:pt x="3229" y="1430"/>
                  </a:lnTo>
                  <a:lnTo>
                    <a:pt x="3027" y="1850"/>
                  </a:lnTo>
                  <a:lnTo>
                    <a:pt x="2489" y="2993"/>
                  </a:lnTo>
                  <a:lnTo>
                    <a:pt x="2186" y="3682"/>
                  </a:lnTo>
                  <a:lnTo>
                    <a:pt x="1867" y="4439"/>
                  </a:lnTo>
                  <a:lnTo>
                    <a:pt x="1547" y="5229"/>
                  </a:lnTo>
                  <a:lnTo>
                    <a:pt x="1228" y="6053"/>
                  </a:lnTo>
                  <a:lnTo>
                    <a:pt x="942" y="6876"/>
                  </a:lnTo>
                  <a:lnTo>
                    <a:pt x="656" y="7683"/>
                  </a:lnTo>
                  <a:lnTo>
                    <a:pt x="421" y="8473"/>
                  </a:lnTo>
                  <a:lnTo>
                    <a:pt x="236" y="9213"/>
                  </a:lnTo>
                  <a:lnTo>
                    <a:pt x="152" y="9549"/>
                  </a:lnTo>
                  <a:lnTo>
                    <a:pt x="85" y="9885"/>
                  </a:lnTo>
                  <a:lnTo>
                    <a:pt x="51" y="10188"/>
                  </a:lnTo>
                  <a:lnTo>
                    <a:pt x="18" y="10491"/>
                  </a:lnTo>
                  <a:lnTo>
                    <a:pt x="1" y="10743"/>
                  </a:lnTo>
                  <a:lnTo>
                    <a:pt x="18" y="10995"/>
                  </a:lnTo>
                  <a:lnTo>
                    <a:pt x="51" y="11197"/>
                  </a:lnTo>
                  <a:lnTo>
                    <a:pt x="102" y="11382"/>
                  </a:lnTo>
                  <a:lnTo>
                    <a:pt x="186" y="11550"/>
                  </a:lnTo>
                  <a:lnTo>
                    <a:pt x="303" y="11718"/>
                  </a:lnTo>
                  <a:lnTo>
                    <a:pt x="455" y="11869"/>
                  </a:lnTo>
                  <a:lnTo>
                    <a:pt x="623" y="12037"/>
                  </a:lnTo>
                  <a:lnTo>
                    <a:pt x="825" y="12205"/>
                  </a:lnTo>
                  <a:lnTo>
                    <a:pt x="1060" y="12357"/>
                  </a:lnTo>
                  <a:lnTo>
                    <a:pt x="1312" y="12525"/>
                  </a:lnTo>
                  <a:lnTo>
                    <a:pt x="1581" y="12676"/>
                  </a:lnTo>
                  <a:lnTo>
                    <a:pt x="2169" y="12979"/>
                  </a:lnTo>
                  <a:lnTo>
                    <a:pt x="2808" y="13264"/>
                  </a:lnTo>
                  <a:lnTo>
                    <a:pt x="3481" y="13550"/>
                  </a:lnTo>
                  <a:lnTo>
                    <a:pt x="4153" y="13802"/>
                  </a:lnTo>
                  <a:lnTo>
                    <a:pt x="4826" y="14038"/>
                  </a:lnTo>
                  <a:lnTo>
                    <a:pt x="5481" y="14256"/>
                  </a:lnTo>
                  <a:lnTo>
                    <a:pt x="6608" y="14593"/>
                  </a:lnTo>
                  <a:lnTo>
                    <a:pt x="7398" y="14811"/>
                  </a:lnTo>
                  <a:lnTo>
                    <a:pt x="7700" y="14895"/>
                  </a:lnTo>
                  <a:lnTo>
                    <a:pt x="8961" y="9348"/>
                  </a:lnTo>
                  <a:lnTo>
                    <a:pt x="8373" y="9213"/>
                  </a:lnTo>
                  <a:lnTo>
                    <a:pt x="7061" y="8927"/>
                  </a:lnTo>
                  <a:lnTo>
                    <a:pt x="6355" y="8759"/>
                  </a:lnTo>
                  <a:lnTo>
                    <a:pt x="5717" y="8608"/>
                  </a:lnTo>
                  <a:lnTo>
                    <a:pt x="5263" y="8473"/>
                  </a:lnTo>
                  <a:lnTo>
                    <a:pt x="5128" y="8423"/>
                  </a:lnTo>
                  <a:lnTo>
                    <a:pt x="5061" y="8389"/>
                  </a:lnTo>
                  <a:lnTo>
                    <a:pt x="5044" y="8305"/>
                  </a:lnTo>
                  <a:lnTo>
                    <a:pt x="5027" y="8120"/>
                  </a:lnTo>
                  <a:lnTo>
                    <a:pt x="5044" y="7515"/>
                  </a:lnTo>
                  <a:lnTo>
                    <a:pt x="5128" y="5649"/>
                  </a:lnTo>
                  <a:lnTo>
                    <a:pt x="5179" y="4573"/>
                  </a:lnTo>
                  <a:lnTo>
                    <a:pt x="5195" y="3514"/>
                  </a:lnTo>
                  <a:lnTo>
                    <a:pt x="5179" y="3010"/>
                  </a:lnTo>
                  <a:lnTo>
                    <a:pt x="5162" y="2556"/>
                  </a:lnTo>
                  <a:lnTo>
                    <a:pt x="5145" y="2152"/>
                  </a:lnTo>
                  <a:lnTo>
                    <a:pt x="5095" y="1816"/>
                  </a:lnTo>
                  <a:lnTo>
                    <a:pt x="4960" y="1009"/>
                  </a:lnTo>
                  <a:lnTo>
                    <a:pt x="4893" y="707"/>
                  </a:lnTo>
                  <a:lnTo>
                    <a:pt x="4826" y="454"/>
                  </a:lnTo>
                  <a:lnTo>
                    <a:pt x="4758" y="253"/>
                  </a:lnTo>
                  <a:lnTo>
                    <a:pt x="4725" y="185"/>
                  </a:lnTo>
                  <a:lnTo>
                    <a:pt x="4674" y="118"/>
                  </a:lnTo>
                  <a:lnTo>
                    <a:pt x="4624" y="68"/>
                  </a:lnTo>
                  <a:lnTo>
                    <a:pt x="4573" y="34"/>
                  </a:lnTo>
                  <a:lnTo>
                    <a:pt x="4506" y="17"/>
                  </a:lnTo>
                  <a:lnTo>
                    <a:pt x="44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5" name="Google Shape;6045;p63"/>
            <p:cNvSpPr/>
            <p:nvPr/>
          </p:nvSpPr>
          <p:spPr>
            <a:xfrm>
              <a:off x="2801325" y="881975"/>
              <a:ext cx="192100" cy="365250"/>
            </a:xfrm>
            <a:custGeom>
              <a:avLst/>
              <a:gdLst/>
              <a:ahLst/>
              <a:cxnLst/>
              <a:rect l="l" t="t" r="r" b="b"/>
              <a:pathLst>
                <a:path w="7684" h="14610" extrusionOk="0">
                  <a:moveTo>
                    <a:pt x="4439" y="1"/>
                  </a:moveTo>
                  <a:lnTo>
                    <a:pt x="4372" y="17"/>
                  </a:lnTo>
                  <a:lnTo>
                    <a:pt x="4304" y="34"/>
                  </a:lnTo>
                  <a:lnTo>
                    <a:pt x="4237" y="68"/>
                  </a:lnTo>
                  <a:lnTo>
                    <a:pt x="4153" y="118"/>
                  </a:lnTo>
                  <a:lnTo>
                    <a:pt x="4002" y="270"/>
                  </a:lnTo>
                  <a:lnTo>
                    <a:pt x="3850" y="438"/>
                  </a:lnTo>
                  <a:lnTo>
                    <a:pt x="3716" y="623"/>
                  </a:lnTo>
                  <a:lnTo>
                    <a:pt x="3581" y="807"/>
                  </a:lnTo>
                  <a:lnTo>
                    <a:pt x="3380" y="1127"/>
                  </a:lnTo>
                  <a:lnTo>
                    <a:pt x="3228" y="1430"/>
                  </a:lnTo>
                  <a:lnTo>
                    <a:pt x="3010" y="1850"/>
                  </a:lnTo>
                  <a:lnTo>
                    <a:pt x="2489" y="2993"/>
                  </a:lnTo>
                  <a:lnTo>
                    <a:pt x="2186" y="3682"/>
                  </a:lnTo>
                  <a:lnTo>
                    <a:pt x="1867" y="4439"/>
                  </a:lnTo>
                  <a:lnTo>
                    <a:pt x="1547" y="5229"/>
                  </a:lnTo>
                  <a:lnTo>
                    <a:pt x="1228" y="6053"/>
                  </a:lnTo>
                  <a:lnTo>
                    <a:pt x="942" y="6876"/>
                  </a:lnTo>
                  <a:lnTo>
                    <a:pt x="656" y="7683"/>
                  </a:lnTo>
                  <a:lnTo>
                    <a:pt x="421" y="8473"/>
                  </a:lnTo>
                  <a:lnTo>
                    <a:pt x="236" y="9213"/>
                  </a:lnTo>
                  <a:lnTo>
                    <a:pt x="152" y="9549"/>
                  </a:lnTo>
                  <a:lnTo>
                    <a:pt x="102" y="9885"/>
                  </a:lnTo>
                  <a:lnTo>
                    <a:pt x="51" y="10188"/>
                  </a:lnTo>
                  <a:lnTo>
                    <a:pt x="17" y="10491"/>
                  </a:lnTo>
                  <a:lnTo>
                    <a:pt x="1" y="10743"/>
                  </a:lnTo>
                  <a:lnTo>
                    <a:pt x="17" y="10995"/>
                  </a:lnTo>
                  <a:lnTo>
                    <a:pt x="51" y="11197"/>
                  </a:lnTo>
                  <a:lnTo>
                    <a:pt x="102" y="11382"/>
                  </a:lnTo>
                  <a:lnTo>
                    <a:pt x="169" y="11550"/>
                  </a:lnTo>
                  <a:lnTo>
                    <a:pt x="286" y="11718"/>
                  </a:lnTo>
                  <a:lnTo>
                    <a:pt x="404" y="11869"/>
                  </a:lnTo>
                  <a:lnTo>
                    <a:pt x="555" y="12020"/>
                  </a:lnTo>
                  <a:lnTo>
                    <a:pt x="724" y="12189"/>
                  </a:lnTo>
                  <a:lnTo>
                    <a:pt x="908" y="12340"/>
                  </a:lnTo>
                  <a:lnTo>
                    <a:pt x="1110" y="12491"/>
                  </a:lnTo>
                  <a:lnTo>
                    <a:pt x="1329" y="12626"/>
                  </a:lnTo>
                  <a:lnTo>
                    <a:pt x="1816" y="12911"/>
                  </a:lnTo>
                  <a:lnTo>
                    <a:pt x="2321" y="13180"/>
                  </a:lnTo>
                  <a:lnTo>
                    <a:pt x="2859" y="13433"/>
                  </a:lnTo>
                  <a:lnTo>
                    <a:pt x="3396" y="13651"/>
                  </a:lnTo>
                  <a:lnTo>
                    <a:pt x="3934" y="13870"/>
                  </a:lnTo>
                  <a:lnTo>
                    <a:pt x="4439" y="14055"/>
                  </a:lnTo>
                  <a:lnTo>
                    <a:pt x="5330" y="14357"/>
                  </a:lnTo>
                  <a:lnTo>
                    <a:pt x="5969" y="14542"/>
                  </a:lnTo>
                  <a:lnTo>
                    <a:pt x="6187" y="14609"/>
                  </a:lnTo>
                  <a:lnTo>
                    <a:pt x="7683" y="8927"/>
                  </a:lnTo>
                  <a:lnTo>
                    <a:pt x="7297" y="8877"/>
                  </a:lnTo>
                  <a:lnTo>
                    <a:pt x="6422" y="8726"/>
                  </a:lnTo>
                  <a:lnTo>
                    <a:pt x="5952" y="8625"/>
                  </a:lnTo>
                  <a:lnTo>
                    <a:pt x="5515" y="8541"/>
                  </a:lnTo>
                  <a:lnTo>
                    <a:pt x="5212" y="8457"/>
                  </a:lnTo>
                  <a:lnTo>
                    <a:pt x="5111" y="8423"/>
                  </a:lnTo>
                  <a:lnTo>
                    <a:pt x="5061" y="8389"/>
                  </a:lnTo>
                  <a:lnTo>
                    <a:pt x="5044" y="8305"/>
                  </a:lnTo>
                  <a:lnTo>
                    <a:pt x="5027" y="8120"/>
                  </a:lnTo>
                  <a:lnTo>
                    <a:pt x="5044" y="7515"/>
                  </a:lnTo>
                  <a:lnTo>
                    <a:pt x="5128" y="5649"/>
                  </a:lnTo>
                  <a:lnTo>
                    <a:pt x="5162" y="4573"/>
                  </a:lnTo>
                  <a:lnTo>
                    <a:pt x="5178" y="3514"/>
                  </a:lnTo>
                  <a:lnTo>
                    <a:pt x="5178" y="3010"/>
                  </a:lnTo>
                  <a:lnTo>
                    <a:pt x="5162" y="2556"/>
                  </a:lnTo>
                  <a:lnTo>
                    <a:pt x="5128" y="2152"/>
                  </a:lnTo>
                  <a:lnTo>
                    <a:pt x="5094" y="1816"/>
                  </a:lnTo>
                  <a:lnTo>
                    <a:pt x="4960" y="1009"/>
                  </a:lnTo>
                  <a:lnTo>
                    <a:pt x="4893" y="707"/>
                  </a:lnTo>
                  <a:lnTo>
                    <a:pt x="4825" y="454"/>
                  </a:lnTo>
                  <a:lnTo>
                    <a:pt x="4758" y="253"/>
                  </a:lnTo>
                  <a:lnTo>
                    <a:pt x="4708" y="185"/>
                  </a:lnTo>
                  <a:lnTo>
                    <a:pt x="4674" y="118"/>
                  </a:lnTo>
                  <a:lnTo>
                    <a:pt x="4624" y="68"/>
                  </a:lnTo>
                  <a:lnTo>
                    <a:pt x="4573" y="34"/>
                  </a:lnTo>
                  <a:lnTo>
                    <a:pt x="4506" y="17"/>
                  </a:lnTo>
                  <a:lnTo>
                    <a:pt x="44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6" name="Google Shape;6046;p63"/>
            <p:cNvSpPr/>
            <p:nvPr/>
          </p:nvSpPr>
          <p:spPr>
            <a:xfrm>
              <a:off x="2924475" y="964350"/>
              <a:ext cx="68525" cy="142075"/>
            </a:xfrm>
            <a:custGeom>
              <a:avLst/>
              <a:gdLst/>
              <a:ahLst/>
              <a:cxnLst/>
              <a:rect l="l" t="t" r="r" b="b"/>
              <a:pathLst>
                <a:path w="2741" h="5683" extrusionOk="0">
                  <a:moveTo>
                    <a:pt x="236" y="1"/>
                  </a:moveTo>
                  <a:lnTo>
                    <a:pt x="219" y="320"/>
                  </a:lnTo>
                  <a:lnTo>
                    <a:pt x="202" y="639"/>
                  </a:lnTo>
                  <a:lnTo>
                    <a:pt x="152" y="1278"/>
                  </a:lnTo>
                  <a:lnTo>
                    <a:pt x="84" y="2539"/>
                  </a:lnTo>
                  <a:lnTo>
                    <a:pt x="34" y="3800"/>
                  </a:lnTo>
                  <a:lnTo>
                    <a:pt x="17" y="4136"/>
                  </a:lnTo>
                  <a:lnTo>
                    <a:pt x="0" y="4472"/>
                  </a:lnTo>
                  <a:lnTo>
                    <a:pt x="0" y="4808"/>
                  </a:lnTo>
                  <a:lnTo>
                    <a:pt x="17" y="5145"/>
                  </a:lnTo>
                  <a:lnTo>
                    <a:pt x="353" y="5229"/>
                  </a:lnTo>
                  <a:lnTo>
                    <a:pt x="1160" y="5380"/>
                  </a:lnTo>
                  <a:lnTo>
                    <a:pt x="2690" y="5683"/>
                  </a:lnTo>
                  <a:lnTo>
                    <a:pt x="2724" y="5683"/>
                  </a:lnTo>
                  <a:lnTo>
                    <a:pt x="2740" y="5666"/>
                  </a:lnTo>
                  <a:lnTo>
                    <a:pt x="2740" y="5632"/>
                  </a:lnTo>
                  <a:lnTo>
                    <a:pt x="2724" y="5615"/>
                  </a:lnTo>
                  <a:lnTo>
                    <a:pt x="2118" y="5464"/>
                  </a:lnTo>
                  <a:lnTo>
                    <a:pt x="1244" y="5262"/>
                  </a:lnTo>
                  <a:lnTo>
                    <a:pt x="118" y="5010"/>
                  </a:lnTo>
                  <a:lnTo>
                    <a:pt x="152" y="4540"/>
                  </a:lnTo>
                  <a:lnTo>
                    <a:pt x="202" y="3766"/>
                  </a:lnTo>
                  <a:lnTo>
                    <a:pt x="236" y="2505"/>
                  </a:lnTo>
                  <a:lnTo>
                    <a:pt x="252" y="2102"/>
                  </a:lnTo>
                  <a:lnTo>
                    <a:pt x="252" y="1698"/>
                  </a:lnTo>
                  <a:lnTo>
                    <a:pt x="387" y="1245"/>
                  </a:lnTo>
                  <a:lnTo>
                    <a:pt x="471" y="841"/>
                  </a:lnTo>
                  <a:lnTo>
                    <a:pt x="572" y="454"/>
                  </a:lnTo>
                  <a:lnTo>
                    <a:pt x="555" y="438"/>
                  </a:lnTo>
                  <a:lnTo>
                    <a:pt x="555" y="454"/>
                  </a:lnTo>
                  <a:lnTo>
                    <a:pt x="404" y="841"/>
                  </a:lnTo>
                  <a:lnTo>
                    <a:pt x="303" y="1228"/>
                  </a:lnTo>
                  <a:lnTo>
                    <a:pt x="269" y="1379"/>
                  </a:lnTo>
                  <a:lnTo>
                    <a:pt x="269" y="1245"/>
                  </a:lnTo>
                  <a:lnTo>
                    <a:pt x="269" y="606"/>
                  </a:lnTo>
                  <a:lnTo>
                    <a:pt x="269" y="30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7" name="Google Shape;6047;p63"/>
            <p:cNvSpPr/>
            <p:nvPr/>
          </p:nvSpPr>
          <p:spPr>
            <a:xfrm>
              <a:off x="2800900" y="1153475"/>
              <a:ext cx="79875" cy="67700"/>
            </a:xfrm>
            <a:custGeom>
              <a:avLst/>
              <a:gdLst/>
              <a:ahLst/>
              <a:cxnLst/>
              <a:rect l="l" t="t" r="r" b="b"/>
              <a:pathLst>
                <a:path w="3195" h="2708" extrusionOk="0">
                  <a:moveTo>
                    <a:pt x="18" y="1"/>
                  </a:moveTo>
                  <a:lnTo>
                    <a:pt x="1" y="135"/>
                  </a:lnTo>
                  <a:lnTo>
                    <a:pt x="18" y="269"/>
                  </a:lnTo>
                  <a:lnTo>
                    <a:pt x="51" y="404"/>
                  </a:lnTo>
                  <a:lnTo>
                    <a:pt x="85" y="522"/>
                  </a:lnTo>
                  <a:lnTo>
                    <a:pt x="135" y="656"/>
                  </a:lnTo>
                  <a:lnTo>
                    <a:pt x="186" y="774"/>
                  </a:lnTo>
                  <a:lnTo>
                    <a:pt x="253" y="892"/>
                  </a:lnTo>
                  <a:lnTo>
                    <a:pt x="421" y="1110"/>
                  </a:lnTo>
                  <a:lnTo>
                    <a:pt x="606" y="1312"/>
                  </a:lnTo>
                  <a:lnTo>
                    <a:pt x="808" y="1480"/>
                  </a:lnTo>
                  <a:lnTo>
                    <a:pt x="1026" y="1648"/>
                  </a:lnTo>
                  <a:lnTo>
                    <a:pt x="1547" y="1951"/>
                  </a:lnTo>
                  <a:lnTo>
                    <a:pt x="2085" y="2220"/>
                  </a:lnTo>
                  <a:lnTo>
                    <a:pt x="2623" y="2472"/>
                  </a:lnTo>
                  <a:lnTo>
                    <a:pt x="3178" y="2707"/>
                  </a:lnTo>
                  <a:lnTo>
                    <a:pt x="3195" y="2690"/>
                  </a:lnTo>
                  <a:lnTo>
                    <a:pt x="3178" y="2673"/>
                  </a:lnTo>
                  <a:lnTo>
                    <a:pt x="2657" y="2438"/>
                  </a:lnTo>
                  <a:lnTo>
                    <a:pt x="2153" y="2186"/>
                  </a:lnTo>
                  <a:lnTo>
                    <a:pt x="1665" y="1900"/>
                  </a:lnTo>
                  <a:lnTo>
                    <a:pt x="1194" y="1581"/>
                  </a:lnTo>
                  <a:lnTo>
                    <a:pt x="959" y="1429"/>
                  </a:lnTo>
                  <a:lnTo>
                    <a:pt x="741" y="1261"/>
                  </a:lnTo>
                  <a:lnTo>
                    <a:pt x="539" y="1076"/>
                  </a:lnTo>
                  <a:lnTo>
                    <a:pt x="354" y="875"/>
                  </a:lnTo>
                  <a:lnTo>
                    <a:pt x="287" y="757"/>
                  </a:lnTo>
                  <a:lnTo>
                    <a:pt x="203" y="639"/>
                  </a:lnTo>
                  <a:lnTo>
                    <a:pt x="152" y="522"/>
                  </a:lnTo>
                  <a:lnTo>
                    <a:pt x="102" y="404"/>
                  </a:lnTo>
                  <a:lnTo>
                    <a:pt x="68" y="269"/>
                  </a:lnTo>
                  <a:lnTo>
                    <a:pt x="34" y="135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8" name="Google Shape;6048;p63"/>
            <p:cNvSpPr/>
            <p:nvPr/>
          </p:nvSpPr>
          <p:spPr>
            <a:xfrm>
              <a:off x="2934125" y="1110175"/>
              <a:ext cx="33250" cy="122325"/>
            </a:xfrm>
            <a:custGeom>
              <a:avLst/>
              <a:gdLst/>
              <a:ahLst/>
              <a:cxnLst/>
              <a:rect l="l" t="t" r="r" b="b"/>
              <a:pathLst>
                <a:path w="1330" h="4893" extrusionOk="0">
                  <a:moveTo>
                    <a:pt x="1329" y="1"/>
                  </a:moveTo>
                  <a:lnTo>
                    <a:pt x="1312" y="18"/>
                  </a:lnTo>
                  <a:lnTo>
                    <a:pt x="1211" y="320"/>
                  </a:lnTo>
                  <a:lnTo>
                    <a:pt x="1110" y="640"/>
                  </a:lnTo>
                  <a:lnTo>
                    <a:pt x="942" y="1245"/>
                  </a:lnTo>
                  <a:lnTo>
                    <a:pt x="606" y="2455"/>
                  </a:lnTo>
                  <a:lnTo>
                    <a:pt x="287" y="3666"/>
                  </a:lnTo>
                  <a:lnTo>
                    <a:pt x="135" y="4254"/>
                  </a:lnTo>
                  <a:lnTo>
                    <a:pt x="68" y="4557"/>
                  </a:lnTo>
                  <a:lnTo>
                    <a:pt x="1" y="4859"/>
                  </a:lnTo>
                  <a:lnTo>
                    <a:pt x="18" y="4893"/>
                  </a:lnTo>
                  <a:lnTo>
                    <a:pt x="35" y="4876"/>
                  </a:lnTo>
                  <a:lnTo>
                    <a:pt x="135" y="4574"/>
                  </a:lnTo>
                  <a:lnTo>
                    <a:pt x="236" y="4271"/>
                  </a:lnTo>
                  <a:lnTo>
                    <a:pt x="320" y="3968"/>
                  </a:lnTo>
                  <a:lnTo>
                    <a:pt x="421" y="3666"/>
                  </a:lnTo>
                  <a:lnTo>
                    <a:pt x="724" y="2472"/>
                  </a:lnTo>
                  <a:lnTo>
                    <a:pt x="1026" y="1262"/>
                  </a:lnTo>
                  <a:lnTo>
                    <a:pt x="1195" y="657"/>
                  </a:lnTo>
                  <a:lnTo>
                    <a:pt x="1279" y="337"/>
                  </a:lnTo>
                  <a:lnTo>
                    <a:pt x="1329" y="18"/>
                  </a:lnTo>
                  <a:lnTo>
                    <a:pt x="13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9" name="Google Shape;6049;p63"/>
            <p:cNvSpPr/>
            <p:nvPr/>
          </p:nvSpPr>
          <p:spPr>
            <a:xfrm>
              <a:off x="3052650" y="1459025"/>
              <a:ext cx="135775" cy="789725"/>
            </a:xfrm>
            <a:custGeom>
              <a:avLst/>
              <a:gdLst/>
              <a:ahLst/>
              <a:cxnLst/>
              <a:rect l="l" t="t" r="r" b="b"/>
              <a:pathLst>
                <a:path w="5431" h="31589" extrusionOk="0">
                  <a:moveTo>
                    <a:pt x="2808" y="0"/>
                  </a:moveTo>
                  <a:lnTo>
                    <a:pt x="1" y="31588"/>
                  </a:lnTo>
                  <a:lnTo>
                    <a:pt x="892" y="31588"/>
                  </a:lnTo>
                  <a:lnTo>
                    <a:pt x="54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0" name="Google Shape;6050;p63"/>
            <p:cNvSpPr/>
            <p:nvPr/>
          </p:nvSpPr>
          <p:spPr>
            <a:xfrm>
              <a:off x="3116125" y="1459025"/>
              <a:ext cx="72300" cy="71050"/>
            </a:xfrm>
            <a:custGeom>
              <a:avLst/>
              <a:gdLst/>
              <a:ahLst/>
              <a:cxnLst/>
              <a:rect l="l" t="t" r="r" b="b"/>
              <a:pathLst>
                <a:path w="2892" h="2842" extrusionOk="0">
                  <a:moveTo>
                    <a:pt x="269" y="0"/>
                  </a:moveTo>
                  <a:lnTo>
                    <a:pt x="0" y="2841"/>
                  </a:lnTo>
                  <a:lnTo>
                    <a:pt x="2454" y="2841"/>
                  </a:lnTo>
                  <a:lnTo>
                    <a:pt x="28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1" name="Google Shape;6051;p63"/>
            <p:cNvSpPr/>
            <p:nvPr/>
          </p:nvSpPr>
          <p:spPr>
            <a:xfrm>
              <a:off x="4290775" y="1459025"/>
              <a:ext cx="135775" cy="789725"/>
            </a:xfrm>
            <a:custGeom>
              <a:avLst/>
              <a:gdLst/>
              <a:ahLst/>
              <a:cxnLst/>
              <a:rect l="l" t="t" r="r" b="b"/>
              <a:pathLst>
                <a:path w="5431" h="31589" extrusionOk="0">
                  <a:moveTo>
                    <a:pt x="1" y="0"/>
                  </a:moveTo>
                  <a:lnTo>
                    <a:pt x="4540" y="31588"/>
                  </a:lnTo>
                  <a:lnTo>
                    <a:pt x="5431" y="31588"/>
                  </a:lnTo>
                  <a:lnTo>
                    <a:pt x="26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2" name="Google Shape;6052;p63"/>
            <p:cNvSpPr/>
            <p:nvPr/>
          </p:nvSpPr>
          <p:spPr>
            <a:xfrm>
              <a:off x="4290775" y="1459025"/>
              <a:ext cx="72325" cy="71050"/>
            </a:xfrm>
            <a:custGeom>
              <a:avLst/>
              <a:gdLst/>
              <a:ahLst/>
              <a:cxnLst/>
              <a:rect l="l" t="t" r="r" b="b"/>
              <a:pathLst>
                <a:path w="2893" h="2842" extrusionOk="0">
                  <a:moveTo>
                    <a:pt x="1" y="0"/>
                  </a:moveTo>
                  <a:lnTo>
                    <a:pt x="438" y="2841"/>
                  </a:lnTo>
                  <a:lnTo>
                    <a:pt x="2892" y="2841"/>
                  </a:lnTo>
                  <a:lnTo>
                    <a:pt x="26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3" name="Google Shape;6053;p63"/>
            <p:cNvSpPr/>
            <p:nvPr/>
          </p:nvSpPr>
          <p:spPr>
            <a:xfrm>
              <a:off x="3010625" y="1406050"/>
              <a:ext cx="1457950" cy="37450"/>
            </a:xfrm>
            <a:custGeom>
              <a:avLst/>
              <a:gdLst/>
              <a:ahLst/>
              <a:cxnLst/>
              <a:rect l="l" t="t" r="r" b="b"/>
              <a:pathLst>
                <a:path w="58318" h="1498" extrusionOk="0">
                  <a:moveTo>
                    <a:pt x="1" y="1"/>
                  </a:moveTo>
                  <a:lnTo>
                    <a:pt x="1" y="1497"/>
                  </a:lnTo>
                  <a:lnTo>
                    <a:pt x="58318" y="1497"/>
                  </a:lnTo>
                  <a:lnTo>
                    <a:pt x="583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4" name="Google Shape;6054;p63"/>
            <p:cNvSpPr/>
            <p:nvPr/>
          </p:nvSpPr>
          <p:spPr>
            <a:xfrm>
              <a:off x="3031650" y="1443475"/>
              <a:ext cx="1415925" cy="15575"/>
            </a:xfrm>
            <a:custGeom>
              <a:avLst/>
              <a:gdLst/>
              <a:ahLst/>
              <a:cxnLst/>
              <a:rect l="l" t="t" r="r" b="b"/>
              <a:pathLst>
                <a:path w="56637" h="623" extrusionOk="0">
                  <a:moveTo>
                    <a:pt x="0" y="0"/>
                  </a:moveTo>
                  <a:lnTo>
                    <a:pt x="0" y="622"/>
                  </a:lnTo>
                  <a:lnTo>
                    <a:pt x="56636" y="622"/>
                  </a:lnTo>
                  <a:lnTo>
                    <a:pt x="566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5" name="Google Shape;6055;p63"/>
            <p:cNvSpPr/>
            <p:nvPr/>
          </p:nvSpPr>
          <p:spPr>
            <a:xfrm>
              <a:off x="3888150" y="1393875"/>
              <a:ext cx="276150" cy="12200"/>
            </a:xfrm>
            <a:custGeom>
              <a:avLst/>
              <a:gdLst/>
              <a:ahLst/>
              <a:cxnLst/>
              <a:rect l="l" t="t" r="r" b="b"/>
              <a:pathLst>
                <a:path w="11046" h="488" extrusionOk="0">
                  <a:moveTo>
                    <a:pt x="1" y="0"/>
                  </a:moveTo>
                  <a:lnTo>
                    <a:pt x="1" y="488"/>
                  </a:lnTo>
                  <a:lnTo>
                    <a:pt x="11046" y="488"/>
                  </a:lnTo>
                  <a:lnTo>
                    <a:pt x="1104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6" name="Google Shape;6056;p63"/>
            <p:cNvSpPr/>
            <p:nvPr/>
          </p:nvSpPr>
          <p:spPr>
            <a:xfrm>
              <a:off x="3888150" y="1393875"/>
              <a:ext cx="138725" cy="12200"/>
            </a:xfrm>
            <a:custGeom>
              <a:avLst/>
              <a:gdLst/>
              <a:ahLst/>
              <a:cxnLst/>
              <a:rect l="l" t="t" r="r" b="b"/>
              <a:pathLst>
                <a:path w="5549" h="488" extrusionOk="0">
                  <a:moveTo>
                    <a:pt x="1" y="0"/>
                  </a:moveTo>
                  <a:lnTo>
                    <a:pt x="1" y="488"/>
                  </a:lnTo>
                  <a:lnTo>
                    <a:pt x="5548" y="488"/>
                  </a:lnTo>
                  <a:lnTo>
                    <a:pt x="554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7" name="Google Shape;6057;p63"/>
            <p:cNvSpPr/>
            <p:nvPr/>
          </p:nvSpPr>
          <p:spPr>
            <a:xfrm>
              <a:off x="3707850" y="1223250"/>
              <a:ext cx="304325" cy="182825"/>
            </a:xfrm>
            <a:custGeom>
              <a:avLst/>
              <a:gdLst/>
              <a:ahLst/>
              <a:cxnLst/>
              <a:rect l="l" t="t" r="r" b="b"/>
              <a:pathLst>
                <a:path w="12173" h="7313" extrusionOk="0">
                  <a:moveTo>
                    <a:pt x="1" y="0"/>
                  </a:moveTo>
                  <a:lnTo>
                    <a:pt x="1413" y="7313"/>
                  </a:lnTo>
                  <a:lnTo>
                    <a:pt x="12172" y="7313"/>
                  </a:lnTo>
                  <a:lnTo>
                    <a:pt x="1076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8" name="Google Shape;6058;p63"/>
            <p:cNvSpPr/>
            <p:nvPr/>
          </p:nvSpPr>
          <p:spPr>
            <a:xfrm>
              <a:off x="3843600" y="1298475"/>
              <a:ext cx="32825" cy="32800"/>
            </a:xfrm>
            <a:custGeom>
              <a:avLst/>
              <a:gdLst/>
              <a:ahLst/>
              <a:cxnLst/>
              <a:rect l="l" t="t" r="r" b="b"/>
              <a:pathLst>
                <a:path w="1313" h="1312" extrusionOk="0">
                  <a:moveTo>
                    <a:pt x="522" y="0"/>
                  </a:moveTo>
                  <a:lnTo>
                    <a:pt x="404" y="17"/>
                  </a:lnTo>
                  <a:lnTo>
                    <a:pt x="303" y="68"/>
                  </a:lnTo>
                  <a:lnTo>
                    <a:pt x="203" y="135"/>
                  </a:lnTo>
                  <a:lnTo>
                    <a:pt x="135" y="219"/>
                  </a:lnTo>
                  <a:lnTo>
                    <a:pt x="68" y="303"/>
                  </a:lnTo>
                  <a:lnTo>
                    <a:pt x="18" y="421"/>
                  </a:lnTo>
                  <a:lnTo>
                    <a:pt x="1" y="538"/>
                  </a:lnTo>
                  <a:lnTo>
                    <a:pt x="1" y="656"/>
                  </a:lnTo>
                  <a:lnTo>
                    <a:pt x="35" y="790"/>
                  </a:lnTo>
                  <a:lnTo>
                    <a:pt x="85" y="908"/>
                  </a:lnTo>
                  <a:lnTo>
                    <a:pt x="152" y="1009"/>
                  </a:lnTo>
                  <a:lnTo>
                    <a:pt x="236" y="1110"/>
                  </a:lnTo>
                  <a:lnTo>
                    <a:pt x="337" y="1194"/>
                  </a:lnTo>
                  <a:lnTo>
                    <a:pt x="455" y="1244"/>
                  </a:lnTo>
                  <a:lnTo>
                    <a:pt x="572" y="1295"/>
                  </a:lnTo>
                  <a:lnTo>
                    <a:pt x="707" y="1312"/>
                  </a:lnTo>
                  <a:lnTo>
                    <a:pt x="791" y="1295"/>
                  </a:lnTo>
                  <a:lnTo>
                    <a:pt x="909" y="1278"/>
                  </a:lnTo>
                  <a:lnTo>
                    <a:pt x="1010" y="1228"/>
                  </a:lnTo>
                  <a:lnTo>
                    <a:pt x="1110" y="1160"/>
                  </a:lnTo>
                  <a:lnTo>
                    <a:pt x="1194" y="1076"/>
                  </a:lnTo>
                  <a:lnTo>
                    <a:pt x="1245" y="992"/>
                  </a:lnTo>
                  <a:lnTo>
                    <a:pt x="1295" y="891"/>
                  </a:lnTo>
                  <a:lnTo>
                    <a:pt x="1312" y="774"/>
                  </a:lnTo>
                  <a:lnTo>
                    <a:pt x="1312" y="656"/>
                  </a:lnTo>
                  <a:lnTo>
                    <a:pt x="1295" y="521"/>
                  </a:lnTo>
                  <a:lnTo>
                    <a:pt x="1245" y="387"/>
                  </a:lnTo>
                  <a:lnTo>
                    <a:pt x="1178" y="286"/>
                  </a:lnTo>
                  <a:lnTo>
                    <a:pt x="1077" y="185"/>
                  </a:lnTo>
                  <a:lnTo>
                    <a:pt x="976" y="101"/>
                  </a:lnTo>
                  <a:lnTo>
                    <a:pt x="858" y="51"/>
                  </a:lnTo>
                  <a:lnTo>
                    <a:pt x="741" y="17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9" name="Google Shape;6059;p63"/>
            <p:cNvSpPr/>
            <p:nvPr/>
          </p:nvSpPr>
          <p:spPr>
            <a:xfrm>
              <a:off x="4617325" y="1634275"/>
              <a:ext cx="193350" cy="276575"/>
            </a:xfrm>
            <a:custGeom>
              <a:avLst/>
              <a:gdLst/>
              <a:ahLst/>
              <a:cxnLst/>
              <a:rect l="l" t="t" r="r" b="b"/>
              <a:pathLst>
                <a:path w="7734" h="11063" extrusionOk="0">
                  <a:moveTo>
                    <a:pt x="4254" y="0"/>
                  </a:moveTo>
                  <a:lnTo>
                    <a:pt x="3884" y="34"/>
                  </a:lnTo>
                  <a:lnTo>
                    <a:pt x="3531" y="101"/>
                  </a:lnTo>
                  <a:lnTo>
                    <a:pt x="3195" y="202"/>
                  </a:lnTo>
                  <a:lnTo>
                    <a:pt x="2859" y="320"/>
                  </a:lnTo>
                  <a:lnTo>
                    <a:pt x="2523" y="488"/>
                  </a:lnTo>
                  <a:lnTo>
                    <a:pt x="2220" y="673"/>
                  </a:lnTo>
                  <a:lnTo>
                    <a:pt x="1951" y="891"/>
                  </a:lnTo>
                  <a:lnTo>
                    <a:pt x="1682" y="1127"/>
                  </a:lnTo>
                  <a:lnTo>
                    <a:pt x="1447" y="1379"/>
                  </a:lnTo>
                  <a:lnTo>
                    <a:pt x="1228" y="1665"/>
                  </a:lnTo>
                  <a:lnTo>
                    <a:pt x="1026" y="1967"/>
                  </a:lnTo>
                  <a:lnTo>
                    <a:pt x="841" y="2270"/>
                  </a:lnTo>
                  <a:lnTo>
                    <a:pt x="690" y="2606"/>
                  </a:lnTo>
                  <a:lnTo>
                    <a:pt x="539" y="2942"/>
                  </a:lnTo>
                  <a:lnTo>
                    <a:pt x="421" y="3279"/>
                  </a:lnTo>
                  <a:lnTo>
                    <a:pt x="303" y="3632"/>
                  </a:lnTo>
                  <a:lnTo>
                    <a:pt x="219" y="3968"/>
                  </a:lnTo>
                  <a:lnTo>
                    <a:pt x="135" y="4321"/>
                  </a:lnTo>
                  <a:lnTo>
                    <a:pt x="85" y="4674"/>
                  </a:lnTo>
                  <a:lnTo>
                    <a:pt x="35" y="5061"/>
                  </a:lnTo>
                  <a:lnTo>
                    <a:pt x="1" y="5464"/>
                  </a:lnTo>
                  <a:lnTo>
                    <a:pt x="1" y="5867"/>
                  </a:lnTo>
                  <a:lnTo>
                    <a:pt x="18" y="6271"/>
                  </a:lnTo>
                  <a:lnTo>
                    <a:pt x="35" y="6658"/>
                  </a:lnTo>
                  <a:lnTo>
                    <a:pt x="85" y="7061"/>
                  </a:lnTo>
                  <a:lnTo>
                    <a:pt x="152" y="7448"/>
                  </a:lnTo>
                  <a:lnTo>
                    <a:pt x="253" y="7851"/>
                  </a:lnTo>
                  <a:lnTo>
                    <a:pt x="337" y="8204"/>
                  </a:lnTo>
                  <a:lnTo>
                    <a:pt x="455" y="8557"/>
                  </a:lnTo>
                  <a:lnTo>
                    <a:pt x="589" y="8910"/>
                  </a:lnTo>
                  <a:lnTo>
                    <a:pt x="724" y="9246"/>
                  </a:lnTo>
                  <a:lnTo>
                    <a:pt x="909" y="9684"/>
                  </a:lnTo>
                  <a:lnTo>
                    <a:pt x="1010" y="9902"/>
                  </a:lnTo>
                  <a:lnTo>
                    <a:pt x="1077" y="10121"/>
                  </a:lnTo>
                  <a:lnTo>
                    <a:pt x="1127" y="10339"/>
                  </a:lnTo>
                  <a:lnTo>
                    <a:pt x="1178" y="10575"/>
                  </a:lnTo>
                  <a:lnTo>
                    <a:pt x="1194" y="10793"/>
                  </a:lnTo>
                  <a:lnTo>
                    <a:pt x="1178" y="11028"/>
                  </a:lnTo>
                  <a:lnTo>
                    <a:pt x="1178" y="11045"/>
                  </a:lnTo>
                  <a:lnTo>
                    <a:pt x="1178" y="11062"/>
                  </a:lnTo>
                  <a:lnTo>
                    <a:pt x="1228" y="11062"/>
                  </a:lnTo>
                  <a:lnTo>
                    <a:pt x="1312" y="11045"/>
                  </a:lnTo>
                  <a:lnTo>
                    <a:pt x="1329" y="11028"/>
                  </a:lnTo>
                  <a:lnTo>
                    <a:pt x="1346" y="11012"/>
                  </a:lnTo>
                  <a:lnTo>
                    <a:pt x="1665" y="10827"/>
                  </a:lnTo>
                  <a:lnTo>
                    <a:pt x="2001" y="10675"/>
                  </a:lnTo>
                  <a:lnTo>
                    <a:pt x="2338" y="10524"/>
                  </a:lnTo>
                  <a:lnTo>
                    <a:pt x="2691" y="10390"/>
                  </a:lnTo>
                  <a:lnTo>
                    <a:pt x="3380" y="10137"/>
                  </a:lnTo>
                  <a:lnTo>
                    <a:pt x="4086" y="9868"/>
                  </a:lnTo>
                  <a:lnTo>
                    <a:pt x="4422" y="9734"/>
                  </a:lnTo>
                  <a:lnTo>
                    <a:pt x="4758" y="9583"/>
                  </a:lnTo>
                  <a:lnTo>
                    <a:pt x="5078" y="9415"/>
                  </a:lnTo>
                  <a:lnTo>
                    <a:pt x="5397" y="9230"/>
                  </a:lnTo>
                  <a:lnTo>
                    <a:pt x="5700" y="9028"/>
                  </a:lnTo>
                  <a:lnTo>
                    <a:pt x="6002" y="8809"/>
                  </a:lnTo>
                  <a:lnTo>
                    <a:pt x="6271" y="8557"/>
                  </a:lnTo>
                  <a:lnTo>
                    <a:pt x="6524" y="8288"/>
                  </a:lnTo>
                  <a:lnTo>
                    <a:pt x="6742" y="7986"/>
                  </a:lnTo>
                  <a:lnTo>
                    <a:pt x="6927" y="7683"/>
                  </a:lnTo>
                  <a:lnTo>
                    <a:pt x="7095" y="7364"/>
                  </a:lnTo>
                  <a:lnTo>
                    <a:pt x="7246" y="7027"/>
                  </a:lnTo>
                  <a:lnTo>
                    <a:pt x="7364" y="6691"/>
                  </a:lnTo>
                  <a:lnTo>
                    <a:pt x="7465" y="6338"/>
                  </a:lnTo>
                  <a:lnTo>
                    <a:pt x="7532" y="5985"/>
                  </a:lnTo>
                  <a:lnTo>
                    <a:pt x="7599" y="5632"/>
                  </a:lnTo>
                  <a:lnTo>
                    <a:pt x="7650" y="5245"/>
                  </a:lnTo>
                  <a:lnTo>
                    <a:pt x="7700" y="4842"/>
                  </a:lnTo>
                  <a:lnTo>
                    <a:pt x="7717" y="4439"/>
                  </a:lnTo>
                  <a:lnTo>
                    <a:pt x="7734" y="4035"/>
                  </a:lnTo>
                  <a:lnTo>
                    <a:pt x="7717" y="3615"/>
                  </a:lnTo>
                  <a:lnTo>
                    <a:pt x="7683" y="3211"/>
                  </a:lnTo>
                  <a:lnTo>
                    <a:pt x="7633" y="2825"/>
                  </a:lnTo>
                  <a:lnTo>
                    <a:pt x="7549" y="2438"/>
                  </a:lnTo>
                  <a:lnTo>
                    <a:pt x="7448" y="2119"/>
                  </a:lnTo>
                  <a:lnTo>
                    <a:pt x="7314" y="1799"/>
                  </a:lnTo>
                  <a:lnTo>
                    <a:pt x="7179" y="1497"/>
                  </a:lnTo>
                  <a:lnTo>
                    <a:pt x="6994" y="1211"/>
                  </a:lnTo>
                  <a:lnTo>
                    <a:pt x="6793" y="942"/>
                  </a:lnTo>
                  <a:lnTo>
                    <a:pt x="6557" y="706"/>
                  </a:lnTo>
                  <a:lnTo>
                    <a:pt x="6423" y="606"/>
                  </a:lnTo>
                  <a:lnTo>
                    <a:pt x="6288" y="505"/>
                  </a:lnTo>
                  <a:lnTo>
                    <a:pt x="6154" y="404"/>
                  </a:lnTo>
                  <a:lnTo>
                    <a:pt x="6002" y="320"/>
                  </a:lnTo>
                  <a:lnTo>
                    <a:pt x="5851" y="253"/>
                  </a:lnTo>
                  <a:lnTo>
                    <a:pt x="5683" y="185"/>
                  </a:lnTo>
                  <a:lnTo>
                    <a:pt x="5515" y="135"/>
                  </a:lnTo>
                  <a:lnTo>
                    <a:pt x="5347" y="84"/>
                  </a:lnTo>
                  <a:lnTo>
                    <a:pt x="4994" y="17"/>
                  </a:lnTo>
                  <a:lnTo>
                    <a:pt x="46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0" name="Google Shape;6060;p63"/>
            <p:cNvSpPr/>
            <p:nvPr/>
          </p:nvSpPr>
          <p:spPr>
            <a:xfrm>
              <a:off x="4582025" y="1680925"/>
              <a:ext cx="192525" cy="440050"/>
            </a:xfrm>
            <a:custGeom>
              <a:avLst/>
              <a:gdLst/>
              <a:ahLst/>
              <a:cxnLst/>
              <a:rect l="l" t="t" r="r" b="b"/>
              <a:pathLst>
                <a:path w="7701" h="17602" extrusionOk="0">
                  <a:moveTo>
                    <a:pt x="5330" y="0"/>
                  </a:moveTo>
                  <a:lnTo>
                    <a:pt x="5313" y="17"/>
                  </a:lnTo>
                  <a:lnTo>
                    <a:pt x="5296" y="34"/>
                  </a:lnTo>
                  <a:lnTo>
                    <a:pt x="5363" y="639"/>
                  </a:lnTo>
                  <a:lnTo>
                    <a:pt x="5397" y="1244"/>
                  </a:lnTo>
                  <a:lnTo>
                    <a:pt x="5414" y="1850"/>
                  </a:lnTo>
                  <a:lnTo>
                    <a:pt x="5380" y="2472"/>
                  </a:lnTo>
                  <a:lnTo>
                    <a:pt x="5027" y="3195"/>
                  </a:lnTo>
                  <a:lnTo>
                    <a:pt x="4691" y="3917"/>
                  </a:lnTo>
                  <a:lnTo>
                    <a:pt x="4372" y="4640"/>
                  </a:lnTo>
                  <a:lnTo>
                    <a:pt x="4052" y="5380"/>
                  </a:lnTo>
                  <a:lnTo>
                    <a:pt x="4035" y="5195"/>
                  </a:lnTo>
                  <a:lnTo>
                    <a:pt x="4019" y="4993"/>
                  </a:lnTo>
                  <a:lnTo>
                    <a:pt x="3951" y="4590"/>
                  </a:lnTo>
                  <a:lnTo>
                    <a:pt x="3867" y="4186"/>
                  </a:lnTo>
                  <a:lnTo>
                    <a:pt x="3733" y="3783"/>
                  </a:lnTo>
                  <a:lnTo>
                    <a:pt x="3598" y="3396"/>
                  </a:lnTo>
                  <a:lnTo>
                    <a:pt x="3447" y="3026"/>
                  </a:lnTo>
                  <a:lnTo>
                    <a:pt x="3161" y="2304"/>
                  </a:lnTo>
                  <a:lnTo>
                    <a:pt x="3144" y="2287"/>
                  </a:lnTo>
                  <a:lnTo>
                    <a:pt x="3111" y="2287"/>
                  </a:lnTo>
                  <a:lnTo>
                    <a:pt x="3094" y="2304"/>
                  </a:lnTo>
                  <a:lnTo>
                    <a:pt x="3094" y="2337"/>
                  </a:lnTo>
                  <a:lnTo>
                    <a:pt x="3380" y="3295"/>
                  </a:lnTo>
                  <a:lnTo>
                    <a:pt x="3514" y="3783"/>
                  </a:lnTo>
                  <a:lnTo>
                    <a:pt x="3632" y="4270"/>
                  </a:lnTo>
                  <a:lnTo>
                    <a:pt x="3699" y="4674"/>
                  </a:lnTo>
                  <a:lnTo>
                    <a:pt x="3750" y="5094"/>
                  </a:lnTo>
                  <a:lnTo>
                    <a:pt x="3800" y="5498"/>
                  </a:lnTo>
                  <a:lnTo>
                    <a:pt x="3834" y="5918"/>
                  </a:lnTo>
                  <a:lnTo>
                    <a:pt x="3313" y="7229"/>
                  </a:lnTo>
                  <a:lnTo>
                    <a:pt x="2808" y="8557"/>
                  </a:lnTo>
                  <a:lnTo>
                    <a:pt x="2422" y="9684"/>
                  </a:lnTo>
                  <a:lnTo>
                    <a:pt x="2035" y="10810"/>
                  </a:lnTo>
                  <a:lnTo>
                    <a:pt x="1682" y="11936"/>
                  </a:lnTo>
                  <a:lnTo>
                    <a:pt x="1329" y="13063"/>
                  </a:lnTo>
                  <a:lnTo>
                    <a:pt x="623" y="15383"/>
                  </a:lnTo>
                  <a:lnTo>
                    <a:pt x="287" y="16458"/>
                  </a:lnTo>
                  <a:lnTo>
                    <a:pt x="135" y="16996"/>
                  </a:lnTo>
                  <a:lnTo>
                    <a:pt x="1" y="17534"/>
                  </a:lnTo>
                  <a:lnTo>
                    <a:pt x="1" y="17568"/>
                  </a:lnTo>
                  <a:lnTo>
                    <a:pt x="18" y="17585"/>
                  </a:lnTo>
                  <a:lnTo>
                    <a:pt x="51" y="17602"/>
                  </a:lnTo>
                  <a:lnTo>
                    <a:pt x="102" y="17602"/>
                  </a:lnTo>
                  <a:lnTo>
                    <a:pt x="118" y="17585"/>
                  </a:lnTo>
                  <a:lnTo>
                    <a:pt x="135" y="17568"/>
                  </a:lnTo>
                  <a:lnTo>
                    <a:pt x="253" y="17282"/>
                  </a:lnTo>
                  <a:lnTo>
                    <a:pt x="354" y="16996"/>
                  </a:lnTo>
                  <a:lnTo>
                    <a:pt x="539" y="16425"/>
                  </a:lnTo>
                  <a:lnTo>
                    <a:pt x="707" y="15836"/>
                  </a:lnTo>
                  <a:lnTo>
                    <a:pt x="875" y="15265"/>
                  </a:lnTo>
                  <a:lnTo>
                    <a:pt x="1547" y="13147"/>
                  </a:lnTo>
                  <a:lnTo>
                    <a:pt x="2270" y="10944"/>
                  </a:lnTo>
                  <a:lnTo>
                    <a:pt x="3044" y="8742"/>
                  </a:lnTo>
                  <a:lnTo>
                    <a:pt x="3464" y="7599"/>
                  </a:lnTo>
                  <a:lnTo>
                    <a:pt x="3935" y="7196"/>
                  </a:lnTo>
                  <a:lnTo>
                    <a:pt x="4405" y="6809"/>
                  </a:lnTo>
                  <a:lnTo>
                    <a:pt x="4893" y="6439"/>
                  </a:lnTo>
                  <a:lnTo>
                    <a:pt x="5380" y="6103"/>
                  </a:lnTo>
                  <a:lnTo>
                    <a:pt x="5901" y="5800"/>
                  </a:lnTo>
                  <a:lnTo>
                    <a:pt x="6170" y="5649"/>
                  </a:lnTo>
                  <a:lnTo>
                    <a:pt x="6439" y="5514"/>
                  </a:lnTo>
                  <a:lnTo>
                    <a:pt x="6725" y="5397"/>
                  </a:lnTo>
                  <a:lnTo>
                    <a:pt x="7011" y="5279"/>
                  </a:lnTo>
                  <a:lnTo>
                    <a:pt x="7297" y="5178"/>
                  </a:lnTo>
                  <a:lnTo>
                    <a:pt x="7599" y="5077"/>
                  </a:lnTo>
                  <a:lnTo>
                    <a:pt x="7616" y="5061"/>
                  </a:lnTo>
                  <a:lnTo>
                    <a:pt x="7633" y="5027"/>
                  </a:lnTo>
                  <a:lnTo>
                    <a:pt x="7616" y="5010"/>
                  </a:lnTo>
                  <a:lnTo>
                    <a:pt x="7583" y="5010"/>
                  </a:lnTo>
                  <a:lnTo>
                    <a:pt x="7061" y="5161"/>
                  </a:lnTo>
                  <a:lnTo>
                    <a:pt x="6523" y="5346"/>
                  </a:lnTo>
                  <a:lnTo>
                    <a:pt x="6002" y="5548"/>
                  </a:lnTo>
                  <a:lnTo>
                    <a:pt x="5498" y="5800"/>
                  </a:lnTo>
                  <a:lnTo>
                    <a:pt x="4994" y="6069"/>
                  </a:lnTo>
                  <a:lnTo>
                    <a:pt x="4758" y="6221"/>
                  </a:lnTo>
                  <a:lnTo>
                    <a:pt x="4523" y="6389"/>
                  </a:lnTo>
                  <a:lnTo>
                    <a:pt x="4304" y="6557"/>
                  </a:lnTo>
                  <a:lnTo>
                    <a:pt x="4069" y="6725"/>
                  </a:lnTo>
                  <a:lnTo>
                    <a:pt x="3867" y="6910"/>
                  </a:lnTo>
                  <a:lnTo>
                    <a:pt x="3666" y="7095"/>
                  </a:lnTo>
                  <a:lnTo>
                    <a:pt x="3666" y="7095"/>
                  </a:lnTo>
                  <a:lnTo>
                    <a:pt x="4220" y="5699"/>
                  </a:lnTo>
                  <a:lnTo>
                    <a:pt x="4809" y="4287"/>
                  </a:lnTo>
                  <a:lnTo>
                    <a:pt x="5128" y="4001"/>
                  </a:lnTo>
                  <a:lnTo>
                    <a:pt x="5464" y="3716"/>
                  </a:lnTo>
                  <a:lnTo>
                    <a:pt x="5801" y="3447"/>
                  </a:lnTo>
                  <a:lnTo>
                    <a:pt x="6154" y="3211"/>
                  </a:lnTo>
                  <a:lnTo>
                    <a:pt x="6523" y="2976"/>
                  </a:lnTo>
                  <a:lnTo>
                    <a:pt x="6893" y="2757"/>
                  </a:lnTo>
                  <a:lnTo>
                    <a:pt x="7280" y="2556"/>
                  </a:lnTo>
                  <a:lnTo>
                    <a:pt x="7683" y="2388"/>
                  </a:lnTo>
                  <a:lnTo>
                    <a:pt x="7700" y="2354"/>
                  </a:lnTo>
                  <a:lnTo>
                    <a:pt x="7700" y="2337"/>
                  </a:lnTo>
                  <a:lnTo>
                    <a:pt x="7683" y="2320"/>
                  </a:lnTo>
                  <a:lnTo>
                    <a:pt x="7650" y="2320"/>
                  </a:lnTo>
                  <a:lnTo>
                    <a:pt x="7297" y="2455"/>
                  </a:lnTo>
                  <a:lnTo>
                    <a:pt x="6927" y="2606"/>
                  </a:lnTo>
                  <a:lnTo>
                    <a:pt x="6591" y="2774"/>
                  </a:lnTo>
                  <a:lnTo>
                    <a:pt x="6254" y="2959"/>
                  </a:lnTo>
                  <a:lnTo>
                    <a:pt x="5918" y="3161"/>
                  </a:lnTo>
                  <a:lnTo>
                    <a:pt x="5599" y="3379"/>
                  </a:lnTo>
                  <a:lnTo>
                    <a:pt x="5296" y="3615"/>
                  </a:lnTo>
                  <a:lnTo>
                    <a:pt x="4994" y="3867"/>
                  </a:lnTo>
                  <a:lnTo>
                    <a:pt x="5414" y="2909"/>
                  </a:lnTo>
                  <a:lnTo>
                    <a:pt x="5851" y="1967"/>
                  </a:lnTo>
                  <a:lnTo>
                    <a:pt x="6305" y="1026"/>
                  </a:lnTo>
                  <a:lnTo>
                    <a:pt x="6776" y="101"/>
                  </a:lnTo>
                  <a:lnTo>
                    <a:pt x="6776" y="51"/>
                  </a:lnTo>
                  <a:lnTo>
                    <a:pt x="6759" y="17"/>
                  </a:lnTo>
                  <a:lnTo>
                    <a:pt x="6692" y="17"/>
                  </a:lnTo>
                  <a:lnTo>
                    <a:pt x="6675" y="34"/>
                  </a:lnTo>
                  <a:lnTo>
                    <a:pt x="6086" y="1093"/>
                  </a:lnTo>
                  <a:lnTo>
                    <a:pt x="5515" y="2169"/>
                  </a:lnTo>
                  <a:lnTo>
                    <a:pt x="5532" y="1631"/>
                  </a:lnTo>
                  <a:lnTo>
                    <a:pt x="5515" y="1093"/>
                  </a:lnTo>
                  <a:lnTo>
                    <a:pt x="5448" y="555"/>
                  </a:lnTo>
                  <a:lnTo>
                    <a:pt x="5363" y="17"/>
                  </a:lnTo>
                  <a:lnTo>
                    <a:pt x="5347" y="17"/>
                  </a:lnTo>
                  <a:lnTo>
                    <a:pt x="533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1" name="Google Shape;6061;p63"/>
            <p:cNvSpPr/>
            <p:nvPr/>
          </p:nvSpPr>
          <p:spPr>
            <a:xfrm>
              <a:off x="4666075" y="1713275"/>
              <a:ext cx="17275" cy="39125"/>
            </a:xfrm>
            <a:custGeom>
              <a:avLst/>
              <a:gdLst/>
              <a:ahLst/>
              <a:cxnLst/>
              <a:rect l="l" t="t" r="r" b="b"/>
              <a:pathLst>
                <a:path w="691" h="1565" extrusionOk="0">
                  <a:moveTo>
                    <a:pt x="18" y="1"/>
                  </a:moveTo>
                  <a:lnTo>
                    <a:pt x="1" y="18"/>
                  </a:lnTo>
                  <a:lnTo>
                    <a:pt x="1" y="51"/>
                  </a:lnTo>
                  <a:lnTo>
                    <a:pt x="186" y="421"/>
                  </a:lnTo>
                  <a:lnTo>
                    <a:pt x="354" y="791"/>
                  </a:lnTo>
                  <a:lnTo>
                    <a:pt x="522" y="1178"/>
                  </a:lnTo>
                  <a:lnTo>
                    <a:pt x="673" y="1547"/>
                  </a:lnTo>
                  <a:lnTo>
                    <a:pt x="673" y="1564"/>
                  </a:lnTo>
                  <a:lnTo>
                    <a:pt x="690" y="1547"/>
                  </a:lnTo>
                  <a:lnTo>
                    <a:pt x="657" y="1346"/>
                  </a:lnTo>
                  <a:lnTo>
                    <a:pt x="589" y="1144"/>
                  </a:lnTo>
                  <a:lnTo>
                    <a:pt x="539" y="942"/>
                  </a:lnTo>
                  <a:lnTo>
                    <a:pt x="455" y="757"/>
                  </a:lnTo>
                  <a:lnTo>
                    <a:pt x="371" y="556"/>
                  </a:lnTo>
                  <a:lnTo>
                    <a:pt x="287" y="371"/>
                  </a:lnTo>
                  <a:lnTo>
                    <a:pt x="186" y="203"/>
                  </a:lnTo>
                  <a:lnTo>
                    <a:pt x="85" y="18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2" name="Google Shape;6062;p63"/>
            <p:cNvSpPr/>
            <p:nvPr/>
          </p:nvSpPr>
          <p:spPr>
            <a:xfrm>
              <a:off x="4743425" y="1789350"/>
              <a:ext cx="38675" cy="14750"/>
            </a:xfrm>
            <a:custGeom>
              <a:avLst/>
              <a:gdLst/>
              <a:ahLst/>
              <a:cxnLst/>
              <a:rect l="l" t="t" r="r" b="b"/>
              <a:pathLst>
                <a:path w="1547" h="590" extrusionOk="0">
                  <a:moveTo>
                    <a:pt x="1547" y="1"/>
                  </a:moveTo>
                  <a:lnTo>
                    <a:pt x="1143" y="85"/>
                  </a:lnTo>
                  <a:lnTo>
                    <a:pt x="757" y="186"/>
                  </a:lnTo>
                  <a:lnTo>
                    <a:pt x="387" y="337"/>
                  </a:lnTo>
                  <a:lnTo>
                    <a:pt x="17" y="522"/>
                  </a:lnTo>
                  <a:lnTo>
                    <a:pt x="0" y="555"/>
                  </a:lnTo>
                  <a:lnTo>
                    <a:pt x="17" y="589"/>
                  </a:lnTo>
                  <a:lnTo>
                    <a:pt x="51" y="589"/>
                  </a:lnTo>
                  <a:lnTo>
                    <a:pt x="420" y="455"/>
                  </a:lnTo>
                  <a:lnTo>
                    <a:pt x="790" y="303"/>
                  </a:lnTo>
                  <a:lnTo>
                    <a:pt x="1160" y="169"/>
                  </a:lnTo>
                  <a:lnTo>
                    <a:pt x="1547" y="34"/>
                  </a:lnTo>
                  <a:lnTo>
                    <a:pt x="1547" y="17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3" name="Google Shape;6063;p63"/>
            <p:cNvSpPr/>
            <p:nvPr/>
          </p:nvSpPr>
          <p:spPr>
            <a:xfrm>
              <a:off x="4764850" y="1688075"/>
              <a:ext cx="13475" cy="9275"/>
            </a:xfrm>
            <a:custGeom>
              <a:avLst/>
              <a:gdLst/>
              <a:ahLst/>
              <a:cxnLst/>
              <a:rect l="l" t="t" r="r" b="b"/>
              <a:pathLst>
                <a:path w="539" h="371" extrusionOk="0">
                  <a:moveTo>
                    <a:pt x="505" y="0"/>
                  </a:moveTo>
                  <a:lnTo>
                    <a:pt x="253" y="151"/>
                  </a:lnTo>
                  <a:lnTo>
                    <a:pt x="17" y="320"/>
                  </a:lnTo>
                  <a:lnTo>
                    <a:pt x="1" y="336"/>
                  </a:lnTo>
                  <a:lnTo>
                    <a:pt x="1" y="353"/>
                  </a:lnTo>
                  <a:lnTo>
                    <a:pt x="17" y="370"/>
                  </a:lnTo>
                  <a:lnTo>
                    <a:pt x="51" y="370"/>
                  </a:lnTo>
                  <a:lnTo>
                    <a:pt x="303" y="219"/>
                  </a:lnTo>
                  <a:lnTo>
                    <a:pt x="538" y="51"/>
                  </a:lnTo>
                  <a:lnTo>
                    <a:pt x="538" y="17"/>
                  </a:lnTo>
                  <a:lnTo>
                    <a:pt x="522" y="17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4" name="Google Shape;6064;p63"/>
            <p:cNvSpPr/>
            <p:nvPr/>
          </p:nvSpPr>
          <p:spPr>
            <a:xfrm>
              <a:off x="4380725" y="1663275"/>
              <a:ext cx="227400" cy="258500"/>
            </a:xfrm>
            <a:custGeom>
              <a:avLst/>
              <a:gdLst/>
              <a:ahLst/>
              <a:cxnLst/>
              <a:rect l="l" t="t" r="r" b="b"/>
              <a:pathLst>
                <a:path w="9096" h="10340" extrusionOk="0">
                  <a:moveTo>
                    <a:pt x="2606" y="0"/>
                  </a:moveTo>
                  <a:lnTo>
                    <a:pt x="2253" y="17"/>
                  </a:lnTo>
                  <a:lnTo>
                    <a:pt x="2068" y="34"/>
                  </a:lnTo>
                  <a:lnTo>
                    <a:pt x="1900" y="68"/>
                  </a:lnTo>
                  <a:lnTo>
                    <a:pt x="1749" y="118"/>
                  </a:lnTo>
                  <a:lnTo>
                    <a:pt x="1597" y="168"/>
                  </a:lnTo>
                  <a:lnTo>
                    <a:pt x="1463" y="219"/>
                  </a:lnTo>
                  <a:lnTo>
                    <a:pt x="1328" y="303"/>
                  </a:lnTo>
                  <a:lnTo>
                    <a:pt x="1194" y="370"/>
                  </a:lnTo>
                  <a:lnTo>
                    <a:pt x="1076" y="471"/>
                  </a:lnTo>
                  <a:lnTo>
                    <a:pt x="858" y="673"/>
                  </a:lnTo>
                  <a:lnTo>
                    <a:pt x="656" y="891"/>
                  </a:lnTo>
                  <a:lnTo>
                    <a:pt x="488" y="1143"/>
                  </a:lnTo>
                  <a:lnTo>
                    <a:pt x="337" y="1412"/>
                  </a:lnTo>
                  <a:lnTo>
                    <a:pt x="236" y="1698"/>
                  </a:lnTo>
                  <a:lnTo>
                    <a:pt x="168" y="1900"/>
                  </a:lnTo>
                  <a:lnTo>
                    <a:pt x="118" y="2102"/>
                  </a:lnTo>
                  <a:lnTo>
                    <a:pt x="68" y="2303"/>
                  </a:lnTo>
                  <a:lnTo>
                    <a:pt x="34" y="2522"/>
                  </a:lnTo>
                  <a:lnTo>
                    <a:pt x="0" y="2942"/>
                  </a:lnTo>
                  <a:lnTo>
                    <a:pt x="0" y="3379"/>
                  </a:lnTo>
                  <a:lnTo>
                    <a:pt x="17" y="3816"/>
                  </a:lnTo>
                  <a:lnTo>
                    <a:pt x="51" y="4237"/>
                  </a:lnTo>
                  <a:lnTo>
                    <a:pt x="118" y="4657"/>
                  </a:lnTo>
                  <a:lnTo>
                    <a:pt x="185" y="5077"/>
                  </a:lnTo>
                  <a:lnTo>
                    <a:pt x="252" y="5447"/>
                  </a:lnTo>
                  <a:lnTo>
                    <a:pt x="353" y="5817"/>
                  </a:lnTo>
                  <a:lnTo>
                    <a:pt x="471" y="6170"/>
                  </a:lnTo>
                  <a:lnTo>
                    <a:pt x="605" y="6523"/>
                  </a:lnTo>
                  <a:lnTo>
                    <a:pt x="774" y="6859"/>
                  </a:lnTo>
                  <a:lnTo>
                    <a:pt x="959" y="7195"/>
                  </a:lnTo>
                  <a:lnTo>
                    <a:pt x="1160" y="7515"/>
                  </a:lnTo>
                  <a:lnTo>
                    <a:pt x="1396" y="7817"/>
                  </a:lnTo>
                  <a:lnTo>
                    <a:pt x="1648" y="8086"/>
                  </a:lnTo>
                  <a:lnTo>
                    <a:pt x="1900" y="8339"/>
                  </a:lnTo>
                  <a:lnTo>
                    <a:pt x="2186" y="8540"/>
                  </a:lnTo>
                  <a:lnTo>
                    <a:pt x="2488" y="8725"/>
                  </a:lnTo>
                  <a:lnTo>
                    <a:pt x="2808" y="8893"/>
                  </a:lnTo>
                  <a:lnTo>
                    <a:pt x="3127" y="9045"/>
                  </a:lnTo>
                  <a:lnTo>
                    <a:pt x="3463" y="9162"/>
                  </a:lnTo>
                  <a:lnTo>
                    <a:pt x="3816" y="9280"/>
                  </a:lnTo>
                  <a:lnTo>
                    <a:pt x="5666" y="9801"/>
                  </a:lnTo>
                  <a:lnTo>
                    <a:pt x="7498" y="10339"/>
                  </a:lnTo>
                  <a:lnTo>
                    <a:pt x="7532" y="10289"/>
                  </a:lnTo>
                  <a:lnTo>
                    <a:pt x="7616" y="10171"/>
                  </a:lnTo>
                  <a:lnTo>
                    <a:pt x="7733" y="9969"/>
                  </a:lnTo>
                  <a:lnTo>
                    <a:pt x="7868" y="9700"/>
                  </a:lnTo>
                  <a:lnTo>
                    <a:pt x="8019" y="9381"/>
                  </a:lnTo>
                  <a:lnTo>
                    <a:pt x="8187" y="8994"/>
                  </a:lnTo>
                  <a:lnTo>
                    <a:pt x="8355" y="8574"/>
                  </a:lnTo>
                  <a:lnTo>
                    <a:pt x="8523" y="8120"/>
                  </a:lnTo>
                  <a:lnTo>
                    <a:pt x="8692" y="7649"/>
                  </a:lnTo>
                  <a:lnTo>
                    <a:pt x="8826" y="7162"/>
                  </a:lnTo>
                  <a:lnTo>
                    <a:pt x="8944" y="6658"/>
                  </a:lnTo>
                  <a:lnTo>
                    <a:pt x="9028" y="6153"/>
                  </a:lnTo>
                  <a:lnTo>
                    <a:pt x="9061" y="5918"/>
                  </a:lnTo>
                  <a:lnTo>
                    <a:pt x="9078" y="5682"/>
                  </a:lnTo>
                  <a:lnTo>
                    <a:pt x="9095" y="5430"/>
                  </a:lnTo>
                  <a:lnTo>
                    <a:pt x="9078" y="5212"/>
                  </a:lnTo>
                  <a:lnTo>
                    <a:pt x="9061" y="4976"/>
                  </a:lnTo>
                  <a:lnTo>
                    <a:pt x="9028" y="4758"/>
                  </a:lnTo>
                  <a:lnTo>
                    <a:pt x="8994" y="4556"/>
                  </a:lnTo>
                  <a:lnTo>
                    <a:pt x="8927" y="4354"/>
                  </a:lnTo>
                  <a:lnTo>
                    <a:pt x="8776" y="4018"/>
                  </a:lnTo>
                  <a:lnTo>
                    <a:pt x="8624" y="3682"/>
                  </a:lnTo>
                  <a:lnTo>
                    <a:pt x="8439" y="3363"/>
                  </a:lnTo>
                  <a:lnTo>
                    <a:pt x="8238" y="3043"/>
                  </a:lnTo>
                  <a:lnTo>
                    <a:pt x="8019" y="2741"/>
                  </a:lnTo>
                  <a:lnTo>
                    <a:pt x="7801" y="2455"/>
                  </a:lnTo>
                  <a:lnTo>
                    <a:pt x="7548" y="2186"/>
                  </a:lnTo>
                  <a:lnTo>
                    <a:pt x="7296" y="1917"/>
                  </a:lnTo>
                  <a:lnTo>
                    <a:pt x="7010" y="1681"/>
                  </a:lnTo>
                  <a:lnTo>
                    <a:pt x="6725" y="1446"/>
                  </a:lnTo>
                  <a:lnTo>
                    <a:pt x="6439" y="1228"/>
                  </a:lnTo>
                  <a:lnTo>
                    <a:pt x="6119" y="1026"/>
                  </a:lnTo>
                  <a:lnTo>
                    <a:pt x="5800" y="858"/>
                  </a:lnTo>
                  <a:lnTo>
                    <a:pt x="5464" y="690"/>
                  </a:lnTo>
                  <a:lnTo>
                    <a:pt x="5111" y="538"/>
                  </a:lnTo>
                  <a:lnTo>
                    <a:pt x="4758" y="421"/>
                  </a:lnTo>
                  <a:lnTo>
                    <a:pt x="4422" y="303"/>
                  </a:lnTo>
                  <a:lnTo>
                    <a:pt x="4085" y="202"/>
                  </a:lnTo>
                  <a:lnTo>
                    <a:pt x="3716" y="118"/>
                  </a:lnTo>
                  <a:lnTo>
                    <a:pt x="3346" y="51"/>
                  </a:lnTo>
                  <a:lnTo>
                    <a:pt x="2976" y="17"/>
                  </a:lnTo>
                  <a:lnTo>
                    <a:pt x="26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5" name="Google Shape;6065;p63"/>
            <p:cNvSpPr/>
            <p:nvPr/>
          </p:nvSpPr>
          <p:spPr>
            <a:xfrm>
              <a:off x="4431575" y="1724200"/>
              <a:ext cx="182000" cy="409375"/>
            </a:xfrm>
            <a:custGeom>
              <a:avLst/>
              <a:gdLst/>
              <a:ahLst/>
              <a:cxnLst/>
              <a:rect l="l" t="t" r="r" b="b"/>
              <a:pathLst>
                <a:path w="7280" h="16375" extrusionOk="0">
                  <a:moveTo>
                    <a:pt x="118" y="1"/>
                  </a:moveTo>
                  <a:lnTo>
                    <a:pt x="118" y="35"/>
                  </a:lnTo>
                  <a:lnTo>
                    <a:pt x="118" y="51"/>
                  </a:lnTo>
                  <a:lnTo>
                    <a:pt x="353" y="253"/>
                  </a:lnTo>
                  <a:lnTo>
                    <a:pt x="606" y="438"/>
                  </a:lnTo>
                  <a:lnTo>
                    <a:pt x="875" y="606"/>
                  </a:lnTo>
                  <a:lnTo>
                    <a:pt x="1144" y="757"/>
                  </a:lnTo>
                  <a:lnTo>
                    <a:pt x="1446" y="892"/>
                  </a:lnTo>
                  <a:lnTo>
                    <a:pt x="1732" y="1010"/>
                  </a:lnTo>
                  <a:lnTo>
                    <a:pt x="2035" y="1110"/>
                  </a:lnTo>
                  <a:lnTo>
                    <a:pt x="2337" y="1195"/>
                  </a:lnTo>
                  <a:lnTo>
                    <a:pt x="2774" y="2035"/>
                  </a:lnTo>
                  <a:lnTo>
                    <a:pt x="3211" y="2892"/>
                  </a:lnTo>
                  <a:lnTo>
                    <a:pt x="3615" y="3733"/>
                  </a:lnTo>
                  <a:lnTo>
                    <a:pt x="4018" y="4607"/>
                  </a:lnTo>
                  <a:lnTo>
                    <a:pt x="4018" y="4607"/>
                  </a:lnTo>
                  <a:lnTo>
                    <a:pt x="3632" y="4422"/>
                  </a:lnTo>
                  <a:lnTo>
                    <a:pt x="3228" y="4271"/>
                  </a:lnTo>
                  <a:lnTo>
                    <a:pt x="2825" y="4136"/>
                  </a:lnTo>
                  <a:lnTo>
                    <a:pt x="2404" y="4019"/>
                  </a:lnTo>
                  <a:lnTo>
                    <a:pt x="1799" y="3817"/>
                  </a:lnTo>
                  <a:lnTo>
                    <a:pt x="1194" y="3599"/>
                  </a:lnTo>
                  <a:lnTo>
                    <a:pt x="606" y="3346"/>
                  </a:lnTo>
                  <a:lnTo>
                    <a:pt x="17" y="3077"/>
                  </a:lnTo>
                  <a:lnTo>
                    <a:pt x="0" y="3094"/>
                  </a:lnTo>
                  <a:lnTo>
                    <a:pt x="236" y="3262"/>
                  </a:lnTo>
                  <a:lnTo>
                    <a:pt x="471" y="3414"/>
                  </a:lnTo>
                  <a:lnTo>
                    <a:pt x="706" y="3548"/>
                  </a:lnTo>
                  <a:lnTo>
                    <a:pt x="959" y="3666"/>
                  </a:lnTo>
                  <a:lnTo>
                    <a:pt x="1211" y="3783"/>
                  </a:lnTo>
                  <a:lnTo>
                    <a:pt x="1463" y="3901"/>
                  </a:lnTo>
                  <a:lnTo>
                    <a:pt x="1732" y="3985"/>
                  </a:lnTo>
                  <a:lnTo>
                    <a:pt x="1984" y="4069"/>
                  </a:lnTo>
                  <a:lnTo>
                    <a:pt x="3060" y="4456"/>
                  </a:lnTo>
                  <a:lnTo>
                    <a:pt x="3598" y="4658"/>
                  </a:lnTo>
                  <a:lnTo>
                    <a:pt x="4136" y="4826"/>
                  </a:lnTo>
                  <a:lnTo>
                    <a:pt x="4472" y="5582"/>
                  </a:lnTo>
                  <a:lnTo>
                    <a:pt x="4775" y="6356"/>
                  </a:lnTo>
                  <a:lnTo>
                    <a:pt x="5077" y="7146"/>
                  </a:lnTo>
                  <a:lnTo>
                    <a:pt x="5346" y="7936"/>
                  </a:lnTo>
                  <a:lnTo>
                    <a:pt x="5666" y="8961"/>
                  </a:lnTo>
                  <a:lnTo>
                    <a:pt x="5968" y="10004"/>
                  </a:lnTo>
                  <a:lnTo>
                    <a:pt x="6237" y="11046"/>
                  </a:lnTo>
                  <a:lnTo>
                    <a:pt x="6473" y="12088"/>
                  </a:lnTo>
                  <a:lnTo>
                    <a:pt x="6691" y="13147"/>
                  </a:lnTo>
                  <a:lnTo>
                    <a:pt x="6876" y="14206"/>
                  </a:lnTo>
                  <a:lnTo>
                    <a:pt x="7027" y="15265"/>
                  </a:lnTo>
                  <a:lnTo>
                    <a:pt x="7162" y="16325"/>
                  </a:lnTo>
                  <a:lnTo>
                    <a:pt x="7179" y="16375"/>
                  </a:lnTo>
                  <a:lnTo>
                    <a:pt x="7263" y="16375"/>
                  </a:lnTo>
                  <a:lnTo>
                    <a:pt x="7280" y="16325"/>
                  </a:lnTo>
                  <a:lnTo>
                    <a:pt x="7196" y="15249"/>
                  </a:lnTo>
                  <a:lnTo>
                    <a:pt x="7078" y="14173"/>
                  </a:lnTo>
                  <a:lnTo>
                    <a:pt x="6927" y="13097"/>
                  </a:lnTo>
                  <a:lnTo>
                    <a:pt x="6742" y="12038"/>
                  </a:lnTo>
                  <a:lnTo>
                    <a:pt x="6523" y="10979"/>
                  </a:lnTo>
                  <a:lnTo>
                    <a:pt x="6271" y="9919"/>
                  </a:lnTo>
                  <a:lnTo>
                    <a:pt x="5985" y="8877"/>
                  </a:lnTo>
                  <a:lnTo>
                    <a:pt x="5649" y="7835"/>
                  </a:lnTo>
                  <a:lnTo>
                    <a:pt x="5363" y="7045"/>
                  </a:lnTo>
                  <a:lnTo>
                    <a:pt x="5077" y="6238"/>
                  </a:lnTo>
                  <a:lnTo>
                    <a:pt x="5262" y="5717"/>
                  </a:lnTo>
                  <a:lnTo>
                    <a:pt x="5414" y="5196"/>
                  </a:lnTo>
                  <a:lnTo>
                    <a:pt x="5531" y="4658"/>
                  </a:lnTo>
                  <a:lnTo>
                    <a:pt x="5615" y="4103"/>
                  </a:lnTo>
                  <a:lnTo>
                    <a:pt x="5666" y="3565"/>
                  </a:lnTo>
                  <a:lnTo>
                    <a:pt x="5666" y="3010"/>
                  </a:lnTo>
                  <a:lnTo>
                    <a:pt x="5649" y="2455"/>
                  </a:lnTo>
                  <a:lnTo>
                    <a:pt x="5582" y="1917"/>
                  </a:lnTo>
                  <a:lnTo>
                    <a:pt x="5582" y="1901"/>
                  </a:lnTo>
                  <a:lnTo>
                    <a:pt x="5548" y="1901"/>
                  </a:lnTo>
                  <a:lnTo>
                    <a:pt x="5548" y="1917"/>
                  </a:lnTo>
                  <a:lnTo>
                    <a:pt x="5565" y="2203"/>
                  </a:lnTo>
                  <a:lnTo>
                    <a:pt x="5582" y="2506"/>
                  </a:lnTo>
                  <a:lnTo>
                    <a:pt x="5565" y="2808"/>
                  </a:lnTo>
                  <a:lnTo>
                    <a:pt x="5565" y="3094"/>
                  </a:lnTo>
                  <a:lnTo>
                    <a:pt x="5531" y="3397"/>
                  </a:lnTo>
                  <a:lnTo>
                    <a:pt x="5481" y="3683"/>
                  </a:lnTo>
                  <a:lnTo>
                    <a:pt x="5430" y="3985"/>
                  </a:lnTo>
                  <a:lnTo>
                    <a:pt x="5380" y="4271"/>
                  </a:lnTo>
                  <a:lnTo>
                    <a:pt x="5279" y="4674"/>
                  </a:lnTo>
                  <a:lnTo>
                    <a:pt x="5161" y="5078"/>
                  </a:lnTo>
                  <a:lnTo>
                    <a:pt x="4926" y="5868"/>
                  </a:lnTo>
                  <a:lnTo>
                    <a:pt x="4657" y="5212"/>
                  </a:lnTo>
                  <a:lnTo>
                    <a:pt x="4371" y="4557"/>
                  </a:lnTo>
                  <a:lnTo>
                    <a:pt x="4069" y="3901"/>
                  </a:lnTo>
                  <a:lnTo>
                    <a:pt x="3766" y="3245"/>
                  </a:lnTo>
                  <a:lnTo>
                    <a:pt x="3817" y="2892"/>
                  </a:lnTo>
                  <a:lnTo>
                    <a:pt x="3867" y="2523"/>
                  </a:lnTo>
                  <a:lnTo>
                    <a:pt x="3884" y="2153"/>
                  </a:lnTo>
                  <a:lnTo>
                    <a:pt x="3901" y="1783"/>
                  </a:lnTo>
                  <a:lnTo>
                    <a:pt x="3901" y="1413"/>
                  </a:lnTo>
                  <a:lnTo>
                    <a:pt x="3867" y="1043"/>
                  </a:lnTo>
                  <a:lnTo>
                    <a:pt x="3833" y="673"/>
                  </a:lnTo>
                  <a:lnTo>
                    <a:pt x="3783" y="304"/>
                  </a:lnTo>
                  <a:lnTo>
                    <a:pt x="3766" y="287"/>
                  </a:lnTo>
                  <a:lnTo>
                    <a:pt x="3766" y="304"/>
                  </a:lnTo>
                  <a:lnTo>
                    <a:pt x="3749" y="304"/>
                  </a:lnTo>
                  <a:lnTo>
                    <a:pt x="3766" y="976"/>
                  </a:lnTo>
                  <a:lnTo>
                    <a:pt x="3766" y="1648"/>
                  </a:lnTo>
                  <a:lnTo>
                    <a:pt x="3716" y="2321"/>
                  </a:lnTo>
                  <a:lnTo>
                    <a:pt x="3632" y="2993"/>
                  </a:lnTo>
                  <a:lnTo>
                    <a:pt x="3228" y="2237"/>
                  </a:lnTo>
                  <a:lnTo>
                    <a:pt x="2808" y="1497"/>
                  </a:lnTo>
                  <a:lnTo>
                    <a:pt x="2354" y="774"/>
                  </a:lnTo>
                  <a:lnTo>
                    <a:pt x="1883" y="68"/>
                  </a:lnTo>
                  <a:lnTo>
                    <a:pt x="1866" y="51"/>
                  </a:lnTo>
                  <a:lnTo>
                    <a:pt x="1833" y="35"/>
                  </a:lnTo>
                  <a:lnTo>
                    <a:pt x="1816" y="35"/>
                  </a:lnTo>
                  <a:lnTo>
                    <a:pt x="1782" y="51"/>
                  </a:lnTo>
                  <a:lnTo>
                    <a:pt x="1766" y="85"/>
                  </a:lnTo>
                  <a:lnTo>
                    <a:pt x="1749" y="119"/>
                  </a:lnTo>
                  <a:lnTo>
                    <a:pt x="1766" y="152"/>
                  </a:lnTo>
                  <a:lnTo>
                    <a:pt x="2270" y="1060"/>
                  </a:lnTo>
                  <a:lnTo>
                    <a:pt x="1715" y="825"/>
                  </a:lnTo>
                  <a:lnTo>
                    <a:pt x="1194" y="589"/>
                  </a:lnTo>
                  <a:lnTo>
                    <a:pt x="925" y="455"/>
                  </a:lnTo>
                  <a:lnTo>
                    <a:pt x="673" y="320"/>
                  </a:lnTo>
                  <a:lnTo>
                    <a:pt x="421" y="16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6" name="Google Shape;6066;p63"/>
            <p:cNvSpPr/>
            <p:nvPr/>
          </p:nvSpPr>
          <p:spPr>
            <a:xfrm>
              <a:off x="4402575" y="1772125"/>
              <a:ext cx="56350" cy="24400"/>
            </a:xfrm>
            <a:custGeom>
              <a:avLst/>
              <a:gdLst/>
              <a:ahLst/>
              <a:cxnLst/>
              <a:rect l="l" t="t" r="r" b="b"/>
              <a:pathLst>
                <a:path w="2254" h="976" extrusionOk="0">
                  <a:moveTo>
                    <a:pt x="34" y="0"/>
                  </a:moveTo>
                  <a:lnTo>
                    <a:pt x="0" y="17"/>
                  </a:lnTo>
                  <a:lnTo>
                    <a:pt x="0" y="34"/>
                  </a:lnTo>
                  <a:lnTo>
                    <a:pt x="17" y="51"/>
                  </a:lnTo>
                  <a:lnTo>
                    <a:pt x="253" y="236"/>
                  </a:lnTo>
                  <a:lnTo>
                    <a:pt x="522" y="387"/>
                  </a:lnTo>
                  <a:lnTo>
                    <a:pt x="774" y="522"/>
                  </a:lnTo>
                  <a:lnTo>
                    <a:pt x="1060" y="639"/>
                  </a:lnTo>
                  <a:lnTo>
                    <a:pt x="1345" y="740"/>
                  </a:lnTo>
                  <a:lnTo>
                    <a:pt x="1631" y="824"/>
                  </a:lnTo>
                  <a:lnTo>
                    <a:pt x="1917" y="908"/>
                  </a:lnTo>
                  <a:lnTo>
                    <a:pt x="2220" y="975"/>
                  </a:lnTo>
                  <a:lnTo>
                    <a:pt x="2236" y="959"/>
                  </a:lnTo>
                  <a:lnTo>
                    <a:pt x="2253" y="942"/>
                  </a:lnTo>
                  <a:lnTo>
                    <a:pt x="2253" y="925"/>
                  </a:lnTo>
                  <a:lnTo>
                    <a:pt x="2236" y="908"/>
                  </a:lnTo>
                  <a:lnTo>
                    <a:pt x="1682" y="690"/>
                  </a:lnTo>
                  <a:lnTo>
                    <a:pt x="1144" y="454"/>
                  </a:lnTo>
                  <a:lnTo>
                    <a:pt x="589" y="219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7" name="Google Shape;6067;p63"/>
            <p:cNvSpPr/>
            <p:nvPr/>
          </p:nvSpPr>
          <p:spPr>
            <a:xfrm>
              <a:off x="4555975" y="1730925"/>
              <a:ext cx="7600" cy="54250"/>
            </a:xfrm>
            <a:custGeom>
              <a:avLst/>
              <a:gdLst/>
              <a:ahLst/>
              <a:cxnLst/>
              <a:rect l="l" t="t" r="r" b="b"/>
              <a:pathLst>
                <a:path w="304" h="2170" extrusionOk="0">
                  <a:moveTo>
                    <a:pt x="34" y="1"/>
                  </a:moveTo>
                  <a:lnTo>
                    <a:pt x="17" y="18"/>
                  </a:lnTo>
                  <a:lnTo>
                    <a:pt x="0" y="51"/>
                  </a:lnTo>
                  <a:lnTo>
                    <a:pt x="51" y="304"/>
                  </a:lnTo>
                  <a:lnTo>
                    <a:pt x="85" y="573"/>
                  </a:lnTo>
                  <a:lnTo>
                    <a:pt x="118" y="825"/>
                  </a:lnTo>
                  <a:lnTo>
                    <a:pt x="135" y="1094"/>
                  </a:lnTo>
                  <a:lnTo>
                    <a:pt x="135" y="1615"/>
                  </a:lnTo>
                  <a:lnTo>
                    <a:pt x="169" y="2153"/>
                  </a:lnTo>
                  <a:lnTo>
                    <a:pt x="169" y="2170"/>
                  </a:lnTo>
                  <a:lnTo>
                    <a:pt x="202" y="2170"/>
                  </a:lnTo>
                  <a:lnTo>
                    <a:pt x="219" y="2153"/>
                  </a:lnTo>
                  <a:lnTo>
                    <a:pt x="269" y="1884"/>
                  </a:lnTo>
                  <a:lnTo>
                    <a:pt x="303" y="1615"/>
                  </a:lnTo>
                  <a:lnTo>
                    <a:pt x="303" y="1346"/>
                  </a:lnTo>
                  <a:lnTo>
                    <a:pt x="286" y="1077"/>
                  </a:lnTo>
                  <a:lnTo>
                    <a:pt x="253" y="808"/>
                  </a:lnTo>
                  <a:lnTo>
                    <a:pt x="202" y="539"/>
                  </a:lnTo>
                  <a:lnTo>
                    <a:pt x="135" y="287"/>
                  </a:lnTo>
                  <a:lnTo>
                    <a:pt x="68" y="18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8" name="Google Shape;6068;p63"/>
            <p:cNvSpPr/>
            <p:nvPr/>
          </p:nvSpPr>
          <p:spPr>
            <a:xfrm>
              <a:off x="4476550" y="1691425"/>
              <a:ext cx="10525" cy="30300"/>
            </a:xfrm>
            <a:custGeom>
              <a:avLst/>
              <a:gdLst/>
              <a:ahLst/>
              <a:cxnLst/>
              <a:rect l="l" t="t" r="r" b="b"/>
              <a:pathLst>
                <a:path w="421" h="1212" extrusionOk="0">
                  <a:moveTo>
                    <a:pt x="34" y="1"/>
                  </a:moveTo>
                  <a:lnTo>
                    <a:pt x="0" y="17"/>
                  </a:lnTo>
                  <a:lnTo>
                    <a:pt x="0" y="68"/>
                  </a:lnTo>
                  <a:lnTo>
                    <a:pt x="185" y="623"/>
                  </a:lnTo>
                  <a:lnTo>
                    <a:pt x="286" y="908"/>
                  </a:lnTo>
                  <a:lnTo>
                    <a:pt x="353" y="1194"/>
                  </a:lnTo>
                  <a:lnTo>
                    <a:pt x="370" y="1211"/>
                  </a:lnTo>
                  <a:lnTo>
                    <a:pt x="404" y="1211"/>
                  </a:lnTo>
                  <a:lnTo>
                    <a:pt x="404" y="1194"/>
                  </a:lnTo>
                  <a:lnTo>
                    <a:pt x="420" y="1043"/>
                  </a:lnTo>
                  <a:lnTo>
                    <a:pt x="404" y="875"/>
                  </a:lnTo>
                  <a:lnTo>
                    <a:pt x="387" y="724"/>
                  </a:lnTo>
                  <a:lnTo>
                    <a:pt x="353" y="572"/>
                  </a:lnTo>
                  <a:lnTo>
                    <a:pt x="303" y="438"/>
                  </a:lnTo>
                  <a:lnTo>
                    <a:pt x="236" y="286"/>
                  </a:lnTo>
                  <a:lnTo>
                    <a:pt x="168" y="152"/>
                  </a:lnTo>
                  <a:lnTo>
                    <a:pt x="84" y="17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9" name="Google Shape;6069;p63"/>
            <p:cNvSpPr/>
            <p:nvPr/>
          </p:nvSpPr>
          <p:spPr>
            <a:xfrm>
              <a:off x="4639600" y="1877600"/>
              <a:ext cx="205975" cy="129475"/>
            </a:xfrm>
            <a:custGeom>
              <a:avLst/>
              <a:gdLst/>
              <a:ahLst/>
              <a:cxnLst/>
              <a:rect l="l" t="t" r="r" b="b"/>
              <a:pathLst>
                <a:path w="8239" h="5179" extrusionOk="0">
                  <a:moveTo>
                    <a:pt x="6372" y="1"/>
                  </a:moveTo>
                  <a:lnTo>
                    <a:pt x="6070" y="18"/>
                  </a:lnTo>
                  <a:lnTo>
                    <a:pt x="5750" y="51"/>
                  </a:lnTo>
                  <a:lnTo>
                    <a:pt x="5431" y="85"/>
                  </a:lnTo>
                  <a:lnTo>
                    <a:pt x="5128" y="135"/>
                  </a:lnTo>
                  <a:lnTo>
                    <a:pt x="4809" y="203"/>
                  </a:lnTo>
                  <a:lnTo>
                    <a:pt x="4506" y="270"/>
                  </a:lnTo>
                  <a:lnTo>
                    <a:pt x="3951" y="388"/>
                  </a:lnTo>
                  <a:lnTo>
                    <a:pt x="3413" y="505"/>
                  </a:lnTo>
                  <a:lnTo>
                    <a:pt x="3145" y="589"/>
                  </a:lnTo>
                  <a:lnTo>
                    <a:pt x="2876" y="690"/>
                  </a:lnTo>
                  <a:lnTo>
                    <a:pt x="2623" y="791"/>
                  </a:lnTo>
                  <a:lnTo>
                    <a:pt x="2388" y="926"/>
                  </a:lnTo>
                  <a:lnTo>
                    <a:pt x="2169" y="1060"/>
                  </a:lnTo>
                  <a:lnTo>
                    <a:pt x="1985" y="1211"/>
                  </a:lnTo>
                  <a:lnTo>
                    <a:pt x="1800" y="1346"/>
                  </a:lnTo>
                  <a:lnTo>
                    <a:pt x="1632" y="1497"/>
                  </a:lnTo>
                  <a:lnTo>
                    <a:pt x="1463" y="1665"/>
                  </a:lnTo>
                  <a:lnTo>
                    <a:pt x="1312" y="1833"/>
                  </a:lnTo>
                  <a:lnTo>
                    <a:pt x="1043" y="2170"/>
                  </a:lnTo>
                  <a:lnTo>
                    <a:pt x="808" y="2506"/>
                  </a:lnTo>
                  <a:lnTo>
                    <a:pt x="623" y="2859"/>
                  </a:lnTo>
                  <a:lnTo>
                    <a:pt x="455" y="3195"/>
                  </a:lnTo>
                  <a:lnTo>
                    <a:pt x="320" y="3531"/>
                  </a:lnTo>
                  <a:lnTo>
                    <a:pt x="219" y="3851"/>
                  </a:lnTo>
                  <a:lnTo>
                    <a:pt x="135" y="4153"/>
                  </a:lnTo>
                  <a:lnTo>
                    <a:pt x="68" y="4422"/>
                  </a:lnTo>
                  <a:lnTo>
                    <a:pt x="34" y="4658"/>
                  </a:lnTo>
                  <a:lnTo>
                    <a:pt x="1" y="4843"/>
                  </a:lnTo>
                  <a:lnTo>
                    <a:pt x="1" y="4994"/>
                  </a:lnTo>
                  <a:lnTo>
                    <a:pt x="1" y="5078"/>
                  </a:lnTo>
                  <a:lnTo>
                    <a:pt x="18" y="5112"/>
                  </a:lnTo>
                  <a:lnTo>
                    <a:pt x="707" y="5078"/>
                  </a:lnTo>
                  <a:lnTo>
                    <a:pt x="1413" y="5061"/>
                  </a:lnTo>
                  <a:lnTo>
                    <a:pt x="2119" y="5061"/>
                  </a:lnTo>
                  <a:lnTo>
                    <a:pt x="2825" y="5078"/>
                  </a:lnTo>
                  <a:lnTo>
                    <a:pt x="3481" y="5095"/>
                  </a:lnTo>
                  <a:lnTo>
                    <a:pt x="4136" y="5128"/>
                  </a:lnTo>
                  <a:lnTo>
                    <a:pt x="4792" y="5162"/>
                  </a:lnTo>
                  <a:lnTo>
                    <a:pt x="5448" y="5179"/>
                  </a:lnTo>
                  <a:lnTo>
                    <a:pt x="5700" y="5162"/>
                  </a:lnTo>
                  <a:lnTo>
                    <a:pt x="5935" y="5112"/>
                  </a:lnTo>
                  <a:lnTo>
                    <a:pt x="6170" y="5011"/>
                  </a:lnTo>
                  <a:lnTo>
                    <a:pt x="6372" y="4910"/>
                  </a:lnTo>
                  <a:lnTo>
                    <a:pt x="6574" y="4775"/>
                  </a:lnTo>
                  <a:lnTo>
                    <a:pt x="6759" y="4607"/>
                  </a:lnTo>
                  <a:lnTo>
                    <a:pt x="6944" y="4439"/>
                  </a:lnTo>
                  <a:lnTo>
                    <a:pt x="7112" y="4237"/>
                  </a:lnTo>
                  <a:lnTo>
                    <a:pt x="7263" y="4036"/>
                  </a:lnTo>
                  <a:lnTo>
                    <a:pt x="7398" y="3817"/>
                  </a:lnTo>
                  <a:lnTo>
                    <a:pt x="7532" y="3582"/>
                  </a:lnTo>
                  <a:lnTo>
                    <a:pt x="7650" y="3363"/>
                  </a:lnTo>
                  <a:lnTo>
                    <a:pt x="7768" y="3128"/>
                  </a:lnTo>
                  <a:lnTo>
                    <a:pt x="7852" y="2892"/>
                  </a:lnTo>
                  <a:lnTo>
                    <a:pt x="8020" y="2455"/>
                  </a:lnTo>
                  <a:lnTo>
                    <a:pt x="8087" y="2237"/>
                  </a:lnTo>
                  <a:lnTo>
                    <a:pt x="8137" y="2018"/>
                  </a:lnTo>
                  <a:lnTo>
                    <a:pt x="8188" y="1783"/>
                  </a:lnTo>
                  <a:lnTo>
                    <a:pt x="8221" y="1548"/>
                  </a:lnTo>
                  <a:lnTo>
                    <a:pt x="8238" y="1312"/>
                  </a:lnTo>
                  <a:lnTo>
                    <a:pt x="8221" y="1094"/>
                  </a:lnTo>
                  <a:lnTo>
                    <a:pt x="8205" y="875"/>
                  </a:lnTo>
                  <a:lnTo>
                    <a:pt x="8137" y="657"/>
                  </a:lnTo>
                  <a:lnTo>
                    <a:pt x="8070" y="489"/>
                  </a:lnTo>
                  <a:lnTo>
                    <a:pt x="7969" y="337"/>
                  </a:lnTo>
                  <a:lnTo>
                    <a:pt x="7835" y="220"/>
                  </a:lnTo>
                  <a:lnTo>
                    <a:pt x="7700" y="135"/>
                  </a:lnTo>
                  <a:lnTo>
                    <a:pt x="7549" y="68"/>
                  </a:lnTo>
                  <a:lnTo>
                    <a:pt x="7381" y="35"/>
                  </a:lnTo>
                  <a:lnTo>
                    <a:pt x="7196" y="18"/>
                  </a:lnTo>
                  <a:lnTo>
                    <a:pt x="7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0" name="Google Shape;6070;p63"/>
            <p:cNvSpPr/>
            <p:nvPr/>
          </p:nvSpPr>
          <p:spPr>
            <a:xfrm>
              <a:off x="4583300" y="1889800"/>
              <a:ext cx="234100" cy="252600"/>
            </a:xfrm>
            <a:custGeom>
              <a:avLst/>
              <a:gdLst/>
              <a:ahLst/>
              <a:cxnLst/>
              <a:rect l="l" t="t" r="r" b="b"/>
              <a:pathLst>
                <a:path w="9364" h="10104" extrusionOk="0">
                  <a:moveTo>
                    <a:pt x="8826" y="1"/>
                  </a:moveTo>
                  <a:lnTo>
                    <a:pt x="8641" y="101"/>
                  </a:lnTo>
                  <a:lnTo>
                    <a:pt x="8456" y="202"/>
                  </a:lnTo>
                  <a:lnTo>
                    <a:pt x="8271" y="320"/>
                  </a:lnTo>
                  <a:lnTo>
                    <a:pt x="8086" y="438"/>
                  </a:lnTo>
                  <a:lnTo>
                    <a:pt x="7935" y="572"/>
                  </a:lnTo>
                  <a:lnTo>
                    <a:pt x="7784" y="723"/>
                  </a:lnTo>
                  <a:lnTo>
                    <a:pt x="7632" y="891"/>
                  </a:lnTo>
                  <a:lnTo>
                    <a:pt x="7498" y="1060"/>
                  </a:lnTo>
                  <a:lnTo>
                    <a:pt x="6994" y="1228"/>
                  </a:lnTo>
                  <a:lnTo>
                    <a:pt x="6472" y="1413"/>
                  </a:lnTo>
                  <a:lnTo>
                    <a:pt x="5985" y="1598"/>
                  </a:lnTo>
                  <a:lnTo>
                    <a:pt x="5481" y="1799"/>
                  </a:lnTo>
                  <a:lnTo>
                    <a:pt x="5144" y="1951"/>
                  </a:lnTo>
                  <a:lnTo>
                    <a:pt x="4825" y="2102"/>
                  </a:lnTo>
                  <a:lnTo>
                    <a:pt x="4506" y="2287"/>
                  </a:lnTo>
                  <a:lnTo>
                    <a:pt x="4186" y="2472"/>
                  </a:lnTo>
                  <a:lnTo>
                    <a:pt x="4186" y="2472"/>
                  </a:lnTo>
                  <a:lnTo>
                    <a:pt x="4287" y="2270"/>
                  </a:lnTo>
                  <a:lnTo>
                    <a:pt x="4405" y="2068"/>
                  </a:lnTo>
                  <a:lnTo>
                    <a:pt x="4522" y="1867"/>
                  </a:lnTo>
                  <a:lnTo>
                    <a:pt x="4657" y="1665"/>
                  </a:lnTo>
                  <a:lnTo>
                    <a:pt x="4775" y="1530"/>
                  </a:lnTo>
                  <a:lnTo>
                    <a:pt x="4892" y="1396"/>
                  </a:lnTo>
                  <a:lnTo>
                    <a:pt x="5027" y="1295"/>
                  </a:lnTo>
                  <a:lnTo>
                    <a:pt x="5178" y="1177"/>
                  </a:lnTo>
                  <a:lnTo>
                    <a:pt x="5464" y="992"/>
                  </a:lnTo>
                  <a:lnTo>
                    <a:pt x="5750" y="791"/>
                  </a:lnTo>
                  <a:lnTo>
                    <a:pt x="5766" y="757"/>
                  </a:lnTo>
                  <a:lnTo>
                    <a:pt x="5750" y="740"/>
                  </a:lnTo>
                  <a:lnTo>
                    <a:pt x="5733" y="723"/>
                  </a:lnTo>
                  <a:lnTo>
                    <a:pt x="5716" y="723"/>
                  </a:lnTo>
                  <a:lnTo>
                    <a:pt x="5413" y="875"/>
                  </a:lnTo>
                  <a:lnTo>
                    <a:pt x="5128" y="1060"/>
                  </a:lnTo>
                  <a:lnTo>
                    <a:pt x="4875" y="1261"/>
                  </a:lnTo>
                  <a:lnTo>
                    <a:pt x="4640" y="1497"/>
                  </a:lnTo>
                  <a:lnTo>
                    <a:pt x="4421" y="1749"/>
                  </a:lnTo>
                  <a:lnTo>
                    <a:pt x="4237" y="2018"/>
                  </a:lnTo>
                  <a:lnTo>
                    <a:pt x="4085" y="2320"/>
                  </a:lnTo>
                  <a:lnTo>
                    <a:pt x="3951" y="2640"/>
                  </a:lnTo>
                  <a:lnTo>
                    <a:pt x="3615" y="2892"/>
                  </a:lnTo>
                  <a:lnTo>
                    <a:pt x="3278" y="3178"/>
                  </a:lnTo>
                  <a:lnTo>
                    <a:pt x="2976" y="3480"/>
                  </a:lnTo>
                  <a:lnTo>
                    <a:pt x="2673" y="3800"/>
                  </a:lnTo>
                  <a:lnTo>
                    <a:pt x="2404" y="4119"/>
                  </a:lnTo>
                  <a:lnTo>
                    <a:pt x="2135" y="4455"/>
                  </a:lnTo>
                  <a:lnTo>
                    <a:pt x="1883" y="4808"/>
                  </a:lnTo>
                  <a:lnTo>
                    <a:pt x="1631" y="5162"/>
                  </a:lnTo>
                  <a:lnTo>
                    <a:pt x="1396" y="5531"/>
                  </a:lnTo>
                  <a:lnTo>
                    <a:pt x="1177" y="5918"/>
                  </a:lnTo>
                  <a:lnTo>
                    <a:pt x="975" y="6305"/>
                  </a:lnTo>
                  <a:lnTo>
                    <a:pt x="790" y="6691"/>
                  </a:lnTo>
                  <a:lnTo>
                    <a:pt x="605" y="7095"/>
                  </a:lnTo>
                  <a:lnTo>
                    <a:pt x="454" y="7515"/>
                  </a:lnTo>
                  <a:lnTo>
                    <a:pt x="320" y="7919"/>
                  </a:lnTo>
                  <a:lnTo>
                    <a:pt x="219" y="8339"/>
                  </a:lnTo>
                  <a:lnTo>
                    <a:pt x="118" y="8759"/>
                  </a:lnTo>
                  <a:lnTo>
                    <a:pt x="51" y="9196"/>
                  </a:lnTo>
                  <a:lnTo>
                    <a:pt x="17" y="9616"/>
                  </a:lnTo>
                  <a:lnTo>
                    <a:pt x="0" y="10054"/>
                  </a:lnTo>
                  <a:lnTo>
                    <a:pt x="17" y="10087"/>
                  </a:lnTo>
                  <a:lnTo>
                    <a:pt x="51" y="10104"/>
                  </a:lnTo>
                  <a:lnTo>
                    <a:pt x="84" y="10104"/>
                  </a:lnTo>
                  <a:lnTo>
                    <a:pt x="101" y="10070"/>
                  </a:lnTo>
                  <a:lnTo>
                    <a:pt x="185" y="9650"/>
                  </a:lnTo>
                  <a:lnTo>
                    <a:pt x="269" y="9230"/>
                  </a:lnTo>
                  <a:lnTo>
                    <a:pt x="387" y="8810"/>
                  </a:lnTo>
                  <a:lnTo>
                    <a:pt x="505" y="8406"/>
                  </a:lnTo>
                  <a:lnTo>
                    <a:pt x="639" y="8003"/>
                  </a:lnTo>
                  <a:lnTo>
                    <a:pt x="773" y="7599"/>
                  </a:lnTo>
                  <a:lnTo>
                    <a:pt x="942" y="7212"/>
                  </a:lnTo>
                  <a:lnTo>
                    <a:pt x="1110" y="6809"/>
                  </a:lnTo>
                  <a:lnTo>
                    <a:pt x="1295" y="6439"/>
                  </a:lnTo>
                  <a:lnTo>
                    <a:pt x="1496" y="6052"/>
                  </a:lnTo>
                  <a:lnTo>
                    <a:pt x="1715" y="5683"/>
                  </a:lnTo>
                  <a:lnTo>
                    <a:pt x="1933" y="5330"/>
                  </a:lnTo>
                  <a:lnTo>
                    <a:pt x="2169" y="4960"/>
                  </a:lnTo>
                  <a:lnTo>
                    <a:pt x="2421" y="4624"/>
                  </a:lnTo>
                  <a:lnTo>
                    <a:pt x="2673" y="4287"/>
                  </a:lnTo>
                  <a:lnTo>
                    <a:pt x="2959" y="3951"/>
                  </a:lnTo>
                  <a:lnTo>
                    <a:pt x="3278" y="3581"/>
                  </a:lnTo>
                  <a:lnTo>
                    <a:pt x="3900" y="3531"/>
                  </a:lnTo>
                  <a:lnTo>
                    <a:pt x="4506" y="3497"/>
                  </a:lnTo>
                  <a:lnTo>
                    <a:pt x="4875" y="3514"/>
                  </a:lnTo>
                  <a:lnTo>
                    <a:pt x="5228" y="3531"/>
                  </a:lnTo>
                  <a:lnTo>
                    <a:pt x="5951" y="3615"/>
                  </a:lnTo>
                  <a:lnTo>
                    <a:pt x="6254" y="3632"/>
                  </a:lnTo>
                  <a:lnTo>
                    <a:pt x="6859" y="3632"/>
                  </a:lnTo>
                  <a:lnTo>
                    <a:pt x="7162" y="3615"/>
                  </a:lnTo>
                  <a:lnTo>
                    <a:pt x="7464" y="3581"/>
                  </a:lnTo>
                  <a:lnTo>
                    <a:pt x="7767" y="3514"/>
                  </a:lnTo>
                  <a:lnTo>
                    <a:pt x="8053" y="3413"/>
                  </a:lnTo>
                  <a:lnTo>
                    <a:pt x="8322" y="3279"/>
                  </a:lnTo>
                  <a:lnTo>
                    <a:pt x="8338" y="3262"/>
                  </a:lnTo>
                  <a:lnTo>
                    <a:pt x="8338" y="3245"/>
                  </a:lnTo>
                  <a:lnTo>
                    <a:pt x="8322" y="3228"/>
                  </a:lnTo>
                  <a:lnTo>
                    <a:pt x="8288" y="3228"/>
                  </a:lnTo>
                  <a:lnTo>
                    <a:pt x="8002" y="3312"/>
                  </a:lnTo>
                  <a:lnTo>
                    <a:pt x="7700" y="3380"/>
                  </a:lnTo>
                  <a:lnTo>
                    <a:pt x="7397" y="3430"/>
                  </a:lnTo>
                  <a:lnTo>
                    <a:pt x="7094" y="3447"/>
                  </a:lnTo>
                  <a:lnTo>
                    <a:pt x="6792" y="3464"/>
                  </a:lnTo>
                  <a:lnTo>
                    <a:pt x="6489" y="3447"/>
                  </a:lnTo>
                  <a:lnTo>
                    <a:pt x="5884" y="3413"/>
                  </a:lnTo>
                  <a:lnTo>
                    <a:pt x="5262" y="3363"/>
                  </a:lnTo>
                  <a:lnTo>
                    <a:pt x="4657" y="3329"/>
                  </a:lnTo>
                  <a:lnTo>
                    <a:pt x="4354" y="3312"/>
                  </a:lnTo>
                  <a:lnTo>
                    <a:pt x="4052" y="3329"/>
                  </a:lnTo>
                  <a:lnTo>
                    <a:pt x="3766" y="3363"/>
                  </a:lnTo>
                  <a:lnTo>
                    <a:pt x="3463" y="3413"/>
                  </a:lnTo>
                  <a:lnTo>
                    <a:pt x="3715" y="3178"/>
                  </a:lnTo>
                  <a:lnTo>
                    <a:pt x="3984" y="2959"/>
                  </a:lnTo>
                  <a:lnTo>
                    <a:pt x="4270" y="2741"/>
                  </a:lnTo>
                  <a:lnTo>
                    <a:pt x="4556" y="2556"/>
                  </a:lnTo>
                  <a:lnTo>
                    <a:pt x="4859" y="2371"/>
                  </a:lnTo>
                  <a:lnTo>
                    <a:pt x="5161" y="2203"/>
                  </a:lnTo>
                  <a:lnTo>
                    <a:pt x="5481" y="2035"/>
                  </a:lnTo>
                  <a:lnTo>
                    <a:pt x="5800" y="1900"/>
                  </a:lnTo>
                  <a:lnTo>
                    <a:pt x="5951" y="1850"/>
                  </a:lnTo>
                  <a:lnTo>
                    <a:pt x="6725" y="1951"/>
                  </a:lnTo>
                  <a:lnTo>
                    <a:pt x="7111" y="2001"/>
                  </a:lnTo>
                  <a:lnTo>
                    <a:pt x="7498" y="2051"/>
                  </a:lnTo>
                  <a:lnTo>
                    <a:pt x="7885" y="2068"/>
                  </a:lnTo>
                  <a:lnTo>
                    <a:pt x="8271" y="2051"/>
                  </a:lnTo>
                  <a:lnTo>
                    <a:pt x="8456" y="2035"/>
                  </a:lnTo>
                  <a:lnTo>
                    <a:pt x="8658" y="2001"/>
                  </a:lnTo>
                  <a:lnTo>
                    <a:pt x="8843" y="1951"/>
                  </a:lnTo>
                  <a:lnTo>
                    <a:pt x="9028" y="1900"/>
                  </a:lnTo>
                  <a:lnTo>
                    <a:pt x="9044" y="1883"/>
                  </a:lnTo>
                  <a:lnTo>
                    <a:pt x="9044" y="1867"/>
                  </a:lnTo>
                  <a:lnTo>
                    <a:pt x="9028" y="1850"/>
                  </a:lnTo>
                  <a:lnTo>
                    <a:pt x="9011" y="1850"/>
                  </a:lnTo>
                  <a:lnTo>
                    <a:pt x="8843" y="1900"/>
                  </a:lnTo>
                  <a:lnTo>
                    <a:pt x="8658" y="1917"/>
                  </a:lnTo>
                  <a:lnTo>
                    <a:pt x="8305" y="1951"/>
                  </a:lnTo>
                  <a:lnTo>
                    <a:pt x="7952" y="1934"/>
                  </a:lnTo>
                  <a:lnTo>
                    <a:pt x="7599" y="1900"/>
                  </a:lnTo>
                  <a:lnTo>
                    <a:pt x="6909" y="1816"/>
                  </a:lnTo>
                  <a:lnTo>
                    <a:pt x="6556" y="1782"/>
                  </a:lnTo>
                  <a:lnTo>
                    <a:pt x="6203" y="1749"/>
                  </a:lnTo>
                  <a:lnTo>
                    <a:pt x="6977" y="1463"/>
                  </a:lnTo>
                  <a:lnTo>
                    <a:pt x="7750" y="1194"/>
                  </a:lnTo>
                  <a:lnTo>
                    <a:pt x="8540" y="908"/>
                  </a:lnTo>
                  <a:lnTo>
                    <a:pt x="9313" y="623"/>
                  </a:lnTo>
                  <a:lnTo>
                    <a:pt x="9364" y="606"/>
                  </a:lnTo>
                  <a:lnTo>
                    <a:pt x="9364" y="555"/>
                  </a:lnTo>
                  <a:lnTo>
                    <a:pt x="9347" y="538"/>
                  </a:lnTo>
                  <a:lnTo>
                    <a:pt x="9297" y="538"/>
                  </a:lnTo>
                  <a:lnTo>
                    <a:pt x="8473" y="774"/>
                  </a:lnTo>
                  <a:lnTo>
                    <a:pt x="7649" y="1026"/>
                  </a:lnTo>
                  <a:lnTo>
                    <a:pt x="7868" y="791"/>
                  </a:lnTo>
                  <a:lnTo>
                    <a:pt x="8103" y="572"/>
                  </a:lnTo>
                  <a:lnTo>
                    <a:pt x="8288" y="438"/>
                  </a:lnTo>
                  <a:lnTo>
                    <a:pt x="8473" y="303"/>
                  </a:lnTo>
                  <a:lnTo>
                    <a:pt x="8860" y="51"/>
                  </a:lnTo>
                  <a:lnTo>
                    <a:pt x="8860" y="34"/>
                  </a:lnTo>
                  <a:lnTo>
                    <a:pt x="8860" y="17"/>
                  </a:lnTo>
                  <a:lnTo>
                    <a:pt x="88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1" name="Google Shape;6071;p63"/>
            <p:cNvSpPr/>
            <p:nvPr/>
          </p:nvSpPr>
          <p:spPr>
            <a:xfrm>
              <a:off x="4789650" y="1928475"/>
              <a:ext cx="37850" cy="4650"/>
            </a:xfrm>
            <a:custGeom>
              <a:avLst/>
              <a:gdLst/>
              <a:ahLst/>
              <a:cxnLst/>
              <a:rect l="l" t="t" r="r" b="b"/>
              <a:pathLst>
                <a:path w="1514" h="186" extrusionOk="0">
                  <a:moveTo>
                    <a:pt x="1497" y="0"/>
                  </a:moveTo>
                  <a:lnTo>
                    <a:pt x="1127" y="34"/>
                  </a:lnTo>
                  <a:lnTo>
                    <a:pt x="757" y="67"/>
                  </a:lnTo>
                  <a:lnTo>
                    <a:pt x="387" y="101"/>
                  </a:lnTo>
                  <a:lnTo>
                    <a:pt x="17" y="101"/>
                  </a:lnTo>
                  <a:lnTo>
                    <a:pt x="0" y="118"/>
                  </a:lnTo>
                  <a:lnTo>
                    <a:pt x="17" y="135"/>
                  </a:lnTo>
                  <a:lnTo>
                    <a:pt x="202" y="151"/>
                  </a:lnTo>
                  <a:lnTo>
                    <a:pt x="387" y="168"/>
                  </a:lnTo>
                  <a:lnTo>
                    <a:pt x="572" y="185"/>
                  </a:lnTo>
                  <a:lnTo>
                    <a:pt x="774" y="168"/>
                  </a:lnTo>
                  <a:lnTo>
                    <a:pt x="959" y="151"/>
                  </a:lnTo>
                  <a:lnTo>
                    <a:pt x="1144" y="118"/>
                  </a:lnTo>
                  <a:lnTo>
                    <a:pt x="1328" y="84"/>
                  </a:lnTo>
                  <a:lnTo>
                    <a:pt x="1513" y="34"/>
                  </a:lnTo>
                  <a:lnTo>
                    <a:pt x="1513" y="17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2" name="Google Shape;6072;p63"/>
            <p:cNvSpPr/>
            <p:nvPr/>
          </p:nvSpPr>
          <p:spPr>
            <a:xfrm>
              <a:off x="4724925" y="1904100"/>
              <a:ext cx="19775" cy="13875"/>
            </a:xfrm>
            <a:custGeom>
              <a:avLst/>
              <a:gdLst/>
              <a:ahLst/>
              <a:cxnLst/>
              <a:rect l="l" t="t" r="r" b="b"/>
              <a:pathLst>
                <a:path w="791" h="555" extrusionOk="0">
                  <a:moveTo>
                    <a:pt x="740" y="0"/>
                  </a:moveTo>
                  <a:lnTo>
                    <a:pt x="538" y="101"/>
                  </a:lnTo>
                  <a:lnTo>
                    <a:pt x="354" y="219"/>
                  </a:lnTo>
                  <a:lnTo>
                    <a:pt x="169" y="353"/>
                  </a:lnTo>
                  <a:lnTo>
                    <a:pt x="0" y="504"/>
                  </a:lnTo>
                  <a:lnTo>
                    <a:pt x="0" y="521"/>
                  </a:lnTo>
                  <a:lnTo>
                    <a:pt x="0" y="538"/>
                  </a:lnTo>
                  <a:lnTo>
                    <a:pt x="17" y="555"/>
                  </a:lnTo>
                  <a:lnTo>
                    <a:pt x="51" y="555"/>
                  </a:lnTo>
                  <a:lnTo>
                    <a:pt x="421" y="286"/>
                  </a:lnTo>
                  <a:lnTo>
                    <a:pt x="606" y="185"/>
                  </a:lnTo>
                  <a:lnTo>
                    <a:pt x="791" y="67"/>
                  </a:lnTo>
                  <a:lnTo>
                    <a:pt x="79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3" name="Google Shape;6073;p63"/>
            <p:cNvSpPr/>
            <p:nvPr/>
          </p:nvSpPr>
          <p:spPr>
            <a:xfrm>
              <a:off x="4387450" y="1904925"/>
              <a:ext cx="156775" cy="105100"/>
            </a:xfrm>
            <a:custGeom>
              <a:avLst/>
              <a:gdLst/>
              <a:ahLst/>
              <a:cxnLst/>
              <a:rect l="l" t="t" r="r" b="b"/>
              <a:pathLst>
                <a:path w="6271" h="4204" extrusionOk="0">
                  <a:moveTo>
                    <a:pt x="1396" y="1"/>
                  </a:moveTo>
                  <a:lnTo>
                    <a:pt x="1177" y="18"/>
                  </a:lnTo>
                  <a:lnTo>
                    <a:pt x="975" y="51"/>
                  </a:lnTo>
                  <a:lnTo>
                    <a:pt x="774" y="102"/>
                  </a:lnTo>
                  <a:lnTo>
                    <a:pt x="589" y="202"/>
                  </a:lnTo>
                  <a:lnTo>
                    <a:pt x="505" y="253"/>
                  </a:lnTo>
                  <a:lnTo>
                    <a:pt x="437" y="320"/>
                  </a:lnTo>
                  <a:lnTo>
                    <a:pt x="353" y="404"/>
                  </a:lnTo>
                  <a:lnTo>
                    <a:pt x="286" y="488"/>
                  </a:lnTo>
                  <a:lnTo>
                    <a:pt x="219" y="572"/>
                  </a:lnTo>
                  <a:lnTo>
                    <a:pt x="168" y="690"/>
                  </a:lnTo>
                  <a:lnTo>
                    <a:pt x="84" y="875"/>
                  </a:lnTo>
                  <a:lnTo>
                    <a:pt x="34" y="1077"/>
                  </a:lnTo>
                  <a:lnTo>
                    <a:pt x="0" y="1295"/>
                  </a:lnTo>
                  <a:lnTo>
                    <a:pt x="0" y="1514"/>
                  </a:lnTo>
                  <a:lnTo>
                    <a:pt x="0" y="1732"/>
                  </a:lnTo>
                  <a:lnTo>
                    <a:pt x="34" y="1968"/>
                  </a:lnTo>
                  <a:lnTo>
                    <a:pt x="84" y="2186"/>
                  </a:lnTo>
                  <a:lnTo>
                    <a:pt x="152" y="2422"/>
                  </a:lnTo>
                  <a:lnTo>
                    <a:pt x="236" y="2640"/>
                  </a:lnTo>
                  <a:lnTo>
                    <a:pt x="336" y="2842"/>
                  </a:lnTo>
                  <a:lnTo>
                    <a:pt x="437" y="3044"/>
                  </a:lnTo>
                  <a:lnTo>
                    <a:pt x="555" y="3245"/>
                  </a:lnTo>
                  <a:lnTo>
                    <a:pt x="690" y="3413"/>
                  </a:lnTo>
                  <a:lnTo>
                    <a:pt x="841" y="3581"/>
                  </a:lnTo>
                  <a:lnTo>
                    <a:pt x="992" y="3716"/>
                  </a:lnTo>
                  <a:lnTo>
                    <a:pt x="1160" y="3834"/>
                  </a:lnTo>
                  <a:lnTo>
                    <a:pt x="1278" y="3918"/>
                  </a:lnTo>
                  <a:lnTo>
                    <a:pt x="1412" y="3985"/>
                  </a:lnTo>
                  <a:lnTo>
                    <a:pt x="1681" y="4086"/>
                  </a:lnTo>
                  <a:lnTo>
                    <a:pt x="1967" y="4153"/>
                  </a:lnTo>
                  <a:lnTo>
                    <a:pt x="2253" y="4187"/>
                  </a:lnTo>
                  <a:lnTo>
                    <a:pt x="2539" y="4203"/>
                  </a:lnTo>
                  <a:lnTo>
                    <a:pt x="2841" y="4203"/>
                  </a:lnTo>
                  <a:lnTo>
                    <a:pt x="3413" y="4170"/>
                  </a:lnTo>
                  <a:lnTo>
                    <a:pt x="4119" y="4069"/>
                  </a:lnTo>
                  <a:lnTo>
                    <a:pt x="4808" y="3968"/>
                  </a:lnTo>
                  <a:lnTo>
                    <a:pt x="5497" y="3834"/>
                  </a:lnTo>
                  <a:lnTo>
                    <a:pt x="6170" y="3682"/>
                  </a:lnTo>
                  <a:lnTo>
                    <a:pt x="6204" y="3666"/>
                  </a:lnTo>
                  <a:lnTo>
                    <a:pt x="6237" y="3682"/>
                  </a:lnTo>
                  <a:lnTo>
                    <a:pt x="6254" y="3666"/>
                  </a:lnTo>
                  <a:lnTo>
                    <a:pt x="6271" y="3649"/>
                  </a:lnTo>
                  <a:lnTo>
                    <a:pt x="6271" y="3632"/>
                  </a:lnTo>
                  <a:lnTo>
                    <a:pt x="6153" y="3380"/>
                  </a:lnTo>
                  <a:lnTo>
                    <a:pt x="6019" y="3144"/>
                  </a:lnTo>
                  <a:lnTo>
                    <a:pt x="5884" y="2909"/>
                  </a:lnTo>
                  <a:lnTo>
                    <a:pt x="5733" y="2674"/>
                  </a:lnTo>
                  <a:lnTo>
                    <a:pt x="5582" y="2455"/>
                  </a:lnTo>
                  <a:lnTo>
                    <a:pt x="5413" y="2237"/>
                  </a:lnTo>
                  <a:lnTo>
                    <a:pt x="5228" y="2035"/>
                  </a:lnTo>
                  <a:lnTo>
                    <a:pt x="5044" y="1833"/>
                  </a:lnTo>
                  <a:lnTo>
                    <a:pt x="4859" y="1648"/>
                  </a:lnTo>
                  <a:lnTo>
                    <a:pt x="4657" y="1463"/>
                  </a:lnTo>
                  <a:lnTo>
                    <a:pt x="4455" y="1295"/>
                  </a:lnTo>
                  <a:lnTo>
                    <a:pt x="4237" y="1127"/>
                  </a:lnTo>
                  <a:lnTo>
                    <a:pt x="4018" y="976"/>
                  </a:lnTo>
                  <a:lnTo>
                    <a:pt x="3783" y="824"/>
                  </a:lnTo>
                  <a:lnTo>
                    <a:pt x="3547" y="690"/>
                  </a:lnTo>
                  <a:lnTo>
                    <a:pt x="3295" y="555"/>
                  </a:lnTo>
                  <a:lnTo>
                    <a:pt x="2942" y="404"/>
                  </a:lnTo>
                  <a:lnTo>
                    <a:pt x="2522" y="236"/>
                  </a:lnTo>
                  <a:lnTo>
                    <a:pt x="2303" y="169"/>
                  </a:lnTo>
                  <a:lnTo>
                    <a:pt x="2085" y="102"/>
                  </a:lnTo>
                  <a:lnTo>
                    <a:pt x="1849" y="51"/>
                  </a:lnTo>
                  <a:lnTo>
                    <a:pt x="1631" y="18"/>
                  </a:lnTo>
                  <a:lnTo>
                    <a:pt x="13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4" name="Google Shape;6074;p63"/>
            <p:cNvSpPr/>
            <p:nvPr/>
          </p:nvSpPr>
          <p:spPr>
            <a:xfrm>
              <a:off x="4412650" y="1922150"/>
              <a:ext cx="216900" cy="227400"/>
            </a:xfrm>
            <a:custGeom>
              <a:avLst/>
              <a:gdLst/>
              <a:ahLst/>
              <a:cxnLst/>
              <a:rect l="l" t="t" r="r" b="b"/>
              <a:pathLst>
                <a:path w="8676" h="9096" extrusionOk="0">
                  <a:moveTo>
                    <a:pt x="808" y="1"/>
                  </a:moveTo>
                  <a:lnTo>
                    <a:pt x="791" y="18"/>
                  </a:lnTo>
                  <a:lnTo>
                    <a:pt x="1077" y="253"/>
                  </a:lnTo>
                  <a:lnTo>
                    <a:pt x="1329" y="505"/>
                  </a:lnTo>
                  <a:lnTo>
                    <a:pt x="1581" y="791"/>
                  </a:lnTo>
                  <a:lnTo>
                    <a:pt x="1800" y="1077"/>
                  </a:lnTo>
                  <a:lnTo>
                    <a:pt x="1800" y="1077"/>
                  </a:lnTo>
                  <a:lnTo>
                    <a:pt x="1161" y="842"/>
                  </a:lnTo>
                  <a:lnTo>
                    <a:pt x="522" y="640"/>
                  </a:lnTo>
                  <a:lnTo>
                    <a:pt x="505" y="640"/>
                  </a:lnTo>
                  <a:lnTo>
                    <a:pt x="488" y="657"/>
                  </a:lnTo>
                  <a:lnTo>
                    <a:pt x="488" y="673"/>
                  </a:lnTo>
                  <a:lnTo>
                    <a:pt x="505" y="690"/>
                  </a:lnTo>
                  <a:lnTo>
                    <a:pt x="1648" y="1144"/>
                  </a:lnTo>
                  <a:lnTo>
                    <a:pt x="2220" y="1396"/>
                  </a:lnTo>
                  <a:lnTo>
                    <a:pt x="2792" y="1648"/>
                  </a:lnTo>
                  <a:lnTo>
                    <a:pt x="2439" y="1699"/>
                  </a:lnTo>
                  <a:lnTo>
                    <a:pt x="2102" y="1733"/>
                  </a:lnTo>
                  <a:lnTo>
                    <a:pt x="1749" y="1766"/>
                  </a:lnTo>
                  <a:lnTo>
                    <a:pt x="1060" y="1766"/>
                  </a:lnTo>
                  <a:lnTo>
                    <a:pt x="724" y="1733"/>
                  </a:lnTo>
                  <a:lnTo>
                    <a:pt x="371" y="1699"/>
                  </a:lnTo>
                  <a:lnTo>
                    <a:pt x="35" y="1648"/>
                  </a:lnTo>
                  <a:lnTo>
                    <a:pt x="18" y="1665"/>
                  </a:lnTo>
                  <a:lnTo>
                    <a:pt x="1" y="1665"/>
                  </a:lnTo>
                  <a:lnTo>
                    <a:pt x="1" y="1682"/>
                  </a:lnTo>
                  <a:lnTo>
                    <a:pt x="18" y="1699"/>
                  </a:lnTo>
                  <a:lnTo>
                    <a:pt x="388" y="1783"/>
                  </a:lnTo>
                  <a:lnTo>
                    <a:pt x="741" y="1850"/>
                  </a:lnTo>
                  <a:lnTo>
                    <a:pt x="1110" y="1901"/>
                  </a:lnTo>
                  <a:lnTo>
                    <a:pt x="1480" y="1917"/>
                  </a:lnTo>
                  <a:lnTo>
                    <a:pt x="1850" y="1917"/>
                  </a:lnTo>
                  <a:lnTo>
                    <a:pt x="2220" y="1884"/>
                  </a:lnTo>
                  <a:lnTo>
                    <a:pt x="2573" y="1817"/>
                  </a:lnTo>
                  <a:lnTo>
                    <a:pt x="2943" y="1733"/>
                  </a:lnTo>
                  <a:lnTo>
                    <a:pt x="3296" y="1917"/>
                  </a:lnTo>
                  <a:lnTo>
                    <a:pt x="3649" y="2102"/>
                  </a:lnTo>
                  <a:lnTo>
                    <a:pt x="3985" y="2304"/>
                  </a:lnTo>
                  <a:lnTo>
                    <a:pt x="4321" y="2506"/>
                  </a:lnTo>
                  <a:lnTo>
                    <a:pt x="4052" y="2506"/>
                  </a:lnTo>
                  <a:lnTo>
                    <a:pt x="3767" y="2523"/>
                  </a:lnTo>
                  <a:lnTo>
                    <a:pt x="3481" y="2556"/>
                  </a:lnTo>
                  <a:lnTo>
                    <a:pt x="3212" y="2607"/>
                  </a:lnTo>
                  <a:lnTo>
                    <a:pt x="2724" y="2708"/>
                  </a:lnTo>
                  <a:lnTo>
                    <a:pt x="2237" y="2775"/>
                  </a:lnTo>
                  <a:lnTo>
                    <a:pt x="1732" y="2825"/>
                  </a:lnTo>
                  <a:lnTo>
                    <a:pt x="1245" y="2825"/>
                  </a:lnTo>
                  <a:lnTo>
                    <a:pt x="1228" y="2842"/>
                  </a:lnTo>
                  <a:lnTo>
                    <a:pt x="1211" y="2842"/>
                  </a:lnTo>
                  <a:lnTo>
                    <a:pt x="1228" y="2859"/>
                  </a:lnTo>
                  <a:lnTo>
                    <a:pt x="1245" y="2876"/>
                  </a:lnTo>
                  <a:lnTo>
                    <a:pt x="1447" y="2909"/>
                  </a:lnTo>
                  <a:lnTo>
                    <a:pt x="1665" y="2909"/>
                  </a:lnTo>
                  <a:lnTo>
                    <a:pt x="1884" y="2926"/>
                  </a:lnTo>
                  <a:lnTo>
                    <a:pt x="2085" y="2909"/>
                  </a:lnTo>
                  <a:lnTo>
                    <a:pt x="2506" y="2859"/>
                  </a:lnTo>
                  <a:lnTo>
                    <a:pt x="2926" y="2808"/>
                  </a:lnTo>
                  <a:lnTo>
                    <a:pt x="3330" y="2741"/>
                  </a:lnTo>
                  <a:lnTo>
                    <a:pt x="3750" y="2691"/>
                  </a:lnTo>
                  <a:lnTo>
                    <a:pt x="4170" y="2657"/>
                  </a:lnTo>
                  <a:lnTo>
                    <a:pt x="4389" y="2674"/>
                  </a:lnTo>
                  <a:lnTo>
                    <a:pt x="4590" y="2691"/>
                  </a:lnTo>
                  <a:lnTo>
                    <a:pt x="5044" y="3027"/>
                  </a:lnTo>
                  <a:lnTo>
                    <a:pt x="5481" y="3380"/>
                  </a:lnTo>
                  <a:lnTo>
                    <a:pt x="5885" y="3767"/>
                  </a:lnTo>
                  <a:lnTo>
                    <a:pt x="6271" y="4187"/>
                  </a:lnTo>
                  <a:lnTo>
                    <a:pt x="6624" y="4624"/>
                  </a:lnTo>
                  <a:lnTo>
                    <a:pt x="6944" y="5078"/>
                  </a:lnTo>
                  <a:lnTo>
                    <a:pt x="7230" y="5565"/>
                  </a:lnTo>
                  <a:lnTo>
                    <a:pt x="7482" y="6070"/>
                  </a:lnTo>
                  <a:lnTo>
                    <a:pt x="7650" y="6440"/>
                  </a:lnTo>
                  <a:lnTo>
                    <a:pt x="7818" y="6809"/>
                  </a:lnTo>
                  <a:lnTo>
                    <a:pt x="8087" y="7566"/>
                  </a:lnTo>
                  <a:lnTo>
                    <a:pt x="8339" y="8322"/>
                  </a:lnTo>
                  <a:lnTo>
                    <a:pt x="8608" y="9062"/>
                  </a:lnTo>
                  <a:lnTo>
                    <a:pt x="8625" y="9096"/>
                  </a:lnTo>
                  <a:lnTo>
                    <a:pt x="8659" y="9096"/>
                  </a:lnTo>
                  <a:lnTo>
                    <a:pt x="8675" y="9079"/>
                  </a:lnTo>
                  <a:lnTo>
                    <a:pt x="8675" y="9045"/>
                  </a:lnTo>
                  <a:lnTo>
                    <a:pt x="8608" y="8675"/>
                  </a:lnTo>
                  <a:lnTo>
                    <a:pt x="8524" y="8306"/>
                  </a:lnTo>
                  <a:lnTo>
                    <a:pt x="8423" y="7919"/>
                  </a:lnTo>
                  <a:lnTo>
                    <a:pt x="8306" y="7549"/>
                  </a:lnTo>
                  <a:lnTo>
                    <a:pt x="8188" y="7162"/>
                  </a:lnTo>
                  <a:lnTo>
                    <a:pt x="8037" y="6793"/>
                  </a:lnTo>
                  <a:lnTo>
                    <a:pt x="7885" y="6423"/>
                  </a:lnTo>
                  <a:lnTo>
                    <a:pt x="7717" y="6053"/>
                  </a:lnTo>
                  <a:lnTo>
                    <a:pt x="7532" y="5700"/>
                  </a:lnTo>
                  <a:lnTo>
                    <a:pt x="7331" y="5347"/>
                  </a:lnTo>
                  <a:lnTo>
                    <a:pt x="7129" y="4994"/>
                  </a:lnTo>
                  <a:lnTo>
                    <a:pt x="6910" y="4674"/>
                  </a:lnTo>
                  <a:lnTo>
                    <a:pt x="6675" y="4355"/>
                  </a:lnTo>
                  <a:lnTo>
                    <a:pt x="6440" y="4052"/>
                  </a:lnTo>
                  <a:lnTo>
                    <a:pt x="6187" y="3750"/>
                  </a:lnTo>
                  <a:lnTo>
                    <a:pt x="5918" y="3481"/>
                  </a:lnTo>
                  <a:lnTo>
                    <a:pt x="5532" y="3128"/>
                  </a:lnTo>
                  <a:lnTo>
                    <a:pt x="5128" y="2808"/>
                  </a:lnTo>
                  <a:lnTo>
                    <a:pt x="4708" y="2506"/>
                  </a:lnTo>
                  <a:lnTo>
                    <a:pt x="4271" y="2237"/>
                  </a:lnTo>
                  <a:lnTo>
                    <a:pt x="4103" y="1985"/>
                  </a:lnTo>
                  <a:lnTo>
                    <a:pt x="3935" y="1733"/>
                  </a:lnTo>
                  <a:lnTo>
                    <a:pt x="3733" y="1514"/>
                  </a:lnTo>
                  <a:lnTo>
                    <a:pt x="3531" y="1295"/>
                  </a:lnTo>
                  <a:lnTo>
                    <a:pt x="3313" y="1077"/>
                  </a:lnTo>
                  <a:lnTo>
                    <a:pt x="3094" y="892"/>
                  </a:lnTo>
                  <a:lnTo>
                    <a:pt x="2859" y="707"/>
                  </a:lnTo>
                  <a:lnTo>
                    <a:pt x="2607" y="522"/>
                  </a:lnTo>
                  <a:lnTo>
                    <a:pt x="2590" y="522"/>
                  </a:lnTo>
                  <a:lnTo>
                    <a:pt x="2573" y="539"/>
                  </a:lnTo>
                  <a:lnTo>
                    <a:pt x="2556" y="556"/>
                  </a:lnTo>
                  <a:lnTo>
                    <a:pt x="2573" y="573"/>
                  </a:lnTo>
                  <a:lnTo>
                    <a:pt x="2960" y="909"/>
                  </a:lnTo>
                  <a:lnTo>
                    <a:pt x="3330" y="1279"/>
                  </a:lnTo>
                  <a:lnTo>
                    <a:pt x="3666" y="1648"/>
                  </a:lnTo>
                  <a:lnTo>
                    <a:pt x="3985" y="2052"/>
                  </a:lnTo>
                  <a:lnTo>
                    <a:pt x="3481" y="1800"/>
                  </a:lnTo>
                  <a:lnTo>
                    <a:pt x="2960" y="1548"/>
                  </a:lnTo>
                  <a:lnTo>
                    <a:pt x="2439" y="1329"/>
                  </a:lnTo>
                  <a:lnTo>
                    <a:pt x="1917" y="1127"/>
                  </a:lnTo>
                  <a:lnTo>
                    <a:pt x="1817" y="942"/>
                  </a:lnTo>
                  <a:lnTo>
                    <a:pt x="1699" y="791"/>
                  </a:lnTo>
                  <a:lnTo>
                    <a:pt x="1581" y="623"/>
                  </a:lnTo>
                  <a:lnTo>
                    <a:pt x="1447" y="488"/>
                  </a:lnTo>
                  <a:lnTo>
                    <a:pt x="1295" y="354"/>
                  </a:lnTo>
                  <a:lnTo>
                    <a:pt x="1144" y="220"/>
                  </a:lnTo>
                  <a:lnTo>
                    <a:pt x="976" y="119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5" name="Google Shape;6075;p63"/>
            <p:cNvSpPr/>
            <p:nvPr/>
          </p:nvSpPr>
          <p:spPr>
            <a:xfrm>
              <a:off x="4458475" y="1926375"/>
              <a:ext cx="16400" cy="15575"/>
            </a:xfrm>
            <a:custGeom>
              <a:avLst/>
              <a:gdLst/>
              <a:ahLst/>
              <a:cxnLst/>
              <a:rect l="l" t="t" r="r" b="b"/>
              <a:pathLst>
                <a:path w="656" h="623" extrusionOk="0">
                  <a:moveTo>
                    <a:pt x="0" y="0"/>
                  </a:moveTo>
                  <a:lnTo>
                    <a:pt x="0" y="17"/>
                  </a:lnTo>
                  <a:lnTo>
                    <a:pt x="84" y="101"/>
                  </a:lnTo>
                  <a:lnTo>
                    <a:pt x="168" y="168"/>
                  </a:lnTo>
                  <a:lnTo>
                    <a:pt x="337" y="303"/>
                  </a:lnTo>
                  <a:lnTo>
                    <a:pt x="471" y="471"/>
                  </a:lnTo>
                  <a:lnTo>
                    <a:pt x="622" y="622"/>
                  </a:lnTo>
                  <a:lnTo>
                    <a:pt x="639" y="622"/>
                  </a:lnTo>
                  <a:lnTo>
                    <a:pt x="656" y="605"/>
                  </a:lnTo>
                  <a:lnTo>
                    <a:pt x="589" y="504"/>
                  </a:lnTo>
                  <a:lnTo>
                    <a:pt x="521" y="420"/>
                  </a:lnTo>
                  <a:lnTo>
                    <a:pt x="437" y="336"/>
                  </a:lnTo>
                  <a:lnTo>
                    <a:pt x="353" y="252"/>
                  </a:lnTo>
                  <a:lnTo>
                    <a:pt x="202" y="118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6" name="Google Shape;6076;p63"/>
            <p:cNvSpPr/>
            <p:nvPr/>
          </p:nvSpPr>
          <p:spPr>
            <a:xfrm>
              <a:off x="4401325" y="1951150"/>
              <a:ext cx="26900" cy="7175"/>
            </a:xfrm>
            <a:custGeom>
              <a:avLst/>
              <a:gdLst/>
              <a:ahLst/>
              <a:cxnLst/>
              <a:rect l="l" t="t" r="r" b="b"/>
              <a:pathLst>
                <a:path w="1076" h="287" extrusionOk="0">
                  <a:moveTo>
                    <a:pt x="17" y="1"/>
                  </a:moveTo>
                  <a:lnTo>
                    <a:pt x="0" y="18"/>
                  </a:lnTo>
                  <a:lnTo>
                    <a:pt x="0" y="35"/>
                  </a:lnTo>
                  <a:lnTo>
                    <a:pt x="17" y="35"/>
                  </a:lnTo>
                  <a:lnTo>
                    <a:pt x="135" y="102"/>
                  </a:lnTo>
                  <a:lnTo>
                    <a:pt x="252" y="169"/>
                  </a:lnTo>
                  <a:lnTo>
                    <a:pt x="387" y="219"/>
                  </a:lnTo>
                  <a:lnTo>
                    <a:pt x="504" y="253"/>
                  </a:lnTo>
                  <a:lnTo>
                    <a:pt x="639" y="270"/>
                  </a:lnTo>
                  <a:lnTo>
                    <a:pt x="773" y="287"/>
                  </a:lnTo>
                  <a:lnTo>
                    <a:pt x="1059" y="287"/>
                  </a:lnTo>
                  <a:lnTo>
                    <a:pt x="1076" y="270"/>
                  </a:lnTo>
                  <a:lnTo>
                    <a:pt x="1076" y="253"/>
                  </a:lnTo>
                  <a:lnTo>
                    <a:pt x="1076" y="236"/>
                  </a:lnTo>
                  <a:lnTo>
                    <a:pt x="1059" y="236"/>
                  </a:lnTo>
                  <a:lnTo>
                    <a:pt x="925" y="203"/>
                  </a:lnTo>
                  <a:lnTo>
                    <a:pt x="790" y="186"/>
                  </a:lnTo>
                  <a:lnTo>
                    <a:pt x="538" y="152"/>
                  </a:lnTo>
                  <a:lnTo>
                    <a:pt x="269" y="85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7" name="Google Shape;6077;p63"/>
            <p:cNvSpPr/>
            <p:nvPr/>
          </p:nvSpPr>
          <p:spPr>
            <a:xfrm>
              <a:off x="4528650" y="2087325"/>
              <a:ext cx="149650" cy="186225"/>
            </a:xfrm>
            <a:custGeom>
              <a:avLst/>
              <a:gdLst/>
              <a:ahLst/>
              <a:cxnLst/>
              <a:rect l="l" t="t" r="r" b="b"/>
              <a:pathLst>
                <a:path w="5986" h="7449" extrusionOk="0">
                  <a:moveTo>
                    <a:pt x="1" y="1"/>
                  </a:moveTo>
                  <a:lnTo>
                    <a:pt x="186" y="1699"/>
                  </a:lnTo>
                  <a:lnTo>
                    <a:pt x="825" y="7448"/>
                  </a:lnTo>
                  <a:lnTo>
                    <a:pt x="5330" y="7448"/>
                  </a:lnTo>
                  <a:lnTo>
                    <a:pt x="5834" y="1699"/>
                  </a:lnTo>
                  <a:lnTo>
                    <a:pt x="59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8" name="Google Shape;6078;p63"/>
            <p:cNvSpPr/>
            <p:nvPr/>
          </p:nvSpPr>
          <p:spPr>
            <a:xfrm>
              <a:off x="4528650" y="2087325"/>
              <a:ext cx="149650" cy="42475"/>
            </a:xfrm>
            <a:custGeom>
              <a:avLst/>
              <a:gdLst/>
              <a:ahLst/>
              <a:cxnLst/>
              <a:rect l="l" t="t" r="r" b="b"/>
              <a:pathLst>
                <a:path w="5986" h="1699" extrusionOk="0">
                  <a:moveTo>
                    <a:pt x="1" y="1"/>
                  </a:moveTo>
                  <a:lnTo>
                    <a:pt x="186" y="1699"/>
                  </a:lnTo>
                  <a:lnTo>
                    <a:pt x="5834" y="1699"/>
                  </a:lnTo>
                  <a:lnTo>
                    <a:pt x="59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9" name="Google Shape;6079;p63"/>
            <p:cNvSpPr/>
            <p:nvPr/>
          </p:nvSpPr>
          <p:spPr>
            <a:xfrm>
              <a:off x="4517725" y="2075975"/>
              <a:ext cx="171925" cy="34500"/>
            </a:xfrm>
            <a:custGeom>
              <a:avLst/>
              <a:gdLst/>
              <a:ahLst/>
              <a:cxnLst/>
              <a:rect l="l" t="t" r="r" b="b"/>
              <a:pathLst>
                <a:path w="6877" h="1380" extrusionOk="0">
                  <a:moveTo>
                    <a:pt x="1" y="1"/>
                  </a:moveTo>
                  <a:lnTo>
                    <a:pt x="1" y="1379"/>
                  </a:lnTo>
                  <a:lnTo>
                    <a:pt x="6876" y="1379"/>
                  </a:lnTo>
                  <a:lnTo>
                    <a:pt x="68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" name="Google Shape;1589;p52"/>
          <p:cNvSpPr txBox="1"/>
          <p:nvPr/>
        </p:nvSpPr>
        <p:spPr>
          <a:xfrm>
            <a:off x="5382260" y="1040130"/>
            <a:ext cx="2934335" cy="33648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None/>
              <a:defRPr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altLang="en-GB" sz="1800" b="1"/>
              <a:t>C</a:t>
            </a:r>
            <a:r>
              <a:rPr lang="en-GB" sz="1800" b="1"/>
              <a:t>onversion Rates</a:t>
            </a:r>
            <a:endParaRPr lang="en-GB" sz="18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 sz="1800"/>
              <a:t>Track the percentage of</a:t>
            </a:r>
            <a:r>
              <a:rPr lang="en-US" altLang="en-GB" sz="1800"/>
              <a:t> </a:t>
            </a:r>
            <a:r>
              <a:rPr lang="en-GB" sz="1800"/>
              <a:t>visitors who take desired actions, like subscribing, downloading, or purchasing.</a:t>
            </a:r>
            <a:endParaRPr lang="en-GB"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GB"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 sz="1800" b="1"/>
              <a:t>SEO Rankings</a:t>
            </a:r>
            <a:endParaRPr lang="en-GB" sz="18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</a:pPr>
            <a:r>
              <a:rPr lang="en-GB" sz="1800"/>
              <a:t>Analyze how your content ranks for targeted keywords on search engines.</a:t>
            </a:r>
            <a:endParaRPr lang="en-GB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49"/>
          <p:cNvSpPr/>
          <p:nvPr/>
        </p:nvSpPr>
        <p:spPr>
          <a:xfrm>
            <a:off x="1166010" y="1734953"/>
            <a:ext cx="630000" cy="58860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3" name="Google Shape;1513;p49"/>
          <p:cNvSpPr txBox="1"/>
          <p:nvPr>
            <p:ph type="title"/>
          </p:nvPr>
        </p:nvSpPr>
        <p:spPr>
          <a:xfrm>
            <a:off x="713250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Tools to Measure</a:t>
            </a:r>
            <a:br>
              <a:rPr lang="en-GB"/>
            </a:br>
            <a:endParaRPr lang="en-GB"/>
          </a:p>
        </p:txBody>
      </p:sp>
      <p:sp>
        <p:nvSpPr>
          <p:cNvPr id="1514" name="Google Shape;1514;p49"/>
          <p:cNvSpPr txBox="1"/>
          <p:nvPr/>
        </p:nvSpPr>
        <p:spPr>
          <a:xfrm>
            <a:off x="1273855" y="1854054"/>
            <a:ext cx="3513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rPr>
              <a:t>1</a:t>
            </a:r>
            <a:endParaRPr sz="2400">
              <a:solidFill>
                <a:schemeClr val="lt1"/>
              </a:solidFill>
              <a:latin typeface="Roboto Black" panose="02000000000000000000"/>
              <a:ea typeface="Roboto Black" panose="02000000000000000000"/>
              <a:cs typeface="Roboto Black" panose="02000000000000000000"/>
              <a:sym typeface="Roboto Black" panose="02000000000000000000"/>
            </a:endParaRPr>
          </a:p>
        </p:txBody>
      </p:sp>
      <p:sp>
        <p:nvSpPr>
          <p:cNvPr id="1515" name="Google Shape;1515;p49"/>
          <p:cNvSpPr txBox="1"/>
          <p:nvPr/>
        </p:nvSpPr>
        <p:spPr>
          <a:xfrm>
            <a:off x="742138" y="2581036"/>
            <a:ext cx="14376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Google Analytics</a:t>
            </a:r>
            <a:endParaRPr lang="en-GB" sz="18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16" name="Google Shape;1516;p49"/>
          <p:cNvSpPr txBox="1"/>
          <p:nvPr/>
        </p:nvSpPr>
        <p:spPr>
          <a:xfrm>
            <a:off x="2648585" y="2895600"/>
            <a:ext cx="1740535" cy="84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Analyzes backlinks, keyword rankings, and content performance.</a:t>
            </a:r>
            <a:endParaRPr lang="en-GB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17" name="Google Shape;1517;p49"/>
          <p:cNvSpPr txBox="1"/>
          <p:nvPr/>
        </p:nvSpPr>
        <p:spPr>
          <a:xfrm>
            <a:off x="2648509" y="2550556"/>
            <a:ext cx="14376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Ahrefs</a:t>
            </a:r>
            <a:endParaRPr lang="en-GB" sz="18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18" name="Google Shape;1518;p49"/>
          <p:cNvSpPr txBox="1"/>
          <p:nvPr/>
        </p:nvSpPr>
        <p:spPr>
          <a:xfrm>
            <a:off x="4389120" y="2894965"/>
            <a:ext cx="1992630" cy="84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Provides insights into SEO performance, including keyword rankings and domain authority.</a:t>
            </a:r>
            <a:endParaRPr lang="en-GB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19" name="Google Shape;1519;p49"/>
          <p:cNvSpPr txBox="1"/>
          <p:nvPr/>
        </p:nvSpPr>
        <p:spPr>
          <a:xfrm>
            <a:off x="4554880" y="2549921"/>
            <a:ext cx="14376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Moz</a:t>
            </a:r>
            <a:endParaRPr lang="en-GB" sz="18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20" name="Google Shape;1520;p49"/>
          <p:cNvSpPr txBox="1"/>
          <p:nvPr/>
        </p:nvSpPr>
        <p:spPr>
          <a:xfrm>
            <a:off x="6465570" y="2865120"/>
            <a:ext cx="2115185" cy="1951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 comprehensive tool for tracking content marketing efforts, lead generation, and customer engagement.</a:t>
            </a:r>
            <a:endParaRPr lang="en-GB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21" name="Google Shape;1521;p49"/>
          <p:cNvSpPr txBox="1"/>
          <p:nvPr/>
        </p:nvSpPr>
        <p:spPr>
          <a:xfrm>
            <a:off x="6812405" y="2520076"/>
            <a:ext cx="14376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HubSpot</a:t>
            </a:r>
            <a:endParaRPr lang="en-GB" sz="18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24" name="Google Shape;1524;p49"/>
          <p:cNvSpPr txBox="1"/>
          <p:nvPr/>
        </p:nvSpPr>
        <p:spPr>
          <a:xfrm>
            <a:off x="742138" y="3037530"/>
            <a:ext cx="14376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</a:t>
            </a:r>
            <a:r>
              <a:rPr lang="en-GB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racks website traffic, user behavior, and conversions.</a:t>
            </a:r>
            <a:endParaRPr lang="en-GB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25" name="Google Shape;1525;p49"/>
          <p:cNvSpPr/>
          <p:nvPr/>
        </p:nvSpPr>
        <p:spPr>
          <a:xfrm>
            <a:off x="3084070" y="1741938"/>
            <a:ext cx="630000" cy="58860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6" name="Google Shape;1526;p49"/>
          <p:cNvSpPr txBox="1"/>
          <p:nvPr/>
        </p:nvSpPr>
        <p:spPr>
          <a:xfrm>
            <a:off x="3191915" y="1861039"/>
            <a:ext cx="3513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rPr>
              <a:t>2</a:t>
            </a:r>
            <a:endParaRPr sz="2400">
              <a:solidFill>
                <a:schemeClr val="lt1"/>
              </a:solidFill>
              <a:latin typeface="Roboto Black" panose="02000000000000000000"/>
              <a:ea typeface="Roboto Black" panose="02000000000000000000"/>
              <a:cs typeface="Roboto Black" panose="02000000000000000000"/>
              <a:sym typeface="Roboto Black" panose="02000000000000000000"/>
            </a:endParaRPr>
          </a:p>
        </p:txBody>
      </p:sp>
      <p:sp>
        <p:nvSpPr>
          <p:cNvPr id="1527" name="Google Shape;1527;p49"/>
          <p:cNvSpPr/>
          <p:nvPr/>
        </p:nvSpPr>
        <p:spPr>
          <a:xfrm>
            <a:off x="5002490" y="1710823"/>
            <a:ext cx="630000" cy="58860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8" name="Google Shape;1528;p49"/>
          <p:cNvSpPr txBox="1"/>
          <p:nvPr/>
        </p:nvSpPr>
        <p:spPr>
          <a:xfrm>
            <a:off x="5110335" y="1829924"/>
            <a:ext cx="3513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rPr>
              <a:t>3</a:t>
            </a:r>
            <a:endParaRPr sz="2400">
              <a:solidFill>
                <a:schemeClr val="lt1"/>
              </a:solidFill>
              <a:latin typeface="Roboto Black" panose="02000000000000000000"/>
              <a:ea typeface="Roboto Black" panose="02000000000000000000"/>
              <a:cs typeface="Roboto Black" panose="02000000000000000000"/>
              <a:sym typeface="Roboto Black" panose="02000000000000000000"/>
            </a:endParaRPr>
          </a:p>
        </p:txBody>
      </p:sp>
      <p:sp>
        <p:nvSpPr>
          <p:cNvPr id="1529" name="Google Shape;1529;p49"/>
          <p:cNvSpPr/>
          <p:nvPr/>
        </p:nvSpPr>
        <p:spPr>
          <a:xfrm>
            <a:off x="7216185" y="1711458"/>
            <a:ext cx="630000" cy="588600"/>
          </a:xfrm>
          <a:prstGeom prst="homePlate">
            <a:avLst>
              <a:gd name="adj" fmla="val 319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0" name="Google Shape;1530;p49"/>
          <p:cNvSpPr txBox="1"/>
          <p:nvPr/>
        </p:nvSpPr>
        <p:spPr>
          <a:xfrm>
            <a:off x="7324030" y="1830559"/>
            <a:ext cx="3513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rPr>
              <a:t>4</a:t>
            </a:r>
            <a:endParaRPr sz="2400">
              <a:solidFill>
                <a:schemeClr val="lt1"/>
              </a:solidFill>
              <a:latin typeface="Roboto Black" panose="02000000000000000000"/>
              <a:ea typeface="Roboto Black" panose="02000000000000000000"/>
              <a:cs typeface="Roboto Black" panose="02000000000000000000"/>
              <a:sym typeface="Roboto Black" panose="02000000000000000000"/>
            </a:endParaRPr>
          </a:p>
        </p:txBody>
      </p:sp>
      <p:cxnSp>
        <p:nvCxnSpPr>
          <p:cNvPr id="4" name="Straight Arrow Connector 3"/>
          <p:cNvCxnSpPr>
            <a:endCxn id="1525" idx="1"/>
          </p:cNvCxnSpPr>
          <p:nvPr/>
        </p:nvCxnSpPr>
        <p:spPr>
          <a:xfrm flipV="1">
            <a:off x="1764030" y="2036445"/>
            <a:ext cx="1320165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Straight Arrow Connector 1"/>
          <p:cNvCxnSpPr/>
          <p:nvPr/>
        </p:nvCxnSpPr>
        <p:spPr>
          <a:xfrm>
            <a:off x="3683000" y="2036445"/>
            <a:ext cx="131508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endCxn id="1529" idx="1"/>
          </p:cNvCxnSpPr>
          <p:nvPr/>
        </p:nvCxnSpPr>
        <p:spPr>
          <a:xfrm flipV="1">
            <a:off x="5596255" y="2005965"/>
            <a:ext cx="1619885" cy="139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4"/>
          <p:cNvSpPr txBox="1"/>
          <p:nvPr>
            <p:ph type="subTitle" idx="1"/>
          </p:nvPr>
        </p:nvSpPr>
        <p:spPr>
          <a:xfrm>
            <a:off x="2638025" y="3374136"/>
            <a:ext cx="3858900" cy="8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—Someone Famous</a:t>
            </a:r>
            <a:endParaRPr lang="en-GB"/>
          </a:p>
        </p:txBody>
      </p:sp>
      <p:sp>
        <p:nvSpPr>
          <p:cNvPr id="802" name="Google Shape;802;p34"/>
          <p:cNvSpPr txBox="1"/>
          <p:nvPr>
            <p:ph type="title"/>
          </p:nvPr>
        </p:nvSpPr>
        <p:spPr>
          <a:xfrm>
            <a:off x="2255975" y="1340325"/>
            <a:ext cx="4647000" cy="194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Content Is The Key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155" name="Google Shape;3155;p61"/>
          <p:cNvGrpSpPr/>
          <p:nvPr/>
        </p:nvGrpSpPr>
        <p:grpSpPr>
          <a:xfrm>
            <a:off x="2326362" y="166560"/>
            <a:ext cx="4491276" cy="2677083"/>
            <a:chOff x="238125" y="728425"/>
            <a:chExt cx="7143750" cy="4258125"/>
          </a:xfrm>
        </p:grpSpPr>
        <p:sp>
          <p:nvSpPr>
            <p:cNvPr id="3156" name="Google Shape;3156;p61"/>
            <p:cNvSpPr/>
            <p:nvPr/>
          </p:nvSpPr>
          <p:spPr>
            <a:xfrm>
              <a:off x="6886100" y="3425850"/>
              <a:ext cx="302950" cy="135100"/>
            </a:xfrm>
            <a:custGeom>
              <a:avLst/>
              <a:gdLst/>
              <a:ahLst/>
              <a:cxnLst/>
              <a:rect l="l" t="t" r="r" b="b"/>
              <a:pathLst>
                <a:path w="12118" h="5404" extrusionOk="0">
                  <a:moveTo>
                    <a:pt x="0" y="0"/>
                  </a:moveTo>
                  <a:lnTo>
                    <a:pt x="0" y="219"/>
                  </a:lnTo>
                  <a:lnTo>
                    <a:pt x="0" y="5216"/>
                  </a:lnTo>
                  <a:lnTo>
                    <a:pt x="0" y="5403"/>
                  </a:lnTo>
                  <a:lnTo>
                    <a:pt x="1687" y="5403"/>
                  </a:lnTo>
                  <a:lnTo>
                    <a:pt x="3154" y="5372"/>
                  </a:lnTo>
                  <a:lnTo>
                    <a:pt x="6152" y="5341"/>
                  </a:lnTo>
                  <a:lnTo>
                    <a:pt x="11992" y="5216"/>
                  </a:lnTo>
                  <a:lnTo>
                    <a:pt x="6028" y="5091"/>
                  </a:lnTo>
                  <a:lnTo>
                    <a:pt x="3092" y="5028"/>
                  </a:lnTo>
                  <a:lnTo>
                    <a:pt x="376" y="5028"/>
                  </a:lnTo>
                  <a:lnTo>
                    <a:pt x="405" y="437"/>
                  </a:lnTo>
                  <a:lnTo>
                    <a:pt x="405" y="437"/>
                  </a:lnTo>
                  <a:lnTo>
                    <a:pt x="6090" y="406"/>
                  </a:lnTo>
                  <a:lnTo>
                    <a:pt x="9057" y="375"/>
                  </a:lnTo>
                  <a:lnTo>
                    <a:pt x="11871" y="345"/>
                  </a:lnTo>
                  <a:lnTo>
                    <a:pt x="11871" y="345"/>
                  </a:lnTo>
                  <a:lnTo>
                    <a:pt x="11930" y="2686"/>
                  </a:lnTo>
                  <a:lnTo>
                    <a:pt x="11992" y="5216"/>
                  </a:lnTo>
                  <a:lnTo>
                    <a:pt x="12055" y="2749"/>
                  </a:lnTo>
                  <a:lnTo>
                    <a:pt x="12086" y="1500"/>
                  </a:lnTo>
                  <a:lnTo>
                    <a:pt x="12117" y="219"/>
                  </a:lnTo>
                  <a:lnTo>
                    <a:pt x="12117" y="94"/>
                  </a:lnTo>
                  <a:lnTo>
                    <a:pt x="12024" y="94"/>
                  </a:lnTo>
                  <a:lnTo>
                    <a:pt x="9057" y="63"/>
                  </a:lnTo>
                  <a:lnTo>
                    <a:pt x="6121" y="32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7" name="Google Shape;3157;p61"/>
            <p:cNvSpPr/>
            <p:nvPr/>
          </p:nvSpPr>
          <p:spPr>
            <a:xfrm>
              <a:off x="6720575" y="3582775"/>
              <a:ext cx="303725" cy="135875"/>
            </a:xfrm>
            <a:custGeom>
              <a:avLst/>
              <a:gdLst/>
              <a:ahLst/>
              <a:cxnLst/>
              <a:rect l="l" t="t" r="r" b="b"/>
              <a:pathLst>
                <a:path w="12149" h="5435" extrusionOk="0">
                  <a:moveTo>
                    <a:pt x="1" y="1"/>
                  </a:moveTo>
                  <a:lnTo>
                    <a:pt x="1" y="250"/>
                  </a:lnTo>
                  <a:lnTo>
                    <a:pt x="1" y="5216"/>
                  </a:lnTo>
                  <a:lnTo>
                    <a:pt x="1" y="5435"/>
                  </a:lnTo>
                  <a:lnTo>
                    <a:pt x="219" y="5435"/>
                  </a:lnTo>
                  <a:lnTo>
                    <a:pt x="1718" y="5403"/>
                  </a:lnTo>
                  <a:lnTo>
                    <a:pt x="3217" y="5403"/>
                  </a:lnTo>
                  <a:lnTo>
                    <a:pt x="6184" y="5341"/>
                  </a:lnTo>
                  <a:lnTo>
                    <a:pt x="12055" y="5216"/>
                  </a:lnTo>
                  <a:lnTo>
                    <a:pt x="6090" y="5091"/>
                  </a:lnTo>
                  <a:lnTo>
                    <a:pt x="3155" y="5060"/>
                  </a:lnTo>
                  <a:lnTo>
                    <a:pt x="1687" y="5029"/>
                  </a:lnTo>
                  <a:lnTo>
                    <a:pt x="438" y="5029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6122" y="438"/>
                  </a:lnTo>
                  <a:lnTo>
                    <a:pt x="9088" y="407"/>
                  </a:lnTo>
                  <a:lnTo>
                    <a:pt x="11930" y="377"/>
                  </a:lnTo>
                  <a:lnTo>
                    <a:pt x="11930" y="377"/>
                  </a:lnTo>
                  <a:lnTo>
                    <a:pt x="11930" y="1468"/>
                  </a:lnTo>
                  <a:lnTo>
                    <a:pt x="11993" y="2718"/>
                  </a:lnTo>
                  <a:lnTo>
                    <a:pt x="12055" y="5216"/>
                  </a:lnTo>
                  <a:lnTo>
                    <a:pt x="12086" y="2749"/>
                  </a:lnTo>
                  <a:lnTo>
                    <a:pt x="12118" y="1500"/>
                  </a:lnTo>
                  <a:lnTo>
                    <a:pt x="12149" y="250"/>
                  </a:lnTo>
                  <a:lnTo>
                    <a:pt x="12149" y="126"/>
                  </a:lnTo>
                  <a:lnTo>
                    <a:pt x="12024" y="126"/>
                  </a:lnTo>
                  <a:lnTo>
                    <a:pt x="9088" y="63"/>
                  </a:lnTo>
                  <a:lnTo>
                    <a:pt x="6122" y="32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8" name="Google Shape;3158;p61"/>
            <p:cNvSpPr/>
            <p:nvPr/>
          </p:nvSpPr>
          <p:spPr>
            <a:xfrm>
              <a:off x="7050050" y="3582775"/>
              <a:ext cx="303725" cy="135875"/>
            </a:xfrm>
            <a:custGeom>
              <a:avLst/>
              <a:gdLst/>
              <a:ahLst/>
              <a:cxnLst/>
              <a:rect l="l" t="t" r="r" b="b"/>
              <a:pathLst>
                <a:path w="12149" h="5435" extrusionOk="0">
                  <a:moveTo>
                    <a:pt x="0" y="1"/>
                  </a:moveTo>
                  <a:lnTo>
                    <a:pt x="0" y="250"/>
                  </a:lnTo>
                  <a:lnTo>
                    <a:pt x="32" y="5216"/>
                  </a:lnTo>
                  <a:lnTo>
                    <a:pt x="32" y="5435"/>
                  </a:lnTo>
                  <a:lnTo>
                    <a:pt x="219" y="5435"/>
                  </a:lnTo>
                  <a:lnTo>
                    <a:pt x="1718" y="5403"/>
                  </a:lnTo>
                  <a:lnTo>
                    <a:pt x="3217" y="5403"/>
                  </a:lnTo>
                  <a:lnTo>
                    <a:pt x="6184" y="5341"/>
                  </a:lnTo>
                  <a:lnTo>
                    <a:pt x="12024" y="5216"/>
                  </a:lnTo>
                  <a:lnTo>
                    <a:pt x="6090" y="5091"/>
                  </a:lnTo>
                  <a:lnTo>
                    <a:pt x="3155" y="5060"/>
                  </a:lnTo>
                  <a:lnTo>
                    <a:pt x="1687" y="5029"/>
                  </a:lnTo>
                  <a:lnTo>
                    <a:pt x="438" y="5029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6121" y="438"/>
                  </a:lnTo>
                  <a:lnTo>
                    <a:pt x="9057" y="407"/>
                  </a:lnTo>
                  <a:lnTo>
                    <a:pt x="11902" y="377"/>
                  </a:lnTo>
                  <a:lnTo>
                    <a:pt x="11902" y="377"/>
                  </a:lnTo>
                  <a:lnTo>
                    <a:pt x="11930" y="1468"/>
                  </a:lnTo>
                  <a:lnTo>
                    <a:pt x="11961" y="2718"/>
                  </a:lnTo>
                  <a:lnTo>
                    <a:pt x="12024" y="5216"/>
                  </a:lnTo>
                  <a:lnTo>
                    <a:pt x="12086" y="2749"/>
                  </a:lnTo>
                  <a:lnTo>
                    <a:pt x="12118" y="1500"/>
                  </a:lnTo>
                  <a:lnTo>
                    <a:pt x="12149" y="250"/>
                  </a:lnTo>
                  <a:lnTo>
                    <a:pt x="12149" y="126"/>
                  </a:lnTo>
                  <a:lnTo>
                    <a:pt x="12024" y="126"/>
                  </a:lnTo>
                  <a:lnTo>
                    <a:pt x="9057" y="63"/>
                  </a:lnTo>
                  <a:lnTo>
                    <a:pt x="6121" y="32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9" name="Google Shape;3159;p61"/>
            <p:cNvSpPr/>
            <p:nvPr/>
          </p:nvSpPr>
          <p:spPr>
            <a:xfrm>
              <a:off x="2674025" y="2051750"/>
              <a:ext cx="303725" cy="135100"/>
            </a:xfrm>
            <a:custGeom>
              <a:avLst/>
              <a:gdLst/>
              <a:ahLst/>
              <a:cxnLst/>
              <a:rect l="l" t="t" r="r" b="b"/>
              <a:pathLst>
                <a:path w="12149" h="5404" extrusionOk="0">
                  <a:moveTo>
                    <a:pt x="0" y="1"/>
                  </a:moveTo>
                  <a:lnTo>
                    <a:pt x="0" y="219"/>
                  </a:lnTo>
                  <a:lnTo>
                    <a:pt x="31" y="5216"/>
                  </a:lnTo>
                  <a:lnTo>
                    <a:pt x="31" y="5403"/>
                  </a:lnTo>
                  <a:lnTo>
                    <a:pt x="3185" y="5403"/>
                  </a:lnTo>
                  <a:lnTo>
                    <a:pt x="6184" y="5372"/>
                  </a:lnTo>
                  <a:lnTo>
                    <a:pt x="12055" y="5247"/>
                  </a:lnTo>
                  <a:lnTo>
                    <a:pt x="6090" y="5122"/>
                  </a:lnTo>
                  <a:lnTo>
                    <a:pt x="3154" y="5091"/>
                  </a:lnTo>
                  <a:lnTo>
                    <a:pt x="1686" y="5060"/>
                  </a:lnTo>
                  <a:lnTo>
                    <a:pt x="437" y="5060"/>
                  </a:lnTo>
                  <a:lnTo>
                    <a:pt x="437" y="468"/>
                  </a:lnTo>
                  <a:lnTo>
                    <a:pt x="437" y="468"/>
                  </a:lnTo>
                  <a:lnTo>
                    <a:pt x="6121" y="438"/>
                  </a:lnTo>
                  <a:lnTo>
                    <a:pt x="9088" y="407"/>
                  </a:lnTo>
                  <a:lnTo>
                    <a:pt x="11933" y="377"/>
                  </a:lnTo>
                  <a:lnTo>
                    <a:pt x="11933" y="377"/>
                  </a:lnTo>
                  <a:lnTo>
                    <a:pt x="11961" y="1500"/>
                  </a:lnTo>
                  <a:lnTo>
                    <a:pt x="11961" y="2718"/>
                  </a:lnTo>
                  <a:lnTo>
                    <a:pt x="12055" y="5247"/>
                  </a:lnTo>
                  <a:lnTo>
                    <a:pt x="12086" y="2718"/>
                  </a:lnTo>
                  <a:lnTo>
                    <a:pt x="12148" y="1469"/>
                  </a:lnTo>
                  <a:lnTo>
                    <a:pt x="12148" y="219"/>
                  </a:lnTo>
                  <a:lnTo>
                    <a:pt x="12148" y="94"/>
                  </a:lnTo>
                  <a:lnTo>
                    <a:pt x="12023" y="94"/>
                  </a:lnTo>
                  <a:lnTo>
                    <a:pt x="9088" y="32"/>
                  </a:lnTo>
                  <a:lnTo>
                    <a:pt x="6121" y="32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0" name="Google Shape;3160;p61"/>
            <p:cNvSpPr/>
            <p:nvPr/>
          </p:nvSpPr>
          <p:spPr>
            <a:xfrm>
              <a:off x="2510050" y="2209475"/>
              <a:ext cx="303750" cy="135875"/>
            </a:xfrm>
            <a:custGeom>
              <a:avLst/>
              <a:gdLst/>
              <a:ahLst/>
              <a:cxnLst/>
              <a:rect l="l" t="t" r="r" b="b"/>
              <a:pathLst>
                <a:path w="12150" h="5435" extrusionOk="0">
                  <a:moveTo>
                    <a:pt x="1" y="0"/>
                  </a:moveTo>
                  <a:lnTo>
                    <a:pt x="1" y="219"/>
                  </a:lnTo>
                  <a:lnTo>
                    <a:pt x="1" y="5215"/>
                  </a:lnTo>
                  <a:lnTo>
                    <a:pt x="1" y="5434"/>
                  </a:lnTo>
                  <a:lnTo>
                    <a:pt x="188" y="5434"/>
                  </a:lnTo>
                  <a:lnTo>
                    <a:pt x="1687" y="5403"/>
                  </a:lnTo>
                  <a:lnTo>
                    <a:pt x="3186" y="5403"/>
                  </a:lnTo>
                  <a:lnTo>
                    <a:pt x="6153" y="5340"/>
                  </a:lnTo>
                  <a:lnTo>
                    <a:pt x="12024" y="5215"/>
                  </a:lnTo>
                  <a:lnTo>
                    <a:pt x="12024" y="5215"/>
                  </a:lnTo>
                  <a:lnTo>
                    <a:pt x="12024" y="5215"/>
                  </a:lnTo>
                  <a:lnTo>
                    <a:pt x="6059" y="5091"/>
                  </a:lnTo>
                  <a:lnTo>
                    <a:pt x="3124" y="5059"/>
                  </a:lnTo>
                  <a:lnTo>
                    <a:pt x="1656" y="5028"/>
                  </a:lnTo>
                  <a:lnTo>
                    <a:pt x="408" y="5028"/>
                  </a:lnTo>
                  <a:lnTo>
                    <a:pt x="437" y="467"/>
                  </a:lnTo>
                  <a:lnTo>
                    <a:pt x="437" y="467"/>
                  </a:lnTo>
                  <a:lnTo>
                    <a:pt x="6122" y="437"/>
                  </a:lnTo>
                  <a:lnTo>
                    <a:pt x="9057" y="406"/>
                  </a:lnTo>
                  <a:lnTo>
                    <a:pt x="11903" y="346"/>
                  </a:lnTo>
                  <a:lnTo>
                    <a:pt x="11903" y="346"/>
                  </a:lnTo>
                  <a:lnTo>
                    <a:pt x="11931" y="1468"/>
                  </a:lnTo>
                  <a:lnTo>
                    <a:pt x="11962" y="2686"/>
                  </a:lnTo>
                  <a:lnTo>
                    <a:pt x="12024" y="5215"/>
                  </a:lnTo>
                  <a:lnTo>
                    <a:pt x="12087" y="2717"/>
                  </a:lnTo>
                  <a:lnTo>
                    <a:pt x="12149" y="1468"/>
                  </a:lnTo>
                  <a:lnTo>
                    <a:pt x="12149" y="219"/>
                  </a:lnTo>
                  <a:lnTo>
                    <a:pt x="12149" y="94"/>
                  </a:lnTo>
                  <a:lnTo>
                    <a:pt x="12024" y="94"/>
                  </a:lnTo>
                  <a:lnTo>
                    <a:pt x="9089" y="31"/>
                  </a:lnTo>
                  <a:lnTo>
                    <a:pt x="6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1" name="Google Shape;3161;p61"/>
            <p:cNvSpPr/>
            <p:nvPr/>
          </p:nvSpPr>
          <p:spPr>
            <a:xfrm>
              <a:off x="2839525" y="2209475"/>
              <a:ext cx="303725" cy="135875"/>
            </a:xfrm>
            <a:custGeom>
              <a:avLst/>
              <a:gdLst/>
              <a:ahLst/>
              <a:cxnLst/>
              <a:rect l="l" t="t" r="r" b="b"/>
              <a:pathLst>
                <a:path w="12149" h="5435" extrusionOk="0">
                  <a:moveTo>
                    <a:pt x="1" y="0"/>
                  </a:moveTo>
                  <a:lnTo>
                    <a:pt x="1" y="219"/>
                  </a:lnTo>
                  <a:lnTo>
                    <a:pt x="1" y="5215"/>
                  </a:lnTo>
                  <a:lnTo>
                    <a:pt x="1" y="5434"/>
                  </a:lnTo>
                  <a:lnTo>
                    <a:pt x="188" y="5434"/>
                  </a:lnTo>
                  <a:lnTo>
                    <a:pt x="1687" y="5403"/>
                  </a:lnTo>
                  <a:lnTo>
                    <a:pt x="3186" y="5403"/>
                  </a:lnTo>
                  <a:lnTo>
                    <a:pt x="6153" y="5340"/>
                  </a:lnTo>
                  <a:lnTo>
                    <a:pt x="12024" y="5215"/>
                  </a:lnTo>
                  <a:lnTo>
                    <a:pt x="6059" y="5091"/>
                  </a:lnTo>
                  <a:lnTo>
                    <a:pt x="3124" y="5059"/>
                  </a:lnTo>
                  <a:lnTo>
                    <a:pt x="1656" y="5028"/>
                  </a:lnTo>
                  <a:lnTo>
                    <a:pt x="408" y="5028"/>
                  </a:lnTo>
                  <a:lnTo>
                    <a:pt x="436" y="467"/>
                  </a:lnTo>
                  <a:lnTo>
                    <a:pt x="436" y="467"/>
                  </a:lnTo>
                  <a:lnTo>
                    <a:pt x="6122" y="437"/>
                  </a:lnTo>
                  <a:lnTo>
                    <a:pt x="9057" y="406"/>
                  </a:lnTo>
                  <a:lnTo>
                    <a:pt x="11902" y="346"/>
                  </a:lnTo>
                  <a:lnTo>
                    <a:pt x="11902" y="346"/>
                  </a:lnTo>
                  <a:lnTo>
                    <a:pt x="11962" y="2686"/>
                  </a:lnTo>
                  <a:lnTo>
                    <a:pt x="12024" y="5215"/>
                  </a:lnTo>
                  <a:lnTo>
                    <a:pt x="12087" y="2717"/>
                  </a:lnTo>
                  <a:lnTo>
                    <a:pt x="12149" y="1468"/>
                  </a:lnTo>
                  <a:lnTo>
                    <a:pt x="12149" y="219"/>
                  </a:lnTo>
                  <a:lnTo>
                    <a:pt x="12149" y="94"/>
                  </a:lnTo>
                  <a:lnTo>
                    <a:pt x="12024" y="94"/>
                  </a:lnTo>
                  <a:lnTo>
                    <a:pt x="9089" y="31"/>
                  </a:lnTo>
                  <a:lnTo>
                    <a:pt x="6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2" name="Google Shape;3162;p61"/>
            <p:cNvSpPr/>
            <p:nvPr/>
          </p:nvSpPr>
          <p:spPr>
            <a:xfrm>
              <a:off x="712800" y="2989425"/>
              <a:ext cx="303725" cy="135075"/>
            </a:xfrm>
            <a:custGeom>
              <a:avLst/>
              <a:gdLst/>
              <a:ahLst/>
              <a:cxnLst/>
              <a:rect l="l" t="t" r="r" b="b"/>
              <a:pathLst>
                <a:path w="12149" h="5403" extrusionOk="0">
                  <a:moveTo>
                    <a:pt x="1" y="0"/>
                  </a:moveTo>
                  <a:lnTo>
                    <a:pt x="1" y="219"/>
                  </a:lnTo>
                  <a:lnTo>
                    <a:pt x="1" y="5216"/>
                  </a:lnTo>
                  <a:lnTo>
                    <a:pt x="1" y="5403"/>
                  </a:lnTo>
                  <a:lnTo>
                    <a:pt x="3186" y="5403"/>
                  </a:lnTo>
                  <a:lnTo>
                    <a:pt x="6153" y="5340"/>
                  </a:lnTo>
                  <a:lnTo>
                    <a:pt x="12024" y="5216"/>
                  </a:lnTo>
                  <a:lnTo>
                    <a:pt x="6059" y="5091"/>
                  </a:lnTo>
                  <a:lnTo>
                    <a:pt x="3123" y="5059"/>
                  </a:lnTo>
                  <a:lnTo>
                    <a:pt x="1656" y="5028"/>
                  </a:lnTo>
                  <a:lnTo>
                    <a:pt x="408" y="5028"/>
                  </a:lnTo>
                  <a:lnTo>
                    <a:pt x="436" y="466"/>
                  </a:lnTo>
                  <a:lnTo>
                    <a:pt x="436" y="466"/>
                  </a:lnTo>
                  <a:lnTo>
                    <a:pt x="6122" y="406"/>
                  </a:lnTo>
                  <a:lnTo>
                    <a:pt x="9057" y="406"/>
                  </a:lnTo>
                  <a:lnTo>
                    <a:pt x="11902" y="346"/>
                  </a:lnTo>
                  <a:lnTo>
                    <a:pt x="11902" y="346"/>
                  </a:lnTo>
                  <a:lnTo>
                    <a:pt x="11930" y="1468"/>
                  </a:lnTo>
                  <a:lnTo>
                    <a:pt x="11961" y="2686"/>
                  </a:lnTo>
                  <a:lnTo>
                    <a:pt x="12024" y="5216"/>
                  </a:lnTo>
                  <a:lnTo>
                    <a:pt x="12086" y="2717"/>
                  </a:lnTo>
                  <a:lnTo>
                    <a:pt x="12118" y="1468"/>
                  </a:lnTo>
                  <a:lnTo>
                    <a:pt x="12149" y="219"/>
                  </a:lnTo>
                  <a:lnTo>
                    <a:pt x="12149" y="94"/>
                  </a:lnTo>
                  <a:lnTo>
                    <a:pt x="12024" y="94"/>
                  </a:lnTo>
                  <a:lnTo>
                    <a:pt x="9057" y="31"/>
                  </a:lnTo>
                  <a:lnTo>
                    <a:pt x="6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3" name="Google Shape;3163;p61"/>
            <p:cNvSpPr/>
            <p:nvPr/>
          </p:nvSpPr>
          <p:spPr>
            <a:xfrm>
              <a:off x="712800" y="2989425"/>
              <a:ext cx="303725" cy="135075"/>
            </a:xfrm>
            <a:custGeom>
              <a:avLst/>
              <a:gdLst/>
              <a:ahLst/>
              <a:cxnLst/>
              <a:rect l="l" t="t" r="r" b="b"/>
              <a:pathLst>
                <a:path w="12149" h="5403" fill="none" extrusionOk="0">
                  <a:moveTo>
                    <a:pt x="12024" y="5216"/>
                  </a:moveTo>
                  <a:lnTo>
                    <a:pt x="6153" y="5340"/>
                  </a:lnTo>
                  <a:lnTo>
                    <a:pt x="3186" y="5403"/>
                  </a:lnTo>
                  <a:lnTo>
                    <a:pt x="3186" y="5403"/>
                  </a:lnTo>
                  <a:lnTo>
                    <a:pt x="1718" y="5403"/>
                  </a:lnTo>
                  <a:lnTo>
                    <a:pt x="219" y="5403"/>
                  </a:lnTo>
                  <a:lnTo>
                    <a:pt x="1" y="5403"/>
                  </a:lnTo>
                  <a:lnTo>
                    <a:pt x="1" y="5216"/>
                  </a:lnTo>
                  <a:lnTo>
                    <a:pt x="1" y="219"/>
                  </a:lnTo>
                  <a:lnTo>
                    <a:pt x="1" y="0"/>
                  </a:lnTo>
                  <a:lnTo>
                    <a:pt x="219" y="0"/>
                  </a:lnTo>
                  <a:lnTo>
                    <a:pt x="6122" y="0"/>
                  </a:lnTo>
                  <a:lnTo>
                    <a:pt x="6122" y="0"/>
                  </a:lnTo>
                  <a:lnTo>
                    <a:pt x="9057" y="31"/>
                  </a:lnTo>
                  <a:lnTo>
                    <a:pt x="12024" y="94"/>
                  </a:lnTo>
                  <a:lnTo>
                    <a:pt x="12149" y="94"/>
                  </a:lnTo>
                  <a:lnTo>
                    <a:pt x="12149" y="219"/>
                  </a:lnTo>
                  <a:lnTo>
                    <a:pt x="12149" y="219"/>
                  </a:lnTo>
                  <a:lnTo>
                    <a:pt x="12118" y="1468"/>
                  </a:lnTo>
                  <a:lnTo>
                    <a:pt x="12086" y="2717"/>
                  </a:lnTo>
                  <a:lnTo>
                    <a:pt x="12024" y="521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4" name="Google Shape;3164;p61"/>
            <p:cNvSpPr/>
            <p:nvPr/>
          </p:nvSpPr>
          <p:spPr>
            <a:xfrm>
              <a:off x="718275" y="2994875"/>
              <a:ext cx="295125" cy="124950"/>
            </a:xfrm>
            <a:custGeom>
              <a:avLst/>
              <a:gdLst/>
              <a:ahLst/>
              <a:cxnLst/>
              <a:rect l="l" t="t" r="r" b="b"/>
              <a:pathLst>
                <a:path w="11805" h="4998" fill="none" extrusionOk="0">
                  <a:moveTo>
                    <a:pt x="11805" y="4998"/>
                  </a:moveTo>
                  <a:lnTo>
                    <a:pt x="11742" y="2468"/>
                  </a:lnTo>
                  <a:lnTo>
                    <a:pt x="11742" y="2468"/>
                  </a:lnTo>
                  <a:lnTo>
                    <a:pt x="11711" y="1250"/>
                  </a:lnTo>
                  <a:lnTo>
                    <a:pt x="11680" y="1"/>
                  </a:lnTo>
                  <a:lnTo>
                    <a:pt x="11805" y="126"/>
                  </a:lnTo>
                  <a:lnTo>
                    <a:pt x="11805" y="126"/>
                  </a:lnTo>
                  <a:lnTo>
                    <a:pt x="8838" y="188"/>
                  </a:lnTo>
                  <a:lnTo>
                    <a:pt x="5903" y="188"/>
                  </a:lnTo>
                  <a:lnTo>
                    <a:pt x="0" y="251"/>
                  </a:lnTo>
                  <a:lnTo>
                    <a:pt x="219" y="32"/>
                  </a:lnTo>
                  <a:lnTo>
                    <a:pt x="188" y="4998"/>
                  </a:lnTo>
                  <a:lnTo>
                    <a:pt x="0" y="4810"/>
                  </a:lnTo>
                  <a:lnTo>
                    <a:pt x="0" y="4810"/>
                  </a:lnTo>
                  <a:lnTo>
                    <a:pt x="1437" y="4810"/>
                  </a:lnTo>
                  <a:lnTo>
                    <a:pt x="2904" y="4841"/>
                  </a:lnTo>
                  <a:lnTo>
                    <a:pt x="5840" y="4873"/>
                  </a:lnTo>
                  <a:lnTo>
                    <a:pt x="11805" y="49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5" name="Google Shape;3165;p61"/>
            <p:cNvSpPr/>
            <p:nvPr/>
          </p:nvSpPr>
          <p:spPr>
            <a:xfrm>
              <a:off x="6868925" y="1940900"/>
              <a:ext cx="302950" cy="135075"/>
            </a:xfrm>
            <a:custGeom>
              <a:avLst/>
              <a:gdLst/>
              <a:ahLst/>
              <a:cxnLst/>
              <a:rect l="l" t="t" r="r" b="b"/>
              <a:pathLst>
                <a:path w="12118" h="5403" extrusionOk="0">
                  <a:moveTo>
                    <a:pt x="0" y="0"/>
                  </a:moveTo>
                  <a:lnTo>
                    <a:pt x="0" y="219"/>
                  </a:lnTo>
                  <a:lnTo>
                    <a:pt x="0" y="5216"/>
                  </a:lnTo>
                  <a:lnTo>
                    <a:pt x="0" y="5403"/>
                  </a:lnTo>
                  <a:lnTo>
                    <a:pt x="1687" y="5403"/>
                  </a:lnTo>
                  <a:lnTo>
                    <a:pt x="3186" y="5372"/>
                  </a:lnTo>
                  <a:lnTo>
                    <a:pt x="6152" y="5340"/>
                  </a:lnTo>
                  <a:lnTo>
                    <a:pt x="11992" y="5216"/>
                  </a:lnTo>
                  <a:lnTo>
                    <a:pt x="11992" y="5216"/>
                  </a:lnTo>
                  <a:lnTo>
                    <a:pt x="11992" y="5216"/>
                  </a:lnTo>
                  <a:lnTo>
                    <a:pt x="6028" y="5091"/>
                  </a:lnTo>
                  <a:lnTo>
                    <a:pt x="3092" y="5028"/>
                  </a:lnTo>
                  <a:lnTo>
                    <a:pt x="1655" y="4997"/>
                  </a:lnTo>
                  <a:lnTo>
                    <a:pt x="376" y="4997"/>
                  </a:lnTo>
                  <a:lnTo>
                    <a:pt x="405" y="436"/>
                  </a:lnTo>
                  <a:lnTo>
                    <a:pt x="405" y="436"/>
                  </a:lnTo>
                  <a:lnTo>
                    <a:pt x="6090" y="406"/>
                  </a:lnTo>
                  <a:lnTo>
                    <a:pt x="9057" y="375"/>
                  </a:lnTo>
                  <a:lnTo>
                    <a:pt x="11871" y="345"/>
                  </a:lnTo>
                  <a:lnTo>
                    <a:pt x="11899" y="1437"/>
                  </a:lnTo>
                  <a:lnTo>
                    <a:pt x="11930" y="2686"/>
                  </a:lnTo>
                  <a:lnTo>
                    <a:pt x="11992" y="5216"/>
                  </a:lnTo>
                  <a:lnTo>
                    <a:pt x="12086" y="2748"/>
                  </a:lnTo>
                  <a:lnTo>
                    <a:pt x="12117" y="1499"/>
                  </a:lnTo>
                  <a:lnTo>
                    <a:pt x="12117" y="219"/>
                  </a:lnTo>
                  <a:lnTo>
                    <a:pt x="12117" y="94"/>
                  </a:lnTo>
                  <a:lnTo>
                    <a:pt x="12024" y="94"/>
                  </a:lnTo>
                  <a:lnTo>
                    <a:pt x="9057" y="63"/>
                  </a:lnTo>
                  <a:lnTo>
                    <a:pt x="6121" y="31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6" name="Google Shape;3166;p61"/>
            <p:cNvSpPr/>
            <p:nvPr/>
          </p:nvSpPr>
          <p:spPr>
            <a:xfrm>
              <a:off x="6868925" y="728425"/>
              <a:ext cx="303725" cy="135075"/>
            </a:xfrm>
            <a:custGeom>
              <a:avLst/>
              <a:gdLst/>
              <a:ahLst/>
              <a:cxnLst/>
              <a:rect l="l" t="t" r="r" b="b"/>
              <a:pathLst>
                <a:path w="12149" h="5403" extrusionOk="0">
                  <a:moveTo>
                    <a:pt x="0" y="0"/>
                  </a:moveTo>
                  <a:lnTo>
                    <a:pt x="0" y="219"/>
                  </a:lnTo>
                  <a:lnTo>
                    <a:pt x="0" y="5215"/>
                  </a:lnTo>
                  <a:lnTo>
                    <a:pt x="0" y="5403"/>
                  </a:lnTo>
                  <a:lnTo>
                    <a:pt x="3186" y="5403"/>
                  </a:lnTo>
                  <a:lnTo>
                    <a:pt x="6152" y="5340"/>
                  </a:lnTo>
                  <a:lnTo>
                    <a:pt x="11992" y="5215"/>
                  </a:lnTo>
                  <a:lnTo>
                    <a:pt x="6028" y="5090"/>
                  </a:lnTo>
                  <a:lnTo>
                    <a:pt x="3092" y="5059"/>
                  </a:lnTo>
                  <a:lnTo>
                    <a:pt x="1655" y="5028"/>
                  </a:lnTo>
                  <a:lnTo>
                    <a:pt x="376" y="5028"/>
                  </a:lnTo>
                  <a:lnTo>
                    <a:pt x="405" y="467"/>
                  </a:lnTo>
                  <a:lnTo>
                    <a:pt x="405" y="467"/>
                  </a:lnTo>
                  <a:lnTo>
                    <a:pt x="6090" y="437"/>
                  </a:lnTo>
                  <a:lnTo>
                    <a:pt x="9057" y="406"/>
                  </a:lnTo>
                  <a:lnTo>
                    <a:pt x="11870" y="346"/>
                  </a:lnTo>
                  <a:lnTo>
                    <a:pt x="11870" y="346"/>
                  </a:lnTo>
                  <a:lnTo>
                    <a:pt x="11899" y="1468"/>
                  </a:lnTo>
                  <a:lnTo>
                    <a:pt x="11930" y="2717"/>
                  </a:lnTo>
                  <a:lnTo>
                    <a:pt x="11992" y="5215"/>
                  </a:lnTo>
                  <a:lnTo>
                    <a:pt x="12086" y="2717"/>
                  </a:lnTo>
                  <a:lnTo>
                    <a:pt x="12117" y="1468"/>
                  </a:lnTo>
                  <a:lnTo>
                    <a:pt x="12149" y="219"/>
                  </a:lnTo>
                  <a:lnTo>
                    <a:pt x="12149" y="94"/>
                  </a:lnTo>
                  <a:lnTo>
                    <a:pt x="12024" y="94"/>
                  </a:lnTo>
                  <a:lnTo>
                    <a:pt x="9057" y="31"/>
                  </a:lnTo>
                  <a:lnTo>
                    <a:pt x="6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7" name="Google Shape;3167;p61"/>
            <p:cNvSpPr/>
            <p:nvPr/>
          </p:nvSpPr>
          <p:spPr>
            <a:xfrm>
              <a:off x="7033650" y="885350"/>
              <a:ext cx="303725" cy="135075"/>
            </a:xfrm>
            <a:custGeom>
              <a:avLst/>
              <a:gdLst/>
              <a:ahLst/>
              <a:cxnLst/>
              <a:rect l="l" t="t" r="r" b="b"/>
              <a:pathLst>
                <a:path w="12149" h="5403" extrusionOk="0">
                  <a:moveTo>
                    <a:pt x="1" y="0"/>
                  </a:moveTo>
                  <a:lnTo>
                    <a:pt x="1" y="219"/>
                  </a:lnTo>
                  <a:lnTo>
                    <a:pt x="1" y="5215"/>
                  </a:lnTo>
                  <a:lnTo>
                    <a:pt x="1" y="5403"/>
                  </a:lnTo>
                  <a:lnTo>
                    <a:pt x="3186" y="5403"/>
                  </a:lnTo>
                  <a:lnTo>
                    <a:pt x="6153" y="5372"/>
                  </a:lnTo>
                  <a:lnTo>
                    <a:pt x="11993" y="5247"/>
                  </a:lnTo>
                  <a:lnTo>
                    <a:pt x="6059" y="5122"/>
                  </a:lnTo>
                  <a:lnTo>
                    <a:pt x="3124" y="5059"/>
                  </a:lnTo>
                  <a:lnTo>
                    <a:pt x="1656" y="5059"/>
                  </a:lnTo>
                  <a:lnTo>
                    <a:pt x="407" y="5033"/>
                  </a:lnTo>
                  <a:lnTo>
                    <a:pt x="407" y="5033"/>
                  </a:lnTo>
                  <a:lnTo>
                    <a:pt x="407" y="467"/>
                  </a:lnTo>
                  <a:lnTo>
                    <a:pt x="407" y="467"/>
                  </a:lnTo>
                  <a:lnTo>
                    <a:pt x="6090" y="437"/>
                  </a:lnTo>
                  <a:lnTo>
                    <a:pt x="9057" y="406"/>
                  </a:lnTo>
                  <a:lnTo>
                    <a:pt x="11901" y="376"/>
                  </a:lnTo>
                  <a:lnTo>
                    <a:pt x="11901" y="376"/>
                  </a:lnTo>
                  <a:lnTo>
                    <a:pt x="11930" y="2717"/>
                  </a:lnTo>
                  <a:lnTo>
                    <a:pt x="11993" y="5247"/>
                  </a:lnTo>
                  <a:lnTo>
                    <a:pt x="12086" y="2748"/>
                  </a:lnTo>
                  <a:lnTo>
                    <a:pt x="12149" y="1499"/>
                  </a:lnTo>
                  <a:lnTo>
                    <a:pt x="12149" y="219"/>
                  </a:lnTo>
                  <a:lnTo>
                    <a:pt x="12149" y="94"/>
                  </a:lnTo>
                  <a:lnTo>
                    <a:pt x="12024" y="94"/>
                  </a:lnTo>
                  <a:lnTo>
                    <a:pt x="9088" y="63"/>
                  </a:lnTo>
                  <a:lnTo>
                    <a:pt x="6122" y="31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8" name="Google Shape;3168;p61"/>
            <p:cNvSpPr/>
            <p:nvPr/>
          </p:nvSpPr>
          <p:spPr>
            <a:xfrm>
              <a:off x="382550" y="729200"/>
              <a:ext cx="304500" cy="135875"/>
            </a:xfrm>
            <a:custGeom>
              <a:avLst/>
              <a:gdLst/>
              <a:ahLst/>
              <a:cxnLst/>
              <a:rect l="l" t="t" r="r" b="b"/>
              <a:pathLst>
                <a:path w="12180" h="5435" extrusionOk="0">
                  <a:moveTo>
                    <a:pt x="0" y="0"/>
                  </a:moveTo>
                  <a:lnTo>
                    <a:pt x="0" y="219"/>
                  </a:lnTo>
                  <a:lnTo>
                    <a:pt x="32" y="5216"/>
                  </a:lnTo>
                  <a:lnTo>
                    <a:pt x="32" y="5434"/>
                  </a:lnTo>
                  <a:lnTo>
                    <a:pt x="250" y="5434"/>
                  </a:lnTo>
                  <a:lnTo>
                    <a:pt x="1718" y="5403"/>
                  </a:lnTo>
                  <a:lnTo>
                    <a:pt x="3217" y="5403"/>
                  </a:lnTo>
                  <a:lnTo>
                    <a:pt x="6184" y="5340"/>
                  </a:lnTo>
                  <a:lnTo>
                    <a:pt x="12055" y="5216"/>
                  </a:lnTo>
                  <a:lnTo>
                    <a:pt x="6121" y="5091"/>
                  </a:lnTo>
                  <a:lnTo>
                    <a:pt x="3186" y="5028"/>
                  </a:lnTo>
                  <a:lnTo>
                    <a:pt x="469" y="5028"/>
                  </a:lnTo>
                  <a:lnTo>
                    <a:pt x="469" y="468"/>
                  </a:lnTo>
                  <a:lnTo>
                    <a:pt x="469" y="468"/>
                  </a:lnTo>
                  <a:lnTo>
                    <a:pt x="6153" y="437"/>
                  </a:lnTo>
                  <a:lnTo>
                    <a:pt x="9088" y="406"/>
                  </a:lnTo>
                  <a:lnTo>
                    <a:pt x="11933" y="346"/>
                  </a:lnTo>
                  <a:lnTo>
                    <a:pt x="11933" y="346"/>
                  </a:lnTo>
                  <a:lnTo>
                    <a:pt x="11961" y="1468"/>
                  </a:lnTo>
                  <a:lnTo>
                    <a:pt x="11993" y="2717"/>
                  </a:lnTo>
                  <a:lnTo>
                    <a:pt x="12055" y="5216"/>
                  </a:lnTo>
                  <a:lnTo>
                    <a:pt x="12118" y="2748"/>
                  </a:lnTo>
                  <a:lnTo>
                    <a:pt x="12149" y="1499"/>
                  </a:lnTo>
                  <a:lnTo>
                    <a:pt x="12180" y="219"/>
                  </a:lnTo>
                  <a:lnTo>
                    <a:pt x="12180" y="125"/>
                  </a:lnTo>
                  <a:lnTo>
                    <a:pt x="12055" y="125"/>
                  </a:lnTo>
                  <a:lnTo>
                    <a:pt x="9088" y="63"/>
                  </a:lnTo>
                  <a:lnTo>
                    <a:pt x="6153" y="3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9" name="Google Shape;3169;p61"/>
            <p:cNvSpPr/>
            <p:nvPr/>
          </p:nvSpPr>
          <p:spPr>
            <a:xfrm>
              <a:off x="3388400" y="837725"/>
              <a:ext cx="3089400" cy="1706700"/>
            </a:xfrm>
            <a:custGeom>
              <a:avLst/>
              <a:gdLst/>
              <a:ahLst/>
              <a:cxnLst/>
              <a:rect l="l" t="t" r="r" b="b"/>
              <a:pathLst>
                <a:path w="123576" h="68268" extrusionOk="0">
                  <a:moveTo>
                    <a:pt x="0" y="0"/>
                  </a:moveTo>
                  <a:lnTo>
                    <a:pt x="0" y="68268"/>
                  </a:lnTo>
                  <a:lnTo>
                    <a:pt x="123575" y="68268"/>
                  </a:lnTo>
                  <a:lnTo>
                    <a:pt x="123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0" name="Google Shape;3170;p61"/>
            <p:cNvSpPr/>
            <p:nvPr/>
          </p:nvSpPr>
          <p:spPr>
            <a:xfrm>
              <a:off x="3388400" y="837725"/>
              <a:ext cx="3089400" cy="1706700"/>
            </a:xfrm>
            <a:custGeom>
              <a:avLst/>
              <a:gdLst/>
              <a:ahLst/>
              <a:cxnLst/>
              <a:rect l="l" t="t" r="r" b="b"/>
              <a:pathLst>
                <a:path w="123576" h="68268" fill="none" extrusionOk="0">
                  <a:moveTo>
                    <a:pt x="0" y="0"/>
                  </a:moveTo>
                  <a:lnTo>
                    <a:pt x="123575" y="0"/>
                  </a:lnTo>
                  <a:lnTo>
                    <a:pt x="123575" y="68268"/>
                  </a:lnTo>
                  <a:lnTo>
                    <a:pt x="0" y="6826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1" name="Google Shape;3171;p61"/>
            <p:cNvSpPr/>
            <p:nvPr/>
          </p:nvSpPr>
          <p:spPr>
            <a:xfrm>
              <a:off x="3388400" y="1089100"/>
              <a:ext cx="3089400" cy="1455325"/>
            </a:xfrm>
            <a:custGeom>
              <a:avLst/>
              <a:gdLst/>
              <a:ahLst/>
              <a:cxnLst/>
              <a:rect l="l" t="t" r="r" b="b"/>
              <a:pathLst>
                <a:path w="123576" h="58213" extrusionOk="0">
                  <a:moveTo>
                    <a:pt x="79167" y="1"/>
                  </a:moveTo>
                  <a:lnTo>
                    <a:pt x="79167" y="6184"/>
                  </a:lnTo>
                  <a:lnTo>
                    <a:pt x="72453" y="6184"/>
                  </a:lnTo>
                  <a:lnTo>
                    <a:pt x="72453" y="17021"/>
                  </a:lnTo>
                  <a:lnTo>
                    <a:pt x="62615" y="17021"/>
                  </a:lnTo>
                  <a:lnTo>
                    <a:pt x="62615" y="31293"/>
                  </a:lnTo>
                  <a:lnTo>
                    <a:pt x="59461" y="31293"/>
                  </a:lnTo>
                  <a:lnTo>
                    <a:pt x="59461" y="13742"/>
                  </a:lnTo>
                  <a:lnTo>
                    <a:pt x="48687" y="13742"/>
                  </a:lnTo>
                  <a:lnTo>
                    <a:pt x="48687" y="19613"/>
                  </a:lnTo>
                  <a:lnTo>
                    <a:pt x="46844" y="19613"/>
                  </a:lnTo>
                  <a:lnTo>
                    <a:pt x="46844" y="10275"/>
                  </a:lnTo>
                  <a:lnTo>
                    <a:pt x="40786" y="10275"/>
                  </a:lnTo>
                  <a:lnTo>
                    <a:pt x="40786" y="2749"/>
                  </a:lnTo>
                  <a:lnTo>
                    <a:pt x="28919" y="2749"/>
                  </a:lnTo>
                  <a:lnTo>
                    <a:pt x="28919" y="30137"/>
                  </a:lnTo>
                  <a:lnTo>
                    <a:pt x="27107" y="30137"/>
                  </a:lnTo>
                  <a:lnTo>
                    <a:pt x="27107" y="18489"/>
                  </a:lnTo>
                  <a:lnTo>
                    <a:pt x="13491" y="18489"/>
                  </a:lnTo>
                  <a:lnTo>
                    <a:pt x="13491" y="25859"/>
                  </a:lnTo>
                  <a:lnTo>
                    <a:pt x="10743" y="25859"/>
                  </a:lnTo>
                  <a:lnTo>
                    <a:pt x="10743" y="12836"/>
                  </a:lnTo>
                  <a:lnTo>
                    <a:pt x="0" y="12836"/>
                  </a:lnTo>
                  <a:lnTo>
                    <a:pt x="0" y="58213"/>
                  </a:lnTo>
                  <a:lnTo>
                    <a:pt x="123575" y="58213"/>
                  </a:lnTo>
                  <a:lnTo>
                    <a:pt x="123575" y="6934"/>
                  </a:lnTo>
                  <a:lnTo>
                    <a:pt x="116986" y="6934"/>
                  </a:lnTo>
                  <a:lnTo>
                    <a:pt x="116986" y="18988"/>
                  </a:lnTo>
                  <a:lnTo>
                    <a:pt x="104026" y="18988"/>
                  </a:lnTo>
                  <a:lnTo>
                    <a:pt x="104026" y="32323"/>
                  </a:lnTo>
                  <a:lnTo>
                    <a:pt x="102277" y="32323"/>
                  </a:lnTo>
                  <a:lnTo>
                    <a:pt x="102277" y="15959"/>
                  </a:lnTo>
                  <a:lnTo>
                    <a:pt x="89504" y="15959"/>
                  </a:lnTo>
                  <a:lnTo>
                    <a:pt x="89504" y="27389"/>
                  </a:lnTo>
                  <a:lnTo>
                    <a:pt x="86912" y="27389"/>
                  </a:lnTo>
                  <a:lnTo>
                    <a:pt x="869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2" name="Google Shape;3172;p61"/>
            <p:cNvSpPr/>
            <p:nvPr/>
          </p:nvSpPr>
          <p:spPr>
            <a:xfrm>
              <a:off x="3388400" y="1089100"/>
              <a:ext cx="3089400" cy="1455325"/>
            </a:xfrm>
            <a:custGeom>
              <a:avLst/>
              <a:gdLst/>
              <a:ahLst/>
              <a:cxnLst/>
              <a:rect l="l" t="t" r="r" b="b"/>
              <a:pathLst>
                <a:path w="123576" h="58213" fill="none" extrusionOk="0">
                  <a:moveTo>
                    <a:pt x="123575" y="6934"/>
                  </a:moveTo>
                  <a:lnTo>
                    <a:pt x="123575" y="58213"/>
                  </a:lnTo>
                  <a:lnTo>
                    <a:pt x="0" y="58213"/>
                  </a:lnTo>
                  <a:lnTo>
                    <a:pt x="0" y="12836"/>
                  </a:lnTo>
                  <a:lnTo>
                    <a:pt x="10743" y="12836"/>
                  </a:lnTo>
                  <a:lnTo>
                    <a:pt x="10743" y="25859"/>
                  </a:lnTo>
                  <a:lnTo>
                    <a:pt x="13491" y="25859"/>
                  </a:lnTo>
                  <a:lnTo>
                    <a:pt x="13491" y="18489"/>
                  </a:lnTo>
                  <a:lnTo>
                    <a:pt x="27107" y="18489"/>
                  </a:lnTo>
                  <a:lnTo>
                    <a:pt x="27107" y="30137"/>
                  </a:lnTo>
                  <a:lnTo>
                    <a:pt x="28919" y="30137"/>
                  </a:lnTo>
                  <a:lnTo>
                    <a:pt x="28919" y="2749"/>
                  </a:lnTo>
                  <a:lnTo>
                    <a:pt x="40786" y="2749"/>
                  </a:lnTo>
                  <a:lnTo>
                    <a:pt x="40786" y="10275"/>
                  </a:lnTo>
                  <a:lnTo>
                    <a:pt x="46844" y="10275"/>
                  </a:lnTo>
                  <a:lnTo>
                    <a:pt x="46844" y="19613"/>
                  </a:lnTo>
                  <a:lnTo>
                    <a:pt x="48687" y="19613"/>
                  </a:lnTo>
                  <a:lnTo>
                    <a:pt x="48687" y="13742"/>
                  </a:lnTo>
                  <a:lnTo>
                    <a:pt x="59461" y="13742"/>
                  </a:lnTo>
                  <a:lnTo>
                    <a:pt x="59461" y="31293"/>
                  </a:lnTo>
                  <a:lnTo>
                    <a:pt x="62615" y="31293"/>
                  </a:lnTo>
                  <a:lnTo>
                    <a:pt x="62615" y="17021"/>
                  </a:lnTo>
                  <a:lnTo>
                    <a:pt x="72453" y="17021"/>
                  </a:lnTo>
                  <a:lnTo>
                    <a:pt x="72453" y="6184"/>
                  </a:lnTo>
                  <a:lnTo>
                    <a:pt x="79167" y="6184"/>
                  </a:lnTo>
                  <a:lnTo>
                    <a:pt x="79167" y="1"/>
                  </a:lnTo>
                  <a:lnTo>
                    <a:pt x="86912" y="1"/>
                  </a:lnTo>
                  <a:lnTo>
                    <a:pt x="86912" y="27389"/>
                  </a:lnTo>
                  <a:lnTo>
                    <a:pt x="89504" y="27389"/>
                  </a:lnTo>
                  <a:lnTo>
                    <a:pt x="89504" y="15959"/>
                  </a:lnTo>
                  <a:lnTo>
                    <a:pt x="102277" y="15959"/>
                  </a:lnTo>
                  <a:lnTo>
                    <a:pt x="102277" y="32323"/>
                  </a:lnTo>
                  <a:lnTo>
                    <a:pt x="104026" y="32323"/>
                  </a:lnTo>
                  <a:lnTo>
                    <a:pt x="104026" y="18988"/>
                  </a:lnTo>
                  <a:lnTo>
                    <a:pt x="116986" y="18988"/>
                  </a:lnTo>
                  <a:lnTo>
                    <a:pt x="116986" y="6934"/>
                  </a:lnTo>
                  <a:lnTo>
                    <a:pt x="123575" y="693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3" name="Google Shape;3173;p61"/>
            <p:cNvSpPr/>
            <p:nvPr/>
          </p:nvSpPr>
          <p:spPr>
            <a:xfrm>
              <a:off x="3421175" y="1450600"/>
              <a:ext cx="46100" cy="62475"/>
            </a:xfrm>
            <a:custGeom>
              <a:avLst/>
              <a:gdLst/>
              <a:ahLst/>
              <a:cxnLst/>
              <a:rect l="l" t="t" r="r" b="b"/>
              <a:pathLst>
                <a:path w="1844" h="2499" extrusionOk="0">
                  <a:moveTo>
                    <a:pt x="1" y="0"/>
                  </a:moveTo>
                  <a:lnTo>
                    <a:pt x="1" y="2499"/>
                  </a:lnTo>
                  <a:lnTo>
                    <a:pt x="1843" y="2499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4" name="Google Shape;3174;p61"/>
            <p:cNvSpPr/>
            <p:nvPr/>
          </p:nvSpPr>
          <p:spPr>
            <a:xfrm>
              <a:off x="3500025" y="1450600"/>
              <a:ext cx="45325" cy="62475"/>
            </a:xfrm>
            <a:custGeom>
              <a:avLst/>
              <a:gdLst/>
              <a:ahLst/>
              <a:cxnLst/>
              <a:rect l="l" t="t" r="r" b="b"/>
              <a:pathLst>
                <a:path w="1813" h="2499" extrusionOk="0">
                  <a:moveTo>
                    <a:pt x="1" y="0"/>
                  </a:moveTo>
                  <a:lnTo>
                    <a:pt x="1" y="2499"/>
                  </a:lnTo>
                  <a:lnTo>
                    <a:pt x="1812" y="2499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5" name="Google Shape;3175;p61"/>
            <p:cNvSpPr/>
            <p:nvPr/>
          </p:nvSpPr>
          <p:spPr>
            <a:xfrm>
              <a:off x="3578900" y="1450600"/>
              <a:ext cx="45300" cy="62475"/>
            </a:xfrm>
            <a:custGeom>
              <a:avLst/>
              <a:gdLst/>
              <a:ahLst/>
              <a:cxnLst/>
              <a:rect l="l" t="t" r="r" b="b"/>
              <a:pathLst>
                <a:path w="1812" h="2499" extrusionOk="0">
                  <a:moveTo>
                    <a:pt x="0" y="0"/>
                  </a:moveTo>
                  <a:lnTo>
                    <a:pt x="0" y="2499"/>
                  </a:lnTo>
                  <a:lnTo>
                    <a:pt x="1811" y="2499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6" name="Google Shape;3176;p61"/>
            <p:cNvSpPr/>
            <p:nvPr/>
          </p:nvSpPr>
          <p:spPr>
            <a:xfrm>
              <a:off x="3421175" y="1544275"/>
              <a:ext cx="46100" cy="62500"/>
            </a:xfrm>
            <a:custGeom>
              <a:avLst/>
              <a:gdLst/>
              <a:ahLst/>
              <a:cxnLst/>
              <a:rect l="l" t="t" r="r" b="b"/>
              <a:pathLst>
                <a:path w="1844" h="2500" extrusionOk="0">
                  <a:moveTo>
                    <a:pt x="1" y="1"/>
                  </a:moveTo>
                  <a:lnTo>
                    <a:pt x="1" y="2499"/>
                  </a:lnTo>
                  <a:lnTo>
                    <a:pt x="1843" y="2499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7" name="Google Shape;3177;p61"/>
            <p:cNvSpPr/>
            <p:nvPr/>
          </p:nvSpPr>
          <p:spPr>
            <a:xfrm>
              <a:off x="3500025" y="1544275"/>
              <a:ext cx="45325" cy="62500"/>
            </a:xfrm>
            <a:custGeom>
              <a:avLst/>
              <a:gdLst/>
              <a:ahLst/>
              <a:cxnLst/>
              <a:rect l="l" t="t" r="r" b="b"/>
              <a:pathLst>
                <a:path w="1813" h="2500" extrusionOk="0">
                  <a:moveTo>
                    <a:pt x="1" y="1"/>
                  </a:moveTo>
                  <a:lnTo>
                    <a:pt x="1" y="2499"/>
                  </a:lnTo>
                  <a:lnTo>
                    <a:pt x="1812" y="2499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8" name="Google Shape;3178;p61"/>
            <p:cNvSpPr/>
            <p:nvPr/>
          </p:nvSpPr>
          <p:spPr>
            <a:xfrm>
              <a:off x="3578900" y="1544275"/>
              <a:ext cx="45300" cy="62500"/>
            </a:xfrm>
            <a:custGeom>
              <a:avLst/>
              <a:gdLst/>
              <a:ahLst/>
              <a:cxnLst/>
              <a:rect l="l" t="t" r="r" b="b"/>
              <a:pathLst>
                <a:path w="1812" h="2500" extrusionOk="0">
                  <a:moveTo>
                    <a:pt x="0" y="1"/>
                  </a:moveTo>
                  <a:lnTo>
                    <a:pt x="0" y="2499"/>
                  </a:lnTo>
                  <a:lnTo>
                    <a:pt x="1811" y="2499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9" name="Google Shape;3179;p61"/>
            <p:cNvSpPr/>
            <p:nvPr/>
          </p:nvSpPr>
          <p:spPr>
            <a:xfrm>
              <a:off x="3421175" y="1637975"/>
              <a:ext cx="46100" cy="62475"/>
            </a:xfrm>
            <a:custGeom>
              <a:avLst/>
              <a:gdLst/>
              <a:ahLst/>
              <a:cxnLst/>
              <a:rect l="l" t="t" r="r" b="b"/>
              <a:pathLst>
                <a:path w="1844" h="2499" extrusionOk="0">
                  <a:moveTo>
                    <a:pt x="1" y="0"/>
                  </a:moveTo>
                  <a:lnTo>
                    <a:pt x="1" y="2499"/>
                  </a:lnTo>
                  <a:lnTo>
                    <a:pt x="1843" y="2499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0" name="Google Shape;3180;p61"/>
            <p:cNvSpPr/>
            <p:nvPr/>
          </p:nvSpPr>
          <p:spPr>
            <a:xfrm>
              <a:off x="3500025" y="1637975"/>
              <a:ext cx="45325" cy="62475"/>
            </a:xfrm>
            <a:custGeom>
              <a:avLst/>
              <a:gdLst/>
              <a:ahLst/>
              <a:cxnLst/>
              <a:rect l="l" t="t" r="r" b="b"/>
              <a:pathLst>
                <a:path w="1813" h="2499" extrusionOk="0">
                  <a:moveTo>
                    <a:pt x="1" y="0"/>
                  </a:moveTo>
                  <a:lnTo>
                    <a:pt x="1" y="2499"/>
                  </a:lnTo>
                  <a:lnTo>
                    <a:pt x="1812" y="2499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1" name="Google Shape;3181;p61"/>
            <p:cNvSpPr/>
            <p:nvPr/>
          </p:nvSpPr>
          <p:spPr>
            <a:xfrm>
              <a:off x="3578900" y="1637975"/>
              <a:ext cx="45300" cy="62475"/>
            </a:xfrm>
            <a:custGeom>
              <a:avLst/>
              <a:gdLst/>
              <a:ahLst/>
              <a:cxnLst/>
              <a:rect l="l" t="t" r="r" b="b"/>
              <a:pathLst>
                <a:path w="1812" h="2499" extrusionOk="0">
                  <a:moveTo>
                    <a:pt x="0" y="0"/>
                  </a:moveTo>
                  <a:lnTo>
                    <a:pt x="0" y="2499"/>
                  </a:lnTo>
                  <a:lnTo>
                    <a:pt x="1811" y="2499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2" name="Google Shape;3182;p61"/>
            <p:cNvSpPr/>
            <p:nvPr/>
          </p:nvSpPr>
          <p:spPr>
            <a:xfrm>
              <a:off x="3421175" y="1731650"/>
              <a:ext cx="46100" cy="62500"/>
            </a:xfrm>
            <a:custGeom>
              <a:avLst/>
              <a:gdLst/>
              <a:ahLst/>
              <a:cxnLst/>
              <a:rect l="l" t="t" r="r" b="b"/>
              <a:pathLst>
                <a:path w="1844" h="2500" extrusionOk="0">
                  <a:moveTo>
                    <a:pt x="1" y="1"/>
                  </a:moveTo>
                  <a:lnTo>
                    <a:pt x="1" y="2499"/>
                  </a:lnTo>
                  <a:lnTo>
                    <a:pt x="1843" y="2499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3" name="Google Shape;3183;p61"/>
            <p:cNvSpPr/>
            <p:nvPr/>
          </p:nvSpPr>
          <p:spPr>
            <a:xfrm>
              <a:off x="3500025" y="1731650"/>
              <a:ext cx="45325" cy="62500"/>
            </a:xfrm>
            <a:custGeom>
              <a:avLst/>
              <a:gdLst/>
              <a:ahLst/>
              <a:cxnLst/>
              <a:rect l="l" t="t" r="r" b="b"/>
              <a:pathLst>
                <a:path w="1813" h="2500" extrusionOk="0">
                  <a:moveTo>
                    <a:pt x="1" y="1"/>
                  </a:moveTo>
                  <a:lnTo>
                    <a:pt x="1" y="2499"/>
                  </a:lnTo>
                  <a:lnTo>
                    <a:pt x="1812" y="2499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4" name="Google Shape;3184;p61"/>
            <p:cNvSpPr/>
            <p:nvPr/>
          </p:nvSpPr>
          <p:spPr>
            <a:xfrm>
              <a:off x="3578900" y="1731650"/>
              <a:ext cx="45300" cy="62500"/>
            </a:xfrm>
            <a:custGeom>
              <a:avLst/>
              <a:gdLst/>
              <a:ahLst/>
              <a:cxnLst/>
              <a:rect l="l" t="t" r="r" b="b"/>
              <a:pathLst>
                <a:path w="1812" h="2500" extrusionOk="0">
                  <a:moveTo>
                    <a:pt x="0" y="1"/>
                  </a:moveTo>
                  <a:lnTo>
                    <a:pt x="0" y="2499"/>
                  </a:lnTo>
                  <a:lnTo>
                    <a:pt x="1811" y="2499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5" name="Google Shape;3185;p61"/>
            <p:cNvSpPr/>
            <p:nvPr/>
          </p:nvSpPr>
          <p:spPr>
            <a:xfrm>
              <a:off x="4991250" y="15591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2"/>
                  </a:lnTo>
                  <a:lnTo>
                    <a:pt x="1812" y="209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6" name="Google Shape;3186;p61"/>
            <p:cNvSpPr/>
            <p:nvPr/>
          </p:nvSpPr>
          <p:spPr>
            <a:xfrm>
              <a:off x="5070100" y="15591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2"/>
                  </a:lnTo>
                  <a:lnTo>
                    <a:pt x="1812" y="209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7" name="Google Shape;3187;p61"/>
            <p:cNvSpPr/>
            <p:nvPr/>
          </p:nvSpPr>
          <p:spPr>
            <a:xfrm>
              <a:off x="5148175" y="1559125"/>
              <a:ext cx="46075" cy="52325"/>
            </a:xfrm>
            <a:custGeom>
              <a:avLst/>
              <a:gdLst/>
              <a:ahLst/>
              <a:cxnLst/>
              <a:rect l="l" t="t" r="r" b="b"/>
              <a:pathLst>
                <a:path w="1843" h="2093" extrusionOk="0">
                  <a:moveTo>
                    <a:pt x="0" y="0"/>
                  </a:moveTo>
                  <a:lnTo>
                    <a:pt x="0" y="2092"/>
                  </a:lnTo>
                  <a:lnTo>
                    <a:pt x="1843" y="2092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8" name="Google Shape;3188;p61"/>
            <p:cNvSpPr/>
            <p:nvPr/>
          </p:nvSpPr>
          <p:spPr>
            <a:xfrm>
              <a:off x="4991250" y="16371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9" name="Google Shape;3189;p61"/>
            <p:cNvSpPr/>
            <p:nvPr/>
          </p:nvSpPr>
          <p:spPr>
            <a:xfrm>
              <a:off x="5070100" y="16371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0" name="Google Shape;3190;p61"/>
            <p:cNvSpPr/>
            <p:nvPr/>
          </p:nvSpPr>
          <p:spPr>
            <a:xfrm>
              <a:off x="5070100" y="16371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fill="none" extrusionOk="0">
                  <a:moveTo>
                    <a:pt x="0" y="1"/>
                  </a:moveTo>
                  <a:lnTo>
                    <a:pt x="1812" y="1"/>
                  </a:lnTo>
                  <a:lnTo>
                    <a:pt x="1812" y="2093"/>
                  </a:lnTo>
                  <a:lnTo>
                    <a:pt x="0" y="209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1" name="Google Shape;3191;p61"/>
            <p:cNvSpPr/>
            <p:nvPr/>
          </p:nvSpPr>
          <p:spPr>
            <a:xfrm>
              <a:off x="5148175" y="1637175"/>
              <a:ext cx="46075" cy="52350"/>
            </a:xfrm>
            <a:custGeom>
              <a:avLst/>
              <a:gdLst/>
              <a:ahLst/>
              <a:cxnLst/>
              <a:rect l="l" t="t" r="r" b="b"/>
              <a:pathLst>
                <a:path w="1843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43" y="2093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2" name="Google Shape;3192;p61"/>
            <p:cNvSpPr/>
            <p:nvPr/>
          </p:nvSpPr>
          <p:spPr>
            <a:xfrm>
              <a:off x="5148175" y="1637175"/>
              <a:ext cx="46075" cy="52350"/>
            </a:xfrm>
            <a:custGeom>
              <a:avLst/>
              <a:gdLst/>
              <a:ahLst/>
              <a:cxnLst/>
              <a:rect l="l" t="t" r="r" b="b"/>
              <a:pathLst>
                <a:path w="1843" h="2094" fill="none" extrusionOk="0">
                  <a:moveTo>
                    <a:pt x="0" y="1"/>
                  </a:moveTo>
                  <a:lnTo>
                    <a:pt x="1843" y="1"/>
                  </a:lnTo>
                  <a:lnTo>
                    <a:pt x="1843" y="2093"/>
                  </a:lnTo>
                  <a:lnTo>
                    <a:pt x="0" y="209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3" name="Google Shape;3193;p61"/>
            <p:cNvSpPr/>
            <p:nvPr/>
          </p:nvSpPr>
          <p:spPr>
            <a:xfrm>
              <a:off x="4991250" y="1715250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4" name="Google Shape;3194;p61"/>
            <p:cNvSpPr/>
            <p:nvPr/>
          </p:nvSpPr>
          <p:spPr>
            <a:xfrm>
              <a:off x="4991250" y="1715250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fill="none" extrusionOk="0">
                  <a:moveTo>
                    <a:pt x="0" y="1"/>
                  </a:moveTo>
                  <a:lnTo>
                    <a:pt x="1812" y="1"/>
                  </a:lnTo>
                  <a:lnTo>
                    <a:pt x="1812" y="2093"/>
                  </a:lnTo>
                  <a:lnTo>
                    <a:pt x="0" y="209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5" name="Google Shape;3195;p61"/>
            <p:cNvSpPr/>
            <p:nvPr/>
          </p:nvSpPr>
          <p:spPr>
            <a:xfrm>
              <a:off x="5070100" y="1715250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6" name="Google Shape;3196;p61"/>
            <p:cNvSpPr/>
            <p:nvPr/>
          </p:nvSpPr>
          <p:spPr>
            <a:xfrm>
              <a:off x="5070100" y="1715250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fill="none" extrusionOk="0">
                  <a:moveTo>
                    <a:pt x="0" y="1"/>
                  </a:moveTo>
                  <a:lnTo>
                    <a:pt x="1812" y="1"/>
                  </a:lnTo>
                  <a:lnTo>
                    <a:pt x="1812" y="2093"/>
                  </a:lnTo>
                  <a:lnTo>
                    <a:pt x="0" y="209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7" name="Google Shape;3197;p61"/>
            <p:cNvSpPr/>
            <p:nvPr/>
          </p:nvSpPr>
          <p:spPr>
            <a:xfrm>
              <a:off x="5148175" y="1715250"/>
              <a:ext cx="46075" cy="52350"/>
            </a:xfrm>
            <a:custGeom>
              <a:avLst/>
              <a:gdLst/>
              <a:ahLst/>
              <a:cxnLst/>
              <a:rect l="l" t="t" r="r" b="b"/>
              <a:pathLst>
                <a:path w="1843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43" y="2093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8" name="Google Shape;3198;p61"/>
            <p:cNvSpPr/>
            <p:nvPr/>
          </p:nvSpPr>
          <p:spPr>
            <a:xfrm>
              <a:off x="5148175" y="1715250"/>
              <a:ext cx="46075" cy="52350"/>
            </a:xfrm>
            <a:custGeom>
              <a:avLst/>
              <a:gdLst/>
              <a:ahLst/>
              <a:cxnLst/>
              <a:rect l="l" t="t" r="r" b="b"/>
              <a:pathLst>
                <a:path w="1843" h="2094" fill="none" extrusionOk="0">
                  <a:moveTo>
                    <a:pt x="0" y="1"/>
                  </a:moveTo>
                  <a:lnTo>
                    <a:pt x="1843" y="1"/>
                  </a:lnTo>
                  <a:lnTo>
                    <a:pt x="1843" y="2093"/>
                  </a:lnTo>
                  <a:lnTo>
                    <a:pt x="0" y="209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9" name="Google Shape;3199;p61"/>
            <p:cNvSpPr/>
            <p:nvPr/>
          </p:nvSpPr>
          <p:spPr>
            <a:xfrm>
              <a:off x="4991250" y="17933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0" name="Google Shape;3200;p61"/>
            <p:cNvSpPr/>
            <p:nvPr/>
          </p:nvSpPr>
          <p:spPr>
            <a:xfrm>
              <a:off x="4991250" y="17933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fill="none" extrusionOk="0">
                  <a:moveTo>
                    <a:pt x="0" y="1"/>
                  </a:moveTo>
                  <a:lnTo>
                    <a:pt x="1812" y="1"/>
                  </a:lnTo>
                  <a:lnTo>
                    <a:pt x="1812" y="2093"/>
                  </a:lnTo>
                  <a:lnTo>
                    <a:pt x="0" y="209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1" name="Google Shape;3201;p61"/>
            <p:cNvSpPr/>
            <p:nvPr/>
          </p:nvSpPr>
          <p:spPr>
            <a:xfrm>
              <a:off x="5070100" y="17933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2" name="Google Shape;3202;p61"/>
            <p:cNvSpPr/>
            <p:nvPr/>
          </p:nvSpPr>
          <p:spPr>
            <a:xfrm>
              <a:off x="5070100" y="17933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fill="none" extrusionOk="0">
                  <a:moveTo>
                    <a:pt x="0" y="1"/>
                  </a:moveTo>
                  <a:lnTo>
                    <a:pt x="1812" y="1"/>
                  </a:lnTo>
                  <a:lnTo>
                    <a:pt x="1812" y="2093"/>
                  </a:lnTo>
                  <a:lnTo>
                    <a:pt x="0" y="209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3" name="Google Shape;3203;p61"/>
            <p:cNvSpPr/>
            <p:nvPr/>
          </p:nvSpPr>
          <p:spPr>
            <a:xfrm>
              <a:off x="5148175" y="1793325"/>
              <a:ext cx="46075" cy="52350"/>
            </a:xfrm>
            <a:custGeom>
              <a:avLst/>
              <a:gdLst/>
              <a:ahLst/>
              <a:cxnLst/>
              <a:rect l="l" t="t" r="r" b="b"/>
              <a:pathLst>
                <a:path w="1843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43" y="2093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4" name="Google Shape;3204;p61"/>
            <p:cNvSpPr/>
            <p:nvPr/>
          </p:nvSpPr>
          <p:spPr>
            <a:xfrm>
              <a:off x="4991250" y="18737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5" name="Google Shape;3205;p61"/>
            <p:cNvSpPr/>
            <p:nvPr/>
          </p:nvSpPr>
          <p:spPr>
            <a:xfrm>
              <a:off x="4991250" y="18737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fill="none" extrusionOk="0">
                  <a:moveTo>
                    <a:pt x="0" y="0"/>
                  </a:moveTo>
                  <a:lnTo>
                    <a:pt x="1812" y="0"/>
                  </a:lnTo>
                  <a:lnTo>
                    <a:pt x="1812" y="2062"/>
                  </a:lnTo>
                  <a:lnTo>
                    <a:pt x="0" y="206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6" name="Google Shape;3206;p61"/>
            <p:cNvSpPr/>
            <p:nvPr/>
          </p:nvSpPr>
          <p:spPr>
            <a:xfrm>
              <a:off x="5070100" y="18737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7" name="Google Shape;3207;p61"/>
            <p:cNvSpPr/>
            <p:nvPr/>
          </p:nvSpPr>
          <p:spPr>
            <a:xfrm>
              <a:off x="5148175" y="1873750"/>
              <a:ext cx="46075" cy="51550"/>
            </a:xfrm>
            <a:custGeom>
              <a:avLst/>
              <a:gdLst/>
              <a:ahLst/>
              <a:cxnLst/>
              <a:rect l="l" t="t" r="r" b="b"/>
              <a:pathLst>
                <a:path w="1843" h="2062" extrusionOk="0">
                  <a:moveTo>
                    <a:pt x="0" y="0"/>
                  </a:moveTo>
                  <a:lnTo>
                    <a:pt x="0" y="2062"/>
                  </a:lnTo>
                  <a:lnTo>
                    <a:pt x="1843" y="2062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8" name="Google Shape;3208;p61"/>
            <p:cNvSpPr/>
            <p:nvPr/>
          </p:nvSpPr>
          <p:spPr>
            <a:xfrm>
              <a:off x="4991250" y="19533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9" name="Google Shape;3209;p61"/>
            <p:cNvSpPr/>
            <p:nvPr/>
          </p:nvSpPr>
          <p:spPr>
            <a:xfrm>
              <a:off x="5070100" y="19533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0" name="Google Shape;3210;p61"/>
            <p:cNvSpPr/>
            <p:nvPr/>
          </p:nvSpPr>
          <p:spPr>
            <a:xfrm>
              <a:off x="5148175" y="1953375"/>
              <a:ext cx="46075" cy="52350"/>
            </a:xfrm>
            <a:custGeom>
              <a:avLst/>
              <a:gdLst/>
              <a:ahLst/>
              <a:cxnLst/>
              <a:rect l="l" t="t" r="r" b="b"/>
              <a:pathLst>
                <a:path w="1843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43" y="2093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1" name="Google Shape;3211;p61"/>
            <p:cNvSpPr/>
            <p:nvPr/>
          </p:nvSpPr>
          <p:spPr>
            <a:xfrm>
              <a:off x="4991250" y="20338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2" name="Google Shape;3212;p61"/>
            <p:cNvSpPr/>
            <p:nvPr/>
          </p:nvSpPr>
          <p:spPr>
            <a:xfrm>
              <a:off x="5070100" y="20338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3" name="Google Shape;3213;p61"/>
            <p:cNvSpPr/>
            <p:nvPr/>
          </p:nvSpPr>
          <p:spPr>
            <a:xfrm>
              <a:off x="5148175" y="2033800"/>
              <a:ext cx="46075" cy="51550"/>
            </a:xfrm>
            <a:custGeom>
              <a:avLst/>
              <a:gdLst/>
              <a:ahLst/>
              <a:cxnLst/>
              <a:rect l="l" t="t" r="r" b="b"/>
              <a:pathLst>
                <a:path w="1843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43" y="2062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4" name="Google Shape;3214;p61"/>
            <p:cNvSpPr/>
            <p:nvPr/>
          </p:nvSpPr>
          <p:spPr>
            <a:xfrm>
              <a:off x="4991250" y="21134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5" name="Google Shape;3215;p61"/>
            <p:cNvSpPr/>
            <p:nvPr/>
          </p:nvSpPr>
          <p:spPr>
            <a:xfrm>
              <a:off x="5070100" y="21134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6" name="Google Shape;3216;p61"/>
            <p:cNvSpPr/>
            <p:nvPr/>
          </p:nvSpPr>
          <p:spPr>
            <a:xfrm>
              <a:off x="5148175" y="2113425"/>
              <a:ext cx="46075" cy="52350"/>
            </a:xfrm>
            <a:custGeom>
              <a:avLst/>
              <a:gdLst/>
              <a:ahLst/>
              <a:cxnLst/>
              <a:rect l="l" t="t" r="r" b="b"/>
              <a:pathLst>
                <a:path w="1843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43" y="2093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7" name="Google Shape;3217;p61"/>
            <p:cNvSpPr/>
            <p:nvPr/>
          </p:nvSpPr>
          <p:spPr>
            <a:xfrm>
              <a:off x="3764700" y="1591125"/>
              <a:ext cx="260800" cy="38275"/>
            </a:xfrm>
            <a:custGeom>
              <a:avLst/>
              <a:gdLst/>
              <a:ahLst/>
              <a:cxnLst/>
              <a:rect l="l" t="t" r="r" b="b"/>
              <a:pathLst>
                <a:path w="10432" h="1531" extrusionOk="0">
                  <a:moveTo>
                    <a:pt x="1" y="0"/>
                  </a:moveTo>
                  <a:lnTo>
                    <a:pt x="1" y="1531"/>
                  </a:lnTo>
                  <a:lnTo>
                    <a:pt x="10431" y="1531"/>
                  </a:lnTo>
                  <a:lnTo>
                    <a:pt x="104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8" name="Google Shape;3218;p61"/>
            <p:cNvSpPr/>
            <p:nvPr/>
          </p:nvSpPr>
          <p:spPr>
            <a:xfrm>
              <a:off x="3764700" y="1666075"/>
              <a:ext cx="260800" cy="39050"/>
            </a:xfrm>
            <a:custGeom>
              <a:avLst/>
              <a:gdLst/>
              <a:ahLst/>
              <a:cxnLst/>
              <a:rect l="l" t="t" r="r" b="b"/>
              <a:pathLst>
                <a:path w="10432" h="1562" extrusionOk="0">
                  <a:moveTo>
                    <a:pt x="1" y="0"/>
                  </a:moveTo>
                  <a:lnTo>
                    <a:pt x="1" y="1562"/>
                  </a:lnTo>
                  <a:lnTo>
                    <a:pt x="10431" y="1562"/>
                  </a:lnTo>
                  <a:lnTo>
                    <a:pt x="104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9" name="Google Shape;3219;p61"/>
            <p:cNvSpPr/>
            <p:nvPr/>
          </p:nvSpPr>
          <p:spPr>
            <a:xfrm>
              <a:off x="3764700" y="1741800"/>
              <a:ext cx="260800" cy="39075"/>
            </a:xfrm>
            <a:custGeom>
              <a:avLst/>
              <a:gdLst/>
              <a:ahLst/>
              <a:cxnLst/>
              <a:rect l="l" t="t" r="r" b="b"/>
              <a:pathLst>
                <a:path w="10432" h="1563" extrusionOk="0">
                  <a:moveTo>
                    <a:pt x="1" y="1"/>
                  </a:moveTo>
                  <a:lnTo>
                    <a:pt x="1" y="1562"/>
                  </a:lnTo>
                  <a:lnTo>
                    <a:pt x="10431" y="1562"/>
                  </a:lnTo>
                  <a:lnTo>
                    <a:pt x="10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0" name="Google Shape;3220;p61"/>
            <p:cNvSpPr/>
            <p:nvPr/>
          </p:nvSpPr>
          <p:spPr>
            <a:xfrm>
              <a:off x="3764700" y="1817525"/>
              <a:ext cx="260800" cy="39075"/>
            </a:xfrm>
            <a:custGeom>
              <a:avLst/>
              <a:gdLst/>
              <a:ahLst/>
              <a:cxnLst/>
              <a:rect l="l" t="t" r="r" b="b"/>
              <a:pathLst>
                <a:path w="10432" h="1563" extrusionOk="0">
                  <a:moveTo>
                    <a:pt x="1" y="1"/>
                  </a:moveTo>
                  <a:lnTo>
                    <a:pt x="1" y="1562"/>
                  </a:lnTo>
                  <a:lnTo>
                    <a:pt x="10431" y="1562"/>
                  </a:lnTo>
                  <a:lnTo>
                    <a:pt x="10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1" name="Google Shape;3221;p61"/>
            <p:cNvSpPr/>
            <p:nvPr/>
          </p:nvSpPr>
          <p:spPr>
            <a:xfrm>
              <a:off x="3764700" y="1893275"/>
              <a:ext cx="260800" cy="38275"/>
            </a:xfrm>
            <a:custGeom>
              <a:avLst/>
              <a:gdLst/>
              <a:ahLst/>
              <a:cxnLst/>
              <a:rect l="l" t="t" r="r" b="b"/>
              <a:pathLst>
                <a:path w="10432" h="1531" extrusionOk="0">
                  <a:moveTo>
                    <a:pt x="1" y="0"/>
                  </a:moveTo>
                  <a:lnTo>
                    <a:pt x="1" y="1530"/>
                  </a:lnTo>
                  <a:lnTo>
                    <a:pt x="10431" y="1530"/>
                  </a:lnTo>
                  <a:lnTo>
                    <a:pt x="104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2" name="Google Shape;3222;p61"/>
            <p:cNvSpPr/>
            <p:nvPr/>
          </p:nvSpPr>
          <p:spPr>
            <a:xfrm>
              <a:off x="3764700" y="1968225"/>
              <a:ext cx="260800" cy="39050"/>
            </a:xfrm>
            <a:custGeom>
              <a:avLst/>
              <a:gdLst/>
              <a:ahLst/>
              <a:cxnLst/>
              <a:rect l="l" t="t" r="r" b="b"/>
              <a:pathLst>
                <a:path w="10432" h="1562" extrusionOk="0">
                  <a:moveTo>
                    <a:pt x="1" y="0"/>
                  </a:moveTo>
                  <a:lnTo>
                    <a:pt x="1" y="1562"/>
                  </a:lnTo>
                  <a:lnTo>
                    <a:pt x="10431" y="1562"/>
                  </a:lnTo>
                  <a:lnTo>
                    <a:pt x="104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3" name="Google Shape;3223;p61"/>
            <p:cNvSpPr/>
            <p:nvPr/>
          </p:nvSpPr>
          <p:spPr>
            <a:xfrm>
              <a:off x="3764700" y="2043950"/>
              <a:ext cx="260800" cy="39050"/>
            </a:xfrm>
            <a:custGeom>
              <a:avLst/>
              <a:gdLst/>
              <a:ahLst/>
              <a:cxnLst/>
              <a:rect l="l" t="t" r="r" b="b"/>
              <a:pathLst>
                <a:path w="10432" h="1562" extrusionOk="0">
                  <a:moveTo>
                    <a:pt x="1" y="0"/>
                  </a:moveTo>
                  <a:lnTo>
                    <a:pt x="1" y="1562"/>
                  </a:lnTo>
                  <a:lnTo>
                    <a:pt x="10431" y="1562"/>
                  </a:lnTo>
                  <a:lnTo>
                    <a:pt x="104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4" name="Google Shape;3224;p61"/>
            <p:cNvSpPr/>
            <p:nvPr/>
          </p:nvSpPr>
          <p:spPr>
            <a:xfrm>
              <a:off x="3764700" y="2119675"/>
              <a:ext cx="260800" cy="38275"/>
            </a:xfrm>
            <a:custGeom>
              <a:avLst/>
              <a:gdLst/>
              <a:ahLst/>
              <a:cxnLst/>
              <a:rect l="l" t="t" r="r" b="b"/>
              <a:pathLst>
                <a:path w="10432" h="1531" extrusionOk="0">
                  <a:moveTo>
                    <a:pt x="1" y="1"/>
                  </a:moveTo>
                  <a:lnTo>
                    <a:pt x="1" y="1531"/>
                  </a:lnTo>
                  <a:lnTo>
                    <a:pt x="10431" y="1531"/>
                  </a:lnTo>
                  <a:lnTo>
                    <a:pt x="10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5" name="Google Shape;3225;p61"/>
            <p:cNvSpPr/>
            <p:nvPr/>
          </p:nvSpPr>
          <p:spPr>
            <a:xfrm>
              <a:off x="5665025" y="1524750"/>
              <a:ext cx="239700" cy="39075"/>
            </a:xfrm>
            <a:custGeom>
              <a:avLst/>
              <a:gdLst/>
              <a:ahLst/>
              <a:cxnLst/>
              <a:rect l="l" t="t" r="r" b="b"/>
              <a:pathLst>
                <a:path w="9588" h="1563" extrusionOk="0">
                  <a:moveTo>
                    <a:pt x="0" y="1"/>
                  </a:moveTo>
                  <a:lnTo>
                    <a:pt x="0" y="1562"/>
                  </a:lnTo>
                  <a:lnTo>
                    <a:pt x="9588" y="1562"/>
                  </a:lnTo>
                  <a:lnTo>
                    <a:pt x="9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6" name="Google Shape;3226;p61"/>
            <p:cNvSpPr/>
            <p:nvPr/>
          </p:nvSpPr>
          <p:spPr>
            <a:xfrm>
              <a:off x="5665025" y="1600500"/>
              <a:ext cx="239700" cy="38275"/>
            </a:xfrm>
            <a:custGeom>
              <a:avLst/>
              <a:gdLst/>
              <a:ahLst/>
              <a:cxnLst/>
              <a:rect l="l" t="t" r="r" b="b"/>
              <a:pathLst>
                <a:path w="9588" h="1531" extrusionOk="0">
                  <a:moveTo>
                    <a:pt x="0" y="0"/>
                  </a:moveTo>
                  <a:lnTo>
                    <a:pt x="0" y="1530"/>
                  </a:lnTo>
                  <a:lnTo>
                    <a:pt x="9588" y="1530"/>
                  </a:lnTo>
                  <a:lnTo>
                    <a:pt x="9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7" name="Google Shape;3227;p61"/>
            <p:cNvSpPr/>
            <p:nvPr/>
          </p:nvSpPr>
          <p:spPr>
            <a:xfrm>
              <a:off x="5665025" y="1675450"/>
              <a:ext cx="239700" cy="39050"/>
            </a:xfrm>
            <a:custGeom>
              <a:avLst/>
              <a:gdLst/>
              <a:ahLst/>
              <a:cxnLst/>
              <a:rect l="l" t="t" r="r" b="b"/>
              <a:pathLst>
                <a:path w="9588" h="1562" extrusionOk="0">
                  <a:moveTo>
                    <a:pt x="0" y="0"/>
                  </a:moveTo>
                  <a:lnTo>
                    <a:pt x="0" y="1562"/>
                  </a:lnTo>
                  <a:lnTo>
                    <a:pt x="9588" y="1562"/>
                  </a:lnTo>
                  <a:lnTo>
                    <a:pt x="9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8" name="Google Shape;3228;p61"/>
            <p:cNvSpPr/>
            <p:nvPr/>
          </p:nvSpPr>
          <p:spPr>
            <a:xfrm>
              <a:off x="5665025" y="1751175"/>
              <a:ext cx="239700" cy="39050"/>
            </a:xfrm>
            <a:custGeom>
              <a:avLst/>
              <a:gdLst/>
              <a:ahLst/>
              <a:cxnLst/>
              <a:rect l="l" t="t" r="r" b="b"/>
              <a:pathLst>
                <a:path w="9588" h="1562" extrusionOk="0">
                  <a:moveTo>
                    <a:pt x="0" y="0"/>
                  </a:moveTo>
                  <a:lnTo>
                    <a:pt x="0" y="1562"/>
                  </a:lnTo>
                  <a:lnTo>
                    <a:pt x="9588" y="1562"/>
                  </a:lnTo>
                  <a:lnTo>
                    <a:pt x="9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9" name="Google Shape;3229;p61"/>
            <p:cNvSpPr/>
            <p:nvPr/>
          </p:nvSpPr>
          <p:spPr>
            <a:xfrm>
              <a:off x="5665025" y="1826900"/>
              <a:ext cx="239700" cy="39075"/>
            </a:xfrm>
            <a:custGeom>
              <a:avLst/>
              <a:gdLst/>
              <a:ahLst/>
              <a:cxnLst/>
              <a:rect l="l" t="t" r="r" b="b"/>
              <a:pathLst>
                <a:path w="9588" h="1563" extrusionOk="0">
                  <a:moveTo>
                    <a:pt x="0" y="1"/>
                  </a:moveTo>
                  <a:lnTo>
                    <a:pt x="0" y="1562"/>
                  </a:lnTo>
                  <a:lnTo>
                    <a:pt x="9588" y="1562"/>
                  </a:lnTo>
                  <a:lnTo>
                    <a:pt x="9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0" name="Google Shape;3230;p61"/>
            <p:cNvSpPr/>
            <p:nvPr/>
          </p:nvSpPr>
          <p:spPr>
            <a:xfrm>
              <a:off x="5665025" y="1901850"/>
              <a:ext cx="239700" cy="39075"/>
            </a:xfrm>
            <a:custGeom>
              <a:avLst/>
              <a:gdLst/>
              <a:ahLst/>
              <a:cxnLst/>
              <a:rect l="l" t="t" r="r" b="b"/>
              <a:pathLst>
                <a:path w="9588" h="1563" extrusionOk="0">
                  <a:moveTo>
                    <a:pt x="0" y="1"/>
                  </a:moveTo>
                  <a:lnTo>
                    <a:pt x="0" y="1562"/>
                  </a:lnTo>
                  <a:lnTo>
                    <a:pt x="9588" y="1562"/>
                  </a:lnTo>
                  <a:lnTo>
                    <a:pt x="9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1" name="Google Shape;3231;p61"/>
            <p:cNvSpPr/>
            <p:nvPr/>
          </p:nvSpPr>
          <p:spPr>
            <a:xfrm>
              <a:off x="5665025" y="1977600"/>
              <a:ext cx="239700" cy="39050"/>
            </a:xfrm>
            <a:custGeom>
              <a:avLst/>
              <a:gdLst/>
              <a:ahLst/>
              <a:cxnLst/>
              <a:rect l="l" t="t" r="r" b="b"/>
              <a:pathLst>
                <a:path w="9588" h="1562" extrusionOk="0">
                  <a:moveTo>
                    <a:pt x="0" y="0"/>
                  </a:moveTo>
                  <a:lnTo>
                    <a:pt x="0" y="1561"/>
                  </a:lnTo>
                  <a:lnTo>
                    <a:pt x="9588" y="1561"/>
                  </a:lnTo>
                  <a:lnTo>
                    <a:pt x="9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2" name="Google Shape;3232;p61"/>
            <p:cNvSpPr/>
            <p:nvPr/>
          </p:nvSpPr>
          <p:spPr>
            <a:xfrm>
              <a:off x="5665025" y="2053325"/>
              <a:ext cx="239700" cy="39050"/>
            </a:xfrm>
            <a:custGeom>
              <a:avLst/>
              <a:gdLst/>
              <a:ahLst/>
              <a:cxnLst/>
              <a:rect l="l" t="t" r="r" b="b"/>
              <a:pathLst>
                <a:path w="9588" h="1562" extrusionOk="0">
                  <a:moveTo>
                    <a:pt x="0" y="0"/>
                  </a:moveTo>
                  <a:lnTo>
                    <a:pt x="0" y="1562"/>
                  </a:lnTo>
                  <a:lnTo>
                    <a:pt x="9588" y="1562"/>
                  </a:lnTo>
                  <a:lnTo>
                    <a:pt x="9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3" name="Google Shape;3233;p61"/>
            <p:cNvSpPr/>
            <p:nvPr/>
          </p:nvSpPr>
          <p:spPr>
            <a:xfrm>
              <a:off x="5665025" y="2125150"/>
              <a:ext cx="239700" cy="38275"/>
            </a:xfrm>
            <a:custGeom>
              <a:avLst/>
              <a:gdLst/>
              <a:ahLst/>
              <a:cxnLst/>
              <a:rect l="l" t="t" r="r" b="b"/>
              <a:pathLst>
                <a:path w="9588" h="1531" extrusionOk="0">
                  <a:moveTo>
                    <a:pt x="0" y="0"/>
                  </a:moveTo>
                  <a:lnTo>
                    <a:pt x="0" y="1531"/>
                  </a:lnTo>
                  <a:lnTo>
                    <a:pt x="9588" y="1531"/>
                  </a:lnTo>
                  <a:lnTo>
                    <a:pt x="9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61"/>
            <p:cNvSpPr/>
            <p:nvPr/>
          </p:nvSpPr>
          <p:spPr>
            <a:xfrm>
              <a:off x="5665025" y="2196975"/>
              <a:ext cx="239700" cy="38275"/>
            </a:xfrm>
            <a:custGeom>
              <a:avLst/>
              <a:gdLst/>
              <a:ahLst/>
              <a:cxnLst/>
              <a:rect l="l" t="t" r="r" b="b"/>
              <a:pathLst>
                <a:path w="9588" h="1531" extrusionOk="0">
                  <a:moveTo>
                    <a:pt x="0" y="0"/>
                  </a:moveTo>
                  <a:lnTo>
                    <a:pt x="0" y="1531"/>
                  </a:lnTo>
                  <a:lnTo>
                    <a:pt x="9588" y="1531"/>
                  </a:lnTo>
                  <a:lnTo>
                    <a:pt x="9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61"/>
            <p:cNvSpPr/>
            <p:nvPr/>
          </p:nvSpPr>
          <p:spPr>
            <a:xfrm>
              <a:off x="5665025" y="2268025"/>
              <a:ext cx="239700" cy="39050"/>
            </a:xfrm>
            <a:custGeom>
              <a:avLst/>
              <a:gdLst/>
              <a:ahLst/>
              <a:cxnLst/>
              <a:rect l="l" t="t" r="r" b="b"/>
              <a:pathLst>
                <a:path w="9588" h="1562" extrusionOk="0">
                  <a:moveTo>
                    <a:pt x="0" y="0"/>
                  </a:moveTo>
                  <a:lnTo>
                    <a:pt x="0" y="1562"/>
                  </a:lnTo>
                  <a:lnTo>
                    <a:pt x="9588" y="1562"/>
                  </a:lnTo>
                  <a:lnTo>
                    <a:pt x="9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61"/>
            <p:cNvSpPr/>
            <p:nvPr/>
          </p:nvSpPr>
          <p:spPr>
            <a:xfrm>
              <a:off x="5665025" y="2339850"/>
              <a:ext cx="239700" cy="39050"/>
            </a:xfrm>
            <a:custGeom>
              <a:avLst/>
              <a:gdLst/>
              <a:ahLst/>
              <a:cxnLst/>
              <a:rect l="l" t="t" r="r" b="b"/>
              <a:pathLst>
                <a:path w="9588" h="1562" extrusionOk="0">
                  <a:moveTo>
                    <a:pt x="0" y="0"/>
                  </a:moveTo>
                  <a:lnTo>
                    <a:pt x="0" y="1562"/>
                  </a:lnTo>
                  <a:lnTo>
                    <a:pt x="9588" y="1562"/>
                  </a:lnTo>
                  <a:lnTo>
                    <a:pt x="9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61"/>
            <p:cNvSpPr/>
            <p:nvPr/>
          </p:nvSpPr>
          <p:spPr>
            <a:xfrm>
              <a:off x="5665025" y="2411675"/>
              <a:ext cx="239700" cy="39050"/>
            </a:xfrm>
            <a:custGeom>
              <a:avLst/>
              <a:gdLst/>
              <a:ahLst/>
              <a:cxnLst/>
              <a:rect l="l" t="t" r="r" b="b"/>
              <a:pathLst>
                <a:path w="9588" h="1562" extrusionOk="0">
                  <a:moveTo>
                    <a:pt x="0" y="1"/>
                  </a:moveTo>
                  <a:lnTo>
                    <a:pt x="0" y="1562"/>
                  </a:lnTo>
                  <a:lnTo>
                    <a:pt x="9588" y="1562"/>
                  </a:lnTo>
                  <a:lnTo>
                    <a:pt x="9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61"/>
            <p:cNvSpPr/>
            <p:nvPr/>
          </p:nvSpPr>
          <p:spPr>
            <a:xfrm>
              <a:off x="6039000" y="1616100"/>
              <a:ext cx="253750" cy="38300"/>
            </a:xfrm>
            <a:custGeom>
              <a:avLst/>
              <a:gdLst/>
              <a:ahLst/>
              <a:cxnLst/>
              <a:rect l="l" t="t" r="r" b="b"/>
              <a:pathLst>
                <a:path w="10150" h="1532" extrusionOk="0">
                  <a:moveTo>
                    <a:pt x="0" y="1"/>
                  </a:moveTo>
                  <a:lnTo>
                    <a:pt x="0" y="1531"/>
                  </a:lnTo>
                  <a:lnTo>
                    <a:pt x="10150" y="1531"/>
                  </a:lnTo>
                  <a:lnTo>
                    <a:pt x="10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61"/>
            <p:cNvSpPr/>
            <p:nvPr/>
          </p:nvSpPr>
          <p:spPr>
            <a:xfrm>
              <a:off x="6039000" y="1691050"/>
              <a:ext cx="253750" cy="39075"/>
            </a:xfrm>
            <a:custGeom>
              <a:avLst/>
              <a:gdLst/>
              <a:ahLst/>
              <a:cxnLst/>
              <a:rect l="l" t="t" r="r" b="b"/>
              <a:pathLst>
                <a:path w="10150" h="1563" extrusionOk="0">
                  <a:moveTo>
                    <a:pt x="0" y="1"/>
                  </a:moveTo>
                  <a:lnTo>
                    <a:pt x="0" y="1562"/>
                  </a:lnTo>
                  <a:lnTo>
                    <a:pt x="10150" y="1562"/>
                  </a:lnTo>
                  <a:lnTo>
                    <a:pt x="10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61"/>
            <p:cNvSpPr/>
            <p:nvPr/>
          </p:nvSpPr>
          <p:spPr>
            <a:xfrm>
              <a:off x="6039000" y="1766800"/>
              <a:ext cx="253750" cy="39050"/>
            </a:xfrm>
            <a:custGeom>
              <a:avLst/>
              <a:gdLst/>
              <a:ahLst/>
              <a:cxnLst/>
              <a:rect l="l" t="t" r="r" b="b"/>
              <a:pathLst>
                <a:path w="10150" h="1562" extrusionOk="0">
                  <a:moveTo>
                    <a:pt x="0" y="0"/>
                  </a:moveTo>
                  <a:lnTo>
                    <a:pt x="0" y="1562"/>
                  </a:lnTo>
                  <a:lnTo>
                    <a:pt x="10150" y="1562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61"/>
            <p:cNvSpPr/>
            <p:nvPr/>
          </p:nvSpPr>
          <p:spPr>
            <a:xfrm>
              <a:off x="6039000" y="1842525"/>
              <a:ext cx="253750" cy="39050"/>
            </a:xfrm>
            <a:custGeom>
              <a:avLst/>
              <a:gdLst/>
              <a:ahLst/>
              <a:cxnLst/>
              <a:rect l="l" t="t" r="r" b="b"/>
              <a:pathLst>
                <a:path w="10150" h="1562" extrusionOk="0">
                  <a:moveTo>
                    <a:pt x="0" y="0"/>
                  </a:moveTo>
                  <a:lnTo>
                    <a:pt x="0" y="1562"/>
                  </a:lnTo>
                  <a:lnTo>
                    <a:pt x="10150" y="1562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61"/>
            <p:cNvSpPr/>
            <p:nvPr/>
          </p:nvSpPr>
          <p:spPr>
            <a:xfrm>
              <a:off x="6039000" y="1917475"/>
              <a:ext cx="253750" cy="39050"/>
            </a:xfrm>
            <a:custGeom>
              <a:avLst/>
              <a:gdLst/>
              <a:ahLst/>
              <a:cxnLst/>
              <a:rect l="l" t="t" r="r" b="b"/>
              <a:pathLst>
                <a:path w="10150" h="1562" extrusionOk="0">
                  <a:moveTo>
                    <a:pt x="0" y="0"/>
                  </a:moveTo>
                  <a:lnTo>
                    <a:pt x="0" y="1562"/>
                  </a:lnTo>
                  <a:lnTo>
                    <a:pt x="10150" y="1562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3" name="Google Shape;3243;p61"/>
            <p:cNvSpPr/>
            <p:nvPr/>
          </p:nvSpPr>
          <p:spPr>
            <a:xfrm>
              <a:off x="6039000" y="1993200"/>
              <a:ext cx="253750" cy="39075"/>
            </a:xfrm>
            <a:custGeom>
              <a:avLst/>
              <a:gdLst/>
              <a:ahLst/>
              <a:cxnLst/>
              <a:rect l="l" t="t" r="r" b="b"/>
              <a:pathLst>
                <a:path w="10150" h="1563" extrusionOk="0">
                  <a:moveTo>
                    <a:pt x="0" y="1"/>
                  </a:moveTo>
                  <a:lnTo>
                    <a:pt x="0" y="1562"/>
                  </a:lnTo>
                  <a:lnTo>
                    <a:pt x="10150" y="1562"/>
                  </a:lnTo>
                  <a:lnTo>
                    <a:pt x="10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4" name="Google Shape;3244;p61"/>
            <p:cNvSpPr/>
            <p:nvPr/>
          </p:nvSpPr>
          <p:spPr>
            <a:xfrm>
              <a:off x="6039000" y="2068925"/>
              <a:ext cx="253750" cy="39075"/>
            </a:xfrm>
            <a:custGeom>
              <a:avLst/>
              <a:gdLst/>
              <a:ahLst/>
              <a:cxnLst/>
              <a:rect l="l" t="t" r="r" b="b"/>
              <a:pathLst>
                <a:path w="10150" h="1563" extrusionOk="0">
                  <a:moveTo>
                    <a:pt x="0" y="1"/>
                  </a:moveTo>
                  <a:lnTo>
                    <a:pt x="0" y="1562"/>
                  </a:lnTo>
                  <a:lnTo>
                    <a:pt x="10150" y="1562"/>
                  </a:lnTo>
                  <a:lnTo>
                    <a:pt x="10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61"/>
            <p:cNvSpPr/>
            <p:nvPr/>
          </p:nvSpPr>
          <p:spPr>
            <a:xfrm>
              <a:off x="6039000" y="2144675"/>
              <a:ext cx="253750" cy="38275"/>
            </a:xfrm>
            <a:custGeom>
              <a:avLst/>
              <a:gdLst/>
              <a:ahLst/>
              <a:cxnLst/>
              <a:rect l="l" t="t" r="r" b="b"/>
              <a:pathLst>
                <a:path w="10150" h="1531" extrusionOk="0">
                  <a:moveTo>
                    <a:pt x="0" y="0"/>
                  </a:moveTo>
                  <a:lnTo>
                    <a:pt x="0" y="1530"/>
                  </a:lnTo>
                  <a:lnTo>
                    <a:pt x="10150" y="1530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61"/>
            <p:cNvSpPr/>
            <p:nvPr/>
          </p:nvSpPr>
          <p:spPr>
            <a:xfrm>
              <a:off x="6039000" y="2211800"/>
              <a:ext cx="253750" cy="39075"/>
            </a:xfrm>
            <a:custGeom>
              <a:avLst/>
              <a:gdLst/>
              <a:ahLst/>
              <a:cxnLst/>
              <a:rect l="l" t="t" r="r" b="b"/>
              <a:pathLst>
                <a:path w="10150" h="1563" extrusionOk="0">
                  <a:moveTo>
                    <a:pt x="0" y="1"/>
                  </a:moveTo>
                  <a:lnTo>
                    <a:pt x="0" y="1562"/>
                  </a:lnTo>
                  <a:lnTo>
                    <a:pt x="10150" y="1562"/>
                  </a:lnTo>
                  <a:lnTo>
                    <a:pt x="10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61"/>
            <p:cNvSpPr/>
            <p:nvPr/>
          </p:nvSpPr>
          <p:spPr>
            <a:xfrm>
              <a:off x="6039000" y="2279725"/>
              <a:ext cx="253750" cy="39075"/>
            </a:xfrm>
            <a:custGeom>
              <a:avLst/>
              <a:gdLst/>
              <a:ahLst/>
              <a:cxnLst/>
              <a:rect l="l" t="t" r="r" b="b"/>
              <a:pathLst>
                <a:path w="10150" h="1563" extrusionOk="0">
                  <a:moveTo>
                    <a:pt x="0" y="1"/>
                  </a:moveTo>
                  <a:lnTo>
                    <a:pt x="0" y="1562"/>
                  </a:lnTo>
                  <a:lnTo>
                    <a:pt x="10150" y="1562"/>
                  </a:lnTo>
                  <a:lnTo>
                    <a:pt x="10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61"/>
            <p:cNvSpPr/>
            <p:nvPr/>
          </p:nvSpPr>
          <p:spPr>
            <a:xfrm>
              <a:off x="6039000" y="2346875"/>
              <a:ext cx="253750" cy="39050"/>
            </a:xfrm>
            <a:custGeom>
              <a:avLst/>
              <a:gdLst/>
              <a:ahLst/>
              <a:cxnLst/>
              <a:rect l="l" t="t" r="r" b="b"/>
              <a:pathLst>
                <a:path w="10150" h="1562" extrusionOk="0">
                  <a:moveTo>
                    <a:pt x="0" y="0"/>
                  </a:moveTo>
                  <a:lnTo>
                    <a:pt x="0" y="1562"/>
                  </a:lnTo>
                  <a:lnTo>
                    <a:pt x="10150" y="1562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61"/>
            <p:cNvSpPr/>
            <p:nvPr/>
          </p:nvSpPr>
          <p:spPr>
            <a:xfrm>
              <a:off x="4684425" y="14677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61"/>
            <p:cNvSpPr/>
            <p:nvPr/>
          </p:nvSpPr>
          <p:spPr>
            <a:xfrm>
              <a:off x="4684425" y="1541150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1"/>
                  </a:moveTo>
                  <a:lnTo>
                    <a:pt x="0" y="1500"/>
                  </a:lnTo>
                  <a:lnTo>
                    <a:pt x="3217" y="1500"/>
                  </a:lnTo>
                  <a:lnTo>
                    <a:pt x="3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61"/>
            <p:cNvSpPr/>
            <p:nvPr/>
          </p:nvSpPr>
          <p:spPr>
            <a:xfrm>
              <a:off x="4684425" y="16137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61"/>
            <p:cNvSpPr/>
            <p:nvPr/>
          </p:nvSpPr>
          <p:spPr>
            <a:xfrm>
              <a:off x="4684425" y="1686375"/>
              <a:ext cx="80425" cy="38275"/>
            </a:xfrm>
            <a:custGeom>
              <a:avLst/>
              <a:gdLst/>
              <a:ahLst/>
              <a:cxnLst/>
              <a:rect l="l" t="t" r="r" b="b"/>
              <a:pathLst>
                <a:path w="3217" h="1531" extrusionOk="0">
                  <a:moveTo>
                    <a:pt x="0" y="0"/>
                  </a:moveTo>
                  <a:lnTo>
                    <a:pt x="0" y="1531"/>
                  </a:lnTo>
                  <a:lnTo>
                    <a:pt x="3217" y="1531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61"/>
            <p:cNvSpPr/>
            <p:nvPr/>
          </p:nvSpPr>
          <p:spPr>
            <a:xfrm>
              <a:off x="4684425" y="17597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61"/>
            <p:cNvSpPr/>
            <p:nvPr/>
          </p:nvSpPr>
          <p:spPr>
            <a:xfrm>
              <a:off x="4684425" y="18323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61"/>
            <p:cNvSpPr/>
            <p:nvPr/>
          </p:nvSpPr>
          <p:spPr>
            <a:xfrm>
              <a:off x="4684425" y="1904975"/>
              <a:ext cx="80425" cy="38275"/>
            </a:xfrm>
            <a:custGeom>
              <a:avLst/>
              <a:gdLst/>
              <a:ahLst/>
              <a:cxnLst/>
              <a:rect l="l" t="t" r="r" b="b"/>
              <a:pathLst>
                <a:path w="3217" h="1531" extrusionOk="0">
                  <a:moveTo>
                    <a:pt x="0" y="1"/>
                  </a:moveTo>
                  <a:lnTo>
                    <a:pt x="0" y="1531"/>
                  </a:lnTo>
                  <a:lnTo>
                    <a:pt x="3217" y="1531"/>
                  </a:lnTo>
                  <a:lnTo>
                    <a:pt x="3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61"/>
            <p:cNvSpPr/>
            <p:nvPr/>
          </p:nvSpPr>
          <p:spPr>
            <a:xfrm>
              <a:off x="4684425" y="19783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61"/>
            <p:cNvSpPr/>
            <p:nvPr/>
          </p:nvSpPr>
          <p:spPr>
            <a:xfrm>
              <a:off x="4793725" y="14677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61"/>
            <p:cNvSpPr/>
            <p:nvPr/>
          </p:nvSpPr>
          <p:spPr>
            <a:xfrm>
              <a:off x="4793725" y="1541150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1"/>
                  </a:moveTo>
                  <a:lnTo>
                    <a:pt x="0" y="1500"/>
                  </a:lnTo>
                  <a:lnTo>
                    <a:pt x="3248" y="1500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61"/>
            <p:cNvSpPr/>
            <p:nvPr/>
          </p:nvSpPr>
          <p:spPr>
            <a:xfrm>
              <a:off x="4793725" y="16137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61"/>
            <p:cNvSpPr/>
            <p:nvPr/>
          </p:nvSpPr>
          <p:spPr>
            <a:xfrm>
              <a:off x="4793725" y="1686375"/>
              <a:ext cx="81225" cy="38275"/>
            </a:xfrm>
            <a:custGeom>
              <a:avLst/>
              <a:gdLst/>
              <a:ahLst/>
              <a:cxnLst/>
              <a:rect l="l" t="t" r="r" b="b"/>
              <a:pathLst>
                <a:path w="3249" h="1531" extrusionOk="0">
                  <a:moveTo>
                    <a:pt x="0" y="0"/>
                  </a:moveTo>
                  <a:lnTo>
                    <a:pt x="0" y="1531"/>
                  </a:lnTo>
                  <a:lnTo>
                    <a:pt x="3248" y="1531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61"/>
            <p:cNvSpPr/>
            <p:nvPr/>
          </p:nvSpPr>
          <p:spPr>
            <a:xfrm>
              <a:off x="4793725" y="17597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61"/>
            <p:cNvSpPr/>
            <p:nvPr/>
          </p:nvSpPr>
          <p:spPr>
            <a:xfrm>
              <a:off x="4793725" y="18323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61"/>
            <p:cNvSpPr/>
            <p:nvPr/>
          </p:nvSpPr>
          <p:spPr>
            <a:xfrm>
              <a:off x="4793725" y="1904975"/>
              <a:ext cx="81225" cy="38275"/>
            </a:xfrm>
            <a:custGeom>
              <a:avLst/>
              <a:gdLst/>
              <a:ahLst/>
              <a:cxnLst/>
              <a:rect l="l" t="t" r="r" b="b"/>
              <a:pathLst>
                <a:path w="3249" h="1531" extrusionOk="0">
                  <a:moveTo>
                    <a:pt x="0" y="1"/>
                  </a:moveTo>
                  <a:lnTo>
                    <a:pt x="0" y="1531"/>
                  </a:lnTo>
                  <a:lnTo>
                    <a:pt x="3248" y="1531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61"/>
            <p:cNvSpPr/>
            <p:nvPr/>
          </p:nvSpPr>
          <p:spPr>
            <a:xfrm>
              <a:off x="4793725" y="19783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61"/>
            <p:cNvSpPr/>
            <p:nvPr/>
          </p:nvSpPr>
          <p:spPr>
            <a:xfrm>
              <a:off x="4156625" y="1197625"/>
              <a:ext cx="83575" cy="58600"/>
            </a:xfrm>
            <a:custGeom>
              <a:avLst/>
              <a:gdLst/>
              <a:ahLst/>
              <a:cxnLst/>
              <a:rect l="l" t="t" r="r" b="b"/>
              <a:pathLst>
                <a:path w="3343" h="2344" extrusionOk="0">
                  <a:moveTo>
                    <a:pt x="1" y="1"/>
                  </a:moveTo>
                  <a:lnTo>
                    <a:pt x="1" y="2343"/>
                  </a:lnTo>
                  <a:lnTo>
                    <a:pt x="3342" y="2343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61"/>
            <p:cNvSpPr/>
            <p:nvPr/>
          </p:nvSpPr>
          <p:spPr>
            <a:xfrm>
              <a:off x="4281550" y="1197625"/>
              <a:ext cx="84350" cy="58600"/>
            </a:xfrm>
            <a:custGeom>
              <a:avLst/>
              <a:gdLst/>
              <a:ahLst/>
              <a:cxnLst/>
              <a:rect l="l" t="t" r="r" b="b"/>
              <a:pathLst>
                <a:path w="3374" h="2344" extrusionOk="0">
                  <a:moveTo>
                    <a:pt x="1" y="1"/>
                  </a:moveTo>
                  <a:lnTo>
                    <a:pt x="1" y="2343"/>
                  </a:lnTo>
                  <a:lnTo>
                    <a:pt x="3373" y="2343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61"/>
            <p:cNvSpPr/>
            <p:nvPr/>
          </p:nvSpPr>
          <p:spPr>
            <a:xfrm>
              <a:off x="4156625" y="1284300"/>
              <a:ext cx="83575" cy="59350"/>
            </a:xfrm>
            <a:custGeom>
              <a:avLst/>
              <a:gdLst/>
              <a:ahLst/>
              <a:cxnLst/>
              <a:rect l="l" t="t" r="r" b="b"/>
              <a:pathLst>
                <a:path w="3343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61"/>
            <p:cNvSpPr/>
            <p:nvPr/>
          </p:nvSpPr>
          <p:spPr>
            <a:xfrm>
              <a:off x="4281550" y="128430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61"/>
            <p:cNvSpPr/>
            <p:nvPr/>
          </p:nvSpPr>
          <p:spPr>
            <a:xfrm>
              <a:off x="4156625" y="1371750"/>
              <a:ext cx="83575" cy="59350"/>
            </a:xfrm>
            <a:custGeom>
              <a:avLst/>
              <a:gdLst/>
              <a:ahLst/>
              <a:cxnLst/>
              <a:rect l="l" t="t" r="r" b="b"/>
              <a:pathLst>
                <a:path w="3343" h="2374" extrusionOk="0">
                  <a:moveTo>
                    <a:pt x="1" y="0"/>
                  </a:moveTo>
                  <a:lnTo>
                    <a:pt x="1" y="2373"/>
                  </a:lnTo>
                  <a:lnTo>
                    <a:pt x="3342" y="2373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61"/>
            <p:cNvSpPr/>
            <p:nvPr/>
          </p:nvSpPr>
          <p:spPr>
            <a:xfrm>
              <a:off x="4281550" y="137175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3"/>
                  </a:lnTo>
                  <a:lnTo>
                    <a:pt x="3373" y="237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61"/>
            <p:cNvSpPr/>
            <p:nvPr/>
          </p:nvSpPr>
          <p:spPr>
            <a:xfrm>
              <a:off x="4156625" y="1458400"/>
              <a:ext cx="83575" cy="59350"/>
            </a:xfrm>
            <a:custGeom>
              <a:avLst/>
              <a:gdLst/>
              <a:ahLst/>
              <a:cxnLst/>
              <a:rect l="l" t="t" r="r" b="b"/>
              <a:pathLst>
                <a:path w="3343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61"/>
            <p:cNvSpPr/>
            <p:nvPr/>
          </p:nvSpPr>
          <p:spPr>
            <a:xfrm>
              <a:off x="4281550" y="145840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61"/>
            <p:cNvSpPr/>
            <p:nvPr/>
          </p:nvSpPr>
          <p:spPr>
            <a:xfrm>
              <a:off x="4156625" y="1545850"/>
              <a:ext cx="83575" cy="59350"/>
            </a:xfrm>
            <a:custGeom>
              <a:avLst/>
              <a:gdLst/>
              <a:ahLst/>
              <a:cxnLst/>
              <a:rect l="l" t="t" r="r" b="b"/>
              <a:pathLst>
                <a:path w="3343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61"/>
            <p:cNvSpPr/>
            <p:nvPr/>
          </p:nvSpPr>
          <p:spPr>
            <a:xfrm>
              <a:off x="4281550" y="154585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61"/>
            <p:cNvSpPr/>
            <p:nvPr/>
          </p:nvSpPr>
          <p:spPr>
            <a:xfrm>
              <a:off x="4156625" y="1632500"/>
              <a:ext cx="83575" cy="59375"/>
            </a:xfrm>
            <a:custGeom>
              <a:avLst/>
              <a:gdLst/>
              <a:ahLst/>
              <a:cxnLst/>
              <a:rect l="l" t="t" r="r" b="b"/>
              <a:pathLst>
                <a:path w="3343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6" name="Google Shape;3276;p61"/>
            <p:cNvSpPr/>
            <p:nvPr/>
          </p:nvSpPr>
          <p:spPr>
            <a:xfrm>
              <a:off x="4281550" y="1632500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7" name="Google Shape;3277;p61"/>
            <p:cNvSpPr/>
            <p:nvPr/>
          </p:nvSpPr>
          <p:spPr>
            <a:xfrm>
              <a:off x="4156625" y="1719950"/>
              <a:ext cx="83575" cy="59350"/>
            </a:xfrm>
            <a:custGeom>
              <a:avLst/>
              <a:gdLst/>
              <a:ahLst/>
              <a:cxnLst/>
              <a:rect l="l" t="t" r="r" b="b"/>
              <a:pathLst>
                <a:path w="3343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8" name="Google Shape;3278;p61"/>
            <p:cNvSpPr/>
            <p:nvPr/>
          </p:nvSpPr>
          <p:spPr>
            <a:xfrm>
              <a:off x="4281550" y="171995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9" name="Google Shape;3279;p61"/>
            <p:cNvSpPr/>
            <p:nvPr/>
          </p:nvSpPr>
          <p:spPr>
            <a:xfrm>
              <a:off x="4156625" y="1806600"/>
              <a:ext cx="83575" cy="59375"/>
            </a:xfrm>
            <a:custGeom>
              <a:avLst/>
              <a:gdLst/>
              <a:ahLst/>
              <a:cxnLst/>
              <a:rect l="l" t="t" r="r" b="b"/>
              <a:pathLst>
                <a:path w="3343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0" name="Google Shape;3280;p61"/>
            <p:cNvSpPr/>
            <p:nvPr/>
          </p:nvSpPr>
          <p:spPr>
            <a:xfrm>
              <a:off x="4281550" y="1806600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1" name="Google Shape;3281;p61"/>
            <p:cNvSpPr/>
            <p:nvPr/>
          </p:nvSpPr>
          <p:spPr>
            <a:xfrm>
              <a:off x="4436925" y="137175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3"/>
                  </a:lnTo>
                  <a:lnTo>
                    <a:pt x="3342" y="2373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2" name="Google Shape;3282;p61"/>
            <p:cNvSpPr/>
            <p:nvPr/>
          </p:nvSpPr>
          <p:spPr>
            <a:xfrm>
              <a:off x="4436925" y="145840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3" name="Google Shape;3283;p61"/>
            <p:cNvSpPr/>
            <p:nvPr/>
          </p:nvSpPr>
          <p:spPr>
            <a:xfrm>
              <a:off x="4436925" y="154585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4" name="Google Shape;3284;p61"/>
            <p:cNvSpPr/>
            <p:nvPr/>
          </p:nvSpPr>
          <p:spPr>
            <a:xfrm>
              <a:off x="4436925" y="1632500"/>
              <a:ext cx="83550" cy="59375"/>
            </a:xfrm>
            <a:custGeom>
              <a:avLst/>
              <a:gdLst/>
              <a:ahLst/>
              <a:cxnLst/>
              <a:rect l="l" t="t" r="r" b="b"/>
              <a:pathLst>
                <a:path w="3342" h="2375" extrusionOk="0">
                  <a:moveTo>
                    <a:pt x="0" y="1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5" name="Google Shape;3285;p61"/>
            <p:cNvSpPr/>
            <p:nvPr/>
          </p:nvSpPr>
          <p:spPr>
            <a:xfrm>
              <a:off x="4436925" y="171995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6" name="Google Shape;3286;p61"/>
            <p:cNvSpPr/>
            <p:nvPr/>
          </p:nvSpPr>
          <p:spPr>
            <a:xfrm>
              <a:off x="4436925" y="1806600"/>
              <a:ext cx="83550" cy="59375"/>
            </a:xfrm>
            <a:custGeom>
              <a:avLst/>
              <a:gdLst/>
              <a:ahLst/>
              <a:cxnLst/>
              <a:rect l="l" t="t" r="r" b="b"/>
              <a:pathLst>
                <a:path w="3342" h="2375" extrusionOk="0">
                  <a:moveTo>
                    <a:pt x="0" y="1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7" name="Google Shape;3287;p61"/>
            <p:cNvSpPr/>
            <p:nvPr/>
          </p:nvSpPr>
          <p:spPr>
            <a:xfrm>
              <a:off x="4156625" y="1893275"/>
              <a:ext cx="83575" cy="58575"/>
            </a:xfrm>
            <a:custGeom>
              <a:avLst/>
              <a:gdLst/>
              <a:ahLst/>
              <a:cxnLst/>
              <a:rect l="l" t="t" r="r" b="b"/>
              <a:pathLst>
                <a:path w="3343" h="2343" extrusionOk="0">
                  <a:moveTo>
                    <a:pt x="1" y="0"/>
                  </a:moveTo>
                  <a:lnTo>
                    <a:pt x="1" y="2342"/>
                  </a:lnTo>
                  <a:lnTo>
                    <a:pt x="3342" y="2342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8" name="Google Shape;3288;p61"/>
            <p:cNvSpPr/>
            <p:nvPr/>
          </p:nvSpPr>
          <p:spPr>
            <a:xfrm>
              <a:off x="4281550" y="1893275"/>
              <a:ext cx="84350" cy="58575"/>
            </a:xfrm>
            <a:custGeom>
              <a:avLst/>
              <a:gdLst/>
              <a:ahLst/>
              <a:cxnLst/>
              <a:rect l="l" t="t" r="r" b="b"/>
              <a:pathLst>
                <a:path w="3374" h="2343" extrusionOk="0">
                  <a:moveTo>
                    <a:pt x="1" y="0"/>
                  </a:moveTo>
                  <a:lnTo>
                    <a:pt x="1" y="2342"/>
                  </a:lnTo>
                  <a:lnTo>
                    <a:pt x="3373" y="2342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9" name="Google Shape;3289;p61"/>
            <p:cNvSpPr/>
            <p:nvPr/>
          </p:nvSpPr>
          <p:spPr>
            <a:xfrm>
              <a:off x="4436925" y="1893275"/>
              <a:ext cx="83550" cy="58575"/>
            </a:xfrm>
            <a:custGeom>
              <a:avLst/>
              <a:gdLst/>
              <a:ahLst/>
              <a:cxnLst/>
              <a:rect l="l" t="t" r="r" b="b"/>
              <a:pathLst>
                <a:path w="3342" h="2343" extrusionOk="0">
                  <a:moveTo>
                    <a:pt x="0" y="0"/>
                  </a:moveTo>
                  <a:lnTo>
                    <a:pt x="0" y="2342"/>
                  </a:lnTo>
                  <a:lnTo>
                    <a:pt x="3342" y="2342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0" name="Google Shape;3290;p61"/>
            <p:cNvSpPr/>
            <p:nvPr/>
          </p:nvSpPr>
          <p:spPr>
            <a:xfrm>
              <a:off x="4156625" y="1979150"/>
              <a:ext cx="83575" cy="58575"/>
            </a:xfrm>
            <a:custGeom>
              <a:avLst/>
              <a:gdLst/>
              <a:ahLst/>
              <a:cxnLst/>
              <a:rect l="l" t="t" r="r" b="b"/>
              <a:pathLst>
                <a:path w="3343" h="2343" extrusionOk="0">
                  <a:moveTo>
                    <a:pt x="1" y="0"/>
                  </a:moveTo>
                  <a:lnTo>
                    <a:pt x="1" y="2343"/>
                  </a:lnTo>
                  <a:lnTo>
                    <a:pt x="3342" y="2343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1" name="Google Shape;3291;p61"/>
            <p:cNvSpPr/>
            <p:nvPr/>
          </p:nvSpPr>
          <p:spPr>
            <a:xfrm>
              <a:off x="4281550" y="1979150"/>
              <a:ext cx="84350" cy="58575"/>
            </a:xfrm>
            <a:custGeom>
              <a:avLst/>
              <a:gdLst/>
              <a:ahLst/>
              <a:cxnLst/>
              <a:rect l="l" t="t" r="r" b="b"/>
              <a:pathLst>
                <a:path w="3374" h="2343" extrusionOk="0">
                  <a:moveTo>
                    <a:pt x="1" y="0"/>
                  </a:moveTo>
                  <a:lnTo>
                    <a:pt x="1" y="2343"/>
                  </a:lnTo>
                  <a:lnTo>
                    <a:pt x="3373" y="234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2" name="Google Shape;3292;p61"/>
            <p:cNvSpPr/>
            <p:nvPr/>
          </p:nvSpPr>
          <p:spPr>
            <a:xfrm>
              <a:off x="4436925" y="1979150"/>
              <a:ext cx="83550" cy="58575"/>
            </a:xfrm>
            <a:custGeom>
              <a:avLst/>
              <a:gdLst/>
              <a:ahLst/>
              <a:cxnLst/>
              <a:rect l="l" t="t" r="r" b="b"/>
              <a:pathLst>
                <a:path w="3342" h="2343" extrusionOk="0">
                  <a:moveTo>
                    <a:pt x="0" y="0"/>
                  </a:moveTo>
                  <a:lnTo>
                    <a:pt x="0" y="2343"/>
                  </a:lnTo>
                  <a:lnTo>
                    <a:pt x="3342" y="2343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3" name="Google Shape;3293;p61"/>
            <p:cNvSpPr/>
            <p:nvPr/>
          </p:nvSpPr>
          <p:spPr>
            <a:xfrm>
              <a:off x="4156625" y="2065025"/>
              <a:ext cx="83575" cy="59375"/>
            </a:xfrm>
            <a:custGeom>
              <a:avLst/>
              <a:gdLst/>
              <a:ahLst/>
              <a:cxnLst/>
              <a:rect l="l" t="t" r="r" b="b"/>
              <a:pathLst>
                <a:path w="3343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4" name="Google Shape;3294;p61"/>
            <p:cNvSpPr/>
            <p:nvPr/>
          </p:nvSpPr>
          <p:spPr>
            <a:xfrm>
              <a:off x="4281550" y="2065025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5" name="Google Shape;3295;p61"/>
            <p:cNvSpPr/>
            <p:nvPr/>
          </p:nvSpPr>
          <p:spPr>
            <a:xfrm>
              <a:off x="4436925" y="2065025"/>
              <a:ext cx="83550" cy="59375"/>
            </a:xfrm>
            <a:custGeom>
              <a:avLst/>
              <a:gdLst/>
              <a:ahLst/>
              <a:cxnLst/>
              <a:rect l="l" t="t" r="r" b="b"/>
              <a:pathLst>
                <a:path w="3342" h="2375" extrusionOk="0">
                  <a:moveTo>
                    <a:pt x="0" y="1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6" name="Google Shape;3296;p61"/>
            <p:cNvSpPr/>
            <p:nvPr/>
          </p:nvSpPr>
          <p:spPr>
            <a:xfrm>
              <a:off x="4156625" y="2150900"/>
              <a:ext cx="83575" cy="59375"/>
            </a:xfrm>
            <a:custGeom>
              <a:avLst/>
              <a:gdLst/>
              <a:ahLst/>
              <a:cxnLst/>
              <a:rect l="l" t="t" r="r" b="b"/>
              <a:pathLst>
                <a:path w="3343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7" name="Google Shape;3297;p61"/>
            <p:cNvSpPr/>
            <p:nvPr/>
          </p:nvSpPr>
          <p:spPr>
            <a:xfrm>
              <a:off x="4281550" y="2150900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8" name="Google Shape;3298;p61"/>
            <p:cNvSpPr/>
            <p:nvPr/>
          </p:nvSpPr>
          <p:spPr>
            <a:xfrm>
              <a:off x="4436925" y="2150900"/>
              <a:ext cx="83550" cy="59375"/>
            </a:xfrm>
            <a:custGeom>
              <a:avLst/>
              <a:gdLst/>
              <a:ahLst/>
              <a:cxnLst/>
              <a:rect l="l" t="t" r="r" b="b"/>
              <a:pathLst>
                <a:path w="3342" h="2375" extrusionOk="0">
                  <a:moveTo>
                    <a:pt x="0" y="1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9" name="Google Shape;3299;p61"/>
            <p:cNvSpPr/>
            <p:nvPr/>
          </p:nvSpPr>
          <p:spPr>
            <a:xfrm>
              <a:off x="4156625" y="2236800"/>
              <a:ext cx="83575" cy="59350"/>
            </a:xfrm>
            <a:custGeom>
              <a:avLst/>
              <a:gdLst/>
              <a:ahLst/>
              <a:cxnLst/>
              <a:rect l="l" t="t" r="r" b="b"/>
              <a:pathLst>
                <a:path w="3343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0" name="Google Shape;3300;p61"/>
            <p:cNvSpPr/>
            <p:nvPr/>
          </p:nvSpPr>
          <p:spPr>
            <a:xfrm>
              <a:off x="4281550" y="223680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1" name="Google Shape;3301;p61"/>
            <p:cNvSpPr/>
            <p:nvPr/>
          </p:nvSpPr>
          <p:spPr>
            <a:xfrm>
              <a:off x="4436925" y="223680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2" name="Google Shape;3302;p61"/>
            <p:cNvSpPr/>
            <p:nvPr/>
          </p:nvSpPr>
          <p:spPr>
            <a:xfrm>
              <a:off x="5234050" y="12819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3" name="Google Shape;3303;p61"/>
            <p:cNvSpPr/>
            <p:nvPr/>
          </p:nvSpPr>
          <p:spPr>
            <a:xfrm>
              <a:off x="5312900" y="128195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4" name="Google Shape;3304;p61"/>
            <p:cNvSpPr/>
            <p:nvPr/>
          </p:nvSpPr>
          <p:spPr>
            <a:xfrm>
              <a:off x="5234050" y="136002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5" name="Google Shape;3305;p61"/>
            <p:cNvSpPr/>
            <p:nvPr/>
          </p:nvSpPr>
          <p:spPr>
            <a:xfrm>
              <a:off x="5312900" y="136002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6" name="Google Shape;3306;p61"/>
            <p:cNvSpPr/>
            <p:nvPr/>
          </p:nvSpPr>
          <p:spPr>
            <a:xfrm>
              <a:off x="5234050" y="1438100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7" name="Google Shape;3307;p61"/>
            <p:cNvSpPr/>
            <p:nvPr/>
          </p:nvSpPr>
          <p:spPr>
            <a:xfrm>
              <a:off x="5312900" y="1438100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8" name="Google Shape;3308;p61"/>
            <p:cNvSpPr/>
            <p:nvPr/>
          </p:nvSpPr>
          <p:spPr>
            <a:xfrm>
              <a:off x="5234050" y="15161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9" name="Google Shape;3309;p61"/>
            <p:cNvSpPr/>
            <p:nvPr/>
          </p:nvSpPr>
          <p:spPr>
            <a:xfrm>
              <a:off x="5312900" y="151617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0" name="Google Shape;3310;p61"/>
            <p:cNvSpPr/>
            <p:nvPr/>
          </p:nvSpPr>
          <p:spPr>
            <a:xfrm>
              <a:off x="5234050" y="15966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1" name="Google Shape;3311;p61"/>
            <p:cNvSpPr/>
            <p:nvPr/>
          </p:nvSpPr>
          <p:spPr>
            <a:xfrm>
              <a:off x="5312900" y="159660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2" name="Google Shape;3312;p61"/>
            <p:cNvSpPr/>
            <p:nvPr/>
          </p:nvSpPr>
          <p:spPr>
            <a:xfrm>
              <a:off x="5234050" y="16762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3" name="Google Shape;3313;p61"/>
            <p:cNvSpPr/>
            <p:nvPr/>
          </p:nvSpPr>
          <p:spPr>
            <a:xfrm>
              <a:off x="5234050" y="16762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fill="none" extrusionOk="0">
                  <a:moveTo>
                    <a:pt x="1" y="0"/>
                  </a:moveTo>
                  <a:lnTo>
                    <a:pt x="1812" y="0"/>
                  </a:lnTo>
                  <a:lnTo>
                    <a:pt x="1812" y="2093"/>
                  </a:lnTo>
                  <a:lnTo>
                    <a:pt x="1" y="209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4" name="Google Shape;3314;p61"/>
            <p:cNvSpPr/>
            <p:nvPr/>
          </p:nvSpPr>
          <p:spPr>
            <a:xfrm>
              <a:off x="5312900" y="167622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5" name="Google Shape;3315;p61"/>
            <p:cNvSpPr/>
            <p:nvPr/>
          </p:nvSpPr>
          <p:spPr>
            <a:xfrm>
              <a:off x="5234050" y="17566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6" name="Google Shape;3316;p61"/>
            <p:cNvSpPr/>
            <p:nvPr/>
          </p:nvSpPr>
          <p:spPr>
            <a:xfrm>
              <a:off x="5312900" y="175665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7" name="Google Shape;3317;p61"/>
            <p:cNvSpPr/>
            <p:nvPr/>
          </p:nvSpPr>
          <p:spPr>
            <a:xfrm>
              <a:off x="5234050" y="18362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8" name="Google Shape;3318;p61"/>
            <p:cNvSpPr/>
            <p:nvPr/>
          </p:nvSpPr>
          <p:spPr>
            <a:xfrm>
              <a:off x="5312900" y="183627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9" name="Google Shape;3319;p61"/>
            <p:cNvSpPr/>
            <p:nvPr/>
          </p:nvSpPr>
          <p:spPr>
            <a:xfrm>
              <a:off x="5234050" y="19174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0" name="Google Shape;3320;p61"/>
            <p:cNvSpPr/>
            <p:nvPr/>
          </p:nvSpPr>
          <p:spPr>
            <a:xfrm>
              <a:off x="5312900" y="19174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1" name="Google Shape;3321;p61"/>
            <p:cNvSpPr/>
            <p:nvPr/>
          </p:nvSpPr>
          <p:spPr>
            <a:xfrm>
              <a:off x="5234050" y="19978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2" name="Google Shape;3322;p61"/>
            <p:cNvSpPr/>
            <p:nvPr/>
          </p:nvSpPr>
          <p:spPr>
            <a:xfrm>
              <a:off x="5312900" y="1997875"/>
              <a:ext cx="45325" cy="52350"/>
            </a:xfrm>
            <a:custGeom>
              <a:avLst/>
              <a:gdLst/>
              <a:ahLst/>
              <a:cxnLst/>
              <a:rect l="l" t="t" r="r" b="b"/>
              <a:pathLst>
                <a:path w="1813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3" name="Google Shape;3323;p61"/>
            <p:cNvSpPr/>
            <p:nvPr/>
          </p:nvSpPr>
          <p:spPr>
            <a:xfrm>
              <a:off x="5234050" y="20790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4" name="Google Shape;3324;p61"/>
            <p:cNvSpPr/>
            <p:nvPr/>
          </p:nvSpPr>
          <p:spPr>
            <a:xfrm>
              <a:off x="5312900" y="20790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5" name="Google Shape;3325;p61"/>
            <p:cNvSpPr/>
            <p:nvPr/>
          </p:nvSpPr>
          <p:spPr>
            <a:xfrm>
              <a:off x="5234050" y="21602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6" name="Google Shape;3326;p61"/>
            <p:cNvSpPr/>
            <p:nvPr/>
          </p:nvSpPr>
          <p:spPr>
            <a:xfrm>
              <a:off x="5234050" y="21602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fill="none" extrusionOk="0">
                  <a:moveTo>
                    <a:pt x="1" y="1"/>
                  </a:moveTo>
                  <a:lnTo>
                    <a:pt x="1812" y="1"/>
                  </a:lnTo>
                  <a:lnTo>
                    <a:pt x="1812" y="2062"/>
                  </a:lnTo>
                  <a:lnTo>
                    <a:pt x="1" y="206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7" name="Google Shape;3327;p61"/>
            <p:cNvSpPr/>
            <p:nvPr/>
          </p:nvSpPr>
          <p:spPr>
            <a:xfrm>
              <a:off x="5312900" y="21602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8" name="Google Shape;3328;p61"/>
            <p:cNvSpPr/>
            <p:nvPr/>
          </p:nvSpPr>
          <p:spPr>
            <a:xfrm>
              <a:off x="5312900" y="21602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fill="none" extrusionOk="0">
                  <a:moveTo>
                    <a:pt x="1" y="1"/>
                  </a:moveTo>
                  <a:lnTo>
                    <a:pt x="1812" y="1"/>
                  </a:lnTo>
                  <a:lnTo>
                    <a:pt x="1812" y="2062"/>
                  </a:lnTo>
                  <a:lnTo>
                    <a:pt x="1" y="206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9" name="Google Shape;3329;p61"/>
            <p:cNvSpPr/>
            <p:nvPr/>
          </p:nvSpPr>
          <p:spPr>
            <a:xfrm>
              <a:off x="6341150" y="1290550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1" y="2436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0" name="Google Shape;3330;p61"/>
            <p:cNvSpPr/>
            <p:nvPr/>
          </p:nvSpPr>
          <p:spPr>
            <a:xfrm>
              <a:off x="6420000" y="1290550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2" y="243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1" name="Google Shape;3331;p61"/>
            <p:cNvSpPr/>
            <p:nvPr/>
          </p:nvSpPr>
          <p:spPr>
            <a:xfrm>
              <a:off x="6341150" y="1382675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1" y="2436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2" name="Google Shape;3332;p61"/>
            <p:cNvSpPr/>
            <p:nvPr/>
          </p:nvSpPr>
          <p:spPr>
            <a:xfrm>
              <a:off x="6420000" y="1382675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2" y="243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3" name="Google Shape;3333;p61"/>
            <p:cNvSpPr/>
            <p:nvPr/>
          </p:nvSpPr>
          <p:spPr>
            <a:xfrm>
              <a:off x="6341150" y="1474800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1" y="2436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4" name="Google Shape;3334;p61"/>
            <p:cNvSpPr/>
            <p:nvPr/>
          </p:nvSpPr>
          <p:spPr>
            <a:xfrm>
              <a:off x="6420000" y="1474800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2" y="243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5" name="Google Shape;3335;p61"/>
            <p:cNvSpPr/>
            <p:nvPr/>
          </p:nvSpPr>
          <p:spPr>
            <a:xfrm>
              <a:off x="6341150" y="1566150"/>
              <a:ext cx="45300" cy="61700"/>
            </a:xfrm>
            <a:custGeom>
              <a:avLst/>
              <a:gdLst/>
              <a:ahLst/>
              <a:cxnLst/>
              <a:rect l="l" t="t" r="r" b="b"/>
              <a:pathLst>
                <a:path w="1812" h="2468" extrusionOk="0">
                  <a:moveTo>
                    <a:pt x="0" y="0"/>
                  </a:moveTo>
                  <a:lnTo>
                    <a:pt x="0" y="2467"/>
                  </a:lnTo>
                  <a:lnTo>
                    <a:pt x="1811" y="2467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6" name="Google Shape;3336;p61"/>
            <p:cNvSpPr/>
            <p:nvPr/>
          </p:nvSpPr>
          <p:spPr>
            <a:xfrm>
              <a:off x="6420000" y="1566150"/>
              <a:ext cx="45300" cy="61700"/>
            </a:xfrm>
            <a:custGeom>
              <a:avLst/>
              <a:gdLst/>
              <a:ahLst/>
              <a:cxnLst/>
              <a:rect l="l" t="t" r="r" b="b"/>
              <a:pathLst>
                <a:path w="1812" h="2468" extrusionOk="0">
                  <a:moveTo>
                    <a:pt x="0" y="0"/>
                  </a:moveTo>
                  <a:lnTo>
                    <a:pt x="0" y="2467"/>
                  </a:lnTo>
                  <a:lnTo>
                    <a:pt x="1812" y="2467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7" name="Google Shape;3337;p61"/>
            <p:cNvSpPr/>
            <p:nvPr/>
          </p:nvSpPr>
          <p:spPr>
            <a:xfrm>
              <a:off x="6341150" y="1660600"/>
              <a:ext cx="45300" cy="61700"/>
            </a:xfrm>
            <a:custGeom>
              <a:avLst/>
              <a:gdLst/>
              <a:ahLst/>
              <a:cxnLst/>
              <a:rect l="l" t="t" r="r" b="b"/>
              <a:pathLst>
                <a:path w="1812" h="2468" extrusionOk="0">
                  <a:moveTo>
                    <a:pt x="0" y="1"/>
                  </a:moveTo>
                  <a:lnTo>
                    <a:pt x="0" y="2468"/>
                  </a:lnTo>
                  <a:lnTo>
                    <a:pt x="1811" y="2468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8" name="Google Shape;3338;p61"/>
            <p:cNvSpPr/>
            <p:nvPr/>
          </p:nvSpPr>
          <p:spPr>
            <a:xfrm>
              <a:off x="6420000" y="1660600"/>
              <a:ext cx="45300" cy="61700"/>
            </a:xfrm>
            <a:custGeom>
              <a:avLst/>
              <a:gdLst/>
              <a:ahLst/>
              <a:cxnLst/>
              <a:rect l="l" t="t" r="r" b="b"/>
              <a:pathLst>
                <a:path w="1812" h="2468" extrusionOk="0">
                  <a:moveTo>
                    <a:pt x="0" y="1"/>
                  </a:moveTo>
                  <a:lnTo>
                    <a:pt x="0" y="2468"/>
                  </a:lnTo>
                  <a:lnTo>
                    <a:pt x="1812" y="2468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9" name="Google Shape;3339;p61"/>
            <p:cNvSpPr/>
            <p:nvPr/>
          </p:nvSpPr>
          <p:spPr>
            <a:xfrm>
              <a:off x="6341150" y="1755075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1"/>
                  </a:moveTo>
                  <a:lnTo>
                    <a:pt x="0" y="2437"/>
                  </a:lnTo>
                  <a:lnTo>
                    <a:pt x="1811" y="2437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0" name="Google Shape;3340;p61"/>
            <p:cNvSpPr/>
            <p:nvPr/>
          </p:nvSpPr>
          <p:spPr>
            <a:xfrm>
              <a:off x="6420000" y="1755075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1"/>
                  </a:moveTo>
                  <a:lnTo>
                    <a:pt x="0" y="2437"/>
                  </a:lnTo>
                  <a:lnTo>
                    <a:pt x="1812" y="2437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1" name="Google Shape;3341;p61"/>
            <p:cNvSpPr/>
            <p:nvPr/>
          </p:nvSpPr>
          <p:spPr>
            <a:xfrm>
              <a:off x="6341150" y="1849550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1" y="2436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2" name="Google Shape;3342;p61"/>
            <p:cNvSpPr/>
            <p:nvPr/>
          </p:nvSpPr>
          <p:spPr>
            <a:xfrm>
              <a:off x="6420000" y="1849550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2" y="243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3" name="Google Shape;3343;p61"/>
            <p:cNvSpPr/>
            <p:nvPr/>
          </p:nvSpPr>
          <p:spPr>
            <a:xfrm>
              <a:off x="6341150" y="1943225"/>
              <a:ext cx="45300" cy="61725"/>
            </a:xfrm>
            <a:custGeom>
              <a:avLst/>
              <a:gdLst/>
              <a:ahLst/>
              <a:cxnLst/>
              <a:rect l="l" t="t" r="r" b="b"/>
              <a:pathLst>
                <a:path w="1812" h="2469" extrusionOk="0">
                  <a:moveTo>
                    <a:pt x="0" y="1"/>
                  </a:moveTo>
                  <a:lnTo>
                    <a:pt x="0" y="2468"/>
                  </a:lnTo>
                  <a:lnTo>
                    <a:pt x="1811" y="2468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4" name="Google Shape;3344;p61"/>
            <p:cNvSpPr/>
            <p:nvPr/>
          </p:nvSpPr>
          <p:spPr>
            <a:xfrm>
              <a:off x="6420000" y="1943225"/>
              <a:ext cx="45300" cy="61725"/>
            </a:xfrm>
            <a:custGeom>
              <a:avLst/>
              <a:gdLst/>
              <a:ahLst/>
              <a:cxnLst/>
              <a:rect l="l" t="t" r="r" b="b"/>
              <a:pathLst>
                <a:path w="1812" h="2469" extrusionOk="0">
                  <a:moveTo>
                    <a:pt x="0" y="1"/>
                  </a:moveTo>
                  <a:lnTo>
                    <a:pt x="0" y="2468"/>
                  </a:lnTo>
                  <a:lnTo>
                    <a:pt x="1812" y="2468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5" name="Google Shape;3345;p61"/>
            <p:cNvSpPr/>
            <p:nvPr/>
          </p:nvSpPr>
          <p:spPr>
            <a:xfrm>
              <a:off x="6341150" y="2039275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1" y="2436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6" name="Google Shape;3346;p61"/>
            <p:cNvSpPr/>
            <p:nvPr/>
          </p:nvSpPr>
          <p:spPr>
            <a:xfrm>
              <a:off x="6420000" y="2039275"/>
              <a:ext cx="45300" cy="60925"/>
            </a:xfrm>
            <a:custGeom>
              <a:avLst/>
              <a:gdLst/>
              <a:ahLst/>
              <a:cxnLst/>
              <a:rect l="l" t="t" r="r" b="b"/>
              <a:pathLst>
                <a:path w="1812" h="2437" extrusionOk="0">
                  <a:moveTo>
                    <a:pt x="0" y="0"/>
                  </a:moveTo>
                  <a:lnTo>
                    <a:pt x="0" y="2436"/>
                  </a:lnTo>
                  <a:lnTo>
                    <a:pt x="1812" y="243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7" name="Google Shape;3347;p61"/>
            <p:cNvSpPr/>
            <p:nvPr/>
          </p:nvSpPr>
          <p:spPr>
            <a:xfrm>
              <a:off x="6341150" y="2134525"/>
              <a:ext cx="45300" cy="60900"/>
            </a:xfrm>
            <a:custGeom>
              <a:avLst/>
              <a:gdLst/>
              <a:ahLst/>
              <a:cxnLst/>
              <a:rect l="l" t="t" r="r" b="b"/>
              <a:pathLst>
                <a:path w="1812" h="2436" extrusionOk="0">
                  <a:moveTo>
                    <a:pt x="0" y="0"/>
                  </a:moveTo>
                  <a:lnTo>
                    <a:pt x="0" y="2436"/>
                  </a:lnTo>
                  <a:lnTo>
                    <a:pt x="1811" y="2436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8" name="Google Shape;3348;p61"/>
            <p:cNvSpPr/>
            <p:nvPr/>
          </p:nvSpPr>
          <p:spPr>
            <a:xfrm>
              <a:off x="6420000" y="2134525"/>
              <a:ext cx="45300" cy="60900"/>
            </a:xfrm>
            <a:custGeom>
              <a:avLst/>
              <a:gdLst/>
              <a:ahLst/>
              <a:cxnLst/>
              <a:rect l="l" t="t" r="r" b="b"/>
              <a:pathLst>
                <a:path w="1812" h="2436" extrusionOk="0">
                  <a:moveTo>
                    <a:pt x="0" y="0"/>
                  </a:moveTo>
                  <a:lnTo>
                    <a:pt x="0" y="2436"/>
                  </a:lnTo>
                  <a:lnTo>
                    <a:pt x="1812" y="243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9" name="Google Shape;3349;p61"/>
            <p:cNvSpPr/>
            <p:nvPr/>
          </p:nvSpPr>
          <p:spPr>
            <a:xfrm>
              <a:off x="6341150" y="2229775"/>
              <a:ext cx="45300" cy="60900"/>
            </a:xfrm>
            <a:custGeom>
              <a:avLst/>
              <a:gdLst/>
              <a:ahLst/>
              <a:cxnLst/>
              <a:rect l="l" t="t" r="r" b="b"/>
              <a:pathLst>
                <a:path w="1812" h="2436" extrusionOk="0">
                  <a:moveTo>
                    <a:pt x="0" y="0"/>
                  </a:moveTo>
                  <a:lnTo>
                    <a:pt x="0" y="2436"/>
                  </a:lnTo>
                  <a:lnTo>
                    <a:pt x="1811" y="2436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0" name="Google Shape;3350;p61"/>
            <p:cNvSpPr/>
            <p:nvPr/>
          </p:nvSpPr>
          <p:spPr>
            <a:xfrm>
              <a:off x="6420000" y="2229775"/>
              <a:ext cx="45300" cy="60900"/>
            </a:xfrm>
            <a:custGeom>
              <a:avLst/>
              <a:gdLst/>
              <a:ahLst/>
              <a:cxnLst/>
              <a:rect l="l" t="t" r="r" b="b"/>
              <a:pathLst>
                <a:path w="1812" h="2436" extrusionOk="0">
                  <a:moveTo>
                    <a:pt x="0" y="0"/>
                  </a:moveTo>
                  <a:lnTo>
                    <a:pt x="0" y="2436"/>
                  </a:lnTo>
                  <a:lnTo>
                    <a:pt x="1812" y="243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1" name="Google Shape;3351;p61"/>
            <p:cNvSpPr/>
            <p:nvPr/>
          </p:nvSpPr>
          <p:spPr>
            <a:xfrm>
              <a:off x="6341150" y="2325025"/>
              <a:ext cx="45300" cy="60900"/>
            </a:xfrm>
            <a:custGeom>
              <a:avLst/>
              <a:gdLst/>
              <a:ahLst/>
              <a:cxnLst/>
              <a:rect l="l" t="t" r="r" b="b"/>
              <a:pathLst>
                <a:path w="1812" h="2436" extrusionOk="0">
                  <a:moveTo>
                    <a:pt x="0" y="0"/>
                  </a:moveTo>
                  <a:lnTo>
                    <a:pt x="0" y="2436"/>
                  </a:lnTo>
                  <a:lnTo>
                    <a:pt x="1811" y="2436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2" name="Google Shape;3352;p61"/>
            <p:cNvSpPr/>
            <p:nvPr/>
          </p:nvSpPr>
          <p:spPr>
            <a:xfrm>
              <a:off x="6420000" y="2325025"/>
              <a:ext cx="45300" cy="60900"/>
            </a:xfrm>
            <a:custGeom>
              <a:avLst/>
              <a:gdLst/>
              <a:ahLst/>
              <a:cxnLst/>
              <a:rect l="l" t="t" r="r" b="b"/>
              <a:pathLst>
                <a:path w="1812" h="2436" extrusionOk="0">
                  <a:moveTo>
                    <a:pt x="0" y="0"/>
                  </a:moveTo>
                  <a:lnTo>
                    <a:pt x="0" y="2436"/>
                  </a:lnTo>
                  <a:lnTo>
                    <a:pt x="1812" y="243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3" name="Google Shape;3353;p61"/>
            <p:cNvSpPr/>
            <p:nvPr/>
          </p:nvSpPr>
          <p:spPr>
            <a:xfrm>
              <a:off x="5401900" y="128195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4" name="Google Shape;3354;p61"/>
            <p:cNvSpPr/>
            <p:nvPr/>
          </p:nvSpPr>
          <p:spPr>
            <a:xfrm>
              <a:off x="5480775" y="12819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1" y="206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5" name="Google Shape;3355;p61"/>
            <p:cNvSpPr/>
            <p:nvPr/>
          </p:nvSpPr>
          <p:spPr>
            <a:xfrm>
              <a:off x="5401900" y="1201550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2"/>
                  </a:lnTo>
                  <a:lnTo>
                    <a:pt x="1812" y="209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6" name="Google Shape;3356;p61"/>
            <p:cNvSpPr/>
            <p:nvPr/>
          </p:nvSpPr>
          <p:spPr>
            <a:xfrm>
              <a:off x="5480775" y="1201550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2"/>
                  </a:lnTo>
                  <a:lnTo>
                    <a:pt x="1811" y="2092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7" name="Google Shape;3357;p61"/>
            <p:cNvSpPr/>
            <p:nvPr/>
          </p:nvSpPr>
          <p:spPr>
            <a:xfrm>
              <a:off x="5401900" y="112190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8" name="Google Shape;3358;p61"/>
            <p:cNvSpPr/>
            <p:nvPr/>
          </p:nvSpPr>
          <p:spPr>
            <a:xfrm>
              <a:off x="5480775" y="11219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1" y="206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9" name="Google Shape;3359;p61"/>
            <p:cNvSpPr/>
            <p:nvPr/>
          </p:nvSpPr>
          <p:spPr>
            <a:xfrm>
              <a:off x="5401900" y="136002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0" name="Google Shape;3360;p61"/>
            <p:cNvSpPr/>
            <p:nvPr/>
          </p:nvSpPr>
          <p:spPr>
            <a:xfrm>
              <a:off x="5480775" y="136002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1" y="206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1" name="Google Shape;3361;p61"/>
            <p:cNvSpPr/>
            <p:nvPr/>
          </p:nvSpPr>
          <p:spPr>
            <a:xfrm>
              <a:off x="5401900" y="1438100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2" name="Google Shape;3362;p61"/>
            <p:cNvSpPr/>
            <p:nvPr/>
          </p:nvSpPr>
          <p:spPr>
            <a:xfrm>
              <a:off x="5480775" y="1438100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1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3" name="Google Shape;3363;p61"/>
            <p:cNvSpPr/>
            <p:nvPr/>
          </p:nvSpPr>
          <p:spPr>
            <a:xfrm>
              <a:off x="5401900" y="151617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4" name="Google Shape;3364;p61"/>
            <p:cNvSpPr/>
            <p:nvPr/>
          </p:nvSpPr>
          <p:spPr>
            <a:xfrm>
              <a:off x="5480775" y="15161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5" name="Google Shape;3365;p61"/>
            <p:cNvSpPr/>
            <p:nvPr/>
          </p:nvSpPr>
          <p:spPr>
            <a:xfrm>
              <a:off x="5401900" y="159660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6" name="Google Shape;3366;p61"/>
            <p:cNvSpPr/>
            <p:nvPr/>
          </p:nvSpPr>
          <p:spPr>
            <a:xfrm>
              <a:off x="5480775" y="15966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1" y="2061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7" name="Google Shape;3367;p61"/>
            <p:cNvSpPr/>
            <p:nvPr/>
          </p:nvSpPr>
          <p:spPr>
            <a:xfrm>
              <a:off x="5401900" y="167622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8" name="Google Shape;3368;p61"/>
            <p:cNvSpPr/>
            <p:nvPr/>
          </p:nvSpPr>
          <p:spPr>
            <a:xfrm>
              <a:off x="5480775" y="16762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9" name="Google Shape;3369;p61"/>
            <p:cNvSpPr/>
            <p:nvPr/>
          </p:nvSpPr>
          <p:spPr>
            <a:xfrm>
              <a:off x="5401900" y="175665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0" name="Google Shape;3370;p61"/>
            <p:cNvSpPr/>
            <p:nvPr/>
          </p:nvSpPr>
          <p:spPr>
            <a:xfrm>
              <a:off x="5480775" y="17566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1" y="2061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1" name="Google Shape;3371;p61"/>
            <p:cNvSpPr/>
            <p:nvPr/>
          </p:nvSpPr>
          <p:spPr>
            <a:xfrm>
              <a:off x="5401900" y="183627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2" name="Google Shape;3372;p61"/>
            <p:cNvSpPr/>
            <p:nvPr/>
          </p:nvSpPr>
          <p:spPr>
            <a:xfrm>
              <a:off x="5480775" y="18362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3" name="Google Shape;3373;p61"/>
            <p:cNvSpPr/>
            <p:nvPr/>
          </p:nvSpPr>
          <p:spPr>
            <a:xfrm>
              <a:off x="5401900" y="19174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4" name="Google Shape;3374;p61"/>
            <p:cNvSpPr/>
            <p:nvPr/>
          </p:nvSpPr>
          <p:spPr>
            <a:xfrm>
              <a:off x="5480775" y="19174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1" y="2061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5" name="Google Shape;3375;p61"/>
            <p:cNvSpPr/>
            <p:nvPr/>
          </p:nvSpPr>
          <p:spPr>
            <a:xfrm>
              <a:off x="5401900" y="1997875"/>
              <a:ext cx="45325" cy="52350"/>
            </a:xfrm>
            <a:custGeom>
              <a:avLst/>
              <a:gdLst/>
              <a:ahLst/>
              <a:cxnLst/>
              <a:rect l="l" t="t" r="r" b="b"/>
              <a:pathLst>
                <a:path w="1813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6" name="Google Shape;3376;p61"/>
            <p:cNvSpPr/>
            <p:nvPr/>
          </p:nvSpPr>
          <p:spPr>
            <a:xfrm>
              <a:off x="5480775" y="19978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7" name="Google Shape;3377;p61"/>
            <p:cNvSpPr/>
            <p:nvPr/>
          </p:nvSpPr>
          <p:spPr>
            <a:xfrm>
              <a:off x="5401900" y="20790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8" name="Google Shape;3378;p61"/>
            <p:cNvSpPr/>
            <p:nvPr/>
          </p:nvSpPr>
          <p:spPr>
            <a:xfrm>
              <a:off x="5480775" y="20790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1" y="206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9" name="Google Shape;3379;p61"/>
            <p:cNvSpPr/>
            <p:nvPr/>
          </p:nvSpPr>
          <p:spPr>
            <a:xfrm>
              <a:off x="5401900" y="21602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0" name="Google Shape;3380;p61"/>
            <p:cNvSpPr/>
            <p:nvPr/>
          </p:nvSpPr>
          <p:spPr>
            <a:xfrm>
              <a:off x="5480775" y="21602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1" y="206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1" name="Google Shape;3381;p61"/>
            <p:cNvSpPr/>
            <p:nvPr/>
          </p:nvSpPr>
          <p:spPr>
            <a:xfrm>
              <a:off x="5480775" y="21602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fill="none" extrusionOk="0">
                  <a:moveTo>
                    <a:pt x="0" y="1"/>
                  </a:moveTo>
                  <a:lnTo>
                    <a:pt x="1811" y="1"/>
                  </a:lnTo>
                  <a:lnTo>
                    <a:pt x="1811" y="2062"/>
                  </a:lnTo>
                  <a:lnTo>
                    <a:pt x="0" y="206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2" name="Google Shape;3382;p61"/>
            <p:cNvSpPr/>
            <p:nvPr/>
          </p:nvSpPr>
          <p:spPr>
            <a:xfrm>
              <a:off x="1150800" y="1157825"/>
              <a:ext cx="2237625" cy="1386600"/>
            </a:xfrm>
            <a:custGeom>
              <a:avLst/>
              <a:gdLst/>
              <a:ahLst/>
              <a:cxnLst/>
              <a:rect l="l" t="t" r="r" b="b"/>
              <a:pathLst>
                <a:path w="89505" h="55464" extrusionOk="0">
                  <a:moveTo>
                    <a:pt x="28919" y="0"/>
                  </a:moveTo>
                  <a:lnTo>
                    <a:pt x="28919" y="27388"/>
                  </a:lnTo>
                  <a:lnTo>
                    <a:pt x="27139" y="27388"/>
                  </a:lnTo>
                  <a:lnTo>
                    <a:pt x="27139" y="15740"/>
                  </a:lnTo>
                  <a:lnTo>
                    <a:pt x="13491" y="15740"/>
                  </a:lnTo>
                  <a:lnTo>
                    <a:pt x="13491" y="23110"/>
                  </a:lnTo>
                  <a:lnTo>
                    <a:pt x="10743" y="23110"/>
                  </a:lnTo>
                  <a:lnTo>
                    <a:pt x="10743" y="10087"/>
                  </a:lnTo>
                  <a:lnTo>
                    <a:pt x="0" y="10087"/>
                  </a:lnTo>
                  <a:lnTo>
                    <a:pt x="0" y="55464"/>
                  </a:lnTo>
                  <a:lnTo>
                    <a:pt x="89504" y="55464"/>
                  </a:lnTo>
                  <a:lnTo>
                    <a:pt x="89504" y="24640"/>
                  </a:lnTo>
                  <a:lnTo>
                    <a:pt x="86912" y="24640"/>
                  </a:lnTo>
                  <a:lnTo>
                    <a:pt x="86912" y="3467"/>
                  </a:lnTo>
                  <a:lnTo>
                    <a:pt x="79167" y="3435"/>
                  </a:lnTo>
                  <a:lnTo>
                    <a:pt x="72453" y="3435"/>
                  </a:lnTo>
                  <a:lnTo>
                    <a:pt x="72453" y="14272"/>
                  </a:lnTo>
                  <a:lnTo>
                    <a:pt x="62615" y="14272"/>
                  </a:lnTo>
                  <a:lnTo>
                    <a:pt x="62615" y="28544"/>
                  </a:lnTo>
                  <a:lnTo>
                    <a:pt x="59461" y="28544"/>
                  </a:lnTo>
                  <a:lnTo>
                    <a:pt x="59461" y="10993"/>
                  </a:lnTo>
                  <a:lnTo>
                    <a:pt x="48687" y="10993"/>
                  </a:lnTo>
                  <a:lnTo>
                    <a:pt x="48687" y="16864"/>
                  </a:lnTo>
                  <a:lnTo>
                    <a:pt x="46845" y="16864"/>
                  </a:lnTo>
                  <a:lnTo>
                    <a:pt x="46845" y="7526"/>
                  </a:lnTo>
                  <a:lnTo>
                    <a:pt x="40786" y="7526"/>
                  </a:lnTo>
                  <a:lnTo>
                    <a:pt x="407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3" name="Google Shape;3383;p61"/>
            <p:cNvSpPr/>
            <p:nvPr/>
          </p:nvSpPr>
          <p:spPr>
            <a:xfrm>
              <a:off x="1183575" y="1450600"/>
              <a:ext cx="46100" cy="62475"/>
            </a:xfrm>
            <a:custGeom>
              <a:avLst/>
              <a:gdLst/>
              <a:ahLst/>
              <a:cxnLst/>
              <a:rect l="l" t="t" r="r" b="b"/>
              <a:pathLst>
                <a:path w="1844" h="2499" extrusionOk="0">
                  <a:moveTo>
                    <a:pt x="1" y="0"/>
                  </a:moveTo>
                  <a:lnTo>
                    <a:pt x="1" y="2499"/>
                  </a:lnTo>
                  <a:lnTo>
                    <a:pt x="1843" y="2499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4" name="Google Shape;3384;p61"/>
            <p:cNvSpPr/>
            <p:nvPr/>
          </p:nvSpPr>
          <p:spPr>
            <a:xfrm>
              <a:off x="1262450" y="1450600"/>
              <a:ext cx="45300" cy="62475"/>
            </a:xfrm>
            <a:custGeom>
              <a:avLst/>
              <a:gdLst/>
              <a:ahLst/>
              <a:cxnLst/>
              <a:rect l="l" t="t" r="r" b="b"/>
              <a:pathLst>
                <a:path w="1812" h="2499" extrusionOk="0">
                  <a:moveTo>
                    <a:pt x="0" y="0"/>
                  </a:moveTo>
                  <a:lnTo>
                    <a:pt x="0" y="2499"/>
                  </a:lnTo>
                  <a:lnTo>
                    <a:pt x="1811" y="2499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5" name="Google Shape;3385;p61"/>
            <p:cNvSpPr/>
            <p:nvPr/>
          </p:nvSpPr>
          <p:spPr>
            <a:xfrm>
              <a:off x="1341300" y="1450600"/>
              <a:ext cx="45300" cy="62475"/>
            </a:xfrm>
            <a:custGeom>
              <a:avLst/>
              <a:gdLst/>
              <a:ahLst/>
              <a:cxnLst/>
              <a:rect l="l" t="t" r="r" b="b"/>
              <a:pathLst>
                <a:path w="1812" h="2499" extrusionOk="0">
                  <a:moveTo>
                    <a:pt x="0" y="0"/>
                  </a:moveTo>
                  <a:lnTo>
                    <a:pt x="0" y="2499"/>
                  </a:lnTo>
                  <a:lnTo>
                    <a:pt x="1812" y="2499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6" name="Google Shape;3386;p61"/>
            <p:cNvSpPr/>
            <p:nvPr/>
          </p:nvSpPr>
          <p:spPr>
            <a:xfrm>
              <a:off x="1183575" y="1544275"/>
              <a:ext cx="46100" cy="62500"/>
            </a:xfrm>
            <a:custGeom>
              <a:avLst/>
              <a:gdLst/>
              <a:ahLst/>
              <a:cxnLst/>
              <a:rect l="l" t="t" r="r" b="b"/>
              <a:pathLst>
                <a:path w="1844" h="2500" extrusionOk="0">
                  <a:moveTo>
                    <a:pt x="1" y="1"/>
                  </a:moveTo>
                  <a:lnTo>
                    <a:pt x="1" y="2499"/>
                  </a:lnTo>
                  <a:lnTo>
                    <a:pt x="1843" y="2499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7" name="Google Shape;3387;p61"/>
            <p:cNvSpPr/>
            <p:nvPr/>
          </p:nvSpPr>
          <p:spPr>
            <a:xfrm>
              <a:off x="1262450" y="1544275"/>
              <a:ext cx="45300" cy="62500"/>
            </a:xfrm>
            <a:custGeom>
              <a:avLst/>
              <a:gdLst/>
              <a:ahLst/>
              <a:cxnLst/>
              <a:rect l="l" t="t" r="r" b="b"/>
              <a:pathLst>
                <a:path w="1812" h="2500" extrusionOk="0">
                  <a:moveTo>
                    <a:pt x="0" y="1"/>
                  </a:moveTo>
                  <a:lnTo>
                    <a:pt x="0" y="2499"/>
                  </a:lnTo>
                  <a:lnTo>
                    <a:pt x="1811" y="2499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8" name="Google Shape;3388;p61"/>
            <p:cNvSpPr/>
            <p:nvPr/>
          </p:nvSpPr>
          <p:spPr>
            <a:xfrm>
              <a:off x="1341300" y="1544275"/>
              <a:ext cx="45300" cy="62500"/>
            </a:xfrm>
            <a:custGeom>
              <a:avLst/>
              <a:gdLst/>
              <a:ahLst/>
              <a:cxnLst/>
              <a:rect l="l" t="t" r="r" b="b"/>
              <a:pathLst>
                <a:path w="1812" h="2500" extrusionOk="0">
                  <a:moveTo>
                    <a:pt x="0" y="1"/>
                  </a:moveTo>
                  <a:lnTo>
                    <a:pt x="0" y="2499"/>
                  </a:lnTo>
                  <a:lnTo>
                    <a:pt x="1812" y="2499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9" name="Google Shape;3389;p61"/>
            <p:cNvSpPr/>
            <p:nvPr/>
          </p:nvSpPr>
          <p:spPr>
            <a:xfrm>
              <a:off x="1183575" y="1637975"/>
              <a:ext cx="46100" cy="62475"/>
            </a:xfrm>
            <a:custGeom>
              <a:avLst/>
              <a:gdLst/>
              <a:ahLst/>
              <a:cxnLst/>
              <a:rect l="l" t="t" r="r" b="b"/>
              <a:pathLst>
                <a:path w="1844" h="2499" extrusionOk="0">
                  <a:moveTo>
                    <a:pt x="1" y="0"/>
                  </a:moveTo>
                  <a:lnTo>
                    <a:pt x="1" y="2499"/>
                  </a:lnTo>
                  <a:lnTo>
                    <a:pt x="1843" y="2499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0" name="Google Shape;3390;p61"/>
            <p:cNvSpPr/>
            <p:nvPr/>
          </p:nvSpPr>
          <p:spPr>
            <a:xfrm>
              <a:off x="1262450" y="1637975"/>
              <a:ext cx="45300" cy="62475"/>
            </a:xfrm>
            <a:custGeom>
              <a:avLst/>
              <a:gdLst/>
              <a:ahLst/>
              <a:cxnLst/>
              <a:rect l="l" t="t" r="r" b="b"/>
              <a:pathLst>
                <a:path w="1812" h="2499" extrusionOk="0">
                  <a:moveTo>
                    <a:pt x="0" y="0"/>
                  </a:moveTo>
                  <a:lnTo>
                    <a:pt x="0" y="2499"/>
                  </a:lnTo>
                  <a:lnTo>
                    <a:pt x="1811" y="2499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1" name="Google Shape;3391;p61"/>
            <p:cNvSpPr/>
            <p:nvPr/>
          </p:nvSpPr>
          <p:spPr>
            <a:xfrm>
              <a:off x="1341300" y="1637975"/>
              <a:ext cx="45300" cy="62475"/>
            </a:xfrm>
            <a:custGeom>
              <a:avLst/>
              <a:gdLst/>
              <a:ahLst/>
              <a:cxnLst/>
              <a:rect l="l" t="t" r="r" b="b"/>
              <a:pathLst>
                <a:path w="1812" h="2499" extrusionOk="0">
                  <a:moveTo>
                    <a:pt x="0" y="0"/>
                  </a:moveTo>
                  <a:lnTo>
                    <a:pt x="0" y="2499"/>
                  </a:lnTo>
                  <a:lnTo>
                    <a:pt x="1812" y="2499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2" name="Google Shape;3392;p61"/>
            <p:cNvSpPr/>
            <p:nvPr/>
          </p:nvSpPr>
          <p:spPr>
            <a:xfrm>
              <a:off x="1183575" y="1731650"/>
              <a:ext cx="46100" cy="62500"/>
            </a:xfrm>
            <a:custGeom>
              <a:avLst/>
              <a:gdLst/>
              <a:ahLst/>
              <a:cxnLst/>
              <a:rect l="l" t="t" r="r" b="b"/>
              <a:pathLst>
                <a:path w="1844" h="2500" extrusionOk="0">
                  <a:moveTo>
                    <a:pt x="1" y="1"/>
                  </a:moveTo>
                  <a:lnTo>
                    <a:pt x="1" y="2499"/>
                  </a:lnTo>
                  <a:lnTo>
                    <a:pt x="1843" y="2499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3" name="Google Shape;3393;p61"/>
            <p:cNvSpPr/>
            <p:nvPr/>
          </p:nvSpPr>
          <p:spPr>
            <a:xfrm>
              <a:off x="1262450" y="1731650"/>
              <a:ext cx="45300" cy="62500"/>
            </a:xfrm>
            <a:custGeom>
              <a:avLst/>
              <a:gdLst/>
              <a:ahLst/>
              <a:cxnLst/>
              <a:rect l="l" t="t" r="r" b="b"/>
              <a:pathLst>
                <a:path w="1812" h="2500" extrusionOk="0">
                  <a:moveTo>
                    <a:pt x="0" y="1"/>
                  </a:moveTo>
                  <a:lnTo>
                    <a:pt x="0" y="2499"/>
                  </a:lnTo>
                  <a:lnTo>
                    <a:pt x="1811" y="2499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4" name="Google Shape;3394;p61"/>
            <p:cNvSpPr/>
            <p:nvPr/>
          </p:nvSpPr>
          <p:spPr>
            <a:xfrm>
              <a:off x="1341300" y="1731650"/>
              <a:ext cx="45300" cy="62500"/>
            </a:xfrm>
            <a:custGeom>
              <a:avLst/>
              <a:gdLst/>
              <a:ahLst/>
              <a:cxnLst/>
              <a:rect l="l" t="t" r="r" b="b"/>
              <a:pathLst>
                <a:path w="1812" h="2500" extrusionOk="0">
                  <a:moveTo>
                    <a:pt x="0" y="1"/>
                  </a:moveTo>
                  <a:lnTo>
                    <a:pt x="0" y="2499"/>
                  </a:lnTo>
                  <a:lnTo>
                    <a:pt x="1812" y="2499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5" name="Google Shape;3395;p61"/>
            <p:cNvSpPr/>
            <p:nvPr/>
          </p:nvSpPr>
          <p:spPr>
            <a:xfrm>
              <a:off x="2753650" y="15591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2"/>
                  </a:lnTo>
                  <a:lnTo>
                    <a:pt x="1812" y="209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6" name="Google Shape;3396;p61"/>
            <p:cNvSpPr/>
            <p:nvPr/>
          </p:nvSpPr>
          <p:spPr>
            <a:xfrm>
              <a:off x="2832500" y="15591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1" y="0"/>
                  </a:moveTo>
                  <a:lnTo>
                    <a:pt x="1" y="2092"/>
                  </a:lnTo>
                  <a:lnTo>
                    <a:pt x="1812" y="209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7" name="Google Shape;3397;p61"/>
            <p:cNvSpPr/>
            <p:nvPr/>
          </p:nvSpPr>
          <p:spPr>
            <a:xfrm>
              <a:off x="2911350" y="155912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2"/>
                  </a:lnTo>
                  <a:lnTo>
                    <a:pt x="1812" y="209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8" name="Google Shape;3398;p61"/>
            <p:cNvSpPr/>
            <p:nvPr/>
          </p:nvSpPr>
          <p:spPr>
            <a:xfrm>
              <a:off x="2753650" y="16371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9" name="Google Shape;3399;p61"/>
            <p:cNvSpPr/>
            <p:nvPr/>
          </p:nvSpPr>
          <p:spPr>
            <a:xfrm>
              <a:off x="2832500" y="16371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0" name="Google Shape;3400;p61"/>
            <p:cNvSpPr/>
            <p:nvPr/>
          </p:nvSpPr>
          <p:spPr>
            <a:xfrm>
              <a:off x="2911350" y="1637175"/>
              <a:ext cx="45325" cy="52350"/>
            </a:xfrm>
            <a:custGeom>
              <a:avLst/>
              <a:gdLst/>
              <a:ahLst/>
              <a:cxnLst/>
              <a:rect l="l" t="t" r="r" b="b"/>
              <a:pathLst>
                <a:path w="1813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1" name="Google Shape;3401;p61"/>
            <p:cNvSpPr/>
            <p:nvPr/>
          </p:nvSpPr>
          <p:spPr>
            <a:xfrm>
              <a:off x="2753650" y="1715250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2" name="Google Shape;3402;p61"/>
            <p:cNvSpPr/>
            <p:nvPr/>
          </p:nvSpPr>
          <p:spPr>
            <a:xfrm>
              <a:off x="2832500" y="1715250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3" name="Google Shape;3403;p61"/>
            <p:cNvSpPr/>
            <p:nvPr/>
          </p:nvSpPr>
          <p:spPr>
            <a:xfrm>
              <a:off x="2911350" y="1715250"/>
              <a:ext cx="45325" cy="52350"/>
            </a:xfrm>
            <a:custGeom>
              <a:avLst/>
              <a:gdLst/>
              <a:ahLst/>
              <a:cxnLst/>
              <a:rect l="l" t="t" r="r" b="b"/>
              <a:pathLst>
                <a:path w="1813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4" name="Google Shape;3404;p61"/>
            <p:cNvSpPr/>
            <p:nvPr/>
          </p:nvSpPr>
          <p:spPr>
            <a:xfrm>
              <a:off x="2753650" y="17933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5" name="Google Shape;3405;p61"/>
            <p:cNvSpPr/>
            <p:nvPr/>
          </p:nvSpPr>
          <p:spPr>
            <a:xfrm>
              <a:off x="2832500" y="17933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6" name="Google Shape;3406;p61"/>
            <p:cNvSpPr/>
            <p:nvPr/>
          </p:nvSpPr>
          <p:spPr>
            <a:xfrm>
              <a:off x="2911350" y="1793325"/>
              <a:ext cx="45325" cy="52350"/>
            </a:xfrm>
            <a:custGeom>
              <a:avLst/>
              <a:gdLst/>
              <a:ahLst/>
              <a:cxnLst/>
              <a:rect l="l" t="t" r="r" b="b"/>
              <a:pathLst>
                <a:path w="1813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7" name="Google Shape;3407;p61"/>
            <p:cNvSpPr/>
            <p:nvPr/>
          </p:nvSpPr>
          <p:spPr>
            <a:xfrm>
              <a:off x="2753650" y="18737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8" name="Google Shape;3408;p61"/>
            <p:cNvSpPr/>
            <p:nvPr/>
          </p:nvSpPr>
          <p:spPr>
            <a:xfrm>
              <a:off x="2832500" y="18737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1" y="0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9" name="Google Shape;3409;p61"/>
            <p:cNvSpPr/>
            <p:nvPr/>
          </p:nvSpPr>
          <p:spPr>
            <a:xfrm>
              <a:off x="2911350" y="187375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0" name="Google Shape;3410;p61"/>
            <p:cNvSpPr/>
            <p:nvPr/>
          </p:nvSpPr>
          <p:spPr>
            <a:xfrm>
              <a:off x="2753650" y="19533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1" name="Google Shape;3411;p61"/>
            <p:cNvSpPr/>
            <p:nvPr/>
          </p:nvSpPr>
          <p:spPr>
            <a:xfrm>
              <a:off x="2832500" y="19533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2" name="Google Shape;3412;p61"/>
            <p:cNvSpPr/>
            <p:nvPr/>
          </p:nvSpPr>
          <p:spPr>
            <a:xfrm>
              <a:off x="2911350" y="1953375"/>
              <a:ext cx="45325" cy="52350"/>
            </a:xfrm>
            <a:custGeom>
              <a:avLst/>
              <a:gdLst/>
              <a:ahLst/>
              <a:cxnLst/>
              <a:rect l="l" t="t" r="r" b="b"/>
              <a:pathLst>
                <a:path w="1813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3" name="Google Shape;3413;p61"/>
            <p:cNvSpPr/>
            <p:nvPr/>
          </p:nvSpPr>
          <p:spPr>
            <a:xfrm>
              <a:off x="2753650" y="20338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4" name="Google Shape;3414;p61"/>
            <p:cNvSpPr/>
            <p:nvPr/>
          </p:nvSpPr>
          <p:spPr>
            <a:xfrm>
              <a:off x="2832500" y="20338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5" name="Google Shape;3415;p61"/>
            <p:cNvSpPr/>
            <p:nvPr/>
          </p:nvSpPr>
          <p:spPr>
            <a:xfrm>
              <a:off x="2911350" y="203380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6" name="Google Shape;3416;p61"/>
            <p:cNvSpPr/>
            <p:nvPr/>
          </p:nvSpPr>
          <p:spPr>
            <a:xfrm>
              <a:off x="2753650" y="21134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7" name="Google Shape;3417;p61"/>
            <p:cNvSpPr/>
            <p:nvPr/>
          </p:nvSpPr>
          <p:spPr>
            <a:xfrm>
              <a:off x="2832500" y="211342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8" name="Google Shape;3418;p61"/>
            <p:cNvSpPr/>
            <p:nvPr/>
          </p:nvSpPr>
          <p:spPr>
            <a:xfrm>
              <a:off x="2911350" y="2113425"/>
              <a:ext cx="45325" cy="52350"/>
            </a:xfrm>
            <a:custGeom>
              <a:avLst/>
              <a:gdLst/>
              <a:ahLst/>
              <a:cxnLst/>
              <a:rect l="l" t="t" r="r" b="b"/>
              <a:pathLst>
                <a:path w="1813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9" name="Google Shape;3419;p61"/>
            <p:cNvSpPr/>
            <p:nvPr/>
          </p:nvSpPr>
          <p:spPr>
            <a:xfrm>
              <a:off x="1527100" y="1591125"/>
              <a:ext cx="260800" cy="38275"/>
            </a:xfrm>
            <a:custGeom>
              <a:avLst/>
              <a:gdLst/>
              <a:ahLst/>
              <a:cxnLst/>
              <a:rect l="l" t="t" r="r" b="b"/>
              <a:pathLst>
                <a:path w="10432" h="1531" extrusionOk="0">
                  <a:moveTo>
                    <a:pt x="1" y="0"/>
                  </a:moveTo>
                  <a:lnTo>
                    <a:pt x="1" y="1531"/>
                  </a:lnTo>
                  <a:lnTo>
                    <a:pt x="10432" y="1531"/>
                  </a:lnTo>
                  <a:lnTo>
                    <a:pt x="10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0" name="Google Shape;3420;p61"/>
            <p:cNvSpPr/>
            <p:nvPr/>
          </p:nvSpPr>
          <p:spPr>
            <a:xfrm>
              <a:off x="1527100" y="1666075"/>
              <a:ext cx="260800" cy="39050"/>
            </a:xfrm>
            <a:custGeom>
              <a:avLst/>
              <a:gdLst/>
              <a:ahLst/>
              <a:cxnLst/>
              <a:rect l="l" t="t" r="r" b="b"/>
              <a:pathLst>
                <a:path w="10432" h="1562" extrusionOk="0">
                  <a:moveTo>
                    <a:pt x="1" y="0"/>
                  </a:moveTo>
                  <a:lnTo>
                    <a:pt x="1" y="1562"/>
                  </a:lnTo>
                  <a:lnTo>
                    <a:pt x="10432" y="1562"/>
                  </a:lnTo>
                  <a:lnTo>
                    <a:pt x="10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1" name="Google Shape;3421;p61"/>
            <p:cNvSpPr/>
            <p:nvPr/>
          </p:nvSpPr>
          <p:spPr>
            <a:xfrm>
              <a:off x="1527100" y="1741800"/>
              <a:ext cx="260800" cy="39075"/>
            </a:xfrm>
            <a:custGeom>
              <a:avLst/>
              <a:gdLst/>
              <a:ahLst/>
              <a:cxnLst/>
              <a:rect l="l" t="t" r="r" b="b"/>
              <a:pathLst>
                <a:path w="10432" h="1563" extrusionOk="0">
                  <a:moveTo>
                    <a:pt x="1" y="1"/>
                  </a:moveTo>
                  <a:lnTo>
                    <a:pt x="1" y="1562"/>
                  </a:lnTo>
                  <a:lnTo>
                    <a:pt x="10432" y="156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2" name="Google Shape;3422;p61"/>
            <p:cNvSpPr/>
            <p:nvPr/>
          </p:nvSpPr>
          <p:spPr>
            <a:xfrm>
              <a:off x="1527100" y="1817525"/>
              <a:ext cx="260800" cy="39075"/>
            </a:xfrm>
            <a:custGeom>
              <a:avLst/>
              <a:gdLst/>
              <a:ahLst/>
              <a:cxnLst/>
              <a:rect l="l" t="t" r="r" b="b"/>
              <a:pathLst>
                <a:path w="10432" h="1563" extrusionOk="0">
                  <a:moveTo>
                    <a:pt x="1" y="1"/>
                  </a:moveTo>
                  <a:lnTo>
                    <a:pt x="1" y="1562"/>
                  </a:lnTo>
                  <a:lnTo>
                    <a:pt x="10432" y="156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3" name="Google Shape;3423;p61"/>
            <p:cNvSpPr/>
            <p:nvPr/>
          </p:nvSpPr>
          <p:spPr>
            <a:xfrm>
              <a:off x="1527100" y="1893275"/>
              <a:ext cx="260800" cy="38275"/>
            </a:xfrm>
            <a:custGeom>
              <a:avLst/>
              <a:gdLst/>
              <a:ahLst/>
              <a:cxnLst/>
              <a:rect l="l" t="t" r="r" b="b"/>
              <a:pathLst>
                <a:path w="10432" h="1531" extrusionOk="0">
                  <a:moveTo>
                    <a:pt x="1" y="0"/>
                  </a:moveTo>
                  <a:lnTo>
                    <a:pt x="1" y="1530"/>
                  </a:lnTo>
                  <a:lnTo>
                    <a:pt x="10432" y="1530"/>
                  </a:lnTo>
                  <a:lnTo>
                    <a:pt x="10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4" name="Google Shape;3424;p61"/>
            <p:cNvSpPr/>
            <p:nvPr/>
          </p:nvSpPr>
          <p:spPr>
            <a:xfrm>
              <a:off x="1527100" y="1968225"/>
              <a:ext cx="260800" cy="39050"/>
            </a:xfrm>
            <a:custGeom>
              <a:avLst/>
              <a:gdLst/>
              <a:ahLst/>
              <a:cxnLst/>
              <a:rect l="l" t="t" r="r" b="b"/>
              <a:pathLst>
                <a:path w="10432" h="1562" extrusionOk="0">
                  <a:moveTo>
                    <a:pt x="1" y="0"/>
                  </a:moveTo>
                  <a:lnTo>
                    <a:pt x="1" y="1562"/>
                  </a:lnTo>
                  <a:lnTo>
                    <a:pt x="10432" y="1562"/>
                  </a:lnTo>
                  <a:lnTo>
                    <a:pt x="10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5" name="Google Shape;3425;p61"/>
            <p:cNvSpPr/>
            <p:nvPr/>
          </p:nvSpPr>
          <p:spPr>
            <a:xfrm>
              <a:off x="1527100" y="2043950"/>
              <a:ext cx="260800" cy="39050"/>
            </a:xfrm>
            <a:custGeom>
              <a:avLst/>
              <a:gdLst/>
              <a:ahLst/>
              <a:cxnLst/>
              <a:rect l="l" t="t" r="r" b="b"/>
              <a:pathLst>
                <a:path w="10432" h="1562" extrusionOk="0">
                  <a:moveTo>
                    <a:pt x="1" y="0"/>
                  </a:moveTo>
                  <a:lnTo>
                    <a:pt x="1" y="1562"/>
                  </a:lnTo>
                  <a:lnTo>
                    <a:pt x="10432" y="1562"/>
                  </a:lnTo>
                  <a:lnTo>
                    <a:pt x="10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6" name="Google Shape;3426;p61"/>
            <p:cNvSpPr/>
            <p:nvPr/>
          </p:nvSpPr>
          <p:spPr>
            <a:xfrm>
              <a:off x="1527100" y="2119675"/>
              <a:ext cx="260800" cy="38275"/>
            </a:xfrm>
            <a:custGeom>
              <a:avLst/>
              <a:gdLst/>
              <a:ahLst/>
              <a:cxnLst/>
              <a:rect l="l" t="t" r="r" b="b"/>
              <a:pathLst>
                <a:path w="10432" h="1531" extrusionOk="0">
                  <a:moveTo>
                    <a:pt x="1" y="1"/>
                  </a:moveTo>
                  <a:lnTo>
                    <a:pt x="1" y="1531"/>
                  </a:lnTo>
                  <a:lnTo>
                    <a:pt x="10432" y="1531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7" name="Google Shape;3427;p61"/>
            <p:cNvSpPr/>
            <p:nvPr/>
          </p:nvSpPr>
          <p:spPr>
            <a:xfrm>
              <a:off x="2446825" y="14677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8" name="Google Shape;3428;p61"/>
            <p:cNvSpPr/>
            <p:nvPr/>
          </p:nvSpPr>
          <p:spPr>
            <a:xfrm>
              <a:off x="2446825" y="1541150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1"/>
                  </a:moveTo>
                  <a:lnTo>
                    <a:pt x="0" y="1500"/>
                  </a:lnTo>
                  <a:lnTo>
                    <a:pt x="3217" y="1500"/>
                  </a:lnTo>
                  <a:lnTo>
                    <a:pt x="3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9" name="Google Shape;3429;p61"/>
            <p:cNvSpPr/>
            <p:nvPr/>
          </p:nvSpPr>
          <p:spPr>
            <a:xfrm>
              <a:off x="2446825" y="16137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0" name="Google Shape;3430;p61"/>
            <p:cNvSpPr/>
            <p:nvPr/>
          </p:nvSpPr>
          <p:spPr>
            <a:xfrm>
              <a:off x="2446825" y="1686375"/>
              <a:ext cx="80425" cy="38275"/>
            </a:xfrm>
            <a:custGeom>
              <a:avLst/>
              <a:gdLst/>
              <a:ahLst/>
              <a:cxnLst/>
              <a:rect l="l" t="t" r="r" b="b"/>
              <a:pathLst>
                <a:path w="3217" h="1531" extrusionOk="0">
                  <a:moveTo>
                    <a:pt x="0" y="0"/>
                  </a:moveTo>
                  <a:lnTo>
                    <a:pt x="0" y="1531"/>
                  </a:lnTo>
                  <a:lnTo>
                    <a:pt x="3217" y="1531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1" name="Google Shape;3431;p61"/>
            <p:cNvSpPr/>
            <p:nvPr/>
          </p:nvSpPr>
          <p:spPr>
            <a:xfrm>
              <a:off x="2446825" y="17597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2" name="Google Shape;3432;p61"/>
            <p:cNvSpPr/>
            <p:nvPr/>
          </p:nvSpPr>
          <p:spPr>
            <a:xfrm>
              <a:off x="2446825" y="18323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3" name="Google Shape;3433;p61"/>
            <p:cNvSpPr/>
            <p:nvPr/>
          </p:nvSpPr>
          <p:spPr>
            <a:xfrm>
              <a:off x="2446825" y="1904975"/>
              <a:ext cx="80425" cy="38275"/>
            </a:xfrm>
            <a:custGeom>
              <a:avLst/>
              <a:gdLst/>
              <a:ahLst/>
              <a:cxnLst/>
              <a:rect l="l" t="t" r="r" b="b"/>
              <a:pathLst>
                <a:path w="3217" h="1531" extrusionOk="0">
                  <a:moveTo>
                    <a:pt x="0" y="1"/>
                  </a:moveTo>
                  <a:lnTo>
                    <a:pt x="0" y="1531"/>
                  </a:lnTo>
                  <a:lnTo>
                    <a:pt x="3217" y="1531"/>
                  </a:lnTo>
                  <a:lnTo>
                    <a:pt x="3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4" name="Google Shape;3434;p61"/>
            <p:cNvSpPr/>
            <p:nvPr/>
          </p:nvSpPr>
          <p:spPr>
            <a:xfrm>
              <a:off x="2446825" y="1978375"/>
              <a:ext cx="80425" cy="37500"/>
            </a:xfrm>
            <a:custGeom>
              <a:avLst/>
              <a:gdLst/>
              <a:ahLst/>
              <a:cxnLst/>
              <a:rect l="l" t="t" r="r" b="b"/>
              <a:pathLst>
                <a:path w="3217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17" y="1499"/>
                  </a:lnTo>
                  <a:lnTo>
                    <a:pt x="3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5" name="Google Shape;3435;p61"/>
            <p:cNvSpPr/>
            <p:nvPr/>
          </p:nvSpPr>
          <p:spPr>
            <a:xfrm>
              <a:off x="2556125" y="14677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6" name="Google Shape;3436;p61"/>
            <p:cNvSpPr/>
            <p:nvPr/>
          </p:nvSpPr>
          <p:spPr>
            <a:xfrm>
              <a:off x="2556125" y="1541150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1"/>
                  </a:moveTo>
                  <a:lnTo>
                    <a:pt x="0" y="1500"/>
                  </a:lnTo>
                  <a:lnTo>
                    <a:pt x="3248" y="1500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7" name="Google Shape;3437;p61"/>
            <p:cNvSpPr/>
            <p:nvPr/>
          </p:nvSpPr>
          <p:spPr>
            <a:xfrm>
              <a:off x="2556125" y="16137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8" name="Google Shape;3438;p61"/>
            <p:cNvSpPr/>
            <p:nvPr/>
          </p:nvSpPr>
          <p:spPr>
            <a:xfrm>
              <a:off x="2556125" y="1686375"/>
              <a:ext cx="81225" cy="38275"/>
            </a:xfrm>
            <a:custGeom>
              <a:avLst/>
              <a:gdLst/>
              <a:ahLst/>
              <a:cxnLst/>
              <a:rect l="l" t="t" r="r" b="b"/>
              <a:pathLst>
                <a:path w="3249" h="1531" extrusionOk="0">
                  <a:moveTo>
                    <a:pt x="0" y="0"/>
                  </a:moveTo>
                  <a:lnTo>
                    <a:pt x="0" y="1531"/>
                  </a:lnTo>
                  <a:lnTo>
                    <a:pt x="3248" y="1531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9" name="Google Shape;3439;p61"/>
            <p:cNvSpPr/>
            <p:nvPr/>
          </p:nvSpPr>
          <p:spPr>
            <a:xfrm>
              <a:off x="2556125" y="17597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0" name="Google Shape;3440;p61"/>
            <p:cNvSpPr/>
            <p:nvPr/>
          </p:nvSpPr>
          <p:spPr>
            <a:xfrm>
              <a:off x="2556125" y="18323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1" name="Google Shape;3441;p61"/>
            <p:cNvSpPr/>
            <p:nvPr/>
          </p:nvSpPr>
          <p:spPr>
            <a:xfrm>
              <a:off x="2556125" y="1904975"/>
              <a:ext cx="81225" cy="38275"/>
            </a:xfrm>
            <a:custGeom>
              <a:avLst/>
              <a:gdLst/>
              <a:ahLst/>
              <a:cxnLst/>
              <a:rect l="l" t="t" r="r" b="b"/>
              <a:pathLst>
                <a:path w="3249" h="1531" extrusionOk="0">
                  <a:moveTo>
                    <a:pt x="0" y="1"/>
                  </a:moveTo>
                  <a:lnTo>
                    <a:pt x="0" y="1531"/>
                  </a:lnTo>
                  <a:lnTo>
                    <a:pt x="3248" y="1531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2" name="Google Shape;3442;p61"/>
            <p:cNvSpPr/>
            <p:nvPr/>
          </p:nvSpPr>
          <p:spPr>
            <a:xfrm>
              <a:off x="2556125" y="1978375"/>
              <a:ext cx="81225" cy="37500"/>
            </a:xfrm>
            <a:custGeom>
              <a:avLst/>
              <a:gdLst/>
              <a:ahLst/>
              <a:cxnLst/>
              <a:rect l="l" t="t" r="r" b="b"/>
              <a:pathLst>
                <a:path w="3249" h="1500" extrusionOk="0">
                  <a:moveTo>
                    <a:pt x="0" y="0"/>
                  </a:moveTo>
                  <a:lnTo>
                    <a:pt x="0" y="1499"/>
                  </a:lnTo>
                  <a:lnTo>
                    <a:pt x="3248" y="1499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3" name="Google Shape;3443;p61"/>
            <p:cNvSpPr/>
            <p:nvPr/>
          </p:nvSpPr>
          <p:spPr>
            <a:xfrm>
              <a:off x="1919050" y="1197625"/>
              <a:ext cx="83550" cy="58600"/>
            </a:xfrm>
            <a:custGeom>
              <a:avLst/>
              <a:gdLst/>
              <a:ahLst/>
              <a:cxnLst/>
              <a:rect l="l" t="t" r="r" b="b"/>
              <a:pathLst>
                <a:path w="3342" h="2344" extrusionOk="0">
                  <a:moveTo>
                    <a:pt x="0" y="1"/>
                  </a:moveTo>
                  <a:lnTo>
                    <a:pt x="0" y="2343"/>
                  </a:lnTo>
                  <a:lnTo>
                    <a:pt x="3342" y="2343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4" name="Google Shape;3444;p61"/>
            <p:cNvSpPr/>
            <p:nvPr/>
          </p:nvSpPr>
          <p:spPr>
            <a:xfrm>
              <a:off x="2043950" y="1197625"/>
              <a:ext cx="84350" cy="58600"/>
            </a:xfrm>
            <a:custGeom>
              <a:avLst/>
              <a:gdLst/>
              <a:ahLst/>
              <a:cxnLst/>
              <a:rect l="l" t="t" r="r" b="b"/>
              <a:pathLst>
                <a:path w="3374" h="2344" extrusionOk="0">
                  <a:moveTo>
                    <a:pt x="1" y="1"/>
                  </a:moveTo>
                  <a:lnTo>
                    <a:pt x="1" y="2343"/>
                  </a:lnTo>
                  <a:lnTo>
                    <a:pt x="3374" y="2343"/>
                  </a:lnTo>
                  <a:lnTo>
                    <a:pt x="33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5" name="Google Shape;3445;p61"/>
            <p:cNvSpPr/>
            <p:nvPr/>
          </p:nvSpPr>
          <p:spPr>
            <a:xfrm>
              <a:off x="1919050" y="128430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6" name="Google Shape;3446;p61"/>
            <p:cNvSpPr/>
            <p:nvPr/>
          </p:nvSpPr>
          <p:spPr>
            <a:xfrm>
              <a:off x="2043950" y="128430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4" y="2374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7" name="Google Shape;3447;p61"/>
            <p:cNvSpPr/>
            <p:nvPr/>
          </p:nvSpPr>
          <p:spPr>
            <a:xfrm>
              <a:off x="1919050" y="137175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3"/>
                  </a:lnTo>
                  <a:lnTo>
                    <a:pt x="3342" y="2373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8" name="Google Shape;3448;p61"/>
            <p:cNvSpPr/>
            <p:nvPr/>
          </p:nvSpPr>
          <p:spPr>
            <a:xfrm>
              <a:off x="2043950" y="137175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3"/>
                  </a:lnTo>
                  <a:lnTo>
                    <a:pt x="3374" y="2373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9" name="Google Shape;3449;p61"/>
            <p:cNvSpPr/>
            <p:nvPr/>
          </p:nvSpPr>
          <p:spPr>
            <a:xfrm>
              <a:off x="1919050" y="145840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0" name="Google Shape;3450;p61"/>
            <p:cNvSpPr/>
            <p:nvPr/>
          </p:nvSpPr>
          <p:spPr>
            <a:xfrm>
              <a:off x="2043950" y="145840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4" y="2374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1" name="Google Shape;3451;p61"/>
            <p:cNvSpPr/>
            <p:nvPr/>
          </p:nvSpPr>
          <p:spPr>
            <a:xfrm>
              <a:off x="1919050" y="154585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2" name="Google Shape;3452;p61"/>
            <p:cNvSpPr/>
            <p:nvPr/>
          </p:nvSpPr>
          <p:spPr>
            <a:xfrm>
              <a:off x="2043950" y="154585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4" y="2374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3" name="Google Shape;3453;p61"/>
            <p:cNvSpPr/>
            <p:nvPr/>
          </p:nvSpPr>
          <p:spPr>
            <a:xfrm>
              <a:off x="1919050" y="1632500"/>
              <a:ext cx="83550" cy="59375"/>
            </a:xfrm>
            <a:custGeom>
              <a:avLst/>
              <a:gdLst/>
              <a:ahLst/>
              <a:cxnLst/>
              <a:rect l="l" t="t" r="r" b="b"/>
              <a:pathLst>
                <a:path w="3342" h="2375" extrusionOk="0">
                  <a:moveTo>
                    <a:pt x="0" y="1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4" name="Google Shape;3454;p61"/>
            <p:cNvSpPr/>
            <p:nvPr/>
          </p:nvSpPr>
          <p:spPr>
            <a:xfrm>
              <a:off x="2043950" y="1632500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4" y="2374"/>
                  </a:lnTo>
                  <a:lnTo>
                    <a:pt x="33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5" name="Google Shape;3455;p61"/>
            <p:cNvSpPr/>
            <p:nvPr/>
          </p:nvSpPr>
          <p:spPr>
            <a:xfrm>
              <a:off x="1919050" y="171995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6" name="Google Shape;3456;p61"/>
            <p:cNvSpPr/>
            <p:nvPr/>
          </p:nvSpPr>
          <p:spPr>
            <a:xfrm>
              <a:off x="2043950" y="171995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4" y="2374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7" name="Google Shape;3457;p61"/>
            <p:cNvSpPr/>
            <p:nvPr/>
          </p:nvSpPr>
          <p:spPr>
            <a:xfrm>
              <a:off x="1919050" y="1806600"/>
              <a:ext cx="83550" cy="59375"/>
            </a:xfrm>
            <a:custGeom>
              <a:avLst/>
              <a:gdLst/>
              <a:ahLst/>
              <a:cxnLst/>
              <a:rect l="l" t="t" r="r" b="b"/>
              <a:pathLst>
                <a:path w="3342" h="2375" extrusionOk="0">
                  <a:moveTo>
                    <a:pt x="0" y="1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8" name="Google Shape;3458;p61"/>
            <p:cNvSpPr/>
            <p:nvPr/>
          </p:nvSpPr>
          <p:spPr>
            <a:xfrm>
              <a:off x="2043950" y="1806600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4" y="2374"/>
                  </a:lnTo>
                  <a:lnTo>
                    <a:pt x="33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9" name="Google Shape;3459;p61"/>
            <p:cNvSpPr/>
            <p:nvPr/>
          </p:nvSpPr>
          <p:spPr>
            <a:xfrm>
              <a:off x="2199325" y="137175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3"/>
                  </a:lnTo>
                  <a:lnTo>
                    <a:pt x="3373" y="237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0" name="Google Shape;3460;p61"/>
            <p:cNvSpPr/>
            <p:nvPr/>
          </p:nvSpPr>
          <p:spPr>
            <a:xfrm>
              <a:off x="2199325" y="145840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1" name="Google Shape;3461;p61"/>
            <p:cNvSpPr/>
            <p:nvPr/>
          </p:nvSpPr>
          <p:spPr>
            <a:xfrm>
              <a:off x="2199325" y="154585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2" name="Google Shape;3462;p61"/>
            <p:cNvSpPr/>
            <p:nvPr/>
          </p:nvSpPr>
          <p:spPr>
            <a:xfrm>
              <a:off x="2199325" y="1632500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3" name="Google Shape;3463;p61"/>
            <p:cNvSpPr/>
            <p:nvPr/>
          </p:nvSpPr>
          <p:spPr>
            <a:xfrm>
              <a:off x="2199325" y="171995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4" name="Google Shape;3464;p61"/>
            <p:cNvSpPr/>
            <p:nvPr/>
          </p:nvSpPr>
          <p:spPr>
            <a:xfrm>
              <a:off x="2199325" y="1806600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5" name="Google Shape;3465;p61"/>
            <p:cNvSpPr/>
            <p:nvPr/>
          </p:nvSpPr>
          <p:spPr>
            <a:xfrm>
              <a:off x="1919050" y="1893275"/>
              <a:ext cx="83550" cy="58575"/>
            </a:xfrm>
            <a:custGeom>
              <a:avLst/>
              <a:gdLst/>
              <a:ahLst/>
              <a:cxnLst/>
              <a:rect l="l" t="t" r="r" b="b"/>
              <a:pathLst>
                <a:path w="3342" h="2343" extrusionOk="0">
                  <a:moveTo>
                    <a:pt x="0" y="0"/>
                  </a:moveTo>
                  <a:lnTo>
                    <a:pt x="0" y="2342"/>
                  </a:lnTo>
                  <a:lnTo>
                    <a:pt x="3342" y="2342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6" name="Google Shape;3466;p61"/>
            <p:cNvSpPr/>
            <p:nvPr/>
          </p:nvSpPr>
          <p:spPr>
            <a:xfrm>
              <a:off x="2043950" y="1893275"/>
              <a:ext cx="84350" cy="58575"/>
            </a:xfrm>
            <a:custGeom>
              <a:avLst/>
              <a:gdLst/>
              <a:ahLst/>
              <a:cxnLst/>
              <a:rect l="l" t="t" r="r" b="b"/>
              <a:pathLst>
                <a:path w="3374" h="2343" extrusionOk="0">
                  <a:moveTo>
                    <a:pt x="1" y="0"/>
                  </a:moveTo>
                  <a:lnTo>
                    <a:pt x="1" y="2342"/>
                  </a:lnTo>
                  <a:lnTo>
                    <a:pt x="3374" y="2342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7" name="Google Shape;3467;p61"/>
            <p:cNvSpPr/>
            <p:nvPr/>
          </p:nvSpPr>
          <p:spPr>
            <a:xfrm>
              <a:off x="2199325" y="1893275"/>
              <a:ext cx="84350" cy="58575"/>
            </a:xfrm>
            <a:custGeom>
              <a:avLst/>
              <a:gdLst/>
              <a:ahLst/>
              <a:cxnLst/>
              <a:rect l="l" t="t" r="r" b="b"/>
              <a:pathLst>
                <a:path w="3374" h="2343" extrusionOk="0">
                  <a:moveTo>
                    <a:pt x="1" y="0"/>
                  </a:moveTo>
                  <a:lnTo>
                    <a:pt x="1" y="2342"/>
                  </a:lnTo>
                  <a:lnTo>
                    <a:pt x="3373" y="2342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8" name="Google Shape;3468;p61"/>
            <p:cNvSpPr/>
            <p:nvPr/>
          </p:nvSpPr>
          <p:spPr>
            <a:xfrm>
              <a:off x="1919050" y="1979150"/>
              <a:ext cx="83550" cy="58575"/>
            </a:xfrm>
            <a:custGeom>
              <a:avLst/>
              <a:gdLst/>
              <a:ahLst/>
              <a:cxnLst/>
              <a:rect l="l" t="t" r="r" b="b"/>
              <a:pathLst>
                <a:path w="3342" h="2343" extrusionOk="0">
                  <a:moveTo>
                    <a:pt x="0" y="0"/>
                  </a:moveTo>
                  <a:lnTo>
                    <a:pt x="0" y="2343"/>
                  </a:lnTo>
                  <a:lnTo>
                    <a:pt x="3342" y="2343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9" name="Google Shape;3469;p61"/>
            <p:cNvSpPr/>
            <p:nvPr/>
          </p:nvSpPr>
          <p:spPr>
            <a:xfrm>
              <a:off x="2043950" y="1979150"/>
              <a:ext cx="84350" cy="58575"/>
            </a:xfrm>
            <a:custGeom>
              <a:avLst/>
              <a:gdLst/>
              <a:ahLst/>
              <a:cxnLst/>
              <a:rect l="l" t="t" r="r" b="b"/>
              <a:pathLst>
                <a:path w="3374" h="2343" extrusionOk="0">
                  <a:moveTo>
                    <a:pt x="1" y="0"/>
                  </a:moveTo>
                  <a:lnTo>
                    <a:pt x="1" y="2343"/>
                  </a:lnTo>
                  <a:lnTo>
                    <a:pt x="3374" y="2343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0" name="Google Shape;3470;p61"/>
            <p:cNvSpPr/>
            <p:nvPr/>
          </p:nvSpPr>
          <p:spPr>
            <a:xfrm>
              <a:off x="2199325" y="1979150"/>
              <a:ext cx="84350" cy="58575"/>
            </a:xfrm>
            <a:custGeom>
              <a:avLst/>
              <a:gdLst/>
              <a:ahLst/>
              <a:cxnLst/>
              <a:rect l="l" t="t" r="r" b="b"/>
              <a:pathLst>
                <a:path w="3374" h="2343" extrusionOk="0">
                  <a:moveTo>
                    <a:pt x="1" y="0"/>
                  </a:moveTo>
                  <a:lnTo>
                    <a:pt x="1" y="2343"/>
                  </a:lnTo>
                  <a:lnTo>
                    <a:pt x="3373" y="234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1" name="Google Shape;3471;p61"/>
            <p:cNvSpPr/>
            <p:nvPr/>
          </p:nvSpPr>
          <p:spPr>
            <a:xfrm>
              <a:off x="1919050" y="2065025"/>
              <a:ext cx="83550" cy="59375"/>
            </a:xfrm>
            <a:custGeom>
              <a:avLst/>
              <a:gdLst/>
              <a:ahLst/>
              <a:cxnLst/>
              <a:rect l="l" t="t" r="r" b="b"/>
              <a:pathLst>
                <a:path w="3342" h="2375" extrusionOk="0">
                  <a:moveTo>
                    <a:pt x="0" y="1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2" name="Google Shape;3472;p61"/>
            <p:cNvSpPr/>
            <p:nvPr/>
          </p:nvSpPr>
          <p:spPr>
            <a:xfrm>
              <a:off x="2043950" y="2065025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4" y="2374"/>
                  </a:lnTo>
                  <a:lnTo>
                    <a:pt x="33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3" name="Google Shape;3473;p61"/>
            <p:cNvSpPr/>
            <p:nvPr/>
          </p:nvSpPr>
          <p:spPr>
            <a:xfrm>
              <a:off x="2199325" y="2065025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4" name="Google Shape;3474;p61"/>
            <p:cNvSpPr/>
            <p:nvPr/>
          </p:nvSpPr>
          <p:spPr>
            <a:xfrm>
              <a:off x="1919050" y="2150900"/>
              <a:ext cx="83550" cy="59375"/>
            </a:xfrm>
            <a:custGeom>
              <a:avLst/>
              <a:gdLst/>
              <a:ahLst/>
              <a:cxnLst/>
              <a:rect l="l" t="t" r="r" b="b"/>
              <a:pathLst>
                <a:path w="3342" h="2375" extrusionOk="0">
                  <a:moveTo>
                    <a:pt x="0" y="1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5" name="Google Shape;3475;p61"/>
            <p:cNvSpPr/>
            <p:nvPr/>
          </p:nvSpPr>
          <p:spPr>
            <a:xfrm>
              <a:off x="2043950" y="2150900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4" y="2374"/>
                  </a:lnTo>
                  <a:lnTo>
                    <a:pt x="33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6" name="Google Shape;3476;p61"/>
            <p:cNvSpPr/>
            <p:nvPr/>
          </p:nvSpPr>
          <p:spPr>
            <a:xfrm>
              <a:off x="2199325" y="2150900"/>
              <a:ext cx="84350" cy="59375"/>
            </a:xfrm>
            <a:custGeom>
              <a:avLst/>
              <a:gdLst/>
              <a:ahLst/>
              <a:cxnLst/>
              <a:rect l="l" t="t" r="r" b="b"/>
              <a:pathLst>
                <a:path w="3374" h="2375" extrusionOk="0">
                  <a:moveTo>
                    <a:pt x="1" y="1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7" name="Google Shape;3477;p61"/>
            <p:cNvSpPr/>
            <p:nvPr/>
          </p:nvSpPr>
          <p:spPr>
            <a:xfrm>
              <a:off x="1919050" y="2236800"/>
              <a:ext cx="83550" cy="59350"/>
            </a:xfrm>
            <a:custGeom>
              <a:avLst/>
              <a:gdLst/>
              <a:ahLst/>
              <a:cxnLst/>
              <a:rect l="l" t="t" r="r" b="b"/>
              <a:pathLst>
                <a:path w="3342" h="2374" extrusionOk="0">
                  <a:moveTo>
                    <a:pt x="0" y="0"/>
                  </a:moveTo>
                  <a:lnTo>
                    <a:pt x="0" y="2374"/>
                  </a:lnTo>
                  <a:lnTo>
                    <a:pt x="3342" y="2374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8" name="Google Shape;3478;p61"/>
            <p:cNvSpPr/>
            <p:nvPr/>
          </p:nvSpPr>
          <p:spPr>
            <a:xfrm>
              <a:off x="2043950" y="223680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4" y="2374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9" name="Google Shape;3479;p61"/>
            <p:cNvSpPr/>
            <p:nvPr/>
          </p:nvSpPr>
          <p:spPr>
            <a:xfrm>
              <a:off x="2199325" y="2236800"/>
              <a:ext cx="84350" cy="59350"/>
            </a:xfrm>
            <a:custGeom>
              <a:avLst/>
              <a:gdLst/>
              <a:ahLst/>
              <a:cxnLst/>
              <a:rect l="l" t="t" r="r" b="b"/>
              <a:pathLst>
                <a:path w="3374" h="2374" extrusionOk="0">
                  <a:moveTo>
                    <a:pt x="1" y="0"/>
                  </a:moveTo>
                  <a:lnTo>
                    <a:pt x="1" y="2374"/>
                  </a:lnTo>
                  <a:lnTo>
                    <a:pt x="3373" y="2374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0" name="Google Shape;3480;p61"/>
            <p:cNvSpPr/>
            <p:nvPr/>
          </p:nvSpPr>
          <p:spPr>
            <a:xfrm>
              <a:off x="2996450" y="128195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1" name="Google Shape;3481;p61"/>
            <p:cNvSpPr/>
            <p:nvPr/>
          </p:nvSpPr>
          <p:spPr>
            <a:xfrm>
              <a:off x="3075325" y="12819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1" y="206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2" name="Google Shape;3482;p61"/>
            <p:cNvSpPr/>
            <p:nvPr/>
          </p:nvSpPr>
          <p:spPr>
            <a:xfrm>
              <a:off x="2996450" y="136002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3" name="Google Shape;3483;p61"/>
            <p:cNvSpPr/>
            <p:nvPr/>
          </p:nvSpPr>
          <p:spPr>
            <a:xfrm>
              <a:off x="3075325" y="136002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1" y="206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4" name="Google Shape;3484;p61"/>
            <p:cNvSpPr/>
            <p:nvPr/>
          </p:nvSpPr>
          <p:spPr>
            <a:xfrm>
              <a:off x="2996450" y="1438100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5" name="Google Shape;3485;p61"/>
            <p:cNvSpPr/>
            <p:nvPr/>
          </p:nvSpPr>
          <p:spPr>
            <a:xfrm>
              <a:off x="3075325" y="1438100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1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6" name="Google Shape;3486;p61"/>
            <p:cNvSpPr/>
            <p:nvPr/>
          </p:nvSpPr>
          <p:spPr>
            <a:xfrm>
              <a:off x="2996450" y="151617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7" name="Google Shape;3487;p61"/>
            <p:cNvSpPr/>
            <p:nvPr/>
          </p:nvSpPr>
          <p:spPr>
            <a:xfrm>
              <a:off x="3075325" y="15161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8" name="Google Shape;3488;p61"/>
            <p:cNvSpPr/>
            <p:nvPr/>
          </p:nvSpPr>
          <p:spPr>
            <a:xfrm>
              <a:off x="2996450" y="159660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9" name="Google Shape;3489;p61"/>
            <p:cNvSpPr/>
            <p:nvPr/>
          </p:nvSpPr>
          <p:spPr>
            <a:xfrm>
              <a:off x="3075325" y="15966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1" y="2061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0" name="Google Shape;3490;p61"/>
            <p:cNvSpPr/>
            <p:nvPr/>
          </p:nvSpPr>
          <p:spPr>
            <a:xfrm>
              <a:off x="2996450" y="167622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1" name="Google Shape;3491;p61"/>
            <p:cNvSpPr/>
            <p:nvPr/>
          </p:nvSpPr>
          <p:spPr>
            <a:xfrm>
              <a:off x="3075325" y="16762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2" name="Google Shape;3492;p61"/>
            <p:cNvSpPr/>
            <p:nvPr/>
          </p:nvSpPr>
          <p:spPr>
            <a:xfrm>
              <a:off x="2996450" y="1756650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3" name="Google Shape;3493;p61"/>
            <p:cNvSpPr/>
            <p:nvPr/>
          </p:nvSpPr>
          <p:spPr>
            <a:xfrm>
              <a:off x="3075325" y="17566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1" y="2061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4" name="Google Shape;3494;p61"/>
            <p:cNvSpPr/>
            <p:nvPr/>
          </p:nvSpPr>
          <p:spPr>
            <a:xfrm>
              <a:off x="2996450" y="1836275"/>
              <a:ext cx="45325" cy="52325"/>
            </a:xfrm>
            <a:custGeom>
              <a:avLst/>
              <a:gdLst/>
              <a:ahLst/>
              <a:cxnLst/>
              <a:rect l="l" t="t" r="r" b="b"/>
              <a:pathLst>
                <a:path w="1813" h="2093" extrusionOk="0">
                  <a:moveTo>
                    <a:pt x="1" y="0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5" name="Google Shape;3495;p61"/>
            <p:cNvSpPr/>
            <p:nvPr/>
          </p:nvSpPr>
          <p:spPr>
            <a:xfrm>
              <a:off x="3075325" y="18362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6" name="Google Shape;3496;p61"/>
            <p:cNvSpPr/>
            <p:nvPr/>
          </p:nvSpPr>
          <p:spPr>
            <a:xfrm>
              <a:off x="2996450" y="19174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0"/>
                  </a:moveTo>
                  <a:lnTo>
                    <a:pt x="1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7" name="Google Shape;3497;p61"/>
            <p:cNvSpPr/>
            <p:nvPr/>
          </p:nvSpPr>
          <p:spPr>
            <a:xfrm>
              <a:off x="3075325" y="19174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1" y="2061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8" name="Google Shape;3498;p61"/>
            <p:cNvSpPr/>
            <p:nvPr/>
          </p:nvSpPr>
          <p:spPr>
            <a:xfrm>
              <a:off x="2996450" y="1997875"/>
              <a:ext cx="45325" cy="52350"/>
            </a:xfrm>
            <a:custGeom>
              <a:avLst/>
              <a:gdLst/>
              <a:ahLst/>
              <a:cxnLst/>
              <a:rect l="l" t="t" r="r" b="b"/>
              <a:pathLst>
                <a:path w="1813" h="2094" extrusionOk="0">
                  <a:moveTo>
                    <a:pt x="1" y="1"/>
                  </a:moveTo>
                  <a:lnTo>
                    <a:pt x="1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9" name="Google Shape;3499;p61"/>
            <p:cNvSpPr/>
            <p:nvPr/>
          </p:nvSpPr>
          <p:spPr>
            <a:xfrm>
              <a:off x="3075325" y="19978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1" y="2093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0" name="Google Shape;3500;p61"/>
            <p:cNvSpPr/>
            <p:nvPr/>
          </p:nvSpPr>
          <p:spPr>
            <a:xfrm>
              <a:off x="2996450" y="20790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1" name="Google Shape;3501;p61"/>
            <p:cNvSpPr/>
            <p:nvPr/>
          </p:nvSpPr>
          <p:spPr>
            <a:xfrm>
              <a:off x="3075325" y="20790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1" y="206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2" name="Google Shape;3502;p61"/>
            <p:cNvSpPr/>
            <p:nvPr/>
          </p:nvSpPr>
          <p:spPr>
            <a:xfrm>
              <a:off x="2996450" y="2160275"/>
              <a:ext cx="45325" cy="51550"/>
            </a:xfrm>
            <a:custGeom>
              <a:avLst/>
              <a:gdLst/>
              <a:ahLst/>
              <a:cxnLst/>
              <a:rect l="l" t="t" r="r" b="b"/>
              <a:pathLst>
                <a:path w="1813" h="2062" extrusionOk="0">
                  <a:moveTo>
                    <a:pt x="1" y="1"/>
                  </a:moveTo>
                  <a:lnTo>
                    <a:pt x="1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3" name="Google Shape;3503;p61"/>
            <p:cNvSpPr/>
            <p:nvPr/>
          </p:nvSpPr>
          <p:spPr>
            <a:xfrm>
              <a:off x="3075325" y="21602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1" y="206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4" name="Google Shape;3504;p61"/>
            <p:cNvSpPr/>
            <p:nvPr/>
          </p:nvSpPr>
          <p:spPr>
            <a:xfrm>
              <a:off x="3164325" y="12819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5" name="Google Shape;3505;p61"/>
            <p:cNvSpPr/>
            <p:nvPr/>
          </p:nvSpPr>
          <p:spPr>
            <a:xfrm>
              <a:off x="3243175" y="12819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6" name="Google Shape;3506;p61"/>
            <p:cNvSpPr/>
            <p:nvPr/>
          </p:nvSpPr>
          <p:spPr>
            <a:xfrm>
              <a:off x="3164325" y="136002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7" name="Google Shape;3507;p61"/>
            <p:cNvSpPr/>
            <p:nvPr/>
          </p:nvSpPr>
          <p:spPr>
            <a:xfrm>
              <a:off x="3243175" y="136002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8" name="Google Shape;3508;p61"/>
            <p:cNvSpPr/>
            <p:nvPr/>
          </p:nvSpPr>
          <p:spPr>
            <a:xfrm>
              <a:off x="3164325" y="1438100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9" name="Google Shape;3509;p61"/>
            <p:cNvSpPr/>
            <p:nvPr/>
          </p:nvSpPr>
          <p:spPr>
            <a:xfrm>
              <a:off x="3243175" y="1438100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0" name="Google Shape;3510;p61"/>
            <p:cNvSpPr/>
            <p:nvPr/>
          </p:nvSpPr>
          <p:spPr>
            <a:xfrm>
              <a:off x="3164325" y="15161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1" name="Google Shape;3511;p61"/>
            <p:cNvSpPr/>
            <p:nvPr/>
          </p:nvSpPr>
          <p:spPr>
            <a:xfrm>
              <a:off x="3243175" y="15161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2" name="Google Shape;3512;p61"/>
            <p:cNvSpPr/>
            <p:nvPr/>
          </p:nvSpPr>
          <p:spPr>
            <a:xfrm>
              <a:off x="3164325" y="15966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3" name="Google Shape;3513;p61"/>
            <p:cNvSpPr/>
            <p:nvPr/>
          </p:nvSpPr>
          <p:spPr>
            <a:xfrm>
              <a:off x="3243175" y="159660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4" name="Google Shape;3514;p61"/>
            <p:cNvSpPr/>
            <p:nvPr/>
          </p:nvSpPr>
          <p:spPr>
            <a:xfrm>
              <a:off x="3164325" y="16762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5" name="Google Shape;3515;p61"/>
            <p:cNvSpPr/>
            <p:nvPr/>
          </p:nvSpPr>
          <p:spPr>
            <a:xfrm>
              <a:off x="3243175" y="167622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6" name="Google Shape;3516;p61"/>
            <p:cNvSpPr/>
            <p:nvPr/>
          </p:nvSpPr>
          <p:spPr>
            <a:xfrm>
              <a:off x="3164325" y="17566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7" name="Google Shape;3517;p61"/>
            <p:cNvSpPr/>
            <p:nvPr/>
          </p:nvSpPr>
          <p:spPr>
            <a:xfrm>
              <a:off x="3243175" y="1756650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8" name="Google Shape;3518;p61"/>
            <p:cNvSpPr/>
            <p:nvPr/>
          </p:nvSpPr>
          <p:spPr>
            <a:xfrm>
              <a:off x="3164325" y="18362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9" name="Google Shape;3519;p61"/>
            <p:cNvSpPr/>
            <p:nvPr/>
          </p:nvSpPr>
          <p:spPr>
            <a:xfrm>
              <a:off x="3243175" y="1836275"/>
              <a:ext cx="45300" cy="52325"/>
            </a:xfrm>
            <a:custGeom>
              <a:avLst/>
              <a:gdLst/>
              <a:ahLst/>
              <a:cxnLst/>
              <a:rect l="l" t="t" r="r" b="b"/>
              <a:pathLst>
                <a:path w="1812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0" name="Google Shape;3520;p61"/>
            <p:cNvSpPr/>
            <p:nvPr/>
          </p:nvSpPr>
          <p:spPr>
            <a:xfrm>
              <a:off x="3164325" y="19174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1" name="Google Shape;3521;p61"/>
            <p:cNvSpPr/>
            <p:nvPr/>
          </p:nvSpPr>
          <p:spPr>
            <a:xfrm>
              <a:off x="3243175" y="19174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0"/>
                  </a:moveTo>
                  <a:lnTo>
                    <a:pt x="0" y="2061"/>
                  </a:lnTo>
                  <a:lnTo>
                    <a:pt x="1812" y="2061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2" name="Google Shape;3522;p61"/>
            <p:cNvSpPr/>
            <p:nvPr/>
          </p:nvSpPr>
          <p:spPr>
            <a:xfrm>
              <a:off x="3164325" y="19978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3" name="Google Shape;3523;p61"/>
            <p:cNvSpPr/>
            <p:nvPr/>
          </p:nvSpPr>
          <p:spPr>
            <a:xfrm>
              <a:off x="3243175" y="1997875"/>
              <a:ext cx="45300" cy="52350"/>
            </a:xfrm>
            <a:custGeom>
              <a:avLst/>
              <a:gdLst/>
              <a:ahLst/>
              <a:cxnLst/>
              <a:rect l="l" t="t" r="r" b="b"/>
              <a:pathLst>
                <a:path w="1812" h="2094" extrusionOk="0">
                  <a:moveTo>
                    <a:pt x="0" y="1"/>
                  </a:moveTo>
                  <a:lnTo>
                    <a:pt x="0" y="2093"/>
                  </a:lnTo>
                  <a:lnTo>
                    <a:pt x="1812" y="209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4" name="Google Shape;3524;p61"/>
            <p:cNvSpPr/>
            <p:nvPr/>
          </p:nvSpPr>
          <p:spPr>
            <a:xfrm>
              <a:off x="3164325" y="20790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5" name="Google Shape;3525;p61"/>
            <p:cNvSpPr/>
            <p:nvPr/>
          </p:nvSpPr>
          <p:spPr>
            <a:xfrm>
              <a:off x="3243175" y="20790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6" name="Google Shape;3526;p61"/>
            <p:cNvSpPr/>
            <p:nvPr/>
          </p:nvSpPr>
          <p:spPr>
            <a:xfrm>
              <a:off x="3164325" y="21602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7" name="Google Shape;3527;p61"/>
            <p:cNvSpPr/>
            <p:nvPr/>
          </p:nvSpPr>
          <p:spPr>
            <a:xfrm>
              <a:off x="3243175" y="2160275"/>
              <a:ext cx="45300" cy="51550"/>
            </a:xfrm>
            <a:custGeom>
              <a:avLst/>
              <a:gdLst/>
              <a:ahLst/>
              <a:cxnLst/>
              <a:rect l="l" t="t" r="r" b="b"/>
              <a:pathLst>
                <a:path w="1812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812" y="2062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8" name="Google Shape;3528;p61"/>
            <p:cNvSpPr/>
            <p:nvPr/>
          </p:nvSpPr>
          <p:spPr>
            <a:xfrm>
              <a:off x="1114100" y="810400"/>
              <a:ext cx="5391025" cy="1762125"/>
            </a:xfrm>
            <a:custGeom>
              <a:avLst/>
              <a:gdLst/>
              <a:ahLst/>
              <a:cxnLst/>
              <a:rect l="l" t="t" r="r" b="b"/>
              <a:pathLst>
                <a:path w="215641" h="70485" extrusionOk="0">
                  <a:moveTo>
                    <a:pt x="213454" y="2186"/>
                  </a:moveTo>
                  <a:lnTo>
                    <a:pt x="213454" y="68267"/>
                  </a:lnTo>
                  <a:lnTo>
                    <a:pt x="2187" y="68267"/>
                  </a:lnTo>
                  <a:lnTo>
                    <a:pt x="2187" y="2186"/>
                  </a:lnTo>
                  <a:close/>
                  <a:moveTo>
                    <a:pt x="1" y="0"/>
                  </a:moveTo>
                  <a:lnTo>
                    <a:pt x="1" y="70485"/>
                  </a:lnTo>
                  <a:lnTo>
                    <a:pt x="215640" y="70485"/>
                  </a:lnTo>
                  <a:lnTo>
                    <a:pt x="215640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9" name="Google Shape;3529;p61"/>
            <p:cNvSpPr/>
            <p:nvPr/>
          </p:nvSpPr>
          <p:spPr>
            <a:xfrm>
              <a:off x="1114100" y="810400"/>
              <a:ext cx="5391025" cy="1762125"/>
            </a:xfrm>
            <a:custGeom>
              <a:avLst/>
              <a:gdLst/>
              <a:ahLst/>
              <a:cxnLst/>
              <a:rect l="l" t="t" r="r" b="b"/>
              <a:pathLst>
                <a:path w="215641" h="70485" fill="none" extrusionOk="0">
                  <a:moveTo>
                    <a:pt x="215640" y="70485"/>
                  </a:moveTo>
                  <a:lnTo>
                    <a:pt x="1" y="70485"/>
                  </a:lnTo>
                  <a:lnTo>
                    <a:pt x="1" y="0"/>
                  </a:lnTo>
                  <a:lnTo>
                    <a:pt x="215640" y="0"/>
                  </a:lnTo>
                  <a:lnTo>
                    <a:pt x="215640" y="7048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0" name="Google Shape;3530;p61"/>
            <p:cNvSpPr/>
            <p:nvPr/>
          </p:nvSpPr>
          <p:spPr>
            <a:xfrm>
              <a:off x="1168750" y="865050"/>
              <a:ext cx="5281725" cy="1652050"/>
            </a:xfrm>
            <a:custGeom>
              <a:avLst/>
              <a:gdLst/>
              <a:ahLst/>
              <a:cxnLst/>
              <a:rect l="l" t="t" r="r" b="b"/>
              <a:pathLst>
                <a:path w="211269" h="66082" fill="none" extrusionOk="0">
                  <a:moveTo>
                    <a:pt x="1" y="66081"/>
                  </a:moveTo>
                  <a:lnTo>
                    <a:pt x="211268" y="66081"/>
                  </a:lnTo>
                  <a:lnTo>
                    <a:pt x="211268" y="0"/>
                  </a:lnTo>
                  <a:lnTo>
                    <a:pt x="1" y="0"/>
                  </a:lnTo>
                  <a:lnTo>
                    <a:pt x="1" y="6608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1" name="Google Shape;3531;p61"/>
            <p:cNvSpPr/>
            <p:nvPr/>
          </p:nvSpPr>
          <p:spPr>
            <a:xfrm>
              <a:off x="3782650" y="865050"/>
              <a:ext cx="54700" cy="1652050"/>
            </a:xfrm>
            <a:custGeom>
              <a:avLst/>
              <a:gdLst/>
              <a:ahLst/>
              <a:cxnLst/>
              <a:rect l="l" t="t" r="r" b="b"/>
              <a:pathLst>
                <a:path w="2188" h="66082" extrusionOk="0">
                  <a:moveTo>
                    <a:pt x="1" y="0"/>
                  </a:moveTo>
                  <a:lnTo>
                    <a:pt x="1" y="66081"/>
                  </a:lnTo>
                  <a:lnTo>
                    <a:pt x="2187" y="66081"/>
                  </a:lnTo>
                  <a:lnTo>
                    <a:pt x="2187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2" name="Google Shape;3532;p61"/>
            <p:cNvSpPr/>
            <p:nvPr/>
          </p:nvSpPr>
          <p:spPr>
            <a:xfrm>
              <a:off x="238125" y="4421275"/>
              <a:ext cx="7143750" cy="10975"/>
            </a:xfrm>
            <a:custGeom>
              <a:avLst/>
              <a:gdLst/>
              <a:ahLst/>
              <a:cxnLst/>
              <a:rect l="l" t="t" r="r" b="b"/>
              <a:pathLst>
                <a:path w="285750" h="439" extrusionOk="0">
                  <a:moveTo>
                    <a:pt x="142875" y="1"/>
                  </a:moveTo>
                  <a:lnTo>
                    <a:pt x="71422" y="63"/>
                  </a:lnTo>
                  <a:lnTo>
                    <a:pt x="35695" y="126"/>
                  </a:lnTo>
                  <a:lnTo>
                    <a:pt x="0" y="220"/>
                  </a:lnTo>
                  <a:lnTo>
                    <a:pt x="35695" y="344"/>
                  </a:lnTo>
                  <a:lnTo>
                    <a:pt x="71422" y="376"/>
                  </a:lnTo>
                  <a:lnTo>
                    <a:pt x="142875" y="438"/>
                  </a:lnTo>
                  <a:lnTo>
                    <a:pt x="214297" y="376"/>
                  </a:lnTo>
                  <a:lnTo>
                    <a:pt x="250023" y="344"/>
                  </a:lnTo>
                  <a:lnTo>
                    <a:pt x="285750" y="220"/>
                  </a:lnTo>
                  <a:lnTo>
                    <a:pt x="250023" y="126"/>
                  </a:lnTo>
                  <a:lnTo>
                    <a:pt x="214297" y="63"/>
                  </a:lnTo>
                  <a:lnTo>
                    <a:pt x="1428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3" name="Google Shape;3533;p61"/>
            <p:cNvSpPr/>
            <p:nvPr/>
          </p:nvSpPr>
          <p:spPr>
            <a:xfrm>
              <a:off x="238125" y="4421275"/>
              <a:ext cx="7143750" cy="10975"/>
            </a:xfrm>
            <a:custGeom>
              <a:avLst/>
              <a:gdLst/>
              <a:ahLst/>
              <a:cxnLst/>
              <a:rect l="l" t="t" r="r" b="b"/>
              <a:pathLst>
                <a:path w="285750" h="439" fill="none" extrusionOk="0">
                  <a:moveTo>
                    <a:pt x="0" y="220"/>
                  </a:moveTo>
                  <a:lnTo>
                    <a:pt x="35695" y="126"/>
                  </a:lnTo>
                  <a:lnTo>
                    <a:pt x="71422" y="63"/>
                  </a:lnTo>
                  <a:lnTo>
                    <a:pt x="142875" y="1"/>
                  </a:lnTo>
                  <a:lnTo>
                    <a:pt x="214297" y="63"/>
                  </a:lnTo>
                  <a:lnTo>
                    <a:pt x="250023" y="126"/>
                  </a:lnTo>
                  <a:lnTo>
                    <a:pt x="285750" y="220"/>
                  </a:lnTo>
                  <a:lnTo>
                    <a:pt x="250023" y="344"/>
                  </a:lnTo>
                  <a:lnTo>
                    <a:pt x="214297" y="376"/>
                  </a:lnTo>
                  <a:lnTo>
                    <a:pt x="142875" y="438"/>
                  </a:lnTo>
                  <a:lnTo>
                    <a:pt x="71422" y="376"/>
                  </a:lnTo>
                  <a:lnTo>
                    <a:pt x="35695" y="344"/>
                  </a:lnTo>
                  <a:lnTo>
                    <a:pt x="0" y="2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4" name="Google Shape;3534;p61"/>
            <p:cNvSpPr/>
            <p:nvPr/>
          </p:nvSpPr>
          <p:spPr>
            <a:xfrm>
              <a:off x="864275" y="4439250"/>
              <a:ext cx="5891450" cy="547300"/>
            </a:xfrm>
            <a:custGeom>
              <a:avLst/>
              <a:gdLst/>
              <a:ahLst/>
              <a:cxnLst/>
              <a:rect l="l" t="t" r="r" b="b"/>
              <a:pathLst>
                <a:path w="235658" h="21892" extrusionOk="0">
                  <a:moveTo>
                    <a:pt x="111770" y="0"/>
                  </a:moveTo>
                  <a:lnTo>
                    <a:pt x="105774" y="63"/>
                  </a:lnTo>
                  <a:lnTo>
                    <a:pt x="99872" y="125"/>
                  </a:lnTo>
                  <a:lnTo>
                    <a:pt x="94063" y="219"/>
                  </a:lnTo>
                  <a:lnTo>
                    <a:pt x="88380" y="344"/>
                  </a:lnTo>
                  <a:lnTo>
                    <a:pt x="82789" y="500"/>
                  </a:lnTo>
                  <a:lnTo>
                    <a:pt x="77293" y="656"/>
                  </a:lnTo>
                  <a:lnTo>
                    <a:pt x="71953" y="843"/>
                  </a:lnTo>
                  <a:lnTo>
                    <a:pt x="66738" y="1062"/>
                  </a:lnTo>
                  <a:lnTo>
                    <a:pt x="61647" y="1312"/>
                  </a:lnTo>
                  <a:lnTo>
                    <a:pt x="56713" y="1593"/>
                  </a:lnTo>
                  <a:lnTo>
                    <a:pt x="51935" y="1874"/>
                  </a:lnTo>
                  <a:lnTo>
                    <a:pt x="47313" y="2155"/>
                  </a:lnTo>
                  <a:lnTo>
                    <a:pt x="42878" y="2499"/>
                  </a:lnTo>
                  <a:lnTo>
                    <a:pt x="38600" y="2842"/>
                  </a:lnTo>
                  <a:lnTo>
                    <a:pt x="34509" y="3186"/>
                  </a:lnTo>
                  <a:lnTo>
                    <a:pt x="30605" y="3592"/>
                  </a:lnTo>
                  <a:lnTo>
                    <a:pt x="26889" y="3966"/>
                  </a:lnTo>
                  <a:lnTo>
                    <a:pt x="23391" y="4404"/>
                  </a:lnTo>
                  <a:lnTo>
                    <a:pt x="20112" y="4810"/>
                  </a:lnTo>
                  <a:lnTo>
                    <a:pt x="17051" y="5278"/>
                  </a:lnTo>
                  <a:lnTo>
                    <a:pt x="14209" y="5715"/>
                  </a:lnTo>
                  <a:lnTo>
                    <a:pt x="11617" y="6184"/>
                  </a:lnTo>
                  <a:lnTo>
                    <a:pt x="9244" y="6683"/>
                  </a:lnTo>
                  <a:lnTo>
                    <a:pt x="7120" y="7183"/>
                  </a:lnTo>
                  <a:lnTo>
                    <a:pt x="6184" y="7433"/>
                  </a:lnTo>
                  <a:lnTo>
                    <a:pt x="5278" y="7683"/>
                  </a:lnTo>
                  <a:lnTo>
                    <a:pt x="4466" y="7932"/>
                  </a:lnTo>
                  <a:lnTo>
                    <a:pt x="3685" y="8214"/>
                  </a:lnTo>
                  <a:lnTo>
                    <a:pt x="2998" y="8463"/>
                  </a:lnTo>
                  <a:lnTo>
                    <a:pt x="2374" y="8744"/>
                  </a:lnTo>
                  <a:lnTo>
                    <a:pt x="1811" y="8994"/>
                  </a:lnTo>
                  <a:lnTo>
                    <a:pt x="1343" y="9275"/>
                  </a:lnTo>
                  <a:lnTo>
                    <a:pt x="937" y="9556"/>
                  </a:lnTo>
                  <a:lnTo>
                    <a:pt x="593" y="9806"/>
                  </a:lnTo>
                  <a:lnTo>
                    <a:pt x="344" y="10087"/>
                  </a:lnTo>
                  <a:lnTo>
                    <a:pt x="125" y="10368"/>
                  </a:lnTo>
                  <a:lnTo>
                    <a:pt x="31" y="10649"/>
                  </a:lnTo>
                  <a:lnTo>
                    <a:pt x="0" y="10806"/>
                  </a:lnTo>
                  <a:lnTo>
                    <a:pt x="0" y="10930"/>
                  </a:lnTo>
                  <a:lnTo>
                    <a:pt x="0" y="11087"/>
                  </a:lnTo>
                  <a:lnTo>
                    <a:pt x="31" y="11212"/>
                  </a:lnTo>
                  <a:lnTo>
                    <a:pt x="125" y="11493"/>
                  </a:lnTo>
                  <a:lnTo>
                    <a:pt x="344" y="11774"/>
                  </a:lnTo>
                  <a:lnTo>
                    <a:pt x="593" y="12055"/>
                  </a:lnTo>
                  <a:lnTo>
                    <a:pt x="937" y="12336"/>
                  </a:lnTo>
                  <a:lnTo>
                    <a:pt x="1343" y="12617"/>
                  </a:lnTo>
                  <a:lnTo>
                    <a:pt x="1811" y="12867"/>
                  </a:lnTo>
                  <a:lnTo>
                    <a:pt x="2374" y="13148"/>
                  </a:lnTo>
                  <a:lnTo>
                    <a:pt x="2998" y="13398"/>
                  </a:lnTo>
                  <a:lnTo>
                    <a:pt x="3685" y="13679"/>
                  </a:lnTo>
                  <a:lnTo>
                    <a:pt x="4466" y="13929"/>
                  </a:lnTo>
                  <a:lnTo>
                    <a:pt x="5278" y="14178"/>
                  </a:lnTo>
                  <a:lnTo>
                    <a:pt x="6184" y="14459"/>
                  </a:lnTo>
                  <a:lnTo>
                    <a:pt x="7120" y="14709"/>
                  </a:lnTo>
                  <a:lnTo>
                    <a:pt x="9244" y="15209"/>
                  </a:lnTo>
                  <a:lnTo>
                    <a:pt x="11617" y="15677"/>
                  </a:lnTo>
                  <a:lnTo>
                    <a:pt x="14209" y="16146"/>
                  </a:lnTo>
                  <a:lnTo>
                    <a:pt x="17051" y="16614"/>
                  </a:lnTo>
                  <a:lnTo>
                    <a:pt x="20112" y="17051"/>
                  </a:lnTo>
                  <a:lnTo>
                    <a:pt x="23391" y="17489"/>
                  </a:lnTo>
                  <a:lnTo>
                    <a:pt x="26889" y="17895"/>
                  </a:lnTo>
                  <a:lnTo>
                    <a:pt x="30605" y="18301"/>
                  </a:lnTo>
                  <a:lnTo>
                    <a:pt x="34509" y="18675"/>
                  </a:lnTo>
                  <a:lnTo>
                    <a:pt x="38600" y="19050"/>
                  </a:lnTo>
                  <a:lnTo>
                    <a:pt x="42878" y="19394"/>
                  </a:lnTo>
                  <a:lnTo>
                    <a:pt x="47313" y="19706"/>
                  </a:lnTo>
                  <a:lnTo>
                    <a:pt x="51935" y="20018"/>
                  </a:lnTo>
                  <a:lnTo>
                    <a:pt x="56713" y="20299"/>
                  </a:lnTo>
                  <a:lnTo>
                    <a:pt x="61647" y="20549"/>
                  </a:lnTo>
                  <a:lnTo>
                    <a:pt x="66738" y="20799"/>
                  </a:lnTo>
                  <a:lnTo>
                    <a:pt x="71953" y="21018"/>
                  </a:lnTo>
                  <a:lnTo>
                    <a:pt x="77293" y="21205"/>
                  </a:lnTo>
                  <a:lnTo>
                    <a:pt x="82789" y="21392"/>
                  </a:lnTo>
                  <a:lnTo>
                    <a:pt x="88380" y="21548"/>
                  </a:lnTo>
                  <a:lnTo>
                    <a:pt x="94063" y="21673"/>
                  </a:lnTo>
                  <a:lnTo>
                    <a:pt x="99872" y="21767"/>
                  </a:lnTo>
                  <a:lnTo>
                    <a:pt x="105774" y="21830"/>
                  </a:lnTo>
                  <a:lnTo>
                    <a:pt x="111770" y="21861"/>
                  </a:lnTo>
                  <a:lnTo>
                    <a:pt x="117829" y="21892"/>
                  </a:lnTo>
                  <a:lnTo>
                    <a:pt x="123888" y="21861"/>
                  </a:lnTo>
                  <a:lnTo>
                    <a:pt x="129852" y="21830"/>
                  </a:lnTo>
                  <a:lnTo>
                    <a:pt x="135755" y="21767"/>
                  </a:lnTo>
                  <a:lnTo>
                    <a:pt x="141563" y="21673"/>
                  </a:lnTo>
                  <a:lnTo>
                    <a:pt x="147278" y="21548"/>
                  </a:lnTo>
                  <a:lnTo>
                    <a:pt x="152869" y="21392"/>
                  </a:lnTo>
                  <a:lnTo>
                    <a:pt x="158334" y="21205"/>
                  </a:lnTo>
                  <a:lnTo>
                    <a:pt x="163674" y="21018"/>
                  </a:lnTo>
                  <a:lnTo>
                    <a:pt x="168889" y="20799"/>
                  </a:lnTo>
                  <a:lnTo>
                    <a:pt x="173980" y="20549"/>
                  </a:lnTo>
                  <a:lnTo>
                    <a:pt x="178914" y="20299"/>
                  </a:lnTo>
                  <a:lnTo>
                    <a:pt x="183692" y="20018"/>
                  </a:lnTo>
                  <a:lnTo>
                    <a:pt x="188314" y="19706"/>
                  </a:lnTo>
                  <a:lnTo>
                    <a:pt x="192780" y="19394"/>
                  </a:lnTo>
                  <a:lnTo>
                    <a:pt x="197058" y="19050"/>
                  </a:lnTo>
                  <a:lnTo>
                    <a:pt x="201149" y="18675"/>
                  </a:lnTo>
                  <a:lnTo>
                    <a:pt x="205053" y="18301"/>
                  </a:lnTo>
                  <a:lnTo>
                    <a:pt x="208738" y="17895"/>
                  </a:lnTo>
                  <a:lnTo>
                    <a:pt x="212236" y="17489"/>
                  </a:lnTo>
                  <a:lnTo>
                    <a:pt x="215515" y="17051"/>
                  </a:lnTo>
                  <a:lnTo>
                    <a:pt x="218607" y="16614"/>
                  </a:lnTo>
                  <a:lnTo>
                    <a:pt x="221417" y="16146"/>
                  </a:lnTo>
                  <a:lnTo>
                    <a:pt x="224041" y="15677"/>
                  </a:lnTo>
                  <a:lnTo>
                    <a:pt x="226383" y="15209"/>
                  </a:lnTo>
                  <a:lnTo>
                    <a:pt x="228506" y="14709"/>
                  </a:lnTo>
                  <a:lnTo>
                    <a:pt x="229475" y="14459"/>
                  </a:lnTo>
                  <a:lnTo>
                    <a:pt x="230349" y="14178"/>
                  </a:lnTo>
                  <a:lnTo>
                    <a:pt x="231192" y="13929"/>
                  </a:lnTo>
                  <a:lnTo>
                    <a:pt x="231942" y="13679"/>
                  </a:lnTo>
                  <a:lnTo>
                    <a:pt x="232629" y="13398"/>
                  </a:lnTo>
                  <a:lnTo>
                    <a:pt x="233253" y="13148"/>
                  </a:lnTo>
                  <a:lnTo>
                    <a:pt x="233815" y="12867"/>
                  </a:lnTo>
                  <a:lnTo>
                    <a:pt x="234284" y="12617"/>
                  </a:lnTo>
                  <a:lnTo>
                    <a:pt x="234721" y="12336"/>
                  </a:lnTo>
                  <a:lnTo>
                    <a:pt x="235033" y="12055"/>
                  </a:lnTo>
                  <a:lnTo>
                    <a:pt x="235314" y="11774"/>
                  </a:lnTo>
                  <a:lnTo>
                    <a:pt x="235502" y="11493"/>
                  </a:lnTo>
                  <a:lnTo>
                    <a:pt x="235627" y="11212"/>
                  </a:lnTo>
                  <a:lnTo>
                    <a:pt x="235658" y="11087"/>
                  </a:lnTo>
                  <a:lnTo>
                    <a:pt x="235658" y="10930"/>
                  </a:lnTo>
                  <a:lnTo>
                    <a:pt x="235658" y="10806"/>
                  </a:lnTo>
                  <a:lnTo>
                    <a:pt x="235627" y="10649"/>
                  </a:lnTo>
                  <a:lnTo>
                    <a:pt x="235502" y="10368"/>
                  </a:lnTo>
                  <a:lnTo>
                    <a:pt x="235314" y="10087"/>
                  </a:lnTo>
                  <a:lnTo>
                    <a:pt x="235033" y="9806"/>
                  </a:lnTo>
                  <a:lnTo>
                    <a:pt x="234721" y="9556"/>
                  </a:lnTo>
                  <a:lnTo>
                    <a:pt x="234284" y="9275"/>
                  </a:lnTo>
                  <a:lnTo>
                    <a:pt x="233815" y="8994"/>
                  </a:lnTo>
                  <a:lnTo>
                    <a:pt x="233253" y="8744"/>
                  </a:lnTo>
                  <a:lnTo>
                    <a:pt x="232629" y="8463"/>
                  </a:lnTo>
                  <a:lnTo>
                    <a:pt x="231942" y="8214"/>
                  </a:lnTo>
                  <a:lnTo>
                    <a:pt x="231192" y="7932"/>
                  </a:lnTo>
                  <a:lnTo>
                    <a:pt x="230349" y="7683"/>
                  </a:lnTo>
                  <a:lnTo>
                    <a:pt x="229475" y="7433"/>
                  </a:lnTo>
                  <a:lnTo>
                    <a:pt x="228506" y="7183"/>
                  </a:lnTo>
                  <a:lnTo>
                    <a:pt x="226383" y="6683"/>
                  </a:lnTo>
                  <a:lnTo>
                    <a:pt x="224041" y="6184"/>
                  </a:lnTo>
                  <a:lnTo>
                    <a:pt x="221417" y="5715"/>
                  </a:lnTo>
                  <a:lnTo>
                    <a:pt x="218607" y="5278"/>
                  </a:lnTo>
                  <a:lnTo>
                    <a:pt x="215515" y="4810"/>
                  </a:lnTo>
                  <a:lnTo>
                    <a:pt x="212236" y="4404"/>
                  </a:lnTo>
                  <a:lnTo>
                    <a:pt x="208738" y="3966"/>
                  </a:lnTo>
                  <a:lnTo>
                    <a:pt x="205053" y="3592"/>
                  </a:lnTo>
                  <a:lnTo>
                    <a:pt x="201149" y="3186"/>
                  </a:lnTo>
                  <a:lnTo>
                    <a:pt x="197058" y="2842"/>
                  </a:lnTo>
                  <a:lnTo>
                    <a:pt x="192780" y="2499"/>
                  </a:lnTo>
                  <a:lnTo>
                    <a:pt x="188314" y="2155"/>
                  </a:lnTo>
                  <a:lnTo>
                    <a:pt x="183692" y="1874"/>
                  </a:lnTo>
                  <a:lnTo>
                    <a:pt x="178914" y="1593"/>
                  </a:lnTo>
                  <a:lnTo>
                    <a:pt x="173980" y="1312"/>
                  </a:lnTo>
                  <a:lnTo>
                    <a:pt x="168889" y="1062"/>
                  </a:lnTo>
                  <a:lnTo>
                    <a:pt x="163674" y="843"/>
                  </a:lnTo>
                  <a:lnTo>
                    <a:pt x="158334" y="656"/>
                  </a:lnTo>
                  <a:lnTo>
                    <a:pt x="152869" y="500"/>
                  </a:lnTo>
                  <a:lnTo>
                    <a:pt x="147278" y="344"/>
                  </a:lnTo>
                  <a:lnTo>
                    <a:pt x="141563" y="219"/>
                  </a:lnTo>
                  <a:lnTo>
                    <a:pt x="135755" y="125"/>
                  </a:lnTo>
                  <a:lnTo>
                    <a:pt x="129852" y="63"/>
                  </a:lnTo>
                  <a:lnTo>
                    <a:pt x="123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5" name="Google Shape;3535;p61"/>
            <p:cNvSpPr/>
            <p:nvPr/>
          </p:nvSpPr>
          <p:spPr>
            <a:xfrm>
              <a:off x="864275" y="4439250"/>
              <a:ext cx="5891450" cy="547300"/>
            </a:xfrm>
            <a:custGeom>
              <a:avLst/>
              <a:gdLst/>
              <a:ahLst/>
              <a:cxnLst/>
              <a:rect l="l" t="t" r="r" b="b"/>
              <a:pathLst>
                <a:path w="235658" h="21892" fill="none" extrusionOk="0">
                  <a:moveTo>
                    <a:pt x="117829" y="0"/>
                  </a:moveTo>
                  <a:lnTo>
                    <a:pt x="117829" y="0"/>
                  </a:lnTo>
                  <a:lnTo>
                    <a:pt x="123888" y="0"/>
                  </a:lnTo>
                  <a:lnTo>
                    <a:pt x="129852" y="63"/>
                  </a:lnTo>
                  <a:lnTo>
                    <a:pt x="135755" y="125"/>
                  </a:lnTo>
                  <a:lnTo>
                    <a:pt x="141563" y="219"/>
                  </a:lnTo>
                  <a:lnTo>
                    <a:pt x="147278" y="344"/>
                  </a:lnTo>
                  <a:lnTo>
                    <a:pt x="152869" y="500"/>
                  </a:lnTo>
                  <a:lnTo>
                    <a:pt x="158334" y="656"/>
                  </a:lnTo>
                  <a:lnTo>
                    <a:pt x="163674" y="843"/>
                  </a:lnTo>
                  <a:lnTo>
                    <a:pt x="168889" y="1062"/>
                  </a:lnTo>
                  <a:lnTo>
                    <a:pt x="173980" y="1312"/>
                  </a:lnTo>
                  <a:lnTo>
                    <a:pt x="178914" y="1593"/>
                  </a:lnTo>
                  <a:lnTo>
                    <a:pt x="183692" y="1874"/>
                  </a:lnTo>
                  <a:lnTo>
                    <a:pt x="188314" y="2155"/>
                  </a:lnTo>
                  <a:lnTo>
                    <a:pt x="192780" y="2499"/>
                  </a:lnTo>
                  <a:lnTo>
                    <a:pt x="197058" y="2842"/>
                  </a:lnTo>
                  <a:lnTo>
                    <a:pt x="201149" y="3186"/>
                  </a:lnTo>
                  <a:lnTo>
                    <a:pt x="205053" y="3592"/>
                  </a:lnTo>
                  <a:lnTo>
                    <a:pt x="208738" y="3966"/>
                  </a:lnTo>
                  <a:lnTo>
                    <a:pt x="212236" y="4404"/>
                  </a:lnTo>
                  <a:lnTo>
                    <a:pt x="215515" y="4810"/>
                  </a:lnTo>
                  <a:lnTo>
                    <a:pt x="218607" y="5278"/>
                  </a:lnTo>
                  <a:lnTo>
                    <a:pt x="221417" y="5715"/>
                  </a:lnTo>
                  <a:lnTo>
                    <a:pt x="224041" y="6184"/>
                  </a:lnTo>
                  <a:lnTo>
                    <a:pt x="226383" y="6683"/>
                  </a:lnTo>
                  <a:lnTo>
                    <a:pt x="228506" y="7183"/>
                  </a:lnTo>
                  <a:lnTo>
                    <a:pt x="229475" y="7433"/>
                  </a:lnTo>
                  <a:lnTo>
                    <a:pt x="230349" y="7683"/>
                  </a:lnTo>
                  <a:lnTo>
                    <a:pt x="231192" y="7932"/>
                  </a:lnTo>
                  <a:lnTo>
                    <a:pt x="231942" y="8214"/>
                  </a:lnTo>
                  <a:lnTo>
                    <a:pt x="232629" y="8463"/>
                  </a:lnTo>
                  <a:lnTo>
                    <a:pt x="233253" y="8744"/>
                  </a:lnTo>
                  <a:lnTo>
                    <a:pt x="233815" y="8994"/>
                  </a:lnTo>
                  <a:lnTo>
                    <a:pt x="234284" y="9275"/>
                  </a:lnTo>
                  <a:lnTo>
                    <a:pt x="234721" y="9556"/>
                  </a:lnTo>
                  <a:lnTo>
                    <a:pt x="235033" y="9806"/>
                  </a:lnTo>
                  <a:lnTo>
                    <a:pt x="235314" y="10087"/>
                  </a:lnTo>
                  <a:lnTo>
                    <a:pt x="235502" y="10368"/>
                  </a:lnTo>
                  <a:lnTo>
                    <a:pt x="235627" y="10649"/>
                  </a:lnTo>
                  <a:lnTo>
                    <a:pt x="235658" y="10806"/>
                  </a:lnTo>
                  <a:lnTo>
                    <a:pt x="235658" y="10930"/>
                  </a:lnTo>
                  <a:lnTo>
                    <a:pt x="235658" y="10930"/>
                  </a:lnTo>
                  <a:lnTo>
                    <a:pt x="235658" y="11087"/>
                  </a:lnTo>
                  <a:lnTo>
                    <a:pt x="235627" y="11212"/>
                  </a:lnTo>
                  <a:lnTo>
                    <a:pt x="235502" y="11493"/>
                  </a:lnTo>
                  <a:lnTo>
                    <a:pt x="235314" y="11774"/>
                  </a:lnTo>
                  <a:lnTo>
                    <a:pt x="235033" y="12055"/>
                  </a:lnTo>
                  <a:lnTo>
                    <a:pt x="234721" y="12336"/>
                  </a:lnTo>
                  <a:lnTo>
                    <a:pt x="234284" y="12617"/>
                  </a:lnTo>
                  <a:lnTo>
                    <a:pt x="233815" y="12867"/>
                  </a:lnTo>
                  <a:lnTo>
                    <a:pt x="233253" y="13148"/>
                  </a:lnTo>
                  <a:lnTo>
                    <a:pt x="232629" y="13398"/>
                  </a:lnTo>
                  <a:lnTo>
                    <a:pt x="231942" y="13679"/>
                  </a:lnTo>
                  <a:lnTo>
                    <a:pt x="231192" y="13929"/>
                  </a:lnTo>
                  <a:lnTo>
                    <a:pt x="230349" y="14178"/>
                  </a:lnTo>
                  <a:lnTo>
                    <a:pt x="229475" y="14459"/>
                  </a:lnTo>
                  <a:lnTo>
                    <a:pt x="228506" y="14709"/>
                  </a:lnTo>
                  <a:lnTo>
                    <a:pt x="226383" y="15209"/>
                  </a:lnTo>
                  <a:lnTo>
                    <a:pt x="224041" y="15677"/>
                  </a:lnTo>
                  <a:lnTo>
                    <a:pt x="221417" y="16146"/>
                  </a:lnTo>
                  <a:lnTo>
                    <a:pt x="218607" y="16614"/>
                  </a:lnTo>
                  <a:lnTo>
                    <a:pt x="215515" y="17051"/>
                  </a:lnTo>
                  <a:lnTo>
                    <a:pt x="212236" y="17489"/>
                  </a:lnTo>
                  <a:lnTo>
                    <a:pt x="208738" y="17895"/>
                  </a:lnTo>
                  <a:lnTo>
                    <a:pt x="205053" y="18301"/>
                  </a:lnTo>
                  <a:lnTo>
                    <a:pt x="201149" y="18675"/>
                  </a:lnTo>
                  <a:lnTo>
                    <a:pt x="197058" y="19050"/>
                  </a:lnTo>
                  <a:lnTo>
                    <a:pt x="192780" y="19394"/>
                  </a:lnTo>
                  <a:lnTo>
                    <a:pt x="188314" y="19706"/>
                  </a:lnTo>
                  <a:lnTo>
                    <a:pt x="183692" y="20018"/>
                  </a:lnTo>
                  <a:lnTo>
                    <a:pt x="178914" y="20299"/>
                  </a:lnTo>
                  <a:lnTo>
                    <a:pt x="173980" y="20549"/>
                  </a:lnTo>
                  <a:lnTo>
                    <a:pt x="168889" y="20799"/>
                  </a:lnTo>
                  <a:lnTo>
                    <a:pt x="163674" y="21018"/>
                  </a:lnTo>
                  <a:lnTo>
                    <a:pt x="158334" y="21205"/>
                  </a:lnTo>
                  <a:lnTo>
                    <a:pt x="152869" y="21392"/>
                  </a:lnTo>
                  <a:lnTo>
                    <a:pt x="147278" y="21548"/>
                  </a:lnTo>
                  <a:lnTo>
                    <a:pt x="141563" y="21673"/>
                  </a:lnTo>
                  <a:lnTo>
                    <a:pt x="135755" y="21767"/>
                  </a:lnTo>
                  <a:lnTo>
                    <a:pt x="129852" y="21830"/>
                  </a:lnTo>
                  <a:lnTo>
                    <a:pt x="123888" y="21861"/>
                  </a:lnTo>
                  <a:lnTo>
                    <a:pt x="117829" y="21892"/>
                  </a:lnTo>
                  <a:lnTo>
                    <a:pt x="117829" y="21892"/>
                  </a:lnTo>
                  <a:lnTo>
                    <a:pt x="111770" y="21861"/>
                  </a:lnTo>
                  <a:lnTo>
                    <a:pt x="105774" y="21830"/>
                  </a:lnTo>
                  <a:lnTo>
                    <a:pt x="99872" y="21767"/>
                  </a:lnTo>
                  <a:lnTo>
                    <a:pt x="94063" y="21673"/>
                  </a:lnTo>
                  <a:lnTo>
                    <a:pt x="88380" y="21548"/>
                  </a:lnTo>
                  <a:lnTo>
                    <a:pt x="82789" y="21392"/>
                  </a:lnTo>
                  <a:lnTo>
                    <a:pt x="77293" y="21205"/>
                  </a:lnTo>
                  <a:lnTo>
                    <a:pt x="71953" y="21018"/>
                  </a:lnTo>
                  <a:lnTo>
                    <a:pt x="66738" y="20799"/>
                  </a:lnTo>
                  <a:lnTo>
                    <a:pt x="61647" y="20549"/>
                  </a:lnTo>
                  <a:lnTo>
                    <a:pt x="56713" y="20299"/>
                  </a:lnTo>
                  <a:lnTo>
                    <a:pt x="51935" y="20018"/>
                  </a:lnTo>
                  <a:lnTo>
                    <a:pt x="47313" y="19706"/>
                  </a:lnTo>
                  <a:lnTo>
                    <a:pt x="42878" y="19394"/>
                  </a:lnTo>
                  <a:lnTo>
                    <a:pt x="38600" y="19050"/>
                  </a:lnTo>
                  <a:lnTo>
                    <a:pt x="34509" y="18675"/>
                  </a:lnTo>
                  <a:lnTo>
                    <a:pt x="30605" y="18301"/>
                  </a:lnTo>
                  <a:lnTo>
                    <a:pt x="26889" y="17895"/>
                  </a:lnTo>
                  <a:lnTo>
                    <a:pt x="23391" y="17489"/>
                  </a:lnTo>
                  <a:lnTo>
                    <a:pt x="20112" y="17051"/>
                  </a:lnTo>
                  <a:lnTo>
                    <a:pt x="17051" y="16614"/>
                  </a:lnTo>
                  <a:lnTo>
                    <a:pt x="14209" y="16146"/>
                  </a:lnTo>
                  <a:lnTo>
                    <a:pt x="11617" y="15677"/>
                  </a:lnTo>
                  <a:lnTo>
                    <a:pt x="9244" y="15209"/>
                  </a:lnTo>
                  <a:lnTo>
                    <a:pt x="7120" y="14709"/>
                  </a:lnTo>
                  <a:lnTo>
                    <a:pt x="6184" y="14459"/>
                  </a:lnTo>
                  <a:lnTo>
                    <a:pt x="5278" y="14178"/>
                  </a:lnTo>
                  <a:lnTo>
                    <a:pt x="4466" y="13929"/>
                  </a:lnTo>
                  <a:lnTo>
                    <a:pt x="3685" y="13679"/>
                  </a:lnTo>
                  <a:lnTo>
                    <a:pt x="2998" y="13398"/>
                  </a:lnTo>
                  <a:lnTo>
                    <a:pt x="2374" y="13148"/>
                  </a:lnTo>
                  <a:lnTo>
                    <a:pt x="1811" y="12867"/>
                  </a:lnTo>
                  <a:lnTo>
                    <a:pt x="1343" y="12617"/>
                  </a:lnTo>
                  <a:lnTo>
                    <a:pt x="937" y="12336"/>
                  </a:lnTo>
                  <a:lnTo>
                    <a:pt x="593" y="12055"/>
                  </a:lnTo>
                  <a:lnTo>
                    <a:pt x="344" y="11774"/>
                  </a:lnTo>
                  <a:lnTo>
                    <a:pt x="125" y="11493"/>
                  </a:lnTo>
                  <a:lnTo>
                    <a:pt x="31" y="11212"/>
                  </a:lnTo>
                  <a:lnTo>
                    <a:pt x="0" y="11087"/>
                  </a:lnTo>
                  <a:lnTo>
                    <a:pt x="0" y="10930"/>
                  </a:lnTo>
                  <a:lnTo>
                    <a:pt x="0" y="10930"/>
                  </a:lnTo>
                  <a:lnTo>
                    <a:pt x="0" y="10806"/>
                  </a:lnTo>
                  <a:lnTo>
                    <a:pt x="31" y="10649"/>
                  </a:lnTo>
                  <a:lnTo>
                    <a:pt x="125" y="10368"/>
                  </a:lnTo>
                  <a:lnTo>
                    <a:pt x="344" y="10087"/>
                  </a:lnTo>
                  <a:lnTo>
                    <a:pt x="593" y="9806"/>
                  </a:lnTo>
                  <a:lnTo>
                    <a:pt x="937" y="9556"/>
                  </a:lnTo>
                  <a:lnTo>
                    <a:pt x="1343" y="9275"/>
                  </a:lnTo>
                  <a:lnTo>
                    <a:pt x="1811" y="8994"/>
                  </a:lnTo>
                  <a:lnTo>
                    <a:pt x="2374" y="8744"/>
                  </a:lnTo>
                  <a:lnTo>
                    <a:pt x="2998" y="8463"/>
                  </a:lnTo>
                  <a:lnTo>
                    <a:pt x="3685" y="8214"/>
                  </a:lnTo>
                  <a:lnTo>
                    <a:pt x="4466" y="7932"/>
                  </a:lnTo>
                  <a:lnTo>
                    <a:pt x="5278" y="7683"/>
                  </a:lnTo>
                  <a:lnTo>
                    <a:pt x="6184" y="7433"/>
                  </a:lnTo>
                  <a:lnTo>
                    <a:pt x="7120" y="7183"/>
                  </a:lnTo>
                  <a:lnTo>
                    <a:pt x="9244" y="6683"/>
                  </a:lnTo>
                  <a:lnTo>
                    <a:pt x="11617" y="6184"/>
                  </a:lnTo>
                  <a:lnTo>
                    <a:pt x="14209" y="5715"/>
                  </a:lnTo>
                  <a:lnTo>
                    <a:pt x="17051" y="5278"/>
                  </a:lnTo>
                  <a:lnTo>
                    <a:pt x="20112" y="4810"/>
                  </a:lnTo>
                  <a:lnTo>
                    <a:pt x="23391" y="4404"/>
                  </a:lnTo>
                  <a:lnTo>
                    <a:pt x="26889" y="3966"/>
                  </a:lnTo>
                  <a:lnTo>
                    <a:pt x="30605" y="3592"/>
                  </a:lnTo>
                  <a:lnTo>
                    <a:pt x="34509" y="3186"/>
                  </a:lnTo>
                  <a:lnTo>
                    <a:pt x="38600" y="2842"/>
                  </a:lnTo>
                  <a:lnTo>
                    <a:pt x="42878" y="2499"/>
                  </a:lnTo>
                  <a:lnTo>
                    <a:pt x="47313" y="2155"/>
                  </a:lnTo>
                  <a:lnTo>
                    <a:pt x="51935" y="1874"/>
                  </a:lnTo>
                  <a:lnTo>
                    <a:pt x="56713" y="1593"/>
                  </a:lnTo>
                  <a:lnTo>
                    <a:pt x="61647" y="1312"/>
                  </a:lnTo>
                  <a:lnTo>
                    <a:pt x="66738" y="1062"/>
                  </a:lnTo>
                  <a:lnTo>
                    <a:pt x="71953" y="843"/>
                  </a:lnTo>
                  <a:lnTo>
                    <a:pt x="77293" y="656"/>
                  </a:lnTo>
                  <a:lnTo>
                    <a:pt x="82789" y="500"/>
                  </a:lnTo>
                  <a:lnTo>
                    <a:pt x="88380" y="344"/>
                  </a:lnTo>
                  <a:lnTo>
                    <a:pt x="94063" y="219"/>
                  </a:lnTo>
                  <a:lnTo>
                    <a:pt x="99872" y="125"/>
                  </a:lnTo>
                  <a:lnTo>
                    <a:pt x="105774" y="63"/>
                  </a:lnTo>
                  <a:lnTo>
                    <a:pt x="111770" y="0"/>
                  </a:lnTo>
                  <a:lnTo>
                    <a:pt x="11782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6" name="Google Shape;3536;p61"/>
            <p:cNvSpPr/>
            <p:nvPr/>
          </p:nvSpPr>
          <p:spPr>
            <a:xfrm>
              <a:off x="594125" y="3383700"/>
              <a:ext cx="197550" cy="660525"/>
            </a:xfrm>
            <a:custGeom>
              <a:avLst/>
              <a:gdLst/>
              <a:ahLst/>
              <a:cxnLst/>
              <a:rect l="l" t="t" r="r" b="b"/>
              <a:pathLst>
                <a:path w="7902" h="26421" extrusionOk="0">
                  <a:moveTo>
                    <a:pt x="688" y="0"/>
                  </a:moveTo>
                  <a:lnTo>
                    <a:pt x="625" y="31"/>
                  </a:lnTo>
                  <a:lnTo>
                    <a:pt x="594" y="63"/>
                  </a:lnTo>
                  <a:lnTo>
                    <a:pt x="563" y="94"/>
                  </a:lnTo>
                  <a:lnTo>
                    <a:pt x="563" y="156"/>
                  </a:lnTo>
                  <a:lnTo>
                    <a:pt x="563" y="187"/>
                  </a:lnTo>
                  <a:lnTo>
                    <a:pt x="594" y="250"/>
                  </a:lnTo>
                  <a:lnTo>
                    <a:pt x="1156" y="843"/>
                  </a:lnTo>
                  <a:lnTo>
                    <a:pt x="1656" y="1468"/>
                  </a:lnTo>
                  <a:lnTo>
                    <a:pt x="2155" y="2092"/>
                  </a:lnTo>
                  <a:lnTo>
                    <a:pt x="2624" y="2780"/>
                  </a:lnTo>
                  <a:lnTo>
                    <a:pt x="3061" y="3435"/>
                  </a:lnTo>
                  <a:lnTo>
                    <a:pt x="3498" y="4154"/>
                  </a:lnTo>
                  <a:lnTo>
                    <a:pt x="3873" y="4841"/>
                  </a:lnTo>
                  <a:lnTo>
                    <a:pt x="4248" y="5590"/>
                  </a:lnTo>
                  <a:lnTo>
                    <a:pt x="4591" y="6308"/>
                  </a:lnTo>
                  <a:lnTo>
                    <a:pt x="4904" y="7058"/>
                  </a:lnTo>
                  <a:lnTo>
                    <a:pt x="5185" y="7839"/>
                  </a:lnTo>
                  <a:lnTo>
                    <a:pt x="5466" y="8588"/>
                  </a:lnTo>
                  <a:lnTo>
                    <a:pt x="5684" y="9369"/>
                  </a:lnTo>
                  <a:lnTo>
                    <a:pt x="5903" y="10150"/>
                  </a:lnTo>
                  <a:lnTo>
                    <a:pt x="6122" y="10930"/>
                  </a:lnTo>
                  <a:lnTo>
                    <a:pt x="6309" y="11742"/>
                  </a:lnTo>
                  <a:lnTo>
                    <a:pt x="6465" y="12586"/>
                  </a:lnTo>
                  <a:lnTo>
                    <a:pt x="6590" y="13429"/>
                  </a:lnTo>
                  <a:lnTo>
                    <a:pt x="6715" y="14303"/>
                  </a:lnTo>
                  <a:lnTo>
                    <a:pt x="6809" y="15178"/>
                  </a:lnTo>
                  <a:lnTo>
                    <a:pt x="6902" y="16021"/>
                  </a:lnTo>
                  <a:lnTo>
                    <a:pt x="6965" y="16895"/>
                  </a:lnTo>
                  <a:lnTo>
                    <a:pt x="6996" y="17770"/>
                  </a:lnTo>
                  <a:lnTo>
                    <a:pt x="7027" y="18644"/>
                  </a:lnTo>
                  <a:lnTo>
                    <a:pt x="6559" y="17020"/>
                  </a:lnTo>
                  <a:lnTo>
                    <a:pt x="6309" y="16239"/>
                  </a:lnTo>
                  <a:lnTo>
                    <a:pt x="6059" y="15490"/>
                  </a:lnTo>
                  <a:lnTo>
                    <a:pt x="5778" y="14772"/>
                  </a:lnTo>
                  <a:lnTo>
                    <a:pt x="5497" y="14085"/>
                  </a:lnTo>
                  <a:lnTo>
                    <a:pt x="5154" y="13366"/>
                  </a:lnTo>
                  <a:lnTo>
                    <a:pt x="4810" y="12710"/>
                  </a:lnTo>
                  <a:lnTo>
                    <a:pt x="4404" y="12055"/>
                  </a:lnTo>
                  <a:lnTo>
                    <a:pt x="3967" y="11430"/>
                  </a:lnTo>
                  <a:lnTo>
                    <a:pt x="3498" y="10774"/>
                  </a:lnTo>
                  <a:lnTo>
                    <a:pt x="2967" y="10181"/>
                  </a:lnTo>
                  <a:lnTo>
                    <a:pt x="2405" y="9556"/>
                  </a:lnTo>
                  <a:lnTo>
                    <a:pt x="1781" y="8963"/>
                  </a:lnTo>
                  <a:lnTo>
                    <a:pt x="1094" y="8401"/>
                  </a:lnTo>
                  <a:lnTo>
                    <a:pt x="344" y="7807"/>
                  </a:lnTo>
                  <a:lnTo>
                    <a:pt x="188" y="7745"/>
                  </a:lnTo>
                  <a:lnTo>
                    <a:pt x="94" y="7714"/>
                  </a:lnTo>
                  <a:lnTo>
                    <a:pt x="32" y="7714"/>
                  </a:lnTo>
                  <a:lnTo>
                    <a:pt x="1" y="7745"/>
                  </a:lnTo>
                  <a:lnTo>
                    <a:pt x="1" y="7776"/>
                  </a:lnTo>
                  <a:lnTo>
                    <a:pt x="1" y="7839"/>
                  </a:lnTo>
                  <a:lnTo>
                    <a:pt x="313" y="8744"/>
                  </a:lnTo>
                  <a:lnTo>
                    <a:pt x="625" y="9650"/>
                  </a:lnTo>
                  <a:lnTo>
                    <a:pt x="1156" y="11461"/>
                  </a:lnTo>
                  <a:lnTo>
                    <a:pt x="1437" y="12367"/>
                  </a:lnTo>
                  <a:lnTo>
                    <a:pt x="1750" y="13241"/>
                  </a:lnTo>
                  <a:lnTo>
                    <a:pt x="2093" y="14147"/>
                  </a:lnTo>
                  <a:lnTo>
                    <a:pt x="2499" y="14990"/>
                  </a:lnTo>
                  <a:lnTo>
                    <a:pt x="2905" y="15708"/>
                  </a:lnTo>
                  <a:lnTo>
                    <a:pt x="3373" y="16396"/>
                  </a:lnTo>
                  <a:lnTo>
                    <a:pt x="3873" y="17051"/>
                  </a:lnTo>
                  <a:lnTo>
                    <a:pt x="4435" y="17645"/>
                  </a:lnTo>
                  <a:lnTo>
                    <a:pt x="5029" y="18238"/>
                  </a:lnTo>
                  <a:lnTo>
                    <a:pt x="5653" y="18769"/>
                  </a:lnTo>
                  <a:lnTo>
                    <a:pt x="6278" y="19269"/>
                  </a:lnTo>
                  <a:lnTo>
                    <a:pt x="6965" y="19768"/>
                  </a:lnTo>
                  <a:lnTo>
                    <a:pt x="7059" y="20049"/>
                  </a:lnTo>
                  <a:lnTo>
                    <a:pt x="7027" y="23141"/>
                  </a:lnTo>
                  <a:lnTo>
                    <a:pt x="6996" y="26233"/>
                  </a:lnTo>
                  <a:lnTo>
                    <a:pt x="7027" y="26295"/>
                  </a:lnTo>
                  <a:lnTo>
                    <a:pt x="7059" y="26358"/>
                  </a:lnTo>
                  <a:lnTo>
                    <a:pt x="7090" y="26389"/>
                  </a:lnTo>
                  <a:lnTo>
                    <a:pt x="7152" y="26420"/>
                  </a:lnTo>
                  <a:lnTo>
                    <a:pt x="7215" y="26420"/>
                  </a:lnTo>
                  <a:lnTo>
                    <a:pt x="7277" y="26389"/>
                  </a:lnTo>
                  <a:lnTo>
                    <a:pt x="7340" y="26326"/>
                  </a:lnTo>
                  <a:lnTo>
                    <a:pt x="7371" y="26264"/>
                  </a:lnTo>
                  <a:lnTo>
                    <a:pt x="7589" y="24546"/>
                  </a:lnTo>
                  <a:lnTo>
                    <a:pt x="7777" y="22798"/>
                  </a:lnTo>
                  <a:lnTo>
                    <a:pt x="7870" y="21049"/>
                  </a:lnTo>
                  <a:lnTo>
                    <a:pt x="7902" y="20174"/>
                  </a:lnTo>
                  <a:lnTo>
                    <a:pt x="7902" y="19269"/>
                  </a:lnTo>
                  <a:lnTo>
                    <a:pt x="7902" y="18394"/>
                  </a:lnTo>
                  <a:lnTo>
                    <a:pt x="7870" y="17520"/>
                  </a:lnTo>
                  <a:lnTo>
                    <a:pt x="7808" y="16614"/>
                  </a:lnTo>
                  <a:lnTo>
                    <a:pt x="7714" y="15740"/>
                  </a:lnTo>
                  <a:lnTo>
                    <a:pt x="7621" y="14865"/>
                  </a:lnTo>
                  <a:lnTo>
                    <a:pt x="7496" y="13991"/>
                  </a:lnTo>
                  <a:lnTo>
                    <a:pt x="7371" y="13116"/>
                  </a:lnTo>
                  <a:lnTo>
                    <a:pt x="7183" y="12273"/>
                  </a:lnTo>
                  <a:lnTo>
                    <a:pt x="6996" y="11399"/>
                  </a:lnTo>
                  <a:lnTo>
                    <a:pt x="6777" y="10556"/>
                  </a:lnTo>
                  <a:lnTo>
                    <a:pt x="6528" y="9744"/>
                  </a:lnTo>
                  <a:lnTo>
                    <a:pt x="6278" y="8900"/>
                  </a:lnTo>
                  <a:lnTo>
                    <a:pt x="5965" y="8089"/>
                  </a:lnTo>
                  <a:lnTo>
                    <a:pt x="5653" y="7277"/>
                  </a:lnTo>
                  <a:lnTo>
                    <a:pt x="5278" y="6496"/>
                  </a:lnTo>
                  <a:lnTo>
                    <a:pt x="4904" y="5715"/>
                  </a:lnTo>
                  <a:lnTo>
                    <a:pt x="4498" y="4934"/>
                  </a:lnTo>
                  <a:lnTo>
                    <a:pt x="4060" y="4185"/>
                  </a:lnTo>
                  <a:lnTo>
                    <a:pt x="3592" y="3435"/>
                  </a:lnTo>
                  <a:lnTo>
                    <a:pt x="3092" y="2748"/>
                  </a:lnTo>
                  <a:lnTo>
                    <a:pt x="2561" y="2030"/>
                  </a:lnTo>
                  <a:lnTo>
                    <a:pt x="1999" y="1343"/>
                  </a:lnTo>
                  <a:lnTo>
                    <a:pt x="1406" y="687"/>
                  </a:lnTo>
                  <a:lnTo>
                    <a:pt x="781" y="63"/>
                  </a:lnTo>
                  <a:lnTo>
                    <a:pt x="750" y="31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7" name="Google Shape;3537;p61"/>
            <p:cNvSpPr/>
            <p:nvPr/>
          </p:nvSpPr>
          <p:spPr>
            <a:xfrm>
              <a:off x="594125" y="3383700"/>
              <a:ext cx="197550" cy="660525"/>
            </a:xfrm>
            <a:custGeom>
              <a:avLst/>
              <a:gdLst/>
              <a:ahLst/>
              <a:cxnLst/>
              <a:rect l="l" t="t" r="r" b="b"/>
              <a:pathLst>
                <a:path w="7902" h="26421" fill="none" extrusionOk="0">
                  <a:moveTo>
                    <a:pt x="781" y="63"/>
                  </a:moveTo>
                  <a:lnTo>
                    <a:pt x="781" y="63"/>
                  </a:lnTo>
                  <a:lnTo>
                    <a:pt x="1406" y="687"/>
                  </a:lnTo>
                  <a:lnTo>
                    <a:pt x="1999" y="1343"/>
                  </a:lnTo>
                  <a:lnTo>
                    <a:pt x="2561" y="2030"/>
                  </a:lnTo>
                  <a:lnTo>
                    <a:pt x="3092" y="2748"/>
                  </a:lnTo>
                  <a:lnTo>
                    <a:pt x="3592" y="3435"/>
                  </a:lnTo>
                  <a:lnTo>
                    <a:pt x="4060" y="4185"/>
                  </a:lnTo>
                  <a:lnTo>
                    <a:pt x="4498" y="4934"/>
                  </a:lnTo>
                  <a:lnTo>
                    <a:pt x="4904" y="5715"/>
                  </a:lnTo>
                  <a:lnTo>
                    <a:pt x="5278" y="6496"/>
                  </a:lnTo>
                  <a:lnTo>
                    <a:pt x="5653" y="7277"/>
                  </a:lnTo>
                  <a:lnTo>
                    <a:pt x="5965" y="8089"/>
                  </a:lnTo>
                  <a:lnTo>
                    <a:pt x="6278" y="8900"/>
                  </a:lnTo>
                  <a:lnTo>
                    <a:pt x="6528" y="9744"/>
                  </a:lnTo>
                  <a:lnTo>
                    <a:pt x="6777" y="10556"/>
                  </a:lnTo>
                  <a:lnTo>
                    <a:pt x="6996" y="11399"/>
                  </a:lnTo>
                  <a:lnTo>
                    <a:pt x="7183" y="12273"/>
                  </a:lnTo>
                  <a:lnTo>
                    <a:pt x="7371" y="13116"/>
                  </a:lnTo>
                  <a:lnTo>
                    <a:pt x="7496" y="13991"/>
                  </a:lnTo>
                  <a:lnTo>
                    <a:pt x="7621" y="14865"/>
                  </a:lnTo>
                  <a:lnTo>
                    <a:pt x="7714" y="15740"/>
                  </a:lnTo>
                  <a:lnTo>
                    <a:pt x="7808" y="16614"/>
                  </a:lnTo>
                  <a:lnTo>
                    <a:pt x="7870" y="17520"/>
                  </a:lnTo>
                  <a:lnTo>
                    <a:pt x="7902" y="18394"/>
                  </a:lnTo>
                  <a:lnTo>
                    <a:pt x="7902" y="19269"/>
                  </a:lnTo>
                  <a:lnTo>
                    <a:pt x="7902" y="20174"/>
                  </a:lnTo>
                  <a:lnTo>
                    <a:pt x="7870" y="21049"/>
                  </a:lnTo>
                  <a:lnTo>
                    <a:pt x="7777" y="22798"/>
                  </a:lnTo>
                  <a:lnTo>
                    <a:pt x="7589" y="24546"/>
                  </a:lnTo>
                  <a:lnTo>
                    <a:pt x="7371" y="26264"/>
                  </a:lnTo>
                  <a:lnTo>
                    <a:pt x="7371" y="26264"/>
                  </a:lnTo>
                  <a:lnTo>
                    <a:pt x="7340" y="26326"/>
                  </a:lnTo>
                  <a:lnTo>
                    <a:pt x="7277" y="26389"/>
                  </a:lnTo>
                  <a:lnTo>
                    <a:pt x="7215" y="26420"/>
                  </a:lnTo>
                  <a:lnTo>
                    <a:pt x="7152" y="26420"/>
                  </a:lnTo>
                  <a:lnTo>
                    <a:pt x="7090" y="26389"/>
                  </a:lnTo>
                  <a:lnTo>
                    <a:pt x="7059" y="26358"/>
                  </a:lnTo>
                  <a:lnTo>
                    <a:pt x="7027" y="26295"/>
                  </a:lnTo>
                  <a:lnTo>
                    <a:pt x="6996" y="26233"/>
                  </a:lnTo>
                  <a:lnTo>
                    <a:pt x="6996" y="26233"/>
                  </a:lnTo>
                  <a:lnTo>
                    <a:pt x="7027" y="23141"/>
                  </a:lnTo>
                  <a:lnTo>
                    <a:pt x="7059" y="20049"/>
                  </a:lnTo>
                  <a:lnTo>
                    <a:pt x="6965" y="19768"/>
                  </a:lnTo>
                  <a:lnTo>
                    <a:pt x="6965" y="19768"/>
                  </a:lnTo>
                  <a:lnTo>
                    <a:pt x="6278" y="19269"/>
                  </a:lnTo>
                  <a:lnTo>
                    <a:pt x="5653" y="18769"/>
                  </a:lnTo>
                  <a:lnTo>
                    <a:pt x="5029" y="18238"/>
                  </a:lnTo>
                  <a:lnTo>
                    <a:pt x="4435" y="17645"/>
                  </a:lnTo>
                  <a:lnTo>
                    <a:pt x="3873" y="17051"/>
                  </a:lnTo>
                  <a:lnTo>
                    <a:pt x="3373" y="16396"/>
                  </a:lnTo>
                  <a:lnTo>
                    <a:pt x="2905" y="15708"/>
                  </a:lnTo>
                  <a:lnTo>
                    <a:pt x="2499" y="14990"/>
                  </a:lnTo>
                  <a:lnTo>
                    <a:pt x="2499" y="14990"/>
                  </a:lnTo>
                  <a:lnTo>
                    <a:pt x="2093" y="14147"/>
                  </a:lnTo>
                  <a:lnTo>
                    <a:pt x="1750" y="13241"/>
                  </a:lnTo>
                  <a:lnTo>
                    <a:pt x="1437" y="12367"/>
                  </a:lnTo>
                  <a:lnTo>
                    <a:pt x="1156" y="11461"/>
                  </a:lnTo>
                  <a:lnTo>
                    <a:pt x="625" y="9650"/>
                  </a:lnTo>
                  <a:lnTo>
                    <a:pt x="313" y="8744"/>
                  </a:lnTo>
                  <a:lnTo>
                    <a:pt x="1" y="7839"/>
                  </a:lnTo>
                  <a:lnTo>
                    <a:pt x="1" y="7839"/>
                  </a:lnTo>
                  <a:lnTo>
                    <a:pt x="1" y="7776"/>
                  </a:lnTo>
                  <a:lnTo>
                    <a:pt x="1" y="7745"/>
                  </a:lnTo>
                  <a:lnTo>
                    <a:pt x="32" y="7714"/>
                  </a:lnTo>
                  <a:lnTo>
                    <a:pt x="94" y="7714"/>
                  </a:lnTo>
                  <a:lnTo>
                    <a:pt x="188" y="7745"/>
                  </a:lnTo>
                  <a:lnTo>
                    <a:pt x="344" y="7807"/>
                  </a:lnTo>
                  <a:lnTo>
                    <a:pt x="344" y="7807"/>
                  </a:lnTo>
                  <a:lnTo>
                    <a:pt x="1094" y="8401"/>
                  </a:lnTo>
                  <a:lnTo>
                    <a:pt x="1781" y="8963"/>
                  </a:lnTo>
                  <a:lnTo>
                    <a:pt x="2405" y="9556"/>
                  </a:lnTo>
                  <a:lnTo>
                    <a:pt x="2967" y="10181"/>
                  </a:lnTo>
                  <a:lnTo>
                    <a:pt x="3498" y="10774"/>
                  </a:lnTo>
                  <a:lnTo>
                    <a:pt x="3967" y="11430"/>
                  </a:lnTo>
                  <a:lnTo>
                    <a:pt x="4404" y="12055"/>
                  </a:lnTo>
                  <a:lnTo>
                    <a:pt x="4810" y="12710"/>
                  </a:lnTo>
                  <a:lnTo>
                    <a:pt x="5154" y="13366"/>
                  </a:lnTo>
                  <a:lnTo>
                    <a:pt x="5497" y="14085"/>
                  </a:lnTo>
                  <a:lnTo>
                    <a:pt x="5778" y="14772"/>
                  </a:lnTo>
                  <a:lnTo>
                    <a:pt x="6059" y="15490"/>
                  </a:lnTo>
                  <a:lnTo>
                    <a:pt x="6309" y="16239"/>
                  </a:lnTo>
                  <a:lnTo>
                    <a:pt x="6559" y="17020"/>
                  </a:lnTo>
                  <a:lnTo>
                    <a:pt x="7027" y="18644"/>
                  </a:lnTo>
                  <a:lnTo>
                    <a:pt x="7027" y="18644"/>
                  </a:lnTo>
                  <a:lnTo>
                    <a:pt x="6996" y="17770"/>
                  </a:lnTo>
                  <a:lnTo>
                    <a:pt x="6965" y="16895"/>
                  </a:lnTo>
                  <a:lnTo>
                    <a:pt x="6902" y="16021"/>
                  </a:lnTo>
                  <a:lnTo>
                    <a:pt x="6809" y="15178"/>
                  </a:lnTo>
                  <a:lnTo>
                    <a:pt x="6715" y="14303"/>
                  </a:lnTo>
                  <a:lnTo>
                    <a:pt x="6590" y="13429"/>
                  </a:lnTo>
                  <a:lnTo>
                    <a:pt x="6465" y="12586"/>
                  </a:lnTo>
                  <a:lnTo>
                    <a:pt x="6309" y="11742"/>
                  </a:lnTo>
                  <a:lnTo>
                    <a:pt x="6309" y="11742"/>
                  </a:lnTo>
                  <a:lnTo>
                    <a:pt x="6122" y="10930"/>
                  </a:lnTo>
                  <a:lnTo>
                    <a:pt x="5903" y="10150"/>
                  </a:lnTo>
                  <a:lnTo>
                    <a:pt x="5684" y="9369"/>
                  </a:lnTo>
                  <a:lnTo>
                    <a:pt x="5466" y="8588"/>
                  </a:lnTo>
                  <a:lnTo>
                    <a:pt x="5185" y="7839"/>
                  </a:lnTo>
                  <a:lnTo>
                    <a:pt x="4904" y="7058"/>
                  </a:lnTo>
                  <a:lnTo>
                    <a:pt x="4591" y="6308"/>
                  </a:lnTo>
                  <a:lnTo>
                    <a:pt x="4248" y="5590"/>
                  </a:lnTo>
                  <a:lnTo>
                    <a:pt x="3873" y="4841"/>
                  </a:lnTo>
                  <a:lnTo>
                    <a:pt x="3498" y="4154"/>
                  </a:lnTo>
                  <a:lnTo>
                    <a:pt x="3061" y="3435"/>
                  </a:lnTo>
                  <a:lnTo>
                    <a:pt x="2624" y="2780"/>
                  </a:lnTo>
                  <a:lnTo>
                    <a:pt x="2155" y="2092"/>
                  </a:lnTo>
                  <a:lnTo>
                    <a:pt x="1656" y="1468"/>
                  </a:lnTo>
                  <a:lnTo>
                    <a:pt x="1156" y="843"/>
                  </a:lnTo>
                  <a:lnTo>
                    <a:pt x="594" y="250"/>
                  </a:lnTo>
                  <a:lnTo>
                    <a:pt x="594" y="250"/>
                  </a:lnTo>
                  <a:lnTo>
                    <a:pt x="563" y="187"/>
                  </a:lnTo>
                  <a:lnTo>
                    <a:pt x="563" y="156"/>
                  </a:lnTo>
                  <a:lnTo>
                    <a:pt x="563" y="94"/>
                  </a:lnTo>
                  <a:lnTo>
                    <a:pt x="594" y="63"/>
                  </a:lnTo>
                  <a:lnTo>
                    <a:pt x="594" y="63"/>
                  </a:lnTo>
                  <a:lnTo>
                    <a:pt x="625" y="31"/>
                  </a:lnTo>
                  <a:lnTo>
                    <a:pt x="688" y="0"/>
                  </a:lnTo>
                  <a:lnTo>
                    <a:pt x="750" y="31"/>
                  </a:lnTo>
                  <a:lnTo>
                    <a:pt x="781" y="6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8" name="Google Shape;3538;p61"/>
            <p:cNvSpPr/>
            <p:nvPr/>
          </p:nvSpPr>
          <p:spPr>
            <a:xfrm>
              <a:off x="425500" y="3249400"/>
              <a:ext cx="214725" cy="221750"/>
            </a:xfrm>
            <a:custGeom>
              <a:avLst/>
              <a:gdLst/>
              <a:ahLst/>
              <a:cxnLst/>
              <a:rect l="l" t="t" r="r" b="b"/>
              <a:pathLst>
                <a:path w="8589" h="8870" extrusionOk="0">
                  <a:moveTo>
                    <a:pt x="2092" y="1"/>
                  </a:moveTo>
                  <a:lnTo>
                    <a:pt x="1843" y="32"/>
                  </a:lnTo>
                  <a:lnTo>
                    <a:pt x="1624" y="126"/>
                  </a:lnTo>
                  <a:lnTo>
                    <a:pt x="1468" y="282"/>
                  </a:lnTo>
                  <a:lnTo>
                    <a:pt x="1374" y="407"/>
                  </a:lnTo>
                  <a:lnTo>
                    <a:pt x="1312" y="594"/>
                  </a:lnTo>
                  <a:lnTo>
                    <a:pt x="1343" y="750"/>
                  </a:lnTo>
                  <a:lnTo>
                    <a:pt x="1405" y="938"/>
                  </a:lnTo>
                  <a:lnTo>
                    <a:pt x="1499" y="1094"/>
                  </a:lnTo>
                  <a:lnTo>
                    <a:pt x="1624" y="1281"/>
                  </a:lnTo>
                  <a:lnTo>
                    <a:pt x="1811" y="1468"/>
                  </a:lnTo>
                  <a:lnTo>
                    <a:pt x="2186" y="1843"/>
                  </a:lnTo>
                  <a:lnTo>
                    <a:pt x="2592" y="2155"/>
                  </a:lnTo>
                  <a:lnTo>
                    <a:pt x="3342" y="2686"/>
                  </a:lnTo>
                  <a:lnTo>
                    <a:pt x="2748" y="2718"/>
                  </a:lnTo>
                  <a:lnTo>
                    <a:pt x="2124" y="2843"/>
                  </a:lnTo>
                  <a:lnTo>
                    <a:pt x="1843" y="2936"/>
                  </a:lnTo>
                  <a:lnTo>
                    <a:pt x="1530" y="3030"/>
                  </a:lnTo>
                  <a:lnTo>
                    <a:pt x="1249" y="3186"/>
                  </a:lnTo>
                  <a:lnTo>
                    <a:pt x="999" y="3311"/>
                  </a:lnTo>
                  <a:lnTo>
                    <a:pt x="750" y="3467"/>
                  </a:lnTo>
                  <a:lnTo>
                    <a:pt x="531" y="3654"/>
                  </a:lnTo>
                  <a:lnTo>
                    <a:pt x="344" y="3873"/>
                  </a:lnTo>
                  <a:lnTo>
                    <a:pt x="187" y="4092"/>
                  </a:lnTo>
                  <a:lnTo>
                    <a:pt x="94" y="4342"/>
                  </a:lnTo>
                  <a:lnTo>
                    <a:pt x="31" y="4623"/>
                  </a:lnTo>
                  <a:lnTo>
                    <a:pt x="0" y="4904"/>
                  </a:lnTo>
                  <a:lnTo>
                    <a:pt x="63" y="5216"/>
                  </a:lnTo>
                  <a:lnTo>
                    <a:pt x="94" y="5341"/>
                  </a:lnTo>
                  <a:lnTo>
                    <a:pt x="156" y="5497"/>
                  </a:lnTo>
                  <a:lnTo>
                    <a:pt x="250" y="5622"/>
                  </a:lnTo>
                  <a:lnTo>
                    <a:pt x="375" y="5747"/>
                  </a:lnTo>
                  <a:lnTo>
                    <a:pt x="500" y="5841"/>
                  </a:lnTo>
                  <a:lnTo>
                    <a:pt x="656" y="5903"/>
                  </a:lnTo>
                  <a:lnTo>
                    <a:pt x="812" y="5934"/>
                  </a:lnTo>
                  <a:lnTo>
                    <a:pt x="999" y="5934"/>
                  </a:lnTo>
                  <a:lnTo>
                    <a:pt x="1156" y="5872"/>
                  </a:lnTo>
                  <a:lnTo>
                    <a:pt x="1499" y="5809"/>
                  </a:lnTo>
                  <a:lnTo>
                    <a:pt x="1811" y="5684"/>
                  </a:lnTo>
                  <a:lnTo>
                    <a:pt x="2124" y="5528"/>
                  </a:lnTo>
                  <a:lnTo>
                    <a:pt x="2405" y="5372"/>
                  </a:lnTo>
                  <a:lnTo>
                    <a:pt x="2998" y="5060"/>
                  </a:lnTo>
                  <a:lnTo>
                    <a:pt x="3310" y="4904"/>
                  </a:lnTo>
                  <a:lnTo>
                    <a:pt x="3623" y="4748"/>
                  </a:lnTo>
                  <a:lnTo>
                    <a:pt x="3185" y="5122"/>
                  </a:lnTo>
                  <a:lnTo>
                    <a:pt x="2748" y="5528"/>
                  </a:lnTo>
                  <a:lnTo>
                    <a:pt x="2374" y="5997"/>
                  </a:lnTo>
                  <a:lnTo>
                    <a:pt x="2217" y="6215"/>
                  </a:lnTo>
                  <a:lnTo>
                    <a:pt x="2092" y="6465"/>
                  </a:lnTo>
                  <a:lnTo>
                    <a:pt x="1968" y="6715"/>
                  </a:lnTo>
                  <a:lnTo>
                    <a:pt x="1874" y="6965"/>
                  </a:lnTo>
                  <a:lnTo>
                    <a:pt x="1811" y="7215"/>
                  </a:lnTo>
                  <a:lnTo>
                    <a:pt x="1780" y="7496"/>
                  </a:lnTo>
                  <a:lnTo>
                    <a:pt x="1811" y="7746"/>
                  </a:lnTo>
                  <a:lnTo>
                    <a:pt x="1843" y="7995"/>
                  </a:lnTo>
                  <a:lnTo>
                    <a:pt x="1968" y="8245"/>
                  </a:lnTo>
                  <a:lnTo>
                    <a:pt x="2092" y="8495"/>
                  </a:lnTo>
                  <a:lnTo>
                    <a:pt x="2155" y="8558"/>
                  </a:lnTo>
                  <a:lnTo>
                    <a:pt x="2280" y="8682"/>
                  </a:lnTo>
                  <a:lnTo>
                    <a:pt x="2405" y="8776"/>
                  </a:lnTo>
                  <a:lnTo>
                    <a:pt x="2561" y="8839"/>
                  </a:lnTo>
                  <a:lnTo>
                    <a:pt x="2748" y="8870"/>
                  </a:lnTo>
                  <a:lnTo>
                    <a:pt x="2904" y="8870"/>
                  </a:lnTo>
                  <a:lnTo>
                    <a:pt x="3092" y="8839"/>
                  </a:lnTo>
                  <a:lnTo>
                    <a:pt x="3248" y="8776"/>
                  </a:lnTo>
                  <a:lnTo>
                    <a:pt x="3404" y="8682"/>
                  </a:lnTo>
                  <a:lnTo>
                    <a:pt x="3560" y="8558"/>
                  </a:lnTo>
                  <a:lnTo>
                    <a:pt x="3748" y="8433"/>
                  </a:lnTo>
                  <a:lnTo>
                    <a:pt x="4060" y="8058"/>
                  </a:lnTo>
                  <a:lnTo>
                    <a:pt x="4716" y="7246"/>
                  </a:lnTo>
                  <a:lnTo>
                    <a:pt x="5059" y="6871"/>
                  </a:lnTo>
                  <a:lnTo>
                    <a:pt x="5247" y="6684"/>
                  </a:lnTo>
                  <a:lnTo>
                    <a:pt x="5434" y="6528"/>
                  </a:lnTo>
                  <a:lnTo>
                    <a:pt x="5621" y="6403"/>
                  </a:lnTo>
                  <a:lnTo>
                    <a:pt x="5809" y="6309"/>
                  </a:lnTo>
                  <a:lnTo>
                    <a:pt x="6027" y="6247"/>
                  </a:lnTo>
                  <a:lnTo>
                    <a:pt x="6246" y="6215"/>
                  </a:lnTo>
                  <a:lnTo>
                    <a:pt x="6995" y="6559"/>
                  </a:lnTo>
                  <a:lnTo>
                    <a:pt x="7401" y="6715"/>
                  </a:lnTo>
                  <a:lnTo>
                    <a:pt x="7776" y="6840"/>
                  </a:lnTo>
                  <a:lnTo>
                    <a:pt x="7964" y="6871"/>
                  </a:lnTo>
                  <a:lnTo>
                    <a:pt x="8120" y="6871"/>
                  </a:lnTo>
                  <a:lnTo>
                    <a:pt x="8276" y="6809"/>
                  </a:lnTo>
                  <a:lnTo>
                    <a:pt x="8401" y="6746"/>
                  </a:lnTo>
                  <a:lnTo>
                    <a:pt x="8495" y="6621"/>
                  </a:lnTo>
                  <a:lnTo>
                    <a:pt x="8557" y="6434"/>
                  </a:lnTo>
                  <a:lnTo>
                    <a:pt x="8588" y="6184"/>
                  </a:lnTo>
                  <a:lnTo>
                    <a:pt x="8588" y="5903"/>
                  </a:lnTo>
                  <a:lnTo>
                    <a:pt x="8557" y="5622"/>
                  </a:lnTo>
                  <a:lnTo>
                    <a:pt x="8526" y="5341"/>
                  </a:lnTo>
                  <a:lnTo>
                    <a:pt x="8432" y="5091"/>
                  </a:lnTo>
                  <a:lnTo>
                    <a:pt x="8338" y="4810"/>
                  </a:lnTo>
                  <a:lnTo>
                    <a:pt x="8182" y="4560"/>
                  </a:lnTo>
                  <a:lnTo>
                    <a:pt x="8057" y="4279"/>
                  </a:lnTo>
                  <a:lnTo>
                    <a:pt x="7714" y="3779"/>
                  </a:lnTo>
                  <a:lnTo>
                    <a:pt x="7308" y="3311"/>
                  </a:lnTo>
                  <a:lnTo>
                    <a:pt x="6871" y="2843"/>
                  </a:lnTo>
                  <a:lnTo>
                    <a:pt x="6433" y="2437"/>
                  </a:lnTo>
                  <a:lnTo>
                    <a:pt x="5965" y="2062"/>
                  </a:lnTo>
                  <a:lnTo>
                    <a:pt x="5621" y="1781"/>
                  </a:lnTo>
                  <a:lnTo>
                    <a:pt x="5122" y="1406"/>
                  </a:lnTo>
                  <a:lnTo>
                    <a:pt x="4560" y="1000"/>
                  </a:lnTo>
                  <a:lnTo>
                    <a:pt x="3935" y="594"/>
                  </a:lnTo>
                  <a:lnTo>
                    <a:pt x="3591" y="438"/>
                  </a:lnTo>
                  <a:lnTo>
                    <a:pt x="3279" y="282"/>
                  </a:lnTo>
                  <a:lnTo>
                    <a:pt x="2967" y="157"/>
                  </a:lnTo>
                  <a:lnTo>
                    <a:pt x="2655" y="63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9" name="Google Shape;3539;p61"/>
            <p:cNvSpPr/>
            <p:nvPr/>
          </p:nvSpPr>
          <p:spPr>
            <a:xfrm>
              <a:off x="425500" y="3249400"/>
              <a:ext cx="214725" cy="221750"/>
            </a:xfrm>
            <a:custGeom>
              <a:avLst/>
              <a:gdLst/>
              <a:ahLst/>
              <a:cxnLst/>
              <a:rect l="l" t="t" r="r" b="b"/>
              <a:pathLst>
                <a:path w="8589" h="8870" fill="none" extrusionOk="0">
                  <a:moveTo>
                    <a:pt x="6246" y="6215"/>
                  </a:moveTo>
                  <a:lnTo>
                    <a:pt x="6246" y="6215"/>
                  </a:lnTo>
                  <a:lnTo>
                    <a:pt x="6027" y="6247"/>
                  </a:lnTo>
                  <a:lnTo>
                    <a:pt x="5809" y="6309"/>
                  </a:lnTo>
                  <a:lnTo>
                    <a:pt x="5621" y="6403"/>
                  </a:lnTo>
                  <a:lnTo>
                    <a:pt x="5434" y="6528"/>
                  </a:lnTo>
                  <a:lnTo>
                    <a:pt x="5247" y="6684"/>
                  </a:lnTo>
                  <a:lnTo>
                    <a:pt x="5059" y="6871"/>
                  </a:lnTo>
                  <a:lnTo>
                    <a:pt x="4716" y="7246"/>
                  </a:lnTo>
                  <a:lnTo>
                    <a:pt x="4060" y="8058"/>
                  </a:lnTo>
                  <a:lnTo>
                    <a:pt x="3748" y="8433"/>
                  </a:lnTo>
                  <a:lnTo>
                    <a:pt x="3560" y="8558"/>
                  </a:lnTo>
                  <a:lnTo>
                    <a:pt x="3404" y="8682"/>
                  </a:lnTo>
                  <a:lnTo>
                    <a:pt x="3404" y="8682"/>
                  </a:lnTo>
                  <a:lnTo>
                    <a:pt x="3248" y="8776"/>
                  </a:lnTo>
                  <a:lnTo>
                    <a:pt x="3092" y="8839"/>
                  </a:lnTo>
                  <a:lnTo>
                    <a:pt x="2904" y="8870"/>
                  </a:lnTo>
                  <a:lnTo>
                    <a:pt x="2748" y="8870"/>
                  </a:lnTo>
                  <a:lnTo>
                    <a:pt x="2561" y="8839"/>
                  </a:lnTo>
                  <a:lnTo>
                    <a:pt x="2405" y="8776"/>
                  </a:lnTo>
                  <a:lnTo>
                    <a:pt x="2280" y="8682"/>
                  </a:lnTo>
                  <a:lnTo>
                    <a:pt x="2155" y="8558"/>
                  </a:lnTo>
                  <a:lnTo>
                    <a:pt x="2155" y="8558"/>
                  </a:lnTo>
                  <a:lnTo>
                    <a:pt x="2092" y="8495"/>
                  </a:lnTo>
                  <a:lnTo>
                    <a:pt x="2092" y="8495"/>
                  </a:lnTo>
                  <a:lnTo>
                    <a:pt x="1968" y="8245"/>
                  </a:lnTo>
                  <a:lnTo>
                    <a:pt x="1843" y="7995"/>
                  </a:lnTo>
                  <a:lnTo>
                    <a:pt x="1811" y="7746"/>
                  </a:lnTo>
                  <a:lnTo>
                    <a:pt x="1780" y="7496"/>
                  </a:lnTo>
                  <a:lnTo>
                    <a:pt x="1811" y="7215"/>
                  </a:lnTo>
                  <a:lnTo>
                    <a:pt x="1874" y="6965"/>
                  </a:lnTo>
                  <a:lnTo>
                    <a:pt x="1968" y="6715"/>
                  </a:lnTo>
                  <a:lnTo>
                    <a:pt x="2092" y="6465"/>
                  </a:lnTo>
                  <a:lnTo>
                    <a:pt x="2217" y="6215"/>
                  </a:lnTo>
                  <a:lnTo>
                    <a:pt x="2374" y="5997"/>
                  </a:lnTo>
                  <a:lnTo>
                    <a:pt x="2748" y="5528"/>
                  </a:lnTo>
                  <a:lnTo>
                    <a:pt x="3185" y="5122"/>
                  </a:lnTo>
                  <a:lnTo>
                    <a:pt x="3623" y="4748"/>
                  </a:lnTo>
                  <a:lnTo>
                    <a:pt x="3623" y="4748"/>
                  </a:lnTo>
                  <a:lnTo>
                    <a:pt x="3310" y="4904"/>
                  </a:lnTo>
                  <a:lnTo>
                    <a:pt x="2998" y="5060"/>
                  </a:lnTo>
                  <a:lnTo>
                    <a:pt x="2405" y="5372"/>
                  </a:lnTo>
                  <a:lnTo>
                    <a:pt x="2124" y="5528"/>
                  </a:lnTo>
                  <a:lnTo>
                    <a:pt x="1811" y="5684"/>
                  </a:lnTo>
                  <a:lnTo>
                    <a:pt x="1499" y="5809"/>
                  </a:lnTo>
                  <a:lnTo>
                    <a:pt x="1156" y="5872"/>
                  </a:lnTo>
                  <a:lnTo>
                    <a:pt x="1156" y="5872"/>
                  </a:lnTo>
                  <a:lnTo>
                    <a:pt x="999" y="5934"/>
                  </a:lnTo>
                  <a:lnTo>
                    <a:pt x="812" y="5934"/>
                  </a:lnTo>
                  <a:lnTo>
                    <a:pt x="656" y="5903"/>
                  </a:lnTo>
                  <a:lnTo>
                    <a:pt x="500" y="5841"/>
                  </a:lnTo>
                  <a:lnTo>
                    <a:pt x="375" y="5747"/>
                  </a:lnTo>
                  <a:lnTo>
                    <a:pt x="250" y="5622"/>
                  </a:lnTo>
                  <a:lnTo>
                    <a:pt x="156" y="5497"/>
                  </a:lnTo>
                  <a:lnTo>
                    <a:pt x="94" y="5341"/>
                  </a:lnTo>
                  <a:lnTo>
                    <a:pt x="94" y="5341"/>
                  </a:lnTo>
                  <a:lnTo>
                    <a:pt x="63" y="5216"/>
                  </a:lnTo>
                  <a:lnTo>
                    <a:pt x="63" y="5216"/>
                  </a:lnTo>
                  <a:lnTo>
                    <a:pt x="0" y="4904"/>
                  </a:lnTo>
                  <a:lnTo>
                    <a:pt x="31" y="4623"/>
                  </a:lnTo>
                  <a:lnTo>
                    <a:pt x="94" y="4342"/>
                  </a:lnTo>
                  <a:lnTo>
                    <a:pt x="187" y="4092"/>
                  </a:lnTo>
                  <a:lnTo>
                    <a:pt x="344" y="3873"/>
                  </a:lnTo>
                  <a:lnTo>
                    <a:pt x="531" y="3654"/>
                  </a:lnTo>
                  <a:lnTo>
                    <a:pt x="750" y="3467"/>
                  </a:lnTo>
                  <a:lnTo>
                    <a:pt x="999" y="3311"/>
                  </a:lnTo>
                  <a:lnTo>
                    <a:pt x="1249" y="3186"/>
                  </a:lnTo>
                  <a:lnTo>
                    <a:pt x="1530" y="3030"/>
                  </a:lnTo>
                  <a:lnTo>
                    <a:pt x="1843" y="2936"/>
                  </a:lnTo>
                  <a:lnTo>
                    <a:pt x="2124" y="2843"/>
                  </a:lnTo>
                  <a:lnTo>
                    <a:pt x="2748" y="2718"/>
                  </a:lnTo>
                  <a:lnTo>
                    <a:pt x="3342" y="2686"/>
                  </a:lnTo>
                  <a:lnTo>
                    <a:pt x="3342" y="2686"/>
                  </a:lnTo>
                  <a:lnTo>
                    <a:pt x="2592" y="2155"/>
                  </a:lnTo>
                  <a:lnTo>
                    <a:pt x="2186" y="1843"/>
                  </a:lnTo>
                  <a:lnTo>
                    <a:pt x="1811" y="1468"/>
                  </a:lnTo>
                  <a:lnTo>
                    <a:pt x="1624" y="1281"/>
                  </a:lnTo>
                  <a:lnTo>
                    <a:pt x="1499" y="1094"/>
                  </a:lnTo>
                  <a:lnTo>
                    <a:pt x="1405" y="938"/>
                  </a:lnTo>
                  <a:lnTo>
                    <a:pt x="1343" y="750"/>
                  </a:lnTo>
                  <a:lnTo>
                    <a:pt x="1312" y="594"/>
                  </a:lnTo>
                  <a:lnTo>
                    <a:pt x="1374" y="407"/>
                  </a:lnTo>
                  <a:lnTo>
                    <a:pt x="1468" y="282"/>
                  </a:lnTo>
                  <a:lnTo>
                    <a:pt x="1624" y="126"/>
                  </a:lnTo>
                  <a:lnTo>
                    <a:pt x="1624" y="126"/>
                  </a:lnTo>
                  <a:lnTo>
                    <a:pt x="1843" y="32"/>
                  </a:lnTo>
                  <a:lnTo>
                    <a:pt x="2092" y="1"/>
                  </a:lnTo>
                  <a:lnTo>
                    <a:pt x="2374" y="1"/>
                  </a:lnTo>
                  <a:lnTo>
                    <a:pt x="2655" y="63"/>
                  </a:lnTo>
                  <a:lnTo>
                    <a:pt x="2967" y="157"/>
                  </a:lnTo>
                  <a:lnTo>
                    <a:pt x="3279" y="282"/>
                  </a:lnTo>
                  <a:lnTo>
                    <a:pt x="3591" y="438"/>
                  </a:lnTo>
                  <a:lnTo>
                    <a:pt x="3935" y="594"/>
                  </a:lnTo>
                  <a:lnTo>
                    <a:pt x="4560" y="1000"/>
                  </a:lnTo>
                  <a:lnTo>
                    <a:pt x="5122" y="1406"/>
                  </a:lnTo>
                  <a:lnTo>
                    <a:pt x="5621" y="1781"/>
                  </a:lnTo>
                  <a:lnTo>
                    <a:pt x="5965" y="2062"/>
                  </a:lnTo>
                  <a:lnTo>
                    <a:pt x="5965" y="2062"/>
                  </a:lnTo>
                  <a:lnTo>
                    <a:pt x="6433" y="2437"/>
                  </a:lnTo>
                  <a:lnTo>
                    <a:pt x="6871" y="2843"/>
                  </a:lnTo>
                  <a:lnTo>
                    <a:pt x="7308" y="3311"/>
                  </a:lnTo>
                  <a:lnTo>
                    <a:pt x="7714" y="3779"/>
                  </a:lnTo>
                  <a:lnTo>
                    <a:pt x="8057" y="4279"/>
                  </a:lnTo>
                  <a:lnTo>
                    <a:pt x="8182" y="4560"/>
                  </a:lnTo>
                  <a:lnTo>
                    <a:pt x="8338" y="4810"/>
                  </a:lnTo>
                  <a:lnTo>
                    <a:pt x="8432" y="5091"/>
                  </a:lnTo>
                  <a:lnTo>
                    <a:pt x="8526" y="5341"/>
                  </a:lnTo>
                  <a:lnTo>
                    <a:pt x="8557" y="5622"/>
                  </a:lnTo>
                  <a:lnTo>
                    <a:pt x="8588" y="5903"/>
                  </a:lnTo>
                  <a:lnTo>
                    <a:pt x="8588" y="5903"/>
                  </a:lnTo>
                  <a:lnTo>
                    <a:pt x="8588" y="6184"/>
                  </a:lnTo>
                  <a:lnTo>
                    <a:pt x="8557" y="6434"/>
                  </a:lnTo>
                  <a:lnTo>
                    <a:pt x="8495" y="6621"/>
                  </a:lnTo>
                  <a:lnTo>
                    <a:pt x="8401" y="6746"/>
                  </a:lnTo>
                  <a:lnTo>
                    <a:pt x="8276" y="6809"/>
                  </a:lnTo>
                  <a:lnTo>
                    <a:pt x="8120" y="6871"/>
                  </a:lnTo>
                  <a:lnTo>
                    <a:pt x="7964" y="6871"/>
                  </a:lnTo>
                  <a:lnTo>
                    <a:pt x="7776" y="6840"/>
                  </a:lnTo>
                  <a:lnTo>
                    <a:pt x="7401" y="6715"/>
                  </a:lnTo>
                  <a:lnTo>
                    <a:pt x="6995" y="6559"/>
                  </a:lnTo>
                  <a:lnTo>
                    <a:pt x="6246" y="62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0" name="Google Shape;3540;p61"/>
            <p:cNvSpPr/>
            <p:nvPr/>
          </p:nvSpPr>
          <p:spPr>
            <a:xfrm>
              <a:off x="425500" y="3249400"/>
              <a:ext cx="214725" cy="221750"/>
            </a:xfrm>
            <a:custGeom>
              <a:avLst/>
              <a:gdLst/>
              <a:ahLst/>
              <a:cxnLst/>
              <a:rect l="l" t="t" r="r" b="b"/>
              <a:pathLst>
                <a:path w="8589" h="8870" extrusionOk="0">
                  <a:moveTo>
                    <a:pt x="2186" y="1"/>
                  </a:moveTo>
                  <a:lnTo>
                    <a:pt x="1905" y="32"/>
                  </a:lnTo>
                  <a:lnTo>
                    <a:pt x="1749" y="63"/>
                  </a:lnTo>
                  <a:lnTo>
                    <a:pt x="1624" y="126"/>
                  </a:lnTo>
                  <a:lnTo>
                    <a:pt x="1499" y="250"/>
                  </a:lnTo>
                  <a:lnTo>
                    <a:pt x="1405" y="375"/>
                  </a:lnTo>
                  <a:lnTo>
                    <a:pt x="1343" y="500"/>
                  </a:lnTo>
                  <a:lnTo>
                    <a:pt x="1312" y="625"/>
                  </a:lnTo>
                  <a:lnTo>
                    <a:pt x="1343" y="750"/>
                  </a:lnTo>
                  <a:lnTo>
                    <a:pt x="1374" y="906"/>
                  </a:lnTo>
                  <a:lnTo>
                    <a:pt x="1468" y="1031"/>
                  </a:lnTo>
                  <a:lnTo>
                    <a:pt x="1562" y="1187"/>
                  </a:lnTo>
                  <a:lnTo>
                    <a:pt x="1811" y="1468"/>
                  </a:lnTo>
                  <a:lnTo>
                    <a:pt x="2092" y="1781"/>
                  </a:lnTo>
                  <a:lnTo>
                    <a:pt x="2436" y="2031"/>
                  </a:lnTo>
                  <a:lnTo>
                    <a:pt x="2780" y="2280"/>
                  </a:lnTo>
                  <a:lnTo>
                    <a:pt x="3342" y="2686"/>
                  </a:lnTo>
                  <a:lnTo>
                    <a:pt x="2780" y="2718"/>
                  </a:lnTo>
                  <a:lnTo>
                    <a:pt x="2249" y="2811"/>
                  </a:lnTo>
                  <a:lnTo>
                    <a:pt x="1686" y="2999"/>
                  </a:lnTo>
                  <a:lnTo>
                    <a:pt x="1405" y="3092"/>
                  </a:lnTo>
                  <a:lnTo>
                    <a:pt x="1156" y="3217"/>
                  </a:lnTo>
                  <a:lnTo>
                    <a:pt x="906" y="3373"/>
                  </a:lnTo>
                  <a:lnTo>
                    <a:pt x="687" y="3530"/>
                  </a:lnTo>
                  <a:lnTo>
                    <a:pt x="500" y="3686"/>
                  </a:lnTo>
                  <a:lnTo>
                    <a:pt x="344" y="3873"/>
                  </a:lnTo>
                  <a:lnTo>
                    <a:pt x="187" y="4092"/>
                  </a:lnTo>
                  <a:lnTo>
                    <a:pt x="94" y="4310"/>
                  </a:lnTo>
                  <a:lnTo>
                    <a:pt x="31" y="4560"/>
                  </a:lnTo>
                  <a:lnTo>
                    <a:pt x="0" y="4810"/>
                  </a:lnTo>
                  <a:lnTo>
                    <a:pt x="31" y="5029"/>
                  </a:lnTo>
                  <a:lnTo>
                    <a:pt x="63" y="5216"/>
                  </a:lnTo>
                  <a:lnTo>
                    <a:pt x="94" y="5341"/>
                  </a:lnTo>
                  <a:lnTo>
                    <a:pt x="125" y="5466"/>
                  </a:lnTo>
                  <a:lnTo>
                    <a:pt x="219" y="5591"/>
                  </a:lnTo>
                  <a:lnTo>
                    <a:pt x="312" y="5684"/>
                  </a:lnTo>
                  <a:lnTo>
                    <a:pt x="406" y="5778"/>
                  </a:lnTo>
                  <a:lnTo>
                    <a:pt x="500" y="5841"/>
                  </a:lnTo>
                  <a:lnTo>
                    <a:pt x="625" y="5872"/>
                  </a:lnTo>
                  <a:lnTo>
                    <a:pt x="781" y="5903"/>
                  </a:lnTo>
                  <a:lnTo>
                    <a:pt x="906" y="5934"/>
                  </a:lnTo>
                  <a:lnTo>
                    <a:pt x="1031" y="5903"/>
                  </a:lnTo>
                  <a:lnTo>
                    <a:pt x="1156" y="5872"/>
                  </a:lnTo>
                  <a:lnTo>
                    <a:pt x="1499" y="5809"/>
                  </a:lnTo>
                  <a:lnTo>
                    <a:pt x="1811" y="5684"/>
                  </a:lnTo>
                  <a:lnTo>
                    <a:pt x="2124" y="5528"/>
                  </a:lnTo>
                  <a:lnTo>
                    <a:pt x="2405" y="5372"/>
                  </a:lnTo>
                  <a:lnTo>
                    <a:pt x="2998" y="5060"/>
                  </a:lnTo>
                  <a:lnTo>
                    <a:pt x="3310" y="4904"/>
                  </a:lnTo>
                  <a:lnTo>
                    <a:pt x="3623" y="4748"/>
                  </a:lnTo>
                  <a:lnTo>
                    <a:pt x="3279" y="5029"/>
                  </a:lnTo>
                  <a:lnTo>
                    <a:pt x="2936" y="5341"/>
                  </a:lnTo>
                  <a:lnTo>
                    <a:pt x="2655" y="5653"/>
                  </a:lnTo>
                  <a:lnTo>
                    <a:pt x="2374" y="5997"/>
                  </a:lnTo>
                  <a:lnTo>
                    <a:pt x="2124" y="6371"/>
                  </a:lnTo>
                  <a:lnTo>
                    <a:pt x="1936" y="6746"/>
                  </a:lnTo>
                  <a:lnTo>
                    <a:pt x="1843" y="7152"/>
                  </a:lnTo>
                  <a:lnTo>
                    <a:pt x="1811" y="7340"/>
                  </a:lnTo>
                  <a:lnTo>
                    <a:pt x="1780" y="7527"/>
                  </a:lnTo>
                  <a:lnTo>
                    <a:pt x="1811" y="7777"/>
                  </a:lnTo>
                  <a:lnTo>
                    <a:pt x="1874" y="8027"/>
                  </a:lnTo>
                  <a:lnTo>
                    <a:pt x="1968" y="8245"/>
                  </a:lnTo>
                  <a:lnTo>
                    <a:pt x="2092" y="8495"/>
                  </a:lnTo>
                  <a:lnTo>
                    <a:pt x="2155" y="8558"/>
                  </a:lnTo>
                  <a:lnTo>
                    <a:pt x="2280" y="8682"/>
                  </a:lnTo>
                  <a:lnTo>
                    <a:pt x="2467" y="8807"/>
                  </a:lnTo>
                  <a:lnTo>
                    <a:pt x="2655" y="8870"/>
                  </a:lnTo>
                  <a:lnTo>
                    <a:pt x="2998" y="8870"/>
                  </a:lnTo>
                  <a:lnTo>
                    <a:pt x="3123" y="8839"/>
                  </a:lnTo>
                  <a:lnTo>
                    <a:pt x="3279" y="8776"/>
                  </a:lnTo>
                  <a:lnTo>
                    <a:pt x="3404" y="8682"/>
                  </a:lnTo>
                  <a:lnTo>
                    <a:pt x="3560" y="8558"/>
                  </a:lnTo>
                  <a:lnTo>
                    <a:pt x="3748" y="8433"/>
                  </a:lnTo>
                  <a:lnTo>
                    <a:pt x="4060" y="8058"/>
                  </a:lnTo>
                  <a:lnTo>
                    <a:pt x="4716" y="7246"/>
                  </a:lnTo>
                  <a:lnTo>
                    <a:pt x="5059" y="6871"/>
                  </a:lnTo>
                  <a:lnTo>
                    <a:pt x="5247" y="6684"/>
                  </a:lnTo>
                  <a:lnTo>
                    <a:pt x="5434" y="6528"/>
                  </a:lnTo>
                  <a:lnTo>
                    <a:pt x="5621" y="6403"/>
                  </a:lnTo>
                  <a:lnTo>
                    <a:pt x="5809" y="6309"/>
                  </a:lnTo>
                  <a:lnTo>
                    <a:pt x="6027" y="6247"/>
                  </a:lnTo>
                  <a:lnTo>
                    <a:pt x="6246" y="6215"/>
                  </a:lnTo>
                  <a:lnTo>
                    <a:pt x="6683" y="6403"/>
                  </a:lnTo>
                  <a:lnTo>
                    <a:pt x="7120" y="6621"/>
                  </a:lnTo>
                  <a:lnTo>
                    <a:pt x="7589" y="6777"/>
                  </a:lnTo>
                  <a:lnTo>
                    <a:pt x="7807" y="6840"/>
                  </a:lnTo>
                  <a:lnTo>
                    <a:pt x="8026" y="6871"/>
                  </a:lnTo>
                  <a:lnTo>
                    <a:pt x="8151" y="6840"/>
                  </a:lnTo>
                  <a:lnTo>
                    <a:pt x="8245" y="6809"/>
                  </a:lnTo>
                  <a:lnTo>
                    <a:pt x="8338" y="6777"/>
                  </a:lnTo>
                  <a:lnTo>
                    <a:pt x="8432" y="6684"/>
                  </a:lnTo>
                  <a:lnTo>
                    <a:pt x="8495" y="6590"/>
                  </a:lnTo>
                  <a:lnTo>
                    <a:pt x="8557" y="6434"/>
                  </a:lnTo>
                  <a:lnTo>
                    <a:pt x="8588" y="6247"/>
                  </a:lnTo>
                  <a:lnTo>
                    <a:pt x="8588" y="6059"/>
                  </a:lnTo>
                  <a:lnTo>
                    <a:pt x="8588" y="5903"/>
                  </a:lnTo>
                  <a:lnTo>
                    <a:pt x="8557" y="5622"/>
                  </a:lnTo>
                  <a:lnTo>
                    <a:pt x="8526" y="5341"/>
                  </a:lnTo>
                  <a:lnTo>
                    <a:pt x="8432" y="5091"/>
                  </a:lnTo>
                  <a:lnTo>
                    <a:pt x="8338" y="4810"/>
                  </a:lnTo>
                  <a:lnTo>
                    <a:pt x="8182" y="4560"/>
                  </a:lnTo>
                  <a:lnTo>
                    <a:pt x="8057" y="4279"/>
                  </a:lnTo>
                  <a:lnTo>
                    <a:pt x="7714" y="3779"/>
                  </a:lnTo>
                  <a:lnTo>
                    <a:pt x="7308" y="3311"/>
                  </a:lnTo>
                  <a:lnTo>
                    <a:pt x="6871" y="2843"/>
                  </a:lnTo>
                  <a:lnTo>
                    <a:pt x="6433" y="2437"/>
                  </a:lnTo>
                  <a:lnTo>
                    <a:pt x="5965" y="2062"/>
                  </a:lnTo>
                  <a:lnTo>
                    <a:pt x="5278" y="1500"/>
                  </a:lnTo>
                  <a:lnTo>
                    <a:pt x="4809" y="1156"/>
                  </a:lnTo>
                  <a:lnTo>
                    <a:pt x="4279" y="813"/>
                  </a:lnTo>
                  <a:lnTo>
                    <a:pt x="3748" y="500"/>
                  </a:lnTo>
                  <a:lnTo>
                    <a:pt x="3185" y="250"/>
                  </a:lnTo>
                  <a:lnTo>
                    <a:pt x="2936" y="157"/>
                  </a:lnTo>
                  <a:lnTo>
                    <a:pt x="2686" y="63"/>
                  </a:lnTo>
                  <a:lnTo>
                    <a:pt x="2436" y="32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1" name="Google Shape;3541;p61"/>
            <p:cNvSpPr/>
            <p:nvPr/>
          </p:nvSpPr>
          <p:spPr>
            <a:xfrm>
              <a:off x="425500" y="3249400"/>
              <a:ext cx="214725" cy="221750"/>
            </a:xfrm>
            <a:custGeom>
              <a:avLst/>
              <a:gdLst/>
              <a:ahLst/>
              <a:cxnLst/>
              <a:rect l="l" t="t" r="r" b="b"/>
              <a:pathLst>
                <a:path w="8589" h="8870" fill="none" extrusionOk="0">
                  <a:moveTo>
                    <a:pt x="2186" y="1"/>
                  </a:moveTo>
                  <a:lnTo>
                    <a:pt x="2186" y="1"/>
                  </a:lnTo>
                  <a:lnTo>
                    <a:pt x="1905" y="32"/>
                  </a:lnTo>
                  <a:lnTo>
                    <a:pt x="1749" y="63"/>
                  </a:lnTo>
                  <a:lnTo>
                    <a:pt x="1624" y="126"/>
                  </a:lnTo>
                  <a:lnTo>
                    <a:pt x="1624" y="126"/>
                  </a:lnTo>
                  <a:lnTo>
                    <a:pt x="1499" y="250"/>
                  </a:lnTo>
                  <a:lnTo>
                    <a:pt x="1405" y="375"/>
                  </a:lnTo>
                  <a:lnTo>
                    <a:pt x="1343" y="500"/>
                  </a:lnTo>
                  <a:lnTo>
                    <a:pt x="1312" y="625"/>
                  </a:lnTo>
                  <a:lnTo>
                    <a:pt x="1312" y="625"/>
                  </a:lnTo>
                  <a:lnTo>
                    <a:pt x="1343" y="750"/>
                  </a:lnTo>
                  <a:lnTo>
                    <a:pt x="1374" y="906"/>
                  </a:lnTo>
                  <a:lnTo>
                    <a:pt x="1468" y="1031"/>
                  </a:lnTo>
                  <a:lnTo>
                    <a:pt x="1562" y="1187"/>
                  </a:lnTo>
                  <a:lnTo>
                    <a:pt x="1811" y="1468"/>
                  </a:lnTo>
                  <a:lnTo>
                    <a:pt x="2092" y="1781"/>
                  </a:lnTo>
                  <a:lnTo>
                    <a:pt x="2436" y="2031"/>
                  </a:lnTo>
                  <a:lnTo>
                    <a:pt x="2780" y="2280"/>
                  </a:lnTo>
                  <a:lnTo>
                    <a:pt x="3342" y="2686"/>
                  </a:lnTo>
                  <a:lnTo>
                    <a:pt x="3342" y="2686"/>
                  </a:lnTo>
                  <a:lnTo>
                    <a:pt x="3342" y="2686"/>
                  </a:lnTo>
                  <a:lnTo>
                    <a:pt x="3342" y="2686"/>
                  </a:lnTo>
                  <a:lnTo>
                    <a:pt x="2780" y="2718"/>
                  </a:lnTo>
                  <a:lnTo>
                    <a:pt x="2249" y="2811"/>
                  </a:lnTo>
                  <a:lnTo>
                    <a:pt x="1686" y="2999"/>
                  </a:lnTo>
                  <a:lnTo>
                    <a:pt x="1405" y="3092"/>
                  </a:lnTo>
                  <a:lnTo>
                    <a:pt x="1156" y="3217"/>
                  </a:lnTo>
                  <a:lnTo>
                    <a:pt x="906" y="3373"/>
                  </a:lnTo>
                  <a:lnTo>
                    <a:pt x="687" y="3530"/>
                  </a:lnTo>
                  <a:lnTo>
                    <a:pt x="500" y="3686"/>
                  </a:lnTo>
                  <a:lnTo>
                    <a:pt x="344" y="3873"/>
                  </a:lnTo>
                  <a:lnTo>
                    <a:pt x="187" y="4092"/>
                  </a:lnTo>
                  <a:lnTo>
                    <a:pt x="94" y="4310"/>
                  </a:lnTo>
                  <a:lnTo>
                    <a:pt x="31" y="4560"/>
                  </a:lnTo>
                  <a:lnTo>
                    <a:pt x="0" y="4810"/>
                  </a:lnTo>
                  <a:lnTo>
                    <a:pt x="0" y="4810"/>
                  </a:lnTo>
                  <a:lnTo>
                    <a:pt x="31" y="5029"/>
                  </a:lnTo>
                  <a:lnTo>
                    <a:pt x="63" y="5216"/>
                  </a:lnTo>
                  <a:lnTo>
                    <a:pt x="63" y="5216"/>
                  </a:lnTo>
                  <a:lnTo>
                    <a:pt x="94" y="5341"/>
                  </a:lnTo>
                  <a:lnTo>
                    <a:pt x="94" y="5341"/>
                  </a:lnTo>
                  <a:lnTo>
                    <a:pt x="125" y="5466"/>
                  </a:lnTo>
                  <a:lnTo>
                    <a:pt x="219" y="5591"/>
                  </a:lnTo>
                  <a:lnTo>
                    <a:pt x="312" y="5684"/>
                  </a:lnTo>
                  <a:lnTo>
                    <a:pt x="406" y="5778"/>
                  </a:lnTo>
                  <a:lnTo>
                    <a:pt x="500" y="5841"/>
                  </a:lnTo>
                  <a:lnTo>
                    <a:pt x="625" y="5872"/>
                  </a:lnTo>
                  <a:lnTo>
                    <a:pt x="781" y="5903"/>
                  </a:lnTo>
                  <a:lnTo>
                    <a:pt x="906" y="5934"/>
                  </a:lnTo>
                  <a:lnTo>
                    <a:pt x="906" y="5934"/>
                  </a:lnTo>
                  <a:lnTo>
                    <a:pt x="1031" y="5903"/>
                  </a:lnTo>
                  <a:lnTo>
                    <a:pt x="1156" y="5872"/>
                  </a:lnTo>
                  <a:lnTo>
                    <a:pt x="1156" y="5872"/>
                  </a:lnTo>
                  <a:lnTo>
                    <a:pt x="1499" y="5809"/>
                  </a:lnTo>
                  <a:lnTo>
                    <a:pt x="1811" y="5684"/>
                  </a:lnTo>
                  <a:lnTo>
                    <a:pt x="2124" y="5528"/>
                  </a:lnTo>
                  <a:lnTo>
                    <a:pt x="2405" y="5372"/>
                  </a:lnTo>
                  <a:lnTo>
                    <a:pt x="2998" y="5060"/>
                  </a:lnTo>
                  <a:lnTo>
                    <a:pt x="3310" y="4904"/>
                  </a:lnTo>
                  <a:lnTo>
                    <a:pt x="3623" y="4748"/>
                  </a:lnTo>
                  <a:lnTo>
                    <a:pt x="3623" y="4748"/>
                  </a:lnTo>
                  <a:lnTo>
                    <a:pt x="3623" y="4748"/>
                  </a:lnTo>
                  <a:lnTo>
                    <a:pt x="3623" y="4748"/>
                  </a:lnTo>
                  <a:lnTo>
                    <a:pt x="3279" y="5029"/>
                  </a:lnTo>
                  <a:lnTo>
                    <a:pt x="2936" y="5341"/>
                  </a:lnTo>
                  <a:lnTo>
                    <a:pt x="2655" y="5653"/>
                  </a:lnTo>
                  <a:lnTo>
                    <a:pt x="2374" y="5997"/>
                  </a:lnTo>
                  <a:lnTo>
                    <a:pt x="2124" y="6371"/>
                  </a:lnTo>
                  <a:lnTo>
                    <a:pt x="1936" y="6746"/>
                  </a:lnTo>
                  <a:lnTo>
                    <a:pt x="1843" y="7152"/>
                  </a:lnTo>
                  <a:lnTo>
                    <a:pt x="1811" y="7340"/>
                  </a:lnTo>
                  <a:lnTo>
                    <a:pt x="1780" y="7527"/>
                  </a:lnTo>
                  <a:lnTo>
                    <a:pt x="1780" y="7527"/>
                  </a:lnTo>
                  <a:lnTo>
                    <a:pt x="1811" y="7777"/>
                  </a:lnTo>
                  <a:lnTo>
                    <a:pt x="1874" y="8027"/>
                  </a:lnTo>
                  <a:lnTo>
                    <a:pt x="1968" y="8245"/>
                  </a:lnTo>
                  <a:lnTo>
                    <a:pt x="2092" y="8495"/>
                  </a:lnTo>
                  <a:lnTo>
                    <a:pt x="2092" y="8495"/>
                  </a:lnTo>
                  <a:lnTo>
                    <a:pt x="2155" y="8558"/>
                  </a:lnTo>
                  <a:lnTo>
                    <a:pt x="2155" y="8558"/>
                  </a:lnTo>
                  <a:lnTo>
                    <a:pt x="2280" y="8682"/>
                  </a:lnTo>
                  <a:lnTo>
                    <a:pt x="2467" y="8807"/>
                  </a:lnTo>
                  <a:lnTo>
                    <a:pt x="2655" y="8870"/>
                  </a:lnTo>
                  <a:lnTo>
                    <a:pt x="2842" y="8870"/>
                  </a:lnTo>
                  <a:lnTo>
                    <a:pt x="2842" y="8870"/>
                  </a:lnTo>
                  <a:lnTo>
                    <a:pt x="2998" y="8870"/>
                  </a:lnTo>
                  <a:lnTo>
                    <a:pt x="3123" y="8839"/>
                  </a:lnTo>
                  <a:lnTo>
                    <a:pt x="3279" y="8776"/>
                  </a:lnTo>
                  <a:lnTo>
                    <a:pt x="3404" y="8682"/>
                  </a:lnTo>
                  <a:lnTo>
                    <a:pt x="3404" y="8682"/>
                  </a:lnTo>
                  <a:lnTo>
                    <a:pt x="3560" y="8558"/>
                  </a:lnTo>
                  <a:lnTo>
                    <a:pt x="3748" y="8433"/>
                  </a:lnTo>
                  <a:lnTo>
                    <a:pt x="4060" y="8058"/>
                  </a:lnTo>
                  <a:lnTo>
                    <a:pt x="4716" y="7246"/>
                  </a:lnTo>
                  <a:lnTo>
                    <a:pt x="5059" y="6871"/>
                  </a:lnTo>
                  <a:lnTo>
                    <a:pt x="5247" y="6684"/>
                  </a:lnTo>
                  <a:lnTo>
                    <a:pt x="5434" y="6528"/>
                  </a:lnTo>
                  <a:lnTo>
                    <a:pt x="5621" y="6403"/>
                  </a:lnTo>
                  <a:lnTo>
                    <a:pt x="5809" y="6309"/>
                  </a:lnTo>
                  <a:lnTo>
                    <a:pt x="6027" y="6247"/>
                  </a:lnTo>
                  <a:lnTo>
                    <a:pt x="6246" y="6215"/>
                  </a:lnTo>
                  <a:lnTo>
                    <a:pt x="6246" y="6215"/>
                  </a:lnTo>
                  <a:lnTo>
                    <a:pt x="6683" y="6403"/>
                  </a:lnTo>
                  <a:lnTo>
                    <a:pt x="7120" y="6621"/>
                  </a:lnTo>
                  <a:lnTo>
                    <a:pt x="7589" y="6777"/>
                  </a:lnTo>
                  <a:lnTo>
                    <a:pt x="7807" y="6840"/>
                  </a:lnTo>
                  <a:lnTo>
                    <a:pt x="8026" y="6871"/>
                  </a:lnTo>
                  <a:lnTo>
                    <a:pt x="8026" y="6871"/>
                  </a:lnTo>
                  <a:lnTo>
                    <a:pt x="8151" y="6840"/>
                  </a:lnTo>
                  <a:lnTo>
                    <a:pt x="8245" y="6809"/>
                  </a:lnTo>
                  <a:lnTo>
                    <a:pt x="8338" y="6777"/>
                  </a:lnTo>
                  <a:lnTo>
                    <a:pt x="8432" y="6684"/>
                  </a:lnTo>
                  <a:lnTo>
                    <a:pt x="8495" y="6590"/>
                  </a:lnTo>
                  <a:lnTo>
                    <a:pt x="8557" y="6434"/>
                  </a:lnTo>
                  <a:lnTo>
                    <a:pt x="8588" y="6247"/>
                  </a:lnTo>
                  <a:lnTo>
                    <a:pt x="8588" y="6059"/>
                  </a:lnTo>
                  <a:lnTo>
                    <a:pt x="8588" y="6059"/>
                  </a:lnTo>
                  <a:lnTo>
                    <a:pt x="8588" y="5903"/>
                  </a:lnTo>
                  <a:lnTo>
                    <a:pt x="8588" y="5903"/>
                  </a:lnTo>
                  <a:lnTo>
                    <a:pt x="8557" y="5622"/>
                  </a:lnTo>
                  <a:lnTo>
                    <a:pt x="8526" y="5341"/>
                  </a:lnTo>
                  <a:lnTo>
                    <a:pt x="8432" y="5091"/>
                  </a:lnTo>
                  <a:lnTo>
                    <a:pt x="8338" y="4810"/>
                  </a:lnTo>
                  <a:lnTo>
                    <a:pt x="8182" y="4560"/>
                  </a:lnTo>
                  <a:lnTo>
                    <a:pt x="8057" y="4279"/>
                  </a:lnTo>
                  <a:lnTo>
                    <a:pt x="7714" y="3779"/>
                  </a:lnTo>
                  <a:lnTo>
                    <a:pt x="7308" y="3311"/>
                  </a:lnTo>
                  <a:lnTo>
                    <a:pt x="6871" y="2843"/>
                  </a:lnTo>
                  <a:lnTo>
                    <a:pt x="6433" y="2437"/>
                  </a:lnTo>
                  <a:lnTo>
                    <a:pt x="5965" y="2062"/>
                  </a:lnTo>
                  <a:lnTo>
                    <a:pt x="5965" y="2062"/>
                  </a:lnTo>
                  <a:lnTo>
                    <a:pt x="5278" y="1500"/>
                  </a:lnTo>
                  <a:lnTo>
                    <a:pt x="4809" y="1156"/>
                  </a:lnTo>
                  <a:lnTo>
                    <a:pt x="4279" y="813"/>
                  </a:lnTo>
                  <a:lnTo>
                    <a:pt x="3748" y="500"/>
                  </a:lnTo>
                  <a:lnTo>
                    <a:pt x="3185" y="250"/>
                  </a:lnTo>
                  <a:lnTo>
                    <a:pt x="2936" y="157"/>
                  </a:lnTo>
                  <a:lnTo>
                    <a:pt x="2686" y="63"/>
                  </a:lnTo>
                  <a:lnTo>
                    <a:pt x="2436" y="32"/>
                  </a:lnTo>
                  <a:lnTo>
                    <a:pt x="218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2" name="Google Shape;3542;p61"/>
            <p:cNvSpPr/>
            <p:nvPr/>
          </p:nvSpPr>
          <p:spPr>
            <a:xfrm>
              <a:off x="467650" y="3289225"/>
              <a:ext cx="174900" cy="133525"/>
            </a:xfrm>
            <a:custGeom>
              <a:avLst/>
              <a:gdLst/>
              <a:ahLst/>
              <a:cxnLst/>
              <a:rect l="l" t="t" r="r" b="b"/>
              <a:pathLst>
                <a:path w="6996" h="5341" extrusionOk="0">
                  <a:moveTo>
                    <a:pt x="875" y="0"/>
                  </a:moveTo>
                  <a:lnTo>
                    <a:pt x="594" y="32"/>
                  </a:lnTo>
                  <a:lnTo>
                    <a:pt x="375" y="94"/>
                  </a:lnTo>
                  <a:lnTo>
                    <a:pt x="188" y="219"/>
                  </a:lnTo>
                  <a:lnTo>
                    <a:pt x="125" y="281"/>
                  </a:lnTo>
                  <a:lnTo>
                    <a:pt x="63" y="375"/>
                  </a:lnTo>
                  <a:lnTo>
                    <a:pt x="32" y="469"/>
                  </a:lnTo>
                  <a:lnTo>
                    <a:pt x="0" y="594"/>
                  </a:lnTo>
                  <a:lnTo>
                    <a:pt x="32" y="812"/>
                  </a:lnTo>
                  <a:lnTo>
                    <a:pt x="94" y="1000"/>
                  </a:lnTo>
                  <a:lnTo>
                    <a:pt x="188" y="1156"/>
                  </a:lnTo>
                  <a:lnTo>
                    <a:pt x="344" y="1312"/>
                  </a:lnTo>
                  <a:lnTo>
                    <a:pt x="531" y="1468"/>
                  </a:lnTo>
                  <a:lnTo>
                    <a:pt x="719" y="1624"/>
                  </a:lnTo>
                  <a:lnTo>
                    <a:pt x="1218" y="1843"/>
                  </a:lnTo>
                  <a:lnTo>
                    <a:pt x="1749" y="2061"/>
                  </a:lnTo>
                  <a:lnTo>
                    <a:pt x="2311" y="2249"/>
                  </a:lnTo>
                  <a:lnTo>
                    <a:pt x="3311" y="2530"/>
                  </a:lnTo>
                  <a:lnTo>
                    <a:pt x="2780" y="2592"/>
                  </a:lnTo>
                  <a:lnTo>
                    <a:pt x="2218" y="2749"/>
                  </a:lnTo>
                  <a:lnTo>
                    <a:pt x="1656" y="2936"/>
                  </a:lnTo>
                  <a:lnTo>
                    <a:pt x="1125" y="3186"/>
                  </a:lnTo>
                  <a:lnTo>
                    <a:pt x="875" y="3342"/>
                  </a:lnTo>
                  <a:lnTo>
                    <a:pt x="656" y="3498"/>
                  </a:lnTo>
                  <a:lnTo>
                    <a:pt x="469" y="3654"/>
                  </a:lnTo>
                  <a:lnTo>
                    <a:pt x="344" y="3842"/>
                  </a:lnTo>
                  <a:lnTo>
                    <a:pt x="219" y="4029"/>
                  </a:lnTo>
                  <a:lnTo>
                    <a:pt x="188" y="4216"/>
                  </a:lnTo>
                  <a:lnTo>
                    <a:pt x="188" y="4435"/>
                  </a:lnTo>
                  <a:lnTo>
                    <a:pt x="250" y="4622"/>
                  </a:lnTo>
                  <a:lnTo>
                    <a:pt x="313" y="4716"/>
                  </a:lnTo>
                  <a:lnTo>
                    <a:pt x="438" y="4778"/>
                  </a:lnTo>
                  <a:lnTo>
                    <a:pt x="625" y="4810"/>
                  </a:lnTo>
                  <a:lnTo>
                    <a:pt x="844" y="4810"/>
                  </a:lnTo>
                  <a:lnTo>
                    <a:pt x="1437" y="4778"/>
                  </a:lnTo>
                  <a:lnTo>
                    <a:pt x="2093" y="4716"/>
                  </a:lnTo>
                  <a:lnTo>
                    <a:pt x="2811" y="4654"/>
                  </a:lnTo>
                  <a:lnTo>
                    <a:pt x="3561" y="4654"/>
                  </a:lnTo>
                  <a:lnTo>
                    <a:pt x="3935" y="4685"/>
                  </a:lnTo>
                  <a:lnTo>
                    <a:pt x="4279" y="4716"/>
                  </a:lnTo>
                  <a:lnTo>
                    <a:pt x="4591" y="4778"/>
                  </a:lnTo>
                  <a:lnTo>
                    <a:pt x="4904" y="4903"/>
                  </a:lnTo>
                  <a:lnTo>
                    <a:pt x="5247" y="5060"/>
                  </a:lnTo>
                  <a:lnTo>
                    <a:pt x="5497" y="5153"/>
                  </a:lnTo>
                  <a:lnTo>
                    <a:pt x="5778" y="5247"/>
                  </a:lnTo>
                  <a:lnTo>
                    <a:pt x="6059" y="5309"/>
                  </a:lnTo>
                  <a:lnTo>
                    <a:pt x="6340" y="5341"/>
                  </a:lnTo>
                  <a:lnTo>
                    <a:pt x="6496" y="5309"/>
                  </a:lnTo>
                  <a:lnTo>
                    <a:pt x="6621" y="5278"/>
                  </a:lnTo>
                  <a:lnTo>
                    <a:pt x="6715" y="5247"/>
                  </a:lnTo>
                  <a:lnTo>
                    <a:pt x="6809" y="5184"/>
                  </a:lnTo>
                  <a:lnTo>
                    <a:pt x="6871" y="5091"/>
                  </a:lnTo>
                  <a:lnTo>
                    <a:pt x="6933" y="4997"/>
                  </a:lnTo>
                  <a:lnTo>
                    <a:pt x="6965" y="4872"/>
                  </a:lnTo>
                  <a:lnTo>
                    <a:pt x="6996" y="4716"/>
                  </a:lnTo>
                  <a:lnTo>
                    <a:pt x="6996" y="4560"/>
                  </a:lnTo>
                  <a:lnTo>
                    <a:pt x="6965" y="4372"/>
                  </a:lnTo>
                  <a:lnTo>
                    <a:pt x="6933" y="4154"/>
                  </a:lnTo>
                  <a:lnTo>
                    <a:pt x="6871" y="3935"/>
                  </a:lnTo>
                  <a:lnTo>
                    <a:pt x="6777" y="3685"/>
                  </a:lnTo>
                  <a:lnTo>
                    <a:pt x="6652" y="3436"/>
                  </a:lnTo>
                  <a:lnTo>
                    <a:pt x="6465" y="3155"/>
                  </a:lnTo>
                  <a:lnTo>
                    <a:pt x="6278" y="2873"/>
                  </a:lnTo>
                  <a:lnTo>
                    <a:pt x="6059" y="2592"/>
                  </a:lnTo>
                  <a:lnTo>
                    <a:pt x="5778" y="2280"/>
                  </a:lnTo>
                  <a:lnTo>
                    <a:pt x="5434" y="1999"/>
                  </a:lnTo>
                  <a:lnTo>
                    <a:pt x="5060" y="1687"/>
                  </a:lnTo>
                  <a:lnTo>
                    <a:pt x="4747" y="1468"/>
                  </a:lnTo>
                  <a:lnTo>
                    <a:pt x="4373" y="1218"/>
                  </a:lnTo>
                  <a:lnTo>
                    <a:pt x="3998" y="1000"/>
                  </a:lnTo>
                  <a:lnTo>
                    <a:pt x="3592" y="781"/>
                  </a:lnTo>
                  <a:lnTo>
                    <a:pt x="3186" y="594"/>
                  </a:lnTo>
                  <a:lnTo>
                    <a:pt x="2749" y="438"/>
                  </a:lnTo>
                  <a:lnTo>
                    <a:pt x="2343" y="281"/>
                  </a:lnTo>
                  <a:lnTo>
                    <a:pt x="1937" y="156"/>
                  </a:lnTo>
                  <a:lnTo>
                    <a:pt x="1562" y="63"/>
                  </a:lnTo>
                  <a:lnTo>
                    <a:pt x="1218" y="32"/>
                  </a:lnTo>
                  <a:lnTo>
                    <a:pt x="8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3" name="Google Shape;3543;p61"/>
            <p:cNvSpPr/>
            <p:nvPr/>
          </p:nvSpPr>
          <p:spPr>
            <a:xfrm>
              <a:off x="807275" y="3367300"/>
              <a:ext cx="209250" cy="653500"/>
            </a:xfrm>
            <a:custGeom>
              <a:avLst/>
              <a:gdLst/>
              <a:ahLst/>
              <a:cxnLst/>
              <a:rect l="l" t="t" r="r" b="b"/>
              <a:pathLst>
                <a:path w="8370" h="26140" extrusionOk="0">
                  <a:moveTo>
                    <a:pt x="7933" y="0"/>
                  </a:moveTo>
                  <a:lnTo>
                    <a:pt x="7901" y="32"/>
                  </a:lnTo>
                  <a:lnTo>
                    <a:pt x="7246" y="656"/>
                  </a:lnTo>
                  <a:lnTo>
                    <a:pt x="6621" y="1281"/>
                  </a:lnTo>
                  <a:lnTo>
                    <a:pt x="6028" y="1968"/>
                  </a:lnTo>
                  <a:lnTo>
                    <a:pt x="5465" y="2624"/>
                  </a:lnTo>
                  <a:lnTo>
                    <a:pt x="4935" y="3342"/>
                  </a:lnTo>
                  <a:lnTo>
                    <a:pt x="4466" y="4060"/>
                  </a:lnTo>
                  <a:lnTo>
                    <a:pt x="3998" y="4778"/>
                  </a:lnTo>
                  <a:lnTo>
                    <a:pt x="3560" y="5528"/>
                  </a:lnTo>
                  <a:lnTo>
                    <a:pt x="3123" y="6309"/>
                  </a:lnTo>
                  <a:lnTo>
                    <a:pt x="2749" y="7089"/>
                  </a:lnTo>
                  <a:lnTo>
                    <a:pt x="2405" y="7870"/>
                  </a:lnTo>
                  <a:lnTo>
                    <a:pt x="2061" y="8682"/>
                  </a:lnTo>
                  <a:lnTo>
                    <a:pt x="1780" y="9494"/>
                  </a:lnTo>
                  <a:lnTo>
                    <a:pt x="1499" y="10306"/>
                  </a:lnTo>
                  <a:lnTo>
                    <a:pt x="1249" y="11149"/>
                  </a:lnTo>
                  <a:lnTo>
                    <a:pt x="1031" y="11992"/>
                  </a:lnTo>
                  <a:lnTo>
                    <a:pt x="812" y="12867"/>
                  </a:lnTo>
                  <a:lnTo>
                    <a:pt x="656" y="13710"/>
                  </a:lnTo>
                  <a:lnTo>
                    <a:pt x="500" y="14584"/>
                  </a:lnTo>
                  <a:lnTo>
                    <a:pt x="344" y="15459"/>
                  </a:lnTo>
                  <a:lnTo>
                    <a:pt x="250" y="16333"/>
                  </a:lnTo>
                  <a:lnTo>
                    <a:pt x="156" y="17208"/>
                  </a:lnTo>
                  <a:lnTo>
                    <a:pt x="94" y="18113"/>
                  </a:lnTo>
                  <a:lnTo>
                    <a:pt x="32" y="18988"/>
                  </a:lnTo>
                  <a:lnTo>
                    <a:pt x="0" y="19862"/>
                  </a:lnTo>
                  <a:lnTo>
                    <a:pt x="0" y="20768"/>
                  </a:lnTo>
                  <a:lnTo>
                    <a:pt x="32" y="22517"/>
                  </a:lnTo>
                  <a:lnTo>
                    <a:pt x="125" y="24266"/>
                  </a:lnTo>
                  <a:lnTo>
                    <a:pt x="313" y="25983"/>
                  </a:lnTo>
                  <a:lnTo>
                    <a:pt x="344" y="26077"/>
                  </a:lnTo>
                  <a:lnTo>
                    <a:pt x="375" y="26108"/>
                  </a:lnTo>
                  <a:lnTo>
                    <a:pt x="438" y="26139"/>
                  </a:lnTo>
                  <a:lnTo>
                    <a:pt x="500" y="26139"/>
                  </a:lnTo>
                  <a:lnTo>
                    <a:pt x="562" y="26108"/>
                  </a:lnTo>
                  <a:lnTo>
                    <a:pt x="625" y="26077"/>
                  </a:lnTo>
                  <a:lnTo>
                    <a:pt x="656" y="26046"/>
                  </a:lnTo>
                  <a:lnTo>
                    <a:pt x="687" y="25952"/>
                  </a:lnTo>
                  <a:lnTo>
                    <a:pt x="750" y="22860"/>
                  </a:lnTo>
                  <a:lnTo>
                    <a:pt x="844" y="19800"/>
                  </a:lnTo>
                  <a:lnTo>
                    <a:pt x="968" y="19519"/>
                  </a:lnTo>
                  <a:lnTo>
                    <a:pt x="1655" y="19050"/>
                  </a:lnTo>
                  <a:lnTo>
                    <a:pt x="2311" y="18551"/>
                  </a:lnTo>
                  <a:lnTo>
                    <a:pt x="2967" y="18051"/>
                  </a:lnTo>
                  <a:lnTo>
                    <a:pt x="3560" y="17489"/>
                  </a:lnTo>
                  <a:lnTo>
                    <a:pt x="4154" y="16895"/>
                  </a:lnTo>
                  <a:lnTo>
                    <a:pt x="4685" y="16271"/>
                  </a:lnTo>
                  <a:lnTo>
                    <a:pt x="5153" y="15615"/>
                  </a:lnTo>
                  <a:lnTo>
                    <a:pt x="5622" y="14897"/>
                  </a:lnTo>
                  <a:lnTo>
                    <a:pt x="6028" y="14054"/>
                  </a:lnTo>
                  <a:lnTo>
                    <a:pt x="6434" y="13210"/>
                  </a:lnTo>
                  <a:lnTo>
                    <a:pt x="6777" y="12305"/>
                  </a:lnTo>
                  <a:lnTo>
                    <a:pt x="7089" y="11430"/>
                  </a:lnTo>
                  <a:lnTo>
                    <a:pt x="7683" y="9619"/>
                  </a:lnTo>
                  <a:lnTo>
                    <a:pt x="7995" y="8745"/>
                  </a:lnTo>
                  <a:lnTo>
                    <a:pt x="8339" y="7839"/>
                  </a:lnTo>
                  <a:lnTo>
                    <a:pt x="8370" y="7776"/>
                  </a:lnTo>
                  <a:lnTo>
                    <a:pt x="8370" y="7745"/>
                  </a:lnTo>
                  <a:lnTo>
                    <a:pt x="8339" y="7714"/>
                  </a:lnTo>
                  <a:lnTo>
                    <a:pt x="8151" y="7714"/>
                  </a:lnTo>
                  <a:lnTo>
                    <a:pt x="8026" y="7808"/>
                  </a:lnTo>
                  <a:lnTo>
                    <a:pt x="7277" y="8339"/>
                  </a:lnTo>
                  <a:lnTo>
                    <a:pt x="6559" y="8901"/>
                  </a:lnTo>
                  <a:lnTo>
                    <a:pt x="5903" y="9463"/>
                  </a:lnTo>
                  <a:lnTo>
                    <a:pt x="5309" y="10056"/>
                  </a:lnTo>
                  <a:lnTo>
                    <a:pt x="4747" y="10650"/>
                  </a:lnTo>
                  <a:lnTo>
                    <a:pt x="4248" y="11274"/>
                  </a:lnTo>
                  <a:lnTo>
                    <a:pt x="3810" y="11899"/>
                  </a:lnTo>
                  <a:lnTo>
                    <a:pt x="3373" y="12523"/>
                  </a:lnTo>
                  <a:lnTo>
                    <a:pt x="2998" y="13179"/>
                  </a:lnTo>
                  <a:lnTo>
                    <a:pt x="2655" y="13866"/>
                  </a:lnTo>
                  <a:lnTo>
                    <a:pt x="2311" y="14553"/>
                  </a:lnTo>
                  <a:lnTo>
                    <a:pt x="1999" y="15271"/>
                  </a:lnTo>
                  <a:lnTo>
                    <a:pt x="1718" y="16021"/>
                  </a:lnTo>
                  <a:lnTo>
                    <a:pt x="1437" y="16770"/>
                  </a:lnTo>
                  <a:lnTo>
                    <a:pt x="937" y="18363"/>
                  </a:lnTo>
                  <a:lnTo>
                    <a:pt x="968" y="17489"/>
                  </a:lnTo>
                  <a:lnTo>
                    <a:pt x="1062" y="16614"/>
                  </a:lnTo>
                  <a:lnTo>
                    <a:pt x="1156" y="15771"/>
                  </a:lnTo>
                  <a:lnTo>
                    <a:pt x="1249" y="14897"/>
                  </a:lnTo>
                  <a:lnTo>
                    <a:pt x="1374" y="14054"/>
                  </a:lnTo>
                  <a:lnTo>
                    <a:pt x="1531" y="13179"/>
                  </a:lnTo>
                  <a:lnTo>
                    <a:pt x="1718" y="12336"/>
                  </a:lnTo>
                  <a:lnTo>
                    <a:pt x="1905" y="11493"/>
                  </a:lnTo>
                  <a:lnTo>
                    <a:pt x="2124" y="10712"/>
                  </a:lnTo>
                  <a:lnTo>
                    <a:pt x="2343" y="9931"/>
                  </a:lnTo>
                  <a:lnTo>
                    <a:pt x="2592" y="9150"/>
                  </a:lnTo>
                  <a:lnTo>
                    <a:pt x="2873" y="8401"/>
                  </a:lnTo>
                  <a:lnTo>
                    <a:pt x="3186" y="7651"/>
                  </a:lnTo>
                  <a:lnTo>
                    <a:pt x="3498" y="6902"/>
                  </a:lnTo>
                  <a:lnTo>
                    <a:pt x="3842" y="6152"/>
                  </a:lnTo>
                  <a:lnTo>
                    <a:pt x="4216" y="5434"/>
                  </a:lnTo>
                  <a:lnTo>
                    <a:pt x="4591" y="4716"/>
                  </a:lnTo>
                  <a:lnTo>
                    <a:pt x="4997" y="3998"/>
                  </a:lnTo>
                  <a:lnTo>
                    <a:pt x="5465" y="3342"/>
                  </a:lnTo>
                  <a:lnTo>
                    <a:pt x="5903" y="2655"/>
                  </a:lnTo>
                  <a:lnTo>
                    <a:pt x="6402" y="2030"/>
                  </a:lnTo>
                  <a:lnTo>
                    <a:pt x="6933" y="1406"/>
                  </a:lnTo>
                  <a:lnTo>
                    <a:pt x="7464" y="812"/>
                  </a:lnTo>
                  <a:lnTo>
                    <a:pt x="8058" y="219"/>
                  </a:lnTo>
                  <a:lnTo>
                    <a:pt x="8089" y="188"/>
                  </a:lnTo>
                  <a:lnTo>
                    <a:pt x="8089" y="125"/>
                  </a:lnTo>
                  <a:lnTo>
                    <a:pt x="8058" y="63"/>
                  </a:lnTo>
                  <a:lnTo>
                    <a:pt x="79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4" name="Google Shape;3544;p61"/>
            <p:cNvSpPr/>
            <p:nvPr/>
          </p:nvSpPr>
          <p:spPr>
            <a:xfrm>
              <a:off x="807275" y="3367300"/>
              <a:ext cx="209250" cy="653500"/>
            </a:xfrm>
            <a:custGeom>
              <a:avLst/>
              <a:gdLst/>
              <a:ahLst/>
              <a:cxnLst/>
              <a:rect l="l" t="t" r="r" b="b"/>
              <a:pathLst>
                <a:path w="8370" h="26140" fill="none" extrusionOk="0">
                  <a:moveTo>
                    <a:pt x="7901" y="32"/>
                  </a:moveTo>
                  <a:lnTo>
                    <a:pt x="7901" y="32"/>
                  </a:lnTo>
                  <a:lnTo>
                    <a:pt x="7246" y="656"/>
                  </a:lnTo>
                  <a:lnTo>
                    <a:pt x="6621" y="1281"/>
                  </a:lnTo>
                  <a:lnTo>
                    <a:pt x="6028" y="1968"/>
                  </a:lnTo>
                  <a:lnTo>
                    <a:pt x="5465" y="2624"/>
                  </a:lnTo>
                  <a:lnTo>
                    <a:pt x="4935" y="3342"/>
                  </a:lnTo>
                  <a:lnTo>
                    <a:pt x="4466" y="4060"/>
                  </a:lnTo>
                  <a:lnTo>
                    <a:pt x="3998" y="4778"/>
                  </a:lnTo>
                  <a:lnTo>
                    <a:pt x="3560" y="5528"/>
                  </a:lnTo>
                  <a:lnTo>
                    <a:pt x="3123" y="6309"/>
                  </a:lnTo>
                  <a:lnTo>
                    <a:pt x="2749" y="7089"/>
                  </a:lnTo>
                  <a:lnTo>
                    <a:pt x="2405" y="7870"/>
                  </a:lnTo>
                  <a:lnTo>
                    <a:pt x="2061" y="8682"/>
                  </a:lnTo>
                  <a:lnTo>
                    <a:pt x="1780" y="9494"/>
                  </a:lnTo>
                  <a:lnTo>
                    <a:pt x="1499" y="10306"/>
                  </a:lnTo>
                  <a:lnTo>
                    <a:pt x="1249" y="11149"/>
                  </a:lnTo>
                  <a:lnTo>
                    <a:pt x="1031" y="11992"/>
                  </a:lnTo>
                  <a:lnTo>
                    <a:pt x="812" y="12867"/>
                  </a:lnTo>
                  <a:lnTo>
                    <a:pt x="656" y="13710"/>
                  </a:lnTo>
                  <a:lnTo>
                    <a:pt x="500" y="14584"/>
                  </a:lnTo>
                  <a:lnTo>
                    <a:pt x="344" y="15459"/>
                  </a:lnTo>
                  <a:lnTo>
                    <a:pt x="250" y="16333"/>
                  </a:lnTo>
                  <a:lnTo>
                    <a:pt x="156" y="17208"/>
                  </a:lnTo>
                  <a:lnTo>
                    <a:pt x="94" y="18113"/>
                  </a:lnTo>
                  <a:lnTo>
                    <a:pt x="32" y="18988"/>
                  </a:lnTo>
                  <a:lnTo>
                    <a:pt x="0" y="19862"/>
                  </a:lnTo>
                  <a:lnTo>
                    <a:pt x="0" y="20768"/>
                  </a:lnTo>
                  <a:lnTo>
                    <a:pt x="32" y="22517"/>
                  </a:lnTo>
                  <a:lnTo>
                    <a:pt x="125" y="24266"/>
                  </a:lnTo>
                  <a:lnTo>
                    <a:pt x="313" y="25983"/>
                  </a:lnTo>
                  <a:lnTo>
                    <a:pt x="313" y="25983"/>
                  </a:lnTo>
                  <a:lnTo>
                    <a:pt x="344" y="26077"/>
                  </a:lnTo>
                  <a:lnTo>
                    <a:pt x="375" y="26108"/>
                  </a:lnTo>
                  <a:lnTo>
                    <a:pt x="438" y="26139"/>
                  </a:lnTo>
                  <a:lnTo>
                    <a:pt x="500" y="26139"/>
                  </a:lnTo>
                  <a:lnTo>
                    <a:pt x="562" y="26108"/>
                  </a:lnTo>
                  <a:lnTo>
                    <a:pt x="625" y="26077"/>
                  </a:lnTo>
                  <a:lnTo>
                    <a:pt x="656" y="26046"/>
                  </a:lnTo>
                  <a:lnTo>
                    <a:pt x="687" y="25952"/>
                  </a:lnTo>
                  <a:lnTo>
                    <a:pt x="687" y="25952"/>
                  </a:lnTo>
                  <a:lnTo>
                    <a:pt x="750" y="22860"/>
                  </a:lnTo>
                  <a:lnTo>
                    <a:pt x="844" y="19800"/>
                  </a:lnTo>
                  <a:lnTo>
                    <a:pt x="968" y="19519"/>
                  </a:lnTo>
                  <a:lnTo>
                    <a:pt x="968" y="19519"/>
                  </a:lnTo>
                  <a:lnTo>
                    <a:pt x="1655" y="19050"/>
                  </a:lnTo>
                  <a:lnTo>
                    <a:pt x="2311" y="18551"/>
                  </a:lnTo>
                  <a:lnTo>
                    <a:pt x="2967" y="18051"/>
                  </a:lnTo>
                  <a:lnTo>
                    <a:pt x="3560" y="17489"/>
                  </a:lnTo>
                  <a:lnTo>
                    <a:pt x="4154" y="16895"/>
                  </a:lnTo>
                  <a:lnTo>
                    <a:pt x="4685" y="16271"/>
                  </a:lnTo>
                  <a:lnTo>
                    <a:pt x="5153" y="15615"/>
                  </a:lnTo>
                  <a:lnTo>
                    <a:pt x="5622" y="14897"/>
                  </a:lnTo>
                  <a:lnTo>
                    <a:pt x="5622" y="14897"/>
                  </a:lnTo>
                  <a:lnTo>
                    <a:pt x="6028" y="14054"/>
                  </a:lnTo>
                  <a:lnTo>
                    <a:pt x="6434" y="13210"/>
                  </a:lnTo>
                  <a:lnTo>
                    <a:pt x="6777" y="12305"/>
                  </a:lnTo>
                  <a:lnTo>
                    <a:pt x="7089" y="11430"/>
                  </a:lnTo>
                  <a:lnTo>
                    <a:pt x="7683" y="9619"/>
                  </a:lnTo>
                  <a:lnTo>
                    <a:pt x="7995" y="8745"/>
                  </a:lnTo>
                  <a:lnTo>
                    <a:pt x="8339" y="7839"/>
                  </a:lnTo>
                  <a:lnTo>
                    <a:pt x="8339" y="7839"/>
                  </a:lnTo>
                  <a:lnTo>
                    <a:pt x="8370" y="7776"/>
                  </a:lnTo>
                  <a:lnTo>
                    <a:pt x="8370" y="7745"/>
                  </a:lnTo>
                  <a:lnTo>
                    <a:pt x="8339" y="7714"/>
                  </a:lnTo>
                  <a:lnTo>
                    <a:pt x="8276" y="7714"/>
                  </a:lnTo>
                  <a:lnTo>
                    <a:pt x="8151" y="7714"/>
                  </a:lnTo>
                  <a:lnTo>
                    <a:pt x="8026" y="7808"/>
                  </a:lnTo>
                  <a:lnTo>
                    <a:pt x="8026" y="7808"/>
                  </a:lnTo>
                  <a:lnTo>
                    <a:pt x="7277" y="8339"/>
                  </a:lnTo>
                  <a:lnTo>
                    <a:pt x="6559" y="8901"/>
                  </a:lnTo>
                  <a:lnTo>
                    <a:pt x="5903" y="9463"/>
                  </a:lnTo>
                  <a:lnTo>
                    <a:pt x="5309" y="10056"/>
                  </a:lnTo>
                  <a:lnTo>
                    <a:pt x="4747" y="10650"/>
                  </a:lnTo>
                  <a:lnTo>
                    <a:pt x="4248" y="11274"/>
                  </a:lnTo>
                  <a:lnTo>
                    <a:pt x="3810" y="11899"/>
                  </a:lnTo>
                  <a:lnTo>
                    <a:pt x="3373" y="12523"/>
                  </a:lnTo>
                  <a:lnTo>
                    <a:pt x="2998" y="13179"/>
                  </a:lnTo>
                  <a:lnTo>
                    <a:pt x="2655" y="13866"/>
                  </a:lnTo>
                  <a:lnTo>
                    <a:pt x="2311" y="14553"/>
                  </a:lnTo>
                  <a:lnTo>
                    <a:pt x="1999" y="15271"/>
                  </a:lnTo>
                  <a:lnTo>
                    <a:pt x="1718" y="16021"/>
                  </a:lnTo>
                  <a:lnTo>
                    <a:pt x="1437" y="16770"/>
                  </a:lnTo>
                  <a:lnTo>
                    <a:pt x="937" y="18363"/>
                  </a:lnTo>
                  <a:lnTo>
                    <a:pt x="937" y="18363"/>
                  </a:lnTo>
                  <a:lnTo>
                    <a:pt x="968" y="17489"/>
                  </a:lnTo>
                  <a:lnTo>
                    <a:pt x="1062" y="16614"/>
                  </a:lnTo>
                  <a:lnTo>
                    <a:pt x="1156" y="15771"/>
                  </a:lnTo>
                  <a:lnTo>
                    <a:pt x="1249" y="14897"/>
                  </a:lnTo>
                  <a:lnTo>
                    <a:pt x="1374" y="14054"/>
                  </a:lnTo>
                  <a:lnTo>
                    <a:pt x="1531" y="13179"/>
                  </a:lnTo>
                  <a:lnTo>
                    <a:pt x="1718" y="12336"/>
                  </a:lnTo>
                  <a:lnTo>
                    <a:pt x="1905" y="11493"/>
                  </a:lnTo>
                  <a:lnTo>
                    <a:pt x="1905" y="11493"/>
                  </a:lnTo>
                  <a:lnTo>
                    <a:pt x="2124" y="10712"/>
                  </a:lnTo>
                  <a:lnTo>
                    <a:pt x="2343" y="9931"/>
                  </a:lnTo>
                  <a:lnTo>
                    <a:pt x="2592" y="9150"/>
                  </a:lnTo>
                  <a:lnTo>
                    <a:pt x="2873" y="8401"/>
                  </a:lnTo>
                  <a:lnTo>
                    <a:pt x="3186" y="7651"/>
                  </a:lnTo>
                  <a:lnTo>
                    <a:pt x="3498" y="6902"/>
                  </a:lnTo>
                  <a:lnTo>
                    <a:pt x="3842" y="6152"/>
                  </a:lnTo>
                  <a:lnTo>
                    <a:pt x="4216" y="5434"/>
                  </a:lnTo>
                  <a:lnTo>
                    <a:pt x="4591" y="4716"/>
                  </a:lnTo>
                  <a:lnTo>
                    <a:pt x="4997" y="3998"/>
                  </a:lnTo>
                  <a:lnTo>
                    <a:pt x="5465" y="3342"/>
                  </a:lnTo>
                  <a:lnTo>
                    <a:pt x="5903" y="2655"/>
                  </a:lnTo>
                  <a:lnTo>
                    <a:pt x="6402" y="2030"/>
                  </a:lnTo>
                  <a:lnTo>
                    <a:pt x="6933" y="1406"/>
                  </a:lnTo>
                  <a:lnTo>
                    <a:pt x="7464" y="812"/>
                  </a:lnTo>
                  <a:lnTo>
                    <a:pt x="8058" y="219"/>
                  </a:lnTo>
                  <a:lnTo>
                    <a:pt x="8058" y="219"/>
                  </a:lnTo>
                  <a:lnTo>
                    <a:pt x="8089" y="188"/>
                  </a:lnTo>
                  <a:lnTo>
                    <a:pt x="8089" y="125"/>
                  </a:lnTo>
                  <a:lnTo>
                    <a:pt x="8058" y="63"/>
                  </a:lnTo>
                  <a:lnTo>
                    <a:pt x="7995" y="0"/>
                  </a:lnTo>
                  <a:lnTo>
                    <a:pt x="7933" y="0"/>
                  </a:lnTo>
                  <a:lnTo>
                    <a:pt x="7901" y="3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5" name="Google Shape;3545;p61"/>
            <p:cNvSpPr/>
            <p:nvPr/>
          </p:nvSpPr>
          <p:spPr>
            <a:xfrm>
              <a:off x="977475" y="3237700"/>
              <a:ext cx="215500" cy="221750"/>
            </a:xfrm>
            <a:custGeom>
              <a:avLst/>
              <a:gdLst/>
              <a:ahLst/>
              <a:cxnLst/>
              <a:rect l="l" t="t" r="r" b="b"/>
              <a:pathLst>
                <a:path w="8620" h="8870" extrusionOk="0">
                  <a:moveTo>
                    <a:pt x="6434" y="0"/>
                  </a:moveTo>
                  <a:lnTo>
                    <a:pt x="6153" y="31"/>
                  </a:lnTo>
                  <a:lnTo>
                    <a:pt x="5840" y="125"/>
                  </a:lnTo>
                  <a:lnTo>
                    <a:pt x="5528" y="250"/>
                  </a:lnTo>
                  <a:lnTo>
                    <a:pt x="5184" y="375"/>
                  </a:lnTo>
                  <a:lnTo>
                    <a:pt x="4872" y="531"/>
                  </a:lnTo>
                  <a:lnTo>
                    <a:pt x="4216" y="906"/>
                  </a:lnTo>
                  <a:lnTo>
                    <a:pt x="3623" y="1281"/>
                  </a:lnTo>
                  <a:lnTo>
                    <a:pt x="2749" y="1905"/>
                  </a:lnTo>
                  <a:lnTo>
                    <a:pt x="2280" y="2280"/>
                  </a:lnTo>
                  <a:lnTo>
                    <a:pt x="1843" y="2655"/>
                  </a:lnTo>
                  <a:lnTo>
                    <a:pt x="1374" y="3092"/>
                  </a:lnTo>
                  <a:lnTo>
                    <a:pt x="968" y="3560"/>
                  </a:lnTo>
                  <a:lnTo>
                    <a:pt x="594" y="4060"/>
                  </a:lnTo>
                  <a:lnTo>
                    <a:pt x="438" y="4310"/>
                  </a:lnTo>
                  <a:lnTo>
                    <a:pt x="313" y="4560"/>
                  </a:lnTo>
                  <a:lnTo>
                    <a:pt x="188" y="4841"/>
                  </a:lnTo>
                  <a:lnTo>
                    <a:pt x="94" y="5122"/>
                  </a:lnTo>
                  <a:lnTo>
                    <a:pt x="32" y="5372"/>
                  </a:lnTo>
                  <a:lnTo>
                    <a:pt x="0" y="5653"/>
                  </a:lnTo>
                  <a:lnTo>
                    <a:pt x="0" y="5965"/>
                  </a:lnTo>
                  <a:lnTo>
                    <a:pt x="32" y="6184"/>
                  </a:lnTo>
                  <a:lnTo>
                    <a:pt x="94" y="6371"/>
                  </a:lnTo>
                  <a:lnTo>
                    <a:pt x="188" y="6496"/>
                  </a:lnTo>
                  <a:lnTo>
                    <a:pt x="313" y="6590"/>
                  </a:lnTo>
                  <a:lnTo>
                    <a:pt x="438" y="6621"/>
                  </a:lnTo>
                  <a:lnTo>
                    <a:pt x="594" y="6652"/>
                  </a:lnTo>
                  <a:lnTo>
                    <a:pt x="781" y="6621"/>
                  </a:lnTo>
                  <a:lnTo>
                    <a:pt x="1156" y="6527"/>
                  </a:lnTo>
                  <a:lnTo>
                    <a:pt x="1562" y="6371"/>
                  </a:lnTo>
                  <a:lnTo>
                    <a:pt x="1968" y="6215"/>
                  </a:lnTo>
                  <a:lnTo>
                    <a:pt x="2343" y="6059"/>
                  </a:lnTo>
                  <a:lnTo>
                    <a:pt x="2561" y="6090"/>
                  </a:lnTo>
                  <a:lnTo>
                    <a:pt x="2749" y="6184"/>
                  </a:lnTo>
                  <a:lnTo>
                    <a:pt x="2967" y="6277"/>
                  </a:lnTo>
                  <a:lnTo>
                    <a:pt x="3155" y="6402"/>
                  </a:lnTo>
                  <a:lnTo>
                    <a:pt x="3311" y="6590"/>
                  </a:lnTo>
                  <a:lnTo>
                    <a:pt x="3498" y="6746"/>
                  </a:lnTo>
                  <a:lnTo>
                    <a:pt x="3810" y="7152"/>
                  </a:lnTo>
                  <a:lnTo>
                    <a:pt x="4435" y="7995"/>
                  </a:lnTo>
                  <a:lnTo>
                    <a:pt x="4747" y="8370"/>
                  </a:lnTo>
                  <a:lnTo>
                    <a:pt x="4935" y="8526"/>
                  </a:lnTo>
                  <a:lnTo>
                    <a:pt x="5091" y="8651"/>
                  </a:lnTo>
                  <a:lnTo>
                    <a:pt x="5247" y="8744"/>
                  </a:lnTo>
                  <a:lnTo>
                    <a:pt x="5403" y="8807"/>
                  </a:lnTo>
                  <a:lnTo>
                    <a:pt x="5559" y="8838"/>
                  </a:lnTo>
                  <a:lnTo>
                    <a:pt x="5747" y="8869"/>
                  </a:lnTo>
                  <a:lnTo>
                    <a:pt x="5903" y="8838"/>
                  </a:lnTo>
                  <a:lnTo>
                    <a:pt x="6059" y="8776"/>
                  </a:lnTo>
                  <a:lnTo>
                    <a:pt x="6215" y="8682"/>
                  </a:lnTo>
                  <a:lnTo>
                    <a:pt x="6340" y="8557"/>
                  </a:lnTo>
                  <a:lnTo>
                    <a:pt x="6402" y="8495"/>
                  </a:lnTo>
                  <a:lnTo>
                    <a:pt x="6559" y="8245"/>
                  </a:lnTo>
                  <a:lnTo>
                    <a:pt x="6652" y="7995"/>
                  </a:lnTo>
                  <a:lnTo>
                    <a:pt x="6715" y="7745"/>
                  </a:lnTo>
                  <a:lnTo>
                    <a:pt x="6746" y="7495"/>
                  </a:lnTo>
                  <a:lnTo>
                    <a:pt x="6746" y="7245"/>
                  </a:lnTo>
                  <a:lnTo>
                    <a:pt x="6683" y="6996"/>
                  </a:lnTo>
                  <a:lnTo>
                    <a:pt x="6621" y="6746"/>
                  </a:lnTo>
                  <a:lnTo>
                    <a:pt x="6496" y="6465"/>
                  </a:lnTo>
                  <a:lnTo>
                    <a:pt x="6371" y="6215"/>
                  </a:lnTo>
                  <a:lnTo>
                    <a:pt x="6215" y="5996"/>
                  </a:lnTo>
                  <a:lnTo>
                    <a:pt x="5871" y="5528"/>
                  </a:lnTo>
                  <a:lnTo>
                    <a:pt x="5466" y="5091"/>
                  </a:lnTo>
                  <a:lnTo>
                    <a:pt x="5028" y="4716"/>
                  </a:lnTo>
                  <a:lnTo>
                    <a:pt x="5341" y="4872"/>
                  </a:lnTo>
                  <a:lnTo>
                    <a:pt x="5622" y="5028"/>
                  </a:lnTo>
                  <a:lnTo>
                    <a:pt x="6215" y="5372"/>
                  </a:lnTo>
                  <a:lnTo>
                    <a:pt x="6496" y="5559"/>
                  </a:lnTo>
                  <a:lnTo>
                    <a:pt x="6777" y="5715"/>
                  </a:lnTo>
                  <a:lnTo>
                    <a:pt x="7089" y="5840"/>
                  </a:lnTo>
                  <a:lnTo>
                    <a:pt x="7433" y="5934"/>
                  </a:lnTo>
                  <a:lnTo>
                    <a:pt x="7589" y="5965"/>
                  </a:lnTo>
                  <a:lnTo>
                    <a:pt x="7933" y="5965"/>
                  </a:lnTo>
                  <a:lnTo>
                    <a:pt x="8089" y="5903"/>
                  </a:lnTo>
                  <a:lnTo>
                    <a:pt x="8214" y="5809"/>
                  </a:lnTo>
                  <a:lnTo>
                    <a:pt x="8339" y="5715"/>
                  </a:lnTo>
                  <a:lnTo>
                    <a:pt x="8464" y="5559"/>
                  </a:lnTo>
                  <a:lnTo>
                    <a:pt x="8526" y="5403"/>
                  </a:lnTo>
                  <a:lnTo>
                    <a:pt x="8557" y="5309"/>
                  </a:lnTo>
                  <a:lnTo>
                    <a:pt x="8620" y="4997"/>
                  </a:lnTo>
                  <a:lnTo>
                    <a:pt x="8620" y="4716"/>
                  </a:lnTo>
                  <a:lnTo>
                    <a:pt x="8557" y="4435"/>
                  </a:lnTo>
                  <a:lnTo>
                    <a:pt x="8464" y="4185"/>
                  </a:lnTo>
                  <a:lnTo>
                    <a:pt x="8307" y="3935"/>
                  </a:lnTo>
                  <a:lnTo>
                    <a:pt x="8151" y="3748"/>
                  </a:lnTo>
                  <a:lnTo>
                    <a:pt x="7933" y="3529"/>
                  </a:lnTo>
                  <a:lnTo>
                    <a:pt x="7714" y="3373"/>
                  </a:lnTo>
                  <a:lnTo>
                    <a:pt x="7433" y="3217"/>
                  </a:lnTo>
                  <a:lnTo>
                    <a:pt x="7152" y="3061"/>
                  </a:lnTo>
                  <a:lnTo>
                    <a:pt x="6871" y="2967"/>
                  </a:lnTo>
                  <a:lnTo>
                    <a:pt x="6559" y="2842"/>
                  </a:lnTo>
                  <a:lnTo>
                    <a:pt x="5965" y="2717"/>
                  </a:lnTo>
                  <a:lnTo>
                    <a:pt x="5372" y="2623"/>
                  </a:lnTo>
                  <a:lnTo>
                    <a:pt x="6121" y="2155"/>
                  </a:lnTo>
                  <a:lnTo>
                    <a:pt x="6559" y="1843"/>
                  </a:lnTo>
                  <a:lnTo>
                    <a:pt x="6965" y="1499"/>
                  </a:lnTo>
                  <a:lnTo>
                    <a:pt x="7121" y="1312"/>
                  </a:lnTo>
                  <a:lnTo>
                    <a:pt x="7277" y="1124"/>
                  </a:lnTo>
                  <a:lnTo>
                    <a:pt x="7402" y="937"/>
                  </a:lnTo>
                  <a:lnTo>
                    <a:pt x="7464" y="781"/>
                  </a:lnTo>
                  <a:lnTo>
                    <a:pt x="7464" y="625"/>
                  </a:lnTo>
                  <a:lnTo>
                    <a:pt x="7433" y="437"/>
                  </a:lnTo>
                  <a:lnTo>
                    <a:pt x="7339" y="313"/>
                  </a:lnTo>
                  <a:lnTo>
                    <a:pt x="7183" y="156"/>
                  </a:lnTo>
                  <a:lnTo>
                    <a:pt x="6965" y="63"/>
                  </a:lnTo>
                  <a:lnTo>
                    <a:pt x="67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6" name="Google Shape;3546;p61"/>
            <p:cNvSpPr/>
            <p:nvPr/>
          </p:nvSpPr>
          <p:spPr>
            <a:xfrm>
              <a:off x="977475" y="3237700"/>
              <a:ext cx="215500" cy="221750"/>
            </a:xfrm>
            <a:custGeom>
              <a:avLst/>
              <a:gdLst/>
              <a:ahLst/>
              <a:cxnLst/>
              <a:rect l="l" t="t" r="r" b="b"/>
              <a:pathLst>
                <a:path w="8620" h="8870" fill="none" extrusionOk="0">
                  <a:moveTo>
                    <a:pt x="2343" y="6059"/>
                  </a:moveTo>
                  <a:lnTo>
                    <a:pt x="2343" y="6059"/>
                  </a:lnTo>
                  <a:lnTo>
                    <a:pt x="2561" y="6090"/>
                  </a:lnTo>
                  <a:lnTo>
                    <a:pt x="2749" y="6184"/>
                  </a:lnTo>
                  <a:lnTo>
                    <a:pt x="2967" y="6277"/>
                  </a:lnTo>
                  <a:lnTo>
                    <a:pt x="3155" y="6402"/>
                  </a:lnTo>
                  <a:lnTo>
                    <a:pt x="3311" y="6590"/>
                  </a:lnTo>
                  <a:lnTo>
                    <a:pt x="3498" y="6746"/>
                  </a:lnTo>
                  <a:lnTo>
                    <a:pt x="3810" y="7152"/>
                  </a:lnTo>
                  <a:lnTo>
                    <a:pt x="4435" y="7995"/>
                  </a:lnTo>
                  <a:lnTo>
                    <a:pt x="4747" y="8370"/>
                  </a:lnTo>
                  <a:lnTo>
                    <a:pt x="4935" y="8526"/>
                  </a:lnTo>
                  <a:lnTo>
                    <a:pt x="5091" y="8651"/>
                  </a:lnTo>
                  <a:lnTo>
                    <a:pt x="5091" y="8651"/>
                  </a:lnTo>
                  <a:lnTo>
                    <a:pt x="5247" y="8744"/>
                  </a:lnTo>
                  <a:lnTo>
                    <a:pt x="5403" y="8807"/>
                  </a:lnTo>
                  <a:lnTo>
                    <a:pt x="5559" y="8838"/>
                  </a:lnTo>
                  <a:lnTo>
                    <a:pt x="5747" y="8869"/>
                  </a:lnTo>
                  <a:lnTo>
                    <a:pt x="5903" y="8838"/>
                  </a:lnTo>
                  <a:lnTo>
                    <a:pt x="6059" y="8776"/>
                  </a:lnTo>
                  <a:lnTo>
                    <a:pt x="6215" y="8682"/>
                  </a:lnTo>
                  <a:lnTo>
                    <a:pt x="6340" y="8557"/>
                  </a:lnTo>
                  <a:lnTo>
                    <a:pt x="6340" y="8557"/>
                  </a:lnTo>
                  <a:lnTo>
                    <a:pt x="6402" y="8495"/>
                  </a:lnTo>
                  <a:lnTo>
                    <a:pt x="6402" y="8495"/>
                  </a:lnTo>
                  <a:lnTo>
                    <a:pt x="6559" y="8245"/>
                  </a:lnTo>
                  <a:lnTo>
                    <a:pt x="6652" y="7995"/>
                  </a:lnTo>
                  <a:lnTo>
                    <a:pt x="6715" y="7745"/>
                  </a:lnTo>
                  <a:lnTo>
                    <a:pt x="6746" y="7495"/>
                  </a:lnTo>
                  <a:lnTo>
                    <a:pt x="6746" y="7245"/>
                  </a:lnTo>
                  <a:lnTo>
                    <a:pt x="6683" y="6996"/>
                  </a:lnTo>
                  <a:lnTo>
                    <a:pt x="6621" y="6746"/>
                  </a:lnTo>
                  <a:lnTo>
                    <a:pt x="6496" y="6465"/>
                  </a:lnTo>
                  <a:lnTo>
                    <a:pt x="6371" y="6215"/>
                  </a:lnTo>
                  <a:lnTo>
                    <a:pt x="6215" y="5996"/>
                  </a:lnTo>
                  <a:lnTo>
                    <a:pt x="5871" y="5528"/>
                  </a:lnTo>
                  <a:lnTo>
                    <a:pt x="5466" y="5091"/>
                  </a:lnTo>
                  <a:lnTo>
                    <a:pt x="5028" y="4716"/>
                  </a:lnTo>
                  <a:lnTo>
                    <a:pt x="5028" y="4716"/>
                  </a:lnTo>
                  <a:lnTo>
                    <a:pt x="5341" y="4872"/>
                  </a:lnTo>
                  <a:lnTo>
                    <a:pt x="5622" y="5028"/>
                  </a:lnTo>
                  <a:lnTo>
                    <a:pt x="6215" y="5372"/>
                  </a:lnTo>
                  <a:lnTo>
                    <a:pt x="6496" y="5559"/>
                  </a:lnTo>
                  <a:lnTo>
                    <a:pt x="6777" y="5715"/>
                  </a:lnTo>
                  <a:lnTo>
                    <a:pt x="7089" y="5840"/>
                  </a:lnTo>
                  <a:lnTo>
                    <a:pt x="7433" y="5934"/>
                  </a:lnTo>
                  <a:lnTo>
                    <a:pt x="7433" y="5934"/>
                  </a:lnTo>
                  <a:lnTo>
                    <a:pt x="7589" y="5965"/>
                  </a:lnTo>
                  <a:lnTo>
                    <a:pt x="7776" y="5965"/>
                  </a:lnTo>
                  <a:lnTo>
                    <a:pt x="7933" y="5965"/>
                  </a:lnTo>
                  <a:lnTo>
                    <a:pt x="8089" y="5903"/>
                  </a:lnTo>
                  <a:lnTo>
                    <a:pt x="8214" y="5809"/>
                  </a:lnTo>
                  <a:lnTo>
                    <a:pt x="8339" y="5715"/>
                  </a:lnTo>
                  <a:lnTo>
                    <a:pt x="8464" y="5559"/>
                  </a:lnTo>
                  <a:lnTo>
                    <a:pt x="8526" y="5403"/>
                  </a:lnTo>
                  <a:lnTo>
                    <a:pt x="8526" y="5403"/>
                  </a:lnTo>
                  <a:lnTo>
                    <a:pt x="8557" y="5309"/>
                  </a:lnTo>
                  <a:lnTo>
                    <a:pt x="8557" y="5309"/>
                  </a:lnTo>
                  <a:lnTo>
                    <a:pt x="8620" y="4997"/>
                  </a:lnTo>
                  <a:lnTo>
                    <a:pt x="8620" y="4716"/>
                  </a:lnTo>
                  <a:lnTo>
                    <a:pt x="8557" y="4435"/>
                  </a:lnTo>
                  <a:lnTo>
                    <a:pt x="8464" y="4185"/>
                  </a:lnTo>
                  <a:lnTo>
                    <a:pt x="8307" y="3935"/>
                  </a:lnTo>
                  <a:lnTo>
                    <a:pt x="8151" y="3748"/>
                  </a:lnTo>
                  <a:lnTo>
                    <a:pt x="7933" y="3529"/>
                  </a:lnTo>
                  <a:lnTo>
                    <a:pt x="7714" y="3373"/>
                  </a:lnTo>
                  <a:lnTo>
                    <a:pt x="7433" y="3217"/>
                  </a:lnTo>
                  <a:lnTo>
                    <a:pt x="7152" y="3061"/>
                  </a:lnTo>
                  <a:lnTo>
                    <a:pt x="6871" y="2967"/>
                  </a:lnTo>
                  <a:lnTo>
                    <a:pt x="6559" y="2842"/>
                  </a:lnTo>
                  <a:lnTo>
                    <a:pt x="5965" y="2717"/>
                  </a:lnTo>
                  <a:lnTo>
                    <a:pt x="5372" y="2623"/>
                  </a:lnTo>
                  <a:lnTo>
                    <a:pt x="5372" y="2623"/>
                  </a:lnTo>
                  <a:lnTo>
                    <a:pt x="6121" y="2155"/>
                  </a:lnTo>
                  <a:lnTo>
                    <a:pt x="6559" y="1843"/>
                  </a:lnTo>
                  <a:lnTo>
                    <a:pt x="6965" y="1499"/>
                  </a:lnTo>
                  <a:lnTo>
                    <a:pt x="7121" y="1312"/>
                  </a:lnTo>
                  <a:lnTo>
                    <a:pt x="7277" y="1124"/>
                  </a:lnTo>
                  <a:lnTo>
                    <a:pt x="7402" y="937"/>
                  </a:lnTo>
                  <a:lnTo>
                    <a:pt x="7464" y="781"/>
                  </a:lnTo>
                  <a:lnTo>
                    <a:pt x="7464" y="625"/>
                  </a:lnTo>
                  <a:lnTo>
                    <a:pt x="7433" y="437"/>
                  </a:lnTo>
                  <a:lnTo>
                    <a:pt x="7339" y="313"/>
                  </a:lnTo>
                  <a:lnTo>
                    <a:pt x="7183" y="156"/>
                  </a:lnTo>
                  <a:lnTo>
                    <a:pt x="7183" y="156"/>
                  </a:lnTo>
                  <a:lnTo>
                    <a:pt x="6965" y="63"/>
                  </a:lnTo>
                  <a:lnTo>
                    <a:pt x="6715" y="0"/>
                  </a:lnTo>
                  <a:lnTo>
                    <a:pt x="6434" y="0"/>
                  </a:lnTo>
                  <a:lnTo>
                    <a:pt x="6153" y="31"/>
                  </a:lnTo>
                  <a:lnTo>
                    <a:pt x="5840" y="125"/>
                  </a:lnTo>
                  <a:lnTo>
                    <a:pt x="5528" y="250"/>
                  </a:lnTo>
                  <a:lnTo>
                    <a:pt x="5184" y="375"/>
                  </a:lnTo>
                  <a:lnTo>
                    <a:pt x="4872" y="531"/>
                  </a:lnTo>
                  <a:lnTo>
                    <a:pt x="4216" y="906"/>
                  </a:lnTo>
                  <a:lnTo>
                    <a:pt x="3623" y="1281"/>
                  </a:lnTo>
                  <a:lnTo>
                    <a:pt x="2749" y="1905"/>
                  </a:lnTo>
                  <a:lnTo>
                    <a:pt x="2749" y="1905"/>
                  </a:lnTo>
                  <a:lnTo>
                    <a:pt x="2280" y="2280"/>
                  </a:lnTo>
                  <a:lnTo>
                    <a:pt x="1843" y="2655"/>
                  </a:lnTo>
                  <a:lnTo>
                    <a:pt x="1374" y="3092"/>
                  </a:lnTo>
                  <a:lnTo>
                    <a:pt x="968" y="3560"/>
                  </a:lnTo>
                  <a:lnTo>
                    <a:pt x="594" y="4060"/>
                  </a:lnTo>
                  <a:lnTo>
                    <a:pt x="438" y="4310"/>
                  </a:lnTo>
                  <a:lnTo>
                    <a:pt x="313" y="4560"/>
                  </a:lnTo>
                  <a:lnTo>
                    <a:pt x="188" y="4841"/>
                  </a:lnTo>
                  <a:lnTo>
                    <a:pt x="94" y="5122"/>
                  </a:lnTo>
                  <a:lnTo>
                    <a:pt x="32" y="5372"/>
                  </a:lnTo>
                  <a:lnTo>
                    <a:pt x="0" y="5653"/>
                  </a:lnTo>
                  <a:lnTo>
                    <a:pt x="0" y="5653"/>
                  </a:lnTo>
                  <a:lnTo>
                    <a:pt x="0" y="5965"/>
                  </a:lnTo>
                  <a:lnTo>
                    <a:pt x="32" y="6184"/>
                  </a:lnTo>
                  <a:lnTo>
                    <a:pt x="94" y="6371"/>
                  </a:lnTo>
                  <a:lnTo>
                    <a:pt x="188" y="6496"/>
                  </a:lnTo>
                  <a:lnTo>
                    <a:pt x="313" y="6590"/>
                  </a:lnTo>
                  <a:lnTo>
                    <a:pt x="438" y="6621"/>
                  </a:lnTo>
                  <a:lnTo>
                    <a:pt x="594" y="6652"/>
                  </a:lnTo>
                  <a:lnTo>
                    <a:pt x="781" y="6621"/>
                  </a:lnTo>
                  <a:lnTo>
                    <a:pt x="1156" y="6527"/>
                  </a:lnTo>
                  <a:lnTo>
                    <a:pt x="1562" y="6371"/>
                  </a:lnTo>
                  <a:lnTo>
                    <a:pt x="1968" y="6215"/>
                  </a:lnTo>
                  <a:lnTo>
                    <a:pt x="2343" y="605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7" name="Google Shape;3547;p61"/>
            <p:cNvSpPr/>
            <p:nvPr/>
          </p:nvSpPr>
          <p:spPr>
            <a:xfrm>
              <a:off x="977475" y="3237700"/>
              <a:ext cx="215500" cy="221750"/>
            </a:xfrm>
            <a:custGeom>
              <a:avLst/>
              <a:gdLst/>
              <a:ahLst/>
              <a:cxnLst/>
              <a:rect l="l" t="t" r="r" b="b"/>
              <a:pathLst>
                <a:path w="8620" h="8870" extrusionOk="0">
                  <a:moveTo>
                    <a:pt x="6340" y="0"/>
                  </a:moveTo>
                  <a:lnTo>
                    <a:pt x="6090" y="63"/>
                  </a:lnTo>
                  <a:lnTo>
                    <a:pt x="5809" y="125"/>
                  </a:lnTo>
                  <a:lnTo>
                    <a:pt x="5559" y="219"/>
                  </a:lnTo>
                  <a:lnTo>
                    <a:pt x="4997" y="469"/>
                  </a:lnTo>
                  <a:lnTo>
                    <a:pt x="4466" y="750"/>
                  </a:lnTo>
                  <a:lnTo>
                    <a:pt x="3935" y="1093"/>
                  </a:lnTo>
                  <a:lnTo>
                    <a:pt x="3467" y="1406"/>
                  </a:lnTo>
                  <a:lnTo>
                    <a:pt x="2749" y="1905"/>
                  </a:lnTo>
                  <a:lnTo>
                    <a:pt x="2280" y="2280"/>
                  </a:lnTo>
                  <a:lnTo>
                    <a:pt x="1843" y="2655"/>
                  </a:lnTo>
                  <a:lnTo>
                    <a:pt x="1374" y="3092"/>
                  </a:lnTo>
                  <a:lnTo>
                    <a:pt x="968" y="3560"/>
                  </a:lnTo>
                  <a:lnTo>
                    <a:pt x="594" y="4060"/>
                  </a:lnTo>
                  <a:lnTo>
                    <a:pt x="438" y="4310"/>
                  </a:lnTo>
                  <a:lnTo>
                    <a:pt x="313" y="4560"/>
                  </a:lnTo>
                  <a:lnTo>
                    <a:pt x="188" y="4841"/>
                  </a:lnTo>
                  <a:lnTo>
                    <a:pt x="94" y="5122"/>
                  </a:lnTo>
                  <a:lnTo>
                    <a:pt x="32" y="5372"/>
                  </a:lnTo>
                  <a:lnTo>
                    <a:pt x="0" y="5653"/>
                  </a:lnTo>
                  <a:lnTo>
                    <a:pt x="0" y="5840"/>
                  </a:lnTo>
                  <a:lnTo>
                    <a:pt x="0" y="6059"/>
                  </a:lnTo>
                  <a:lnTo>
                    <a:pt x="32" y="6215"/>
                  </a:lnTo>
                  <a:lnTo>
                    <a:pt x="94" y="6371"/>
                  </a:lnTo>
                  <a:lnTo>
                    <a:pt x="156" y="6465"/>
                  </a:lnTo>
                  <a:lnTo>
                    <a:pt x="250" y="6558"/>
                  </a:lnTo>
                  <a:lnTo>
                    <a:pt x="344" y="6621"/>
                  </a:lnTo>
                  <a:lnTo>
                    <a:pt x="469" y="6652"/>
                  </a:lnTo>
                  <a:lnTo>
                    <a:pt x="594" y="6652"/>
                  </a:lnTo>
                  <a:lnTo>
                    <a:pt x="781" y="6621"/>
                  </a:lnTo>
                  <a:lnTo>
                    <a:pt x="1000" y="6590"/>
                  </a:lnTo>
                  <a:lnTo>
                    <a:pt x="1468" y="6433"/>
                  </a:lnTo>
                  <a:lnTo>
                    <a:pt x="1937" y="6215"/>
                  </a:lnTo>
                  <a:lnTo>
                    <a:pt x="2343" y="6059"/>
                  </a:lnTo>
                  <a:lnTo>
                    <a:pt x="2561" y="6090"/>
                  </a:lnTo>
                  <a:lnTo>
                    <a:pt x="2749" y="6184"/>
                  </a:lnTo>
                  <a:lnTo>
                    <a:pt x="2967" y="6277"/>
                  </a:lnTo>
                  <a:lnTo>
                    <a:pt x="3155" y="6402"/>
                  </a:lnTo>
                  <a:lnTo>
                    <a:pt x="3311" y="6590"/>
                  </a:lnTo>
                  <a:lnTo>
                    <a:pt x="3498" y="6746"/>
                  </a:lnTo>
                  <a:lnTo>
                    <a:pt x="3810" y="7152"/>
                  </a:lnTo>
                  <a:lnTo>
                    <a:pt x="4435" y="7995"/>
                  </a:lnTo>
                  <a:lnTo>
                    <a:pt x="4747" y="8370"/>
                  </a:lnTo>
                  <a:lnTo>
                    <a:pt x="4935" y="8526"/>
                  </a:lnTo>
                  <a:lnTo>
                    <a:pt x="5091" y="8651"/>
                  </a:lnTo>
                  <a:lnTo>
                    <a:pt x="5216" y="8744"/>
                  </a:lnTo>
                  <a:lnTo>
                    <a:pt x="5372" y="8807"/>
                  </a:lnTo>
                  <a:lnTo>
                    <a:pt x="5528" y="8838"/>
                  </a:lnTo>
                  <a:lnTo>
                    <a:pt x="5684" y="8869"/>
                  </a:lnTo>
                  <a:lnTo>
                    <a:pt x="5871" y="8838"/>
                  </a:lnTo>
                  <a:lnTo>
                    <a:pt x="6028" y="8776"/>
                  </a:lnTo>
                  <a:lnTo>
                    <a:pt x="6215" y="8682"/>
                  </a:lnTo>
                  <a:lnTo>
                    <a:pt x="6340" y="8557"/>
                  </a:lnTo>
                  <a:lnTo>
                    <a:pt x="6402" y="8495"/>
                  </a:lnTo>
                  <a:lnTo>
                    <a:pt x="6559" y="8245"/>
                  </a:lnTo>
                  <a:lnTo>
                    <a:pt x="6652" y="7995"/>
                  </a:lnTo>
                  <a:lnTo>
                    <a:pt x="6715" y="7745"/>
                  </a:lnTo>
                  <a:lnTo>
                    <a:pt x="6746" y="7464"/>
                  </a:lnTo>
                  <a:lnTo>
                    <a:pt x="6746" y="7277"/>
                  </a:lnTo>
                  <a:lnTo>
                    <a:pt x="6715" y="7089"/>
                  </a:lnTo>
                  <a:lnTo>
                    <a:pt x="6590" y="6715"/>
                  </a:lnTo>
                  <a:lnTo>
                    <a:pt x="6434" y="6340"/>
                  </a:lnTo>
                  <a:lnTo>
                    <a:pt x="6215" y="5965"/>
                  </a:lnTo>
                  <a:lnTo>
                    <a:pt x="5934" y="5621"/>
                  </a:lnTo>
                  <a:lnTo>
                    <a:pt x="5653" y="5278"/>
                  </a:lnTo>
                  <a:lnTo>
                    <a:pt x="5341" y="4997"/>
                  </a:lnTo>
                  <a:lnTo>
                    <a:pt x="5028" y="4716"/>
                  </a:lnTo>
                  <a:lnTo>
                    <a:pt x="5341" y="4872"/>
                  </a:lnTo>
                  <a:lnTo>
                    <a:pt x="5622" y="5028"/>
                  </a:lnTo>
                  <a:lnTo>
                    <a:pt x="6215" y="5372"/>
                  </a:lnTo>
                  <a:lnTo>
                    <a:pt x="6496" y="5559"/>
                  </a:lnTo>
                  <a:lnTo>
                    <a:pt x="6777" y="5715"/>
                  </a:lnTo>
                  <a:lnTo>
                    <a:pt x="7089" y="5840"/>
                  </a:lnTo>
                  <a:lnTo>
                    <a:pt x="7433" y="5934"/>
                  </a:lnTo>
                  <a:lnTo>
                    <a:pt x="7589" y="5965"/>
                  </a:lnTo>
                  <a:lnTo>
                    <a:pt x="7714" y="5996"/>
                  </a:lnTo>
                  <a:lnTo>
                    <a:pt x="7839" y="5965"/>
                  </a:lnTo>
                  <a:lnTo>
                    <a:pt x="7964" y="5934"/>
                  </a:lnTo>
                  <a:lnTo>
                    <a:pt x="8089" y="5903"/>
                  </a:lnTo>
                  <a:lnTo>
                    <a:pt x="8214" y="5840"/>
                  </a:lnTo>
                  <a:lnTo>
                    <a:pt x="8307" y="5746"/>
                  </a:lnTo>
                  <a:lnTo>
                    <a:pt x="8401" y="5653"/>
                  </a:lnTo>
                  <a:lnTo>
                    <a:pt x="8464" y="5528"/>
                  </a:lnTo>
                  <a:lnTo>
                    <a:pt x="8526" y="5403"/>
                  </a:lnTo>
                  <a:lnTo>
                    <a:pt x="8557" y="5309"/>
                  </a:lnTo>
                  <a:lnTo>
                    <a:pt x="8588" y="5091"/>
                  </a:lnTo>
                  <a:lnTo>
                    <a:pt x="8620" y="4872"/>
                  </a:lnTo>
                  <a:lnTo>
                    <a:pt x="8588" y="4591"/>
                  </a:lnTo>
                  <a:lnTo>
                    <a:pt x="8526" y="4372"/>
                  </a:lnTo>
                  <a:lnTo>
                    <a:pt x="8432" y="4122"/>
                  </a:lnTo>
                  <a:lnTo>
                    <a:pt x="8307" y="3935"/>
                  </a:lnTo>
                  <a:lnTo>
                    <a:pt x="8151" y="3748"/>
                  </a:lnTo>
                  <a:lnTo>
                    <a:pt x="7964" y="3560"/>
                  </a:lnTo>
                  <a:lnTo>
                    <a:pt x="7745" y="3404"/>
                  </a:lnTo>
                  <a:lnTo>
                    <a:pt x="7495" y="3248"/>
                  </a:lnTo>
                  <a:lnTo>
                    <a:pt x="7277" y="3123"/>
                  </a:lnTo>
                  <a:lnTo>
                    <a:pt x="6996" y="2998"/>
                  </a:lnTo>
                  <a:lnTo>
                    <a:pt x="6465" y="2811"/>
                  </a:lnTo>
                  <a:lnTo>
                    <a:pt x="5903" y="2686"/>
                  </a:lnTo>
                  <a:lnTo>
                    <a:pt x="5372" y="2623"/>
                  </a:lnTo>
                  <a:lnTo>
                    <a:pt x="5965" y="2249"/>
                  </a:lnTo>
                  <a:lnTo>
                    <a:pt x="6309" y="2030"/>
                  </a:lnTo>
                  <a:lnTo>
                    <a:pt x="6652" y="1749"/>
                  </a:lnTo>
                  <a:lnTo>
                    <a:pt x="6965" y="1468"/>
                  </a:lnTo>
                  <a:lnTo>
                    <a:pt x="7246" y="1187"/>
                  </a:lnTo>
                  <a:lnTo>
                    <a:pt x="7339" y="1062"/>
                  </a:lnTo>
                  <a:lnTo>
                    <a:pt x="7402" y="906"/>
                  </a:lnTo>
                  <a:lnTo>
                    <a:pt x="7464" y="781"/>
                  </a:lnTo>
                  <a:lnTo>
                    <a:pt x="7464" y="625"/>
                  </a:lnTo>
                  <a:lnTo>
                    <a:pt x="7464" y="500"/>
                  </a:lnTo>
                  <a:lnTo>
                    <a:pt x="7402" y="375"/>
                  </a:lnTo>
                  <a:lnTo>
                    <a:pt x="7308" y="281"/>
                  </a:lnTo>
                  <a:lnTo>
                    <a:pt x="7183" y="156"/>
                  </a:lnTo>
                  <a:lnTo>
                    <a:pt x="7027" y="94"/>
                  </a:lnTo>
                  <a:lnTo>
                    <a:pt x="6902" y="31"/>
                  </a:lnTo>
                  <a:lnTo>
                    <a:pt x="67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8" name="Google Shape;3548;p61"/>
            <p:cNvSpPr/>
            <p:nvPr/>
          </p:nvSpPr>
          <p:spPr>
            <a:xfrm>
              <a:off x="977475" y="3237700"/>
              <a:ext cx="215500" cy="221750"/>
            </a:xfrm>
            <a:custGeom>
              <a:avLst/>
              <a:gdLst/>
              <a:ahLst/>
              <a:cxnLst/>
              <a:rect l="l" t="t" r="r" b="b"/>
              <a:pathLst>
                <a:path w="8620" h="8870" fill="none" extrusionOk="0">
                  <a:moveTo>
                    <a:pt x="6559" y="0"/>
                  </a:moveTo>
                  <a:lnTo>
                    <a:pt x="6559" y="0"/>
                  </a:lnTo>
                  <a:lnTo>
                    <a:pt x="6340" y="0"/>
                  </a:lnTo>
                  <a:lnTo>
                    <a:pt x="6090" y="63"/>
                  </a:lnTo>
                  <a:lnTo>
                    <a:pt x="5809" y="125"/>
                  </a:lnTo>
                  <a:lnTo>
                    <a:pt x="5559" y="219"/>
                  </a:lnTo>
                  <a:lnTo>
                    <a:pt x="4997" y="469"/>
                  </a:lnTo>
                  <a:lnTo>
                    <a:pt x="4466" y="750"/>
                  </a:lnTo>
                  <a:lnTo>
                    <a:pt x="3935" y="1093"/>
                  </a:lnTo>
                  <a:lnTo>
                    <a:pt x="3467" y="1406"/>
                  </a:lnTo>
                  <a:lnTo>
                    <a:pt x="2749" y="1905"/>
                  </a:lnTo>
                  <a:lnTo>
                    <a:pt x="2749" y="1905"/>
                  </a:lnTo>
                  <a:lnTo>
                    <a:pt x="2280" y="2280"/>
                  </a:lnTo>
                  <a:lnTo>
                    <a:pt x="1843" y="2655"/>
                  </a:lnTo>
                  <a:lnTo>
                    <a:pt x="1374" y="3092"/>
                  </a:lnTo>
                  <a:lnTo>
                    <a:pt x="968" y="3560"/>
                  </a:lnTo>
                  <a:lnTo>
                    <a:pt x="594" y="4060"/>
                  </a:lnTo>
                  <a:lnTo>
                    <a:pt x="438" y="4310"/>
                  </a:lnTo>
                  <a:lnTo>
                    <a:pt x="313" y="4560"/>
                  </a:lnTo>
                  <a:lnTo>
                    <a:pt x="188" y="4841"/>
                  </a:lnTo>
                  <a:lnTo>
                    <a:pt x="94" y="5122"/>
                  </a:lnTo>
                  <a:lnTo>
                    <a:pt x="32" y="5372"/>
                  </a:lnTo>
                  <a:lnTo>
                    <a:pt x="0" y="5653"/>
                  </a:lnTo>
                  <a:lnTo>
                    <a:pt x="0" y="5653"/>
                  </a:lnTo>
                  <a:lnTo>
                    <a:pt x="0" y="5840"/>
                  </a:lnTo>
                  <a:lnTo>
                    <a:pt x="0" y="5840"/>
                  </a:lnTo>
                  <a:lnTo>
                    <a:pt x="0" y="6059"/>
                  </a:lnTo>
                  <a:lnTo>
                    <a:pt x="32" y="6215"/>
                  </a:lnTo>
                  <a:lnTo>
                    <a:pt x="94" y="6371"/>
                  </a:lnTo>
                  <a:lnTo>
                    <a:pt x="156" y="6465"/>
                  </a:lnTo>
                  <a:lnTo>
                    <a:pt x="250" y="6558"/>
                  </a:lnTo>
                  <a:lnTo>
                    <a:pt x="344" y="6621"/>
                  </a:lnTo>
                  <a:lnTo>
                    <a:pt x="469" y="6652"/>
                  </a:lnTo>
                  <a:lnTo>
                    <a:pt x="594" y="6652"/>
                  </a:lnTo>
                  <a:lnTo>
                    <a:pt x="594" y="6652"/>
                  </a:lnTo>
                  <a:lnTo>
                    <a:pt x="781" y="6621"/>
                  </a:lnTo>
                  <a:lnTo>
                    <a:pt x="1000" y="6590"/>
                  </a:lnTo>
                  <a:lnTo>
                    <a:pt x="1468" y="6433"/>
                  </a:lnTo>
                  <a:lnTo>
                    <a:pt x="1937" y="6215"/>
                  </a:lnTo>
                  <a:lnTo>
                    <a:pt x="2343" y="6059"/>
                  </a:lnTo>
                  <a:lnTo>
                    <a:pt x="2343" y="6059"/>
                  </a:lnTo>
                  <a:lnTo>
                    <a:pt x="2561" y="6090"/>
                  </a:lnTo>
                  <a:lnTo>
                    <a:pt x="2749" y="6184"/>
                  </a:lnTo>
                  <a:lnTo>
                    <a:pt x="2967" y="6277"/>
                  </a:lnTo>
                  <a:lnTo>
                    <a:pt x="3155" y="6402"/>
                  </a:lnTo>
                  <a:lnTo>
                    <a:pt x="3311" y="6590"/>
                  </a:lnTo>
                  <a:lnTo>
                    <a:pt x="3498" y="6746"/>
                  </a:lnTo>
                  <a:lnTo>
                    <a:pt x="3810" y="7152"/>
                  </a:lnTo>
                  <a:lnTo>
                    <a:pt x="4435" y="7995"/>
                  </a:lnTo>
                  <a:lnTo>
                    <a:pt x="4747" y="8370"/>
                  </a:lnTo>
                  <a:lnTo>
                    <a:pt x="4935" y="8526"/>
                  </a:lnTo>
                  <a:lnTo>
                    <a:pt x="5091" y="8651"/>
                  </a:lnTo>
                  <a:lnTo>
                    <a:pt x="5091" y="8651"/>
                  </a:lnTo>
                  <a:lnTo>
                    <a:pt x="5216" y="8744"/>
                  </a:lnTo>
                  <a:lnTo>
                    <a:pt x="5372" y="8807"/>
                  </a:lnTo>
                  <a:lnTo>
                    <a:pt x="5528" y="8838"/>
                  </a:lnTo>
                  <a:lnTo>
                    <a:pt x="5684" y="8869"/>
                  </a:lnTo>
                  <a:lnTo>
                    <a:pt x="5684" y="8869"/>
                  </a:lnTo>
                  <a:lnTo>
                    <a:pt x="5871" y="8838"/>
                  </a:lnTo>
                  <a:lnTo>
                    <a:pt x="6028" y="8776"/>
                  </a:lnTo>
                  <a:lnTo>
                    <a:pt x="6215" y="8682"/>
                  </a:lnTo>
                  <a:lnTo>
                    <a:pt x="6340" y="8557"/>
                  </a:lnTo>
                  <a:lnTo>
                    <a:pt x="6340" y="8557"/>
                  </a:lnTo>
                  <a:lnTo>
                    <a:pt x="6402" y="8495"/>
                  </a:lnTo>
                  <a:lnTo>
                    <a:pt x="6402" y="8495"/>
                  </a:lnTo>
                  <a:lnTo>
                    <a:pt x="6559" y="8245"/>
                  </a:lnTo>
                  <a:lnTo>
                    <a:pt x="6652" y="7995"/>
                  </a:lnTo>
                  <a:lnTo>
                    <a:pt x="6715" y="7745"/>
                  </a:lnTo>
                  <a:lnTo>
                    <a:pt x="6746" y="7464"/>
                  </a:lnTo>
                  <a:lnTo>
                    <a:pt x="6746" y="7464"/>
                  </a:lnTo>
                  <a:lnTo>
                    <a:pt x="6746" y="7277"/>
                  </a:lnTo>
                  <a:lnTo>
                    <a:pt x="6715" y="7089"/>
                  </a:lnTo>
                  <a:lnTo>
                    <a:pt x="6590" y="6715"/>
                  </a:lnTo>
                  <a:lnTo>
                    <a:pt x="6434" y="6340"/>
                  </a:lnTo>
                  <a:lnTo>
                    <a:pt x="6215" y="5965"/>
                  </a:lnTo>
                  <a:lnTo>
                    <a:pt x="5934" y="5621"/>
                  </a:lnTo>
                  <a:lnTo>
                    <a:pt x="5653" y="5278"/>
                  </a:lnTo>
                  <a:lnTo>
                    <a:pt x="5341" y="4997"/>
                  </a:lnTo>
                  <a:lnTo>
                    <a:pt x="5028" y="4716"/>
                  </a:lnTo>
                  <a:lnTo>
                    <a:pt x="5028" y="4716"/>
                  </a:lnTo>
                  <a:lnTo>
                    <a:pt x="5028" y="4716"/>
                  </a:lnTo>
                  <a:lnTo>
                    <a:pt x="5028" y="4716"/>
                  </a:lnTo>
                  <a:lnTo>
                    <a:pt x="5341" y="4872"/>
                  </a:lnTo>
                  <a:lnTo>
                    <a:pt x="5622" y="5028"/>
                  </a:lnTo>
                  <a:lnTo>
                    <a:pt x="6215" y="5372"/>
                  </a:lnTo>
                  <a:lnTo>
                    <a:pt x="6496" y="5559"/>
                  </a:lnTo>
                  <a:lnTo>
                    <a:pt x="6777" y="5715"/>
                  </a:lnTo>
                  <a:lnTo>
                    <a:pt x="7089" y="5840"/>
                  </a:lnTo>
                  <a:lnTo>
                    <a:pt x="7433" y="5934"/>
                  </a:lnTo>
                  <a:lnTo>
                    <a:pt x="7433" y="5934"/>
                  </a:lnTo>
                  <a:lnTo>
                    <a:pt x="7589" y="5965"/>
                  </a:lnTo>
                  <a:lnTo>
                    <a:pt x="7714" y="5996"/>
                  </a:lnTo>
                  <a:lnTo>
                    <a:pt x="7714" y="5996"/>
                  </a:lnTo>
                  <a:lnTo>
                    <a:pt x="7839" y="5965"/>
                  </a:lnTo>
                  <a:lnTo>
                    <a:pt x="7964" y="5934"/>
                  </a:lnTo>
                  <a:lnTo>
                    <a:pt x="8089" y="5903"/>
                  </a:lnTo>
                  <a:lnTo>
                    <a:pt x="8214" y="5840"/>
                  </a:lnTo>
                  <a:lnTo>
                    <a:pt x="8307" y="5746"/>
                  </a:lnTo>
                  <a:lnTo>
                    <a:pt x="8401" y="5653"/>
                  </a:lnTo>
                  <a:lnTo>
                    <a:pt x="8464" y="5528"/>
                  </a:lnTo>
                  <a:lnTo>
                    <a:pt x="8526" y="5403"/>
                  </a:lnTo>
                  <a:lnTo>
                    <a:pt x="8526" y="5403"/>
                  </a:lnTo>
                  <a:lnTo>
                    <a:pt x="8557" y="5309"/>
                  </a:lnTo>
                  <a:lnTo>
                    <a:pt x="8557" y="5309"/>
                  </a:lnTo>
                  <a:lnTo>
                    <a:pt x="8588" y="5091"/>
                  </a:lnTo>
                  <a:lnTo>
                    <a:pt x="8620" y="4872"/>
                  </a:lnTo>
                  <a:lnTo>
                    <a:pt x="8620" y="4872"/>
                  </a:lnTo>
                  <a:lnTo>
                    <a:pt x="8588" y="4591"/>
                  </a:lnTo>
                  <a:lnTo>
                    <a:pt x="8526" y="4372"/>
                  </a:lnTo>
                  <a:lnTo>
                    <a:pt x="8432" y="4122"/>
                  </a:lnTo>
                  <a:lnTo>
                    <a:pt x="8307" y="3935"/>
                  </a:lnTo>
                  <a:lnTo>
                    <a:pt x="8151" y="3748"/>
                  </a:lnTo>
                  <a:lnTo>
                    <a:pt x="7964" y="3560"/>
                  </a:lnTo>
                  <a:lnTo>
                    <a:pt x="7745" y="3404"/>
                  </a:lnTo>
                  <a:lnTo>
                    <a:pt x="7495" y="3248"/>
                  </a:lnTo>
                  <a:lnTo>
                    <a:pt x="7277" y="3123"/>
                  </a:lnTo>
                  <a:lnTo>
                    <a:pt x="6996" y="2998"/>
                  </a:lnTo>
                  <a:lnTo>
                    <a:pt x="6465" y="2811"/>
                  </a:lnTo>
                  <a:lnTo>
                    <a:pt x="5903" y="2686"/>
                  </a:lnTo>
                  <a:lnTo>
                    <a:pt x="5372" y="2623"/>
                  </a:lnTo>
                  <a:lnTo>
                    <a:pt x="5372" y="2623"/>
                  </a:lnTo>
                  <a:lnTo>
                    <a:pt x="5372" y="2623"/>
                  </a:lnTo>
                  <a:lnTo>
                    <a:pt x="5372" y="2623"/>
                  </a:lnTo>
                  <a:lnTo>
                    <a:pt x="5965" y="2249"/>
                  </a:lnTo>
                  <a:lnTo>
                    <a:pt x="6309" y="2030"/>
                  </a:lnTo>
                  <a:lnTo>
                    <a:pt x="6652" y="1749"/>
                  </a:lnTo>
                  <a:lnTo>
                    <a:pt x="6965" y="1468"/>
                  </a:lnTo>
                  <a:lnTo>
                    <a:pt x="7246" y="1187"/>
                  </a:lnTo>
                  <a:lnTo>
                    <a:pt x="7339" y="1062"/>
                  </a:lnTo>
                  <a:lnTo>
                    <a:pt x="7402" y="906"/>
                  </a:lnTo>
                  <a:lnTo>
                    <a:pt x="7464" y="781"/>
                  </a:lnTo>
                  <a:lnTo>
                    <a:pt x="7464" y="625"/>
                  </a:lnTo>
                  <a:lnTo>
                    <a:pt x="7464" y="625"/>
                  </a:lnTo>
                  <a:lnTo>
                    <a:pt x="7464" y="500"/>
                  </a:lnTo>
                  <a:lnTo>
                    <a:pt x="7402" y="375"/>
                  </a:lnTo>
                  <a:lnTo>
                    <a:pt x="7308" y="281"/>
                  </a:lnTo>
                  <a:lnTo>
                    <a:pt x="7183" y="156"/>
                  </a:lnTo>
                  <a:lnTo>
                    <a:pt x="7183" y="156"/>
                  </a:lnTo>
                  <a:lnTo>
                    <a:pt x="7027" y="94"/>
                  </a:lnTo>
                  <a:lnTo>
                    <a:pt x="6902" y="31"/>
                  </a:lnTo>
                  <a:lnTo>
                    <a:pt x="6746" y="0"/>
                  </a:lnTo>
                  <a:lnTo>
                    <a:pt x="655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9" name="Google Shape;3549;p61"/>
            <p:cNvSpPr/>
            <p:nvPr/>
          </p:nvSpPr>
          <p:spPr>
            <a:xfrm>
              <a:off x="975125" y="3277500"/>
              <a:ext cx="178025" cy="128075"/>
            </a:xfrm>
            <a:custGeom>
              <a:avLst/>
              <a:gdLst/>
              <a:ahLst/>
              <a:cxnLst/>
              <a:rect l="l" t="t" r="r" b="b"/>
              <a:pathLst>
                <a:path w="7121" h="5123" extrusionOk="0">
                  <a:moveTo>
                    <a:pt x="5965" y="1"/>
                  </a:moveTo>
                  <a:lnTo>
                    <a:pt x="5591" y="32"/>
                  </a:lnTo>
                  <a:lnTo>
                    <a:pt x="5216" y="126"/>
                  </a:lnTo>
                  <a:lnTo>
                    <a:pt x="4810" y="220"/>
                  </a:lnTo>
                  <a:lnTo>
                    <a:pt x="4404" y="344"/>
                  </a:lnTo>
                  <a:lnTo>
                    <a:pt x="3967" y="501"/>
                  </a:lnTo>
                  <a:lnTo>
                    <a:pt x="3561" y="688"/>
                  </a:lnTo>
                  <a:lnTo>
                    <a:pt x="3124" y="875"/>
                  </a:lnTo>
                  <a:lnTo>
                    <a:pt x="2749" y="1094"/>
                  </a:lnTo>
                  <a:lnTo>
                    <a:pt x="2374" y="1313"/>
                  </a:lnTo>
                  <a:lnTo>
                    <a:pt x="2031" y="1531"/>
                  </a:lnTo>
                  <a:lnTo>
                    <a:pt x="1656" y="1812"/>
                  </a:lnTo>
                  <a:lnTo>
                    <a:pt x="1312" y="2093"/>
                  </a:lnTo>
                  <a:lnTo>
                    <a:pt x="1031" y="2374"/>
                  </a:lnTo>
                  <a:lnTo>
                    <a:pt x="781" y="2655"/>
                  </a:lnTo>
                  <a:lnTo>
                    <a:pt x="563" y="2936"/>
                  </a:lnTo>
                  <a:lnTo>
                    <a:pt x="375" y="3186"/>
                  </a:lnTo>
                  <a:lnTo>
                    <a:pt x="250" y="3436"/>
                  </a:lnTo>
                  <a:lnTo>
                    <a:pt x="157" y="3686"/>
                  </a:lnTo>
                  <a:lnTo>
                    <a:pt x="63" y="3905"/>
                  </a:lnTo>
                  <a:lnTo>
                    <a:pt x="32" y="4123"/>
                  </a:lnTo>
                  <a:lnTo>
                    <a:pt x="1" y="4311"/>
                  </a:lnTo>
                  <a:lnTo>
                    <a:pt x="1" y="4498"/>
                  </a:lnTo>
                  <a:lnTo>
                    <a:pt x="1" y="4654"/>
                  </a:lnTo>
                  <a:lnTo>
                    <a:pt x="32" y="4779"/>
                  </a:lnTo>
                  <a:lnTo>
                    <a:pt x="94" y="4873"/>
                  </a:lnTo>
                  <a:lnTo>
                    <a:pt x="157" y="4935"/>
                  </a:lnTo>
                  <a:lnTo>
                    <a:pt x="250" y="5029"/>
                  </a:lnTo>
                  <a:lnTo>
                    <a:pt x="344" y="5060"/>
                  </a:lnTo>
                  <a:lnTo>
                    <a:pt x="469" y="5091"/>
                  </a:lnTo>
                  <a:lnTo>
                    <a:pt x="625" y="5123"/>
                  </a:lnTo>
                  <a:lnTo>
                    <a:pt x="906" y="5091"/>
                  </a:lnTo>
                  <a:lnTo>
                    <a:pt x="1187" y="5060"/>
                  </a:lnTo>
                  <a:lnTo>
                    <a:pt x="1500" y="4966"/>
                  </a:lnTo>
                  <a:lnTo>
                    <a:pt x="1750" y="4873"/>
                  </a:lnTo>
                  <a:lnTo>
                    <a:pt x="2093" y="4748"/>
                  </a:lnTo>
                  <a:lnTo>
                    <a:pt x="2374" y="4654"/>
                  </a:lnTo>
                  <a:lnTo>
                    <a:pt x="2718" y="4592"/>
                  </a:lnTo>
                  <a:lnTo>
                    <a:pt x="3061" y="4560"/>
                  </a:lnTo>
                  <a:lnTo>
                    <a:pt x="3436" y="4529"/>
                  </a:lnTo>
                  <a:lnTo>
                    <a:pt x="4154" y="4592"/>
                  </a:lnTo>
                  <a:lnTo>
                    <a:pt x="4904" y="4685"/>
                  </a:lnTo>
                  <a:lnTo>
                    <a:pt x="5560" y="4748"/>
                  </a:lnTo>
                  <a:lnTo>
                    <a:pt x="6122" y="4810"/>
                  </a:lnTo>
                  <a:lnTo>
                    <a:pt x="6340" y="4810"/>
                  </a:lnTo>
                  <a:lnTo>
                    <a:pt x="6528" y="4779"/>
                  </a:lnTo>
                  <a:lnTo>
                    <a:pt x="6684" y="4748"/>
                  </a:lnTo>
                  <a:lnTo>
                    <a:pt x="6746" y="4654"/>
                  </a:lnTo>
                  <a:lnTo>
                    <a:pt x="6809" y="4435"/>
                  </a:lnTo>
                  <a:lnTo>
                    <a:pt x="6840" y="4248"/>
                  </a:lnTo>
                  <a:lnTo>
                    <a:pt x="6777" y="4029"/>
                  </a:lnTo>
                  <a:lnTo>
                    <a:pt x="6684" y="3842"/>
                  </a:lnTo>
                  <a:lnTo>
                    <a:pt x="6559" y="3655"/>
                  </a:lnTo>
                  <a:lnTo>
                    <a:pt x="6371" y="3499"/>
                  </a:lnTo>
                  <a:lnTo>
                    <a:pt x="6153" y="3342"/>
                  </a:lnTo>
                  <a:lnTo>
                    <a:pt x="5934" y="3186"/>
                  </a:lnTo>
                  <a:lnTo>
                    <a:pt x="5403" y="2905"/>
                  </a:lnTo>
                  <a:lnTo>
                    <a:pt x="4841" y="2687"/>
                  </a:lnTo>
                  <a:lnTo>
                    <a:pt x="4279" y="2530"/>
                  </a:lnTo>
                  <a:lnTo>
                    <a:pt x="3748" y="2406"/>
                  </a:lnTo>
                  <a:lnTo>
                    <a:pt x="4779" y="2187"/>
                  </a:lnTo>
                  <a:lnTo>
                    <a:pt x="5341" y="2031"/>
                  </a:lnTo>
                  <a:lnTo>
                    <a:pt x="5903" y="1843"/>
                  </a:lnTo>
                  <a:lnTo>
                    <a:pt x="6371" y="1625"/>
                  </a:lnTo>
                  <a:lnTo>
                    <a:pt x="6590" y="1469"/>
                  </a:lnTo>
                  <a:lnTo>
                    <a:pt x="6777" y="1344"/>
                  </a:lnTo>
                  <a:lnTo>
                    <a:pt x="6934" y="1188"/>
                  </a:lnTo>
                  <a:lnTo>
                    <a:pt x="7027" y="1031"/>
                  </a:lnTo>
                  <a:lnTo>
                    <a:pt x="7121" y="844"/>
                  </a:lnTo>
                  <a:lnTo>
                    <a:pt x="7121" y="625"/>
                  </a:lnTo>
                  <a:lnTo>
                    <a:pt x="7121" y="501"/>
                  </a:lnTo>
                  <a:lnTo>
                    <a:pt x="7090" y="407"/>
                  </a:lnTo>
                  <a:lnTo>
                    <a:pt x="7027" y="313"/>
                  </a:lnTo>
                  <a:lnTo>
                    <a:pt x="6965" y="220"/>
                  </a:lnTo>
                  <a:lnTo>
                    <a:pt x="6777" y="95"/>
                  </a:lnTo>
                  <a:lnTo>
                    <a:pt x="6559" y="32"/>
                  </a:lnTo>
                  <a:lnTo>
                    <a:pt x="62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0" name="Google Shape;3550;p61"/>
            <p:cNvSpPr/>
            <p:nvPr/>
          </p:nvSpPr>
          <p:spPr>
            <a:xfrm>
              <a:off x="682350" y="3190850"/>
              <a:ext cx="298275" cy="863525"/>
            </a:xfrm>
            <a:custGeom>
              <a:avLst/>
              <a:gdLst/>
              <a:ahLst/>
              <a:cxnLst/>
              <a:rect l="l" t="t" r="r" b="b"/>
              <a:pathLst>
                <a:path w="11931" h="34541" extrusionOk="0">
                  <a:moveTo>
                    <a:pt x="126" y="0"/>
                  </a:moveTo>
                  <a:lnTo>
                    <a:pt x="32" y="32"/>
                  </a:lnTo>
                  <a:lnTo>
                    <a:pt x="1" y="94"/>
                  </a:lnTo>
                  <a:lnTo>
                    <a:pt x="1" y="125"/>
                  </a:lnTo>
                  <a:lnTo>
                    <a:pt x="32" y="157"/>
                  </a:lnTo>
                  <a:lnTo>
                    <a:pt x="656" y="969"/>
                  </a:lnTo>
                  <a:lnTo>
                    <a:pt x="1219" y="1781"/>
                  </a:lnTo>
                  <a:lnTo>
                    <a:pt x="1749" y="2655"/>
                  </a:lnTo>
                  <a:lnTo>
                    <a:pt x="2249" y="3529"/>
                  </a:lnTo>
                  <a:lnTo>
                    <a:pt x="2686" y="4435"/>
                  </a:lnTo>
                  <a:lnTo>
                    <a:pt x="3092" y="5372"/>
                  </a:lnTo>
                  <a:lnTo>
                    <a:pt x="3467" y="6309"/>
                  </a:lnTo>
                  <a:lnTo>
                    <a:pt x="3811" y="7277"/>
                  </a:lnTo>
                  <a:lnTo>
                    <a:pt x="4092" y="8245"/>
                  </a:lnTo>
                  <a:lnTo>
                    <a:pt x="4341" y="9244"/>
                  </a:lnTo>
                  <a:lnTo>
                    <a:pt x="4591" y="10244"/>
                  </a:lnTo>
                  <a:lnTo>
                    <a:pt x="4779" y="11243"/>
                  </a:lnTo>
                  <a:lnTo>
                    <a:pt x="4935" y="12242"/>
                  </a:lnTo>
                  <a:lnTo>
                    <a:pt x="5060" y="13273"/>
                  </a:lnTo>
                  <a:lnTo>
                    <a:pt x="5153" y="14272"/>
                  </a:lnTo>
                  <a:lnTo>
                    <a:pt x="5216" y="15272"/>
                  </a:lnTo>
                  <a:lnTo>
                    <a:pt x="5247" y="16458"/>
                  </a:lnTo>
                  <a:lnTo>
                    <a:pt x="5278" y="17676"/>
                  </a:lnTo>
                  <a:lnTo>
                    <a:pt x="5247" y="18894"/>
                  </a:lnTo>
                  <a:lnTo>
                    <a:pt x="5185" y="20081"/>
                  </a:lnTo>
                  <a:lnTo>
                    <a:pt x="5122" y="21299"/>
                  </a:lnTo>
                  <a:lnTo>
                    <a:pt x="4997" y="22486"/>
                  </a:lnTo>
                  <a:lnTo>
                    <a:pt x="4841" y="23704"/>
                  </a:lnTo>
                  <a:lnTo>
                    <a:pt x="4685" y="24890"/>
                  </a:lnTo>
                  <a:lnTo>
                    <a:pt x="4498" y="26046"/>
                  </a:lnTo>
                  <a:lnTo>
                    <a:pt x="4279" y="27232"/>
                  </a:lnTo>
                  <a:lnTo>
                    <a:pt x="3779" y="29575"/>
                  </a:lnTo>
                  <a:lnTo>
                    <a:pt x="3280" y="31886"/>
                  </a:lnTo>
                  <a:lnTo>
                    <a:pt x="3061" y="33072"/>
                  </a:lnTo>
                  <a:lnTo>
                    <a:pt x="2874" y="34259"/>
                  </a:lnTo>
                  <a:lnTo>
                    <a:pt x="2905" y="34353"/>
                  </a:lnTo>
                  <a:lnTo>
                    <a:pt x="2936" y="34415"/>
                  </a:lnTo>
                  <a:lnTo>
                    <a:pt x="2999" y="34478"/>
                  </a:lnTo>
                  <a:lnTo>
                    <a:pt x="3061" y="34509"/>
                  </a:lnTo>
                  <a:lnTo>
                    <a:pt x="3155" y="34540"/>
                  </a:lnTo>
                  <a:lnTo>
                    <a:pt x="3248" y="34509"/>
                  </a:lnTo>
                  <a:lnTo>
                    <a:pt x="3342" y="34446"/>
                  </a:lnTo>
                  <a:lnTo>
                    <a:pt x="3373" y="34353"/>
                  </a:lnTo>
                  <a:lnTo>
                    <a:pt x="3748" y="33104"/>
                  </a:lnTo>
                  <a:lnTo>
                    <a:pt x="4092" y="31823"/>
                  </a:lnTo>
                  <a:lnTo>
                    <a:pt x="4404" y="30574"/>
                  </a:lnTo>
                  <a:lnTo>
                    <a:pt x="4685" y="29294"/>
                  </a:lnTo>
                  <a:lnTo>
                    <a:pt x="4966" y="28013"/>
                  </a:lnTo>
                  <a:lnTo>
                    <a:pt x="5185" y="26733"/>
                  </a:lnTo>
                  <a:lnTo>
                    <a:pt x="5403" y="25452"/>
                  </a:lnTo>
                  <a:lnTo>
                    <a:pt x="5622" y="24141"/>
                  </a:lnTo>
                  <a:lnTo>
                    <a:pt x="5809" y="22704"/>
                  </a:lnTo>
                  <a:lnTo>
                    <a:pt x="5965" y="21236"/>
                  </a:lnTo>
                  <a:lnTo>
                    <a:pt x="6621" y="20612"/>
                  </a:lnTo>
                  <a:lnTo>
                    <a:pt x="7215" y="19987"/>
                  </a:lnTo>
                  <a:lnTo>
                    <a:pt x="7777" y="19363"/>
                  </a:lnTo>
                  <a:lnTo>
                    <a:pt x="8308" y="18707"/>
                  </a:lnTo>
                  <a:lnTo>
                    <a:pt x="8807" y="18051"/>
                  </a:lnTo>
                  <a:lnTo>
                    <a:pt x="9245" y="17364"/>
                  </a:lnTo>
                  <a:lnTo>
                    <a:pt x="9682" y="16677"/>
                  </a:lnTo>
                  <a:lnTo>
                    <a:pt x="10056" y="15927"/>
                  </a:lnTo>
                  <a:lnTo>
                    <a:pt x="10400" y="15178"/>
                  </a:lnTo>
                  <a:lnTo>
                    <a:pt x="10712" y="14366"/>
                  </a:lnTo>
                  <a:lnTo>
                    <a:pt x="10993" y="13523"/>
                  </a:lnTo>
                  <a:lnTo>
                    <a:pt x="11243" y="12617"/>
                  </a:lnTo>
                  <a:lnTo>
                    <a:pt x="11462" y="11680"/>
                  </a:lnTo>
                  <a:lnTo>
                    <a:pt x="11649" y="10681"/>
                  </a:lnTo>
                  <a:lnTo>
                    <a:pt x="11805" y="9619"/>
                  </a:lnTo>
                  <a:lnTo>
                    <a:pt x="11930" y="8495"/>
                  </a:lnTo>
                  <a:lnTo>
                    <a:pt x="11930" y="8339"/>
                  </a:lnTo>
                  <a:lnTo>
                    <a:pt x="11868" y="8245"/>
                  </a:lnTo>
                  <a:lnTo>
                    <a:pt x="11805" y="8245"/>
                  </a:lnTo>
                  <a:lnTo>
                    <a:pt x="11680" y="8307"/>
                  </a:lnTo>
                  <a:lnTo>
                    <a:pt x="11025" y="8963"/>
                  </a:lnTo>
                  <a:lnTo>
                    <a:pt x="10400" y="9588"/>
                  </a:lnTo>
                  <a:lnTo>
                    <a:pt x="9869" y="10275"/>
                  </a:lnTo>
                  <a:lnTo>
                    <a:pt x="9369" y="10931"/>
                  </a:lnTo>
                  <a:lnTo>
                    <a:pt x="8901" y="11587"/>
                  </a:lnTo>
                  <a:lnTo>
                    <a:pt x="8495" y="12274"/>
                  </a:lnTo>
                  <a:lnTo>
                    <a:pt x="8151" y="12929"/>
                  </a:lnTo>
                  <a:lnTo>
                    <a:pt x="7808" y="13616"/>
                  </a:lnTo>
                  <a:lnTo>
                    <a:pt x="7496" y="14304"/>
                  </a:lnTo>
                  <a:lnTo>
                    <a:pt x="7246" y="14959"/>
                  </a:lnTo>
                  <a:lnTo>
                    <a:pt x="6996" y="15646"/>
                  </a:lnTo>
                  <a:lnTo>
                    <a:pt x="6777" y="16302"/>
                  </a:lnTo>
                  <a:lnTo>
                    <a:pt x="6371" y="17614"/>
                  </a:lnTo>
                  <a:lnTo>
                    <a:pt x="5997" y="18894"/>
                  </a:lnTo>
                  <a:lnTo>
                    <a:pt x="6028" y="18145"/>
                  </a:lnTo>
                  <a:lnTo>
                    <a:pt x="6059" y="17520"/>
                  </a:lnTo>
                  <a:lnTo>
                    <a:pt x="6059" y="16708"/>
                  </a:lnTo>
                  <a:lnTo>
                    <a:pt x="6059" y="15740"/>
                  </a:lnTo>
                  <a:lnTo>
                    <a:pt x="5997" y="14647"/>
                  </a:lnTo>
                  <a:lnTo>
                    <a:pt x="5872" y="13460"/>
                  </a:lnTo>
                  <a:lnTo>
                    <a:pt x="5684" y="12149"/>
                  </a:lnTo>
                  <a:lnTo>
                    <a:pt x="5559" y="11462"/>
                  </a:lnTo>
                  <a:lnTo>
                    <a:pt x="5435" y="10775"/>
                  </a:lnTo>
                  <a:lnTo>
                    <a:pt x="5247" y="10056"/>
                  </a:lnTo>
                  <a:lnTo>
                    <a:pt x="5060" y="9307"/>
                  </a:lnTo>
                  <a:lnTo>
                    <a:pt x="4841" y="8557"/>
                  </a:lnTo>
                  <a:lnTo>
                    <a:pt x="4591" y="7808"/>
                  </a:lnTo>
                  <a:lnTo>
                    <a:pt x="4310" y="7027"/>
                  </a:lnTo>
                  <a:lnTo>
                    <a:pt x="4029" y="6246"/>
                  </a:lnTo>
                  <a:lnTo>
                    <a:pt x="3686" y="5466"/>
                  </a:lnTo>
                  <a:lnTo>
                    <a:pt x="3280" y="4685"/>
                  </a:lnTo>
                  <a:lnTo>
                    <a:pt x="2874" y="3904"/>
                  </a:lnTo>
                  <a:lnTo>
                    <a:pt x="2436" y="3123"/>
                  </a:lnTo>
                  <a:lnTo>
                    <a:pt x="1937" y="2343"/>
                  </a:lnTo>
                  <a:lnTo>
                    <a:pt x="1375" y="1562"/>
                  </a:lnTo>
                  <a:lnTo>
                    <a:pt x="813" y="781"/>
                  </a:lnTo>
                  <a:lnTo>
                    <a:pt x="188" y="32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1" name="Google Shape;3551;p61"/>
            <p:cNvSpPr/>
            <p:nvPr/>
          </p:nvSpPr>
          <p:spPr>
            <a:xfrm>
              <a:off x="682350" y="3190850"/>
              <a:ext cx="298275" cy="863525"/>
            </a:xfrm>
            <a:custGeom>
              <a:avLst/>
              <a:gdLst/>
              <a:ahLst/>
              <a:cxnLst/>
              <a:rect l="l" t="t" r="r" b="b"/>
              <a:pathLst>
                <a:path w="11931" h="34541" fill="none" extrusionOk="0">
                  <a:moveTo>
                    <a:pt x="5622" y="24141"/>
                  </a:moveTo>
                  <a:lnTo>
                    <a:pt x="5622" y="24141"/>
                  </a:lnTo>
                  <a:lnTo>
                    <a:pt x="5403" y="25452"/>
                  </a:lnTo>
                  <a:lnTo>
                    <a:pt x="5185" y="26733"/>
                  </a:lnTo>
                  <a:lnTo>
                    <a:pt x="4966" y="28013"/>
                  </a:lnTo>
                  <a:lnTo>
                    <a:pt x="4685" y="29294"/>
                  </a:lnTo>
                  <a:lnTo>
                    <a:pt x="4404" y="30574"/>
                  </a:lnTo>
                  <a:lnTo>
                    <a:pt x="4092" y="31823"/>
                  </a:lnTo>
                  <a:lnTo>
                    <a:pt x="3748" y="33104"/>
                  </a:lnTo>
                  <a:lnTo>
                    <a:pt x="3373" y="34353"/>
                  </a:lnTo>
                  <a:lnTo>
                    <a:pt x="3373" y="34353"/>
                  </a:lnTo>
                  <a:lnTo>
                    <a:pt x="3342" y="34446"/>
                  </a:lnTo>
                  <a:lnTo>
                    <a:pt x="3248" y="34509"/>
                  </a:lnTo>
                  <a:lnTo>
                    <a:pt x="3155" y="34540"/>
                  </a:lnTo>
                  <a:lnTo>
                    <a:pt x="3061" y="34509"/>
                  </a:lnTo>
                  <a:lnTo>
                    <a:pt x="3061" y="34509"/>
                  </a:lnTo>
                  <a:lnTo>
                    <a:pt x="2999" y="34478"/>
                  </a:lnTo>
                  <a:lnTo>
                    <a:pt x="2936" y="34415"/>
                  </a:lnTo>
                  <a:lnTo>
                    <a:pt x="2905" y="34353"/>
                  </a:lnTo>
                  <a:lnTo>
                    <a:pt x="2874" y="34259"/>
                  </a:lnTo>
                  <a:lnTo>
                    <a:pt x="2874" y="34259"/>
                  </a:lnTo>
                  <a:lnTo>
                    <a:pt x="3061" y="33072"/>
                  </a:lnTo>
                  <a:lnTo>
                    <a:pt x="3280" y="31886"/>
                  </a:lnTo>
                  <a:lnTo>
                    <a:pt x="3779" y="29575"/>
                  </a:lnTo>
                  <a:lnTo>
                    <a:pt x="4279" y="27232"/>
                  </a:lnTo>
                  <a:lnTo>
                    <a:pt x="4498" y="26046"/>
                  </a:lnTo>
                  <a:lnTo>
                    <a:pt x="4685" y="24890"/>
                  </a:lnTo>
                  <a:lnTo>
                    <a:pt x="4685" y="24890"/>
                  </a:lnTo>
                  <a:lnTo>
                    <a:pt x="4841" y="23704"/>
                  </a:lnTo>
                  <a:lnTo>
                    <a:pt x="4997" y="22486"/>
                  </a:lnTo>
                  <a:lnTo>
                    <a:pt x="5122" y="21299"/>
                  </a:lnTo>
                  <a:lnTo>
                    <a:pt x="5185" y="20081"/>
                  </a:lnTo>
                  <a:lnTo>
                    <a:pt x="5247" y="18894"/>
                  </a:lnTo>
                  <a:lnTo>
                    <a:pt x="5278" y="17676"/>
                  </a:lnTo>
                  <a:lnTo>
                    <a:pt x="5247" y="16458"/>
                  </a:lnTo>
                  <a:lnTo>
                    <a:pt x="5216" y="15272"/>
                  </a:lnTo>
                  <a:lnTo>
                    <a:pt x="5216" y="15272"/>
                  </a:lnTo>
                  <a:lnTo>
                    <a:pt x="5153" y="14272"/>
                  </a:lnTo>
                  <a:lnTo>
                    <a:pt x="5060" y="13273"/>
                  </a:lnTo>
                  <a:lnTo>
                    <a:pt x="4935" y="12242"/>
                  </a:lnTo>
                  <a:lnTo>
                    <a:pt x="4779" y="11243"/>
                  </a:lnTo>
                  <a:lnTo>
                    <a:pt x="4591" y="10244"/>
                  </a:lnTo>
                  <a:lnTo>
                    <a:pt x="4341" y="9244"/>
                  </a:lnTo>
                  <a:lnTo>
                    <a:pt x="4092" y="8245"/>
                  </a:lnTo>
                  <a:lnTo>
                    <a:pt x="3811" y="7277"/>
                  </a:lnTo>
                  <a:lnTo>
                    <a:pt x="3467" y="6309"/>
                  </a:lnTo>
                  <a:lnTo>
                    <a:pt x="3092" y="5372"/>
                  </a:lnTo>
                  <a:lnTo>
                    <a:pt x="2686" y="4435"/>
                  </a:lnTo>
                  <a:lnTo>
                    <a:pt x="2249" y="3529"/>
                  </a:lnTo>
                  <a:lnTo>
                    <a:pt x="1749" y="2655"/>
                  </a:lnTo>
                  <a:lnTo>
                    <a:pt x="1219" y="1781"/>
                  </a:lnTo>
                  <a:lnTo>
                    <a:pt x="656" y="969"/>
                  </a:lnTo>
                  <a:lnTo>
                    <a:pt x="32" y="157"/>
                  </a:lnTo>
                  <a:lnTo>
                    <a:pt x="32" y="157"/>
                  </a:lnTo>
                  <a:lnTo>
                    <a:pt x="1" y="125"/>
                  </a:lnTo>
                  <a:lnTo>
                    <a:pt x="1" y="94"/>
                  </a:lnTo>
                  <a:lnTo>
                    <a:pt x="32" y="32"/>
                  </a:lnTo>
                  <a:lnTo>
                    <a:pt x="126" y="0"/>
                  </a:lnTo>
                  <a:lnTo>
                    <a:pt x="157" y="0"/>
                  </a:lnTo>
                  <a:lnTo>
                    <a:pt x="188" y="32"/>
                  </a:lnTo>
                  <a:lnTo>
                    <a:pt x="188" y="32"/>
                  </a:lnTo>
                  <a:lnTo>
                    <a:pt x="813" y="781"/>
                  </a:lnTo>
                  <a:lnTo>
                    <a:pt x="1375" y="1562"/>
                  </a:lnTo>
                  <a:lnTo>
                    <a:pt x="1937" y="2343"/>
                  </a:lnTo>
                  <a:lnTo>
                    <a:pt x="2436" y="3123"/>
                  </a:lnTo>
                  <a:lnTo>
                    <a:pt x="2874" y="3904"/>
                  </a:lnTo>
                  <a:lnTo>
                    <a:pt x="3280" y="4685"/>
                  </a:lnTo>
                  <a:lnTo>
                    <a:pt x="3686" y="5466"/>
                  </a:lnTo>
                  <a:lnTo>
                    <a:pt x="4029" y="6246"/>
                  </a:lnTo>
                  <a:lnTo>
                    <a:pt x="4310" y="7027"/>
                  </a:lnTo>
                  <a:lnTo>
                    <a:pt x="4591" y="7808"/>
                  </a:lnTo>
                  <a:lnTo>
                    <a:pt x="4841" y="8557"/>
                  </a:lnTo>
                  <a:lnTo>
                    <a:pt x="5060" y="9307"/>
                  </a:lnTo>
                  <a:lnTo>
                    <a:pt x="5247" y="10056"/>
                  </a:lnTo>
                  <a:lnTo>
                    <a:pt x="5435" y="10775"/>
                  </a:lnTo>
                  <a:lnTo>
                    <a:pt x="5559" y="11462"/>
                  </a:lnTo>
                  <a:lnTo>
                    <a:pt x="5684" y="12149"/>
                  </a:lnTo>
                  <a:lnTo>
                    <a:pt x="5872" y="13460"/>
                  </a:lnTo>
                  <a:lnTo>
                    <a:pt x="5997" y="14647"/>
                  </a:lnTo>
                  <a:lnTo>
                    <a:pt x="6059" y="15740"/>
                  </a:lnTo>
                  <a:lnTo>
                    <a:pt x="6059" y="16708"/>
                  </a:lnTo>
                  <a:lnTo>
                    <a:pt x="6059" y="17520"/>
                  </a:lnTo>
                  <a:lnTo>
                    <a:pt x="6028" y="18145"/>
                  </a:lnTo>
                  <a:lnTo>
                    <a:pt x="5997" y="18894"/>
                  </a:lnTo>
                  <a:lnTo>
                    <a:pt x="5997" y="18894"/>
                  </a:lnTo>
                  <a:lnTo>
                    <a:pt x="6371" y="17614"/>
                  </a:lnTo>
                  <a:lnTo>
                    <a:pt x="6777" y="16302"/>
                  </a:lnTo>
                  <a:lnTo>
                    <a:pt x="6996" y="15646"/>
                  </a:lnTo>
                  <a:lnTo>
                    <a:pt x="7246" y="14959"/>
                  </a:lnTo>
                  <a:lnTo>
                    <a:pt x="7496" y="14304"/>
                  </a:lnTo>
                  <a:lnTo>
                    <a:pt x="7808" y="13616"/>
                  </a:lnTo>
                  <a:lnTo>
                    <a:pt x="8151" y="12929"/>
                  </a:lnTo>
                  <a:lnTo>
                    <a:pt x="8495" y="12274"/>
                  </a:lnTo>
                  <a:lnTo>
                    <a:pt x="8901" y="11587"/>
                  </a:lnTo>
                  <a:lnTo>
                    <a:pt x="9369" y="10931"/>
                  </a:lnTo>
                  <a:lnTo>
                    <a:pt x="9869" y="10275"/>
                  </a:lnTo>
                  <a:lnTo>
                    <a:pt x="10400" y="9588"/>
                  </a:lnTo>
                  <a:lnTo>
                    <a:pt x="11025" y="8963"/>
                  </a:lnTo>
                  <a:lnTo>
                    <a:pt x="11680" y="8307"/>
                  </a:lnTo>
                  <a:lnTo>
                    <a:pt x="11680" y="8307"/>
                  </a:lnTo>
                  <a:lnTo>
                    <a:pt x="11805" y="8245"/>
                  </a:lnTo>
                  <a:lnTo>
                    <a:pt x="11837" y="8245"/>
                  </a:lnTo>
                  <a:lnTo>
                    <a:pt x="11868" y="8245"/>
                  </a:lnTo>
                  <a:lnTo>
                    <a:pt x="11930" y="8339"/>
                  </a:lnTo>
                  <a:lnTo>
                    <a:pt x="11930" y="8495"/>
                  </a:lnTo>
                  <a:lnTo>
                    <a:pt x="11930" y="8495"/>
                  </a:lnTo>
                  <a:lnTo>
                    <a:pt x="11805" y="9619"/>
                  </a:lnTo>
                  <a:lnTo>
                    <a:pt x="11649" y="10681"/>
                  </a:lnTo>
                  <a:lnTo>
                    <a:pt x="11462" y="11680"/>
                  </a:lnTo>
                  <a:lnTo>
                    <a:pt x="11243" y="12617"/>
                  </a:lnTo>
                  <a:lnTo>
                    <a:pt x="10993" y="13523"/>
                  </a:lnTo>
                  <a:lnTo>
                    <a:pt x="10712" y="14366"/>
                  </a:lnTo>
                  <a:lnTo>
                    <a:pt x="10400" y="15178"/>
                  </a:lnTo>
                  <a:lnTo>
                    <a:pt x="10056" y="15927"/>
                  </a:lnTo>
                  <a:lnTo>
                    <a:pt x="9682" y="16677"/>
                  </a:lnTo>
                  <a:lnTo>
                    <a:pt x="9245" y="17364"/>
                  </a:lnTo>
                  <a:lnTo>
                    <a:pt x="8807" y="18051"/>
                  </a:lnTo>
                  <a:lnTo>
                    <a:pt x="8308" y="18707"/>
                  </a:lnTo>
                  <a:lnTo>
                    <a:pt x="7777" y="19363"/>
                  </a:lnTo>
                  <a:lnTo>
                    <a:pt x="7215" y="19987"/>
                  </a:lnTo>
                  <a:lnTo>
                    <a:pt x="6621" y="20612"/>
                  </a:lnTo>
                  <a:lnTo>
                    <a:pt x="5965" y="21236"/>
                  </a:lnTo>
                  <a:lnTo>
                    <a:pt x="5965" y="21236"/>
                  </a:lnTo>
                  <a:lnTo>
                    <a:pt x="5809" y="22704"/>
                  </a:lnTo>
                  <a:lnTo>
                    <a:pt x="5622" y="241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2" name="Google Shape;3552;p61"/>
            <p:cNvSpPr/>
            <p:nvPr/>
          </p:nvSpPr>
          <p:spPr>
            <a:xfrm>
              <a:off x="532450" y="3002700"/>
              <a:ext cx="220975" cy="256875"/>
            </a:xfrm>
            <a:custGeom>
              <a:avLst/>
              <a:gdLst/>
              <a:ahLst/>
              <a:cxnLst/>
              <a:rect l="l" t="t" r="r" b="b"/>
              <a:pathLst>
                <a:path w="8839" h="10275" extrusionOk="0">
                  <a:moveTo>
                    <a:pt x="4248" y="0"/>
                  </a:moveTo>
                  <a:lnTo>
                    <a:pt x="3998" y="63"/>
                  </a:lnTo>
                  <a:lnTo>
                    <a:pt x="3811" y="156"/>
                  </a:lnTo>
                  <a:lnTo>
                    <a:pt x="3686" y="312"/>
                  </a:lnTo>
                  <a:lnTo>
                    <a:pt x="3623" y="469"/>
                  </a:lnTo>
                  <a:lnTo>
                    <a:pt x="3592" y="687"/>
                  </a:lnTo>
                  <a:lnTo>
                    <a:pt x="3592" y="937"/>
                  </a:lnTo>
                  <a:lnTo>
                    <a:pt x="3654" y="1187"/>
                  </a:lnTo>
                  <a:lnTo>
                    <a:pt x="3717" y="1468"/>
                  </a:lnTo>
                  <a:lnTo>
                    <a:pt x="3967" y="2030"/>
                  </a:lnTo>
                  <a:lnTo>
                    <a:pt x="4217" y="2592"/>
                  </a:lnTo>
                  <a:lnTo>
                    <a:pt x="4716" y="3498"/>
                  </a:lnTo>
                  <a:lnTo>
                    <a:pt x="4404" y="3373"/>
                  </a:lnTo>
                  <a:lnTo>
                    <a:pt x="4092" y="3248"/>
                  </a:lnTo>
                  <a:lnTo>
                    <a:pt x="3748" y="3154"/>
                  </a:lnTo>
                  <a:lnTo>
                    <a:pt x="3405" y="3061"/>
                  </a:lnTo>
                  <a:lnTo>
                    <a:pt x="3030" y="2998"/>
                  </a:lnTo>
                  <a:lnTo>
                    <a:pt x="2686" y="2967"/>
                  </a:lnTo>
                  <a:lnTo>
                    <a:pt x="1968" y="2967"/>
                  </a:lnTo>
                  <a:lnTo>
                    <a:pt x="1624" y="3029"/>
                  </a:lnTo>
                  <a:lnTo>
                    <a:pt x="1312" y="3092"/>
                  </a:lnTo>
                  <a:lnTo>
                    <a:pt x="1000" y="3217"/>
                  </a:lnTo>
                  <a:lnTo>
                    <a:pt x="750" y="3373"/>
                  </a:lnTo>
                  <a:lnTo>
                    <a:pt x="500" y="3592"/>
                  </a:lnTo>
                  <a:lnTo>
                    <a:pt x="313" y="3841"/>
                  </a:lnTo>
                  <a:lnTo>
                    <a:pt x="157" y="4122"/>
                  </a:lnTo>
                  <a:lnTo>
                    <a:pt x="32" y="4497"/>
                  </a:lnTo>
                  <a:lnTo>
                    <a:pt x="1" y="4622"/>
                  </a:lnTo>
                  <a:lnTo>
                    <a:pt x="1" y="4809"/>
                  </a:lnTo>
                  <a:lnTo>
                    <a:pt x="32" y="4997"/>
                  </a:lnTo>
                  <a:lnTo>
                    <a:pt x="94" y="5184"/>
                  </a:lnTo>
                  <a:lnTo>
                    <a:pt x="219" y="5340"/>
                  </a:lnTo>
                  <a:lnTo>
                    <a:pt x="344" y="5497"/>
                  </a:lnTo>
                  <a:lnTo>
                    <a:pt x="500" y="5590"/>
                  </a:lnTo>
                  <a:lnTo>
                    <a:pt x="656" y="5684"/>
                  </a:lnTo>
                  <a:lnTo>
                    <a:pt x="844" y="5715"/>
                  </a:lnTo>
                  <a:lnTo>
                    <a:pt x="1343" y="5809"/>
                  </a:lnTo>
                  <a:lnTo>
                    <a:pt x="1812" y="5840"/>
                  </a:lnTo>
                  <a:lnTo>
                    <a:pt x="2312" y="5840"/>
                  </a:lnTo>
                  <a:lnTo>
                    <a:pt x="2780" y="5809"/>
                  </a:lnTo>
                  <a:lnTo>
                    <a:pt x="3373" y="5778"/>
                  </a:lnTo>
                  <a:lnTo>
                    <a:pt x="3967" y="5778"/>
                  </a:lnTo>
                  <a:lnTo>
                    <a:pt x="3342" y="5934"/>
                  </a:lnTo>
                  <a:lnTo>
                    <a:pt x="2686" y="6152"/>
                  </a:lnTo>
                  <a:lnTo>
                    <a:pt x="2374" y="6309"/>
                  </a:lnTo>
                  <a:lnTo>
                    <a:pt x="2062" y="6433"/>
                  </a:lnTo>
                  <a:lnTo>
                    <a:pt x="1781" y="6621"/>
                  </a:lnTo>
                  <a:lnTo>
                    <a:pt x="1531" y="6808"/>
                  </a:lnTo>
                  <a:lnTo>
                    <a:pt x="1281" y="6996"/>
                  </a:lnTo>
                  <a:lnTo>
                    <a:pt x="1062" y="7214"/>
                  </a:lnTo>
                  <a:lnTo>
                    <a:pt x="875" y="7433"/>
                  </a:lnTo>
                  <a:lnTo>
                    <a:pt x="719" y="7714"/>
                  </a:lnTo>
                  <a:lnTo>
                    <a:pt x="594" y="7964"/>
                  </a:lnTo>
                  <a:lnTo>
                    <a:pt x="531" y="8245"/>
                  </a:lnTo>
                  <a:lnTo>
                    <a:pt x="500" y="8557"/>
                  </a:lnTo>
                  <a:lnTo>
                    <a:pt x="531" y="8901"/>
                  </a:lnTo>
                  <a:lnTo>
                    <a:pt x="563" y="8994"/>
                  </a:lnTo>
                  <a:lnTo>
                    <a:pt x="625" y="9213"/>
                  </a:lnTo>
                  <a:lnTo>
                    <a:pt x="719" y="9369"/>
                  </a:lnTo>
                  <a:lnTo>
                    <a:pt x="844" y="9525"/>
                  </a:lnTo>
                  <a:lnTo>
                    <a:pt x="1000" y="9650"/>
                  </a:lnTo>
                  <a:lnTo>
                    <a:pt x="1187" y="9713"/>
                  </a:lnTo>
                  <a:lnTo>
                    <a:pt x="1375" y="9775"/>
                  </a:lnTo>
                  <a:lnTo>
                    <a:pt x="1562" y="9775"/>
                  </a:lnTo>
                  <a:lnTo>
                    <a:pt x="1781" y="9744"/>
                  </a:lnTo>
                  <a:lnTo>
                    <a:pt x="2030" y="9713"/>
                  </a:lnTo>
                  <a:lnTo>
                    <a:pt x="2249" y="9650"/>
                  </a:lnTo>
                  <a:lnTo>
                    <a:pt x="2780" y="9463"/>
                  </a:lnTo>
                  <a:lnTo>
                    <a:pt x="3873" y="8932"/>
                  </a:lnTo>
                  <a:lnTo>
                    <a:pt x="4435" y="8713"/>
                  </a:lnTo>
                  <a:lnTo>
                    <a:pt x="4716" y="8619"/>
                  </a:lnTo>
                  <a:lnTo>
                    <a:pt x="4966" y="8557"/>
                  </a:lnTo>
                  <a:lnTo>
                    <a:pt x="5247" y="8526"/>
                  </a:lnTo>
                  <a:lnTo>
                    <a:pt x="5497" y="8495"/>
                  </a:lnTo>
                  <a:lnTo>
                    <a:pt x="5747" y="8526"/>
                  </a:lnTo>
                  <a:lnTo>
                    <a:pt x="5965" y="8619"/>
                  </a:lnTo>
                  <a:lnTo>
                    <a:pt x="6278" y="8963"/>
                  </a:lnTo>
                  <a:lnTo>
                    <a:pt x="6590" y="9369"/>
                  </a:lnTo>
                  <a:lnTo>
                    <a:pt x="6933" y="9744"/>
                  </a:lnTo>
                  <a:lnTo>
                    <a:pt x="7090" y="9900"/>
                  </a:lnTo>
                  <a:lnTo>
                    <a:pt x="7246" y="10056"/>
                  </a:lnTo>
                  <a:lnTo>
                    <a:pt x="7433" y="10150"/>
                  </a:lnTo>
                  <a:lnTo>
                    <a:pt x="7589" y="10243"/>
                  </a:lnTo>
                  <a:lnTo>
                    <a:pt x="7777" y="10275"/>
                  </a:lnTo>
                  <a:lnTo>
                    <a:pt x="7933" y="10243"/>
                  </a:lnTo>
                  <a:lnTo>
                    <a:pt x="8089" y="10150"/>
                  </a:lnTo>
                  <a:lnTo>
                    <a:pt x="8245" y="10025"/>
                  </a:lnTo>
                  <a:lnTo>
                    <a:pt x="8401" y="9806"/>
                  </a:lnTo>
                  <a:lnTo>
                    <a:pt x="8557" y="9494"/>
                  </a:lnTo>
                  <a:lnTo>
                    <a:pt x="8651" y="9182"/>
                  </a:lnTo>
                  <a:lnTo>
                    <a:pt x="8745" y="8869"/>
                  </a:lnTo>
                  <a:lnTo>
                    <a:pt x="8807" y="8557"/>
                  </a:lnTo>
                  <a:lnTo>
                    <a:pt x="8838" y="8213"/>
                  </a:lnTo>
                  <a:lnTo>
                    <a:pt x="8838" y="7870"/>
                  </a:lnTo>
                  <a:lnTo>
                    <a:pt x="8807" y="7526"/>
                  </a:lnTo>
                  <a:lnTo>
                    <a:pt x="8776" y="7183"/>
                  </a:lnTo>
                  <a:lnTo>
                    <a:pt x="8714" y="6839"/>
                  </a:lnTo>
                  <a:lnTo>
                    <a:pt x="8526" y="6152"/>
                  </a:lnTo>
                  <a:lnTo>
                    <a:pt x="8308" y="5465"/>
                  </a:lnTo>
                  <a:lnTo>
                    <a:pt x="8058" y="4809"/>
                  </a:lnTo>
                  <a:lnTo>
                    <a:pt x="7777" y="4185"/>
                  </a:lnTo>
                  <a:lnTo>
                    <a:pt x="7527" y="3685"/>
                  </a:lnTo>
                  <a:lnTo>
                    <a:pt x="7215" y="3061"/>
                  </a:lnTo>
                  <a:lnTo>
                    <a:pt x="6840" y="2342"/>
                  </a:lnTo>
                  <a:lnTo>
                    <a:pt x="6371" y="1624"/>
                  </a:lnTo>
                  <a:lnTo>
                    <a:pt x="6122" y="1312"/>
                  </a:lnTo>
                  <a:lnTo>
                    <a:pt x="5872" y="968"/>
                  </a:lnTo>
                  <a:lnTo>
                    <a:pt x="5622" y="687"/>
                  </a:lnTo>
                  <a:lnTo>
                    <a:pt x="5341" y="437"/>
                  </a:lnTo>
                  <a:lnTo>
                    <a:pt x="5060" y="250"/>
                  </a:lnTo>
                  <a:lnTo>
                    <a:pt x="4779" y="94"/>
                  </a:lnTo>
                  <a:lnTo>
                    <a:pt x="4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3" name="Google Shape;3553;p61"/>
            <p:cNvSpPr/>
            <p:nvPr/>
          </p:nvSpPr>
          <p:spPr>
            <a:xfrm>
              <a:off x="532450" y="3002700"/>
              <a:ext cx="220975" cy="256875"/>
            </a:xfrm>
            <a:custGeom>
              <a:avLst/>
              <a:gdLst/>
              <a:ahLst/>
              <a:cxnLst/>
              <a:rect l="l" t="t" r="r" b="b"/>
              <a:pathLst>
                <a:path w="8839" h="10275" fill="none" extrusionOk="0">
                  <a:moveTo>
                    <a:pt x="5965" y="8619"/>
                  </a:moveTo>
                  <a:lnTo>
                    <a:pt x="5965" y="8619"/>
                  </a:lnTo>
                  <a:lnTo>
                    <a:pt x="5747" y="8526"/>
                  </a:lnTo>
                  <a:lnTo>
                    <a:pt x="5497" y="8495"/>
                  </a:lnTo>
                  <a:lnTo>
                    <a:pt x="5247" y="8526"/>
                  </a:lnTo>
                  <a:lnTo>
                    <a:pt x="4966" y="8557"/>
                  </a:lnTo>
                  <a:lnTo>
                    <a:pt x="4716" y="8619"/>
                  </a:lnTo>
                  <a:lnTo>
                    <a:pt x="4435" y="8713"/>
                  </a:lnTo>
                  <a:lnTo>
                    <a:pt x="3873" y="8932"/>
                  </a:lnTo>
                  <a:lnTo>
                    <a:pt x="2780" y="9463"/>
                  </a:lnTo>
                  <a:lnTo>
                    <a:pt x="2249" y="9650"/>
                  </a:lnTo>
                  <a:lnTo>
                    <a:pt x="2030" y="9713"/>
                  </a:lnTo>
                  <a:lnTo>
                    <a:pt x="1781" y="9744"/>
                  </a:lnTo>
                  <a:lnTo>
                    <a:pt x="1781" y="9744"/>
                  </a:lnTo>
                  <a:lnTo>
                    <a:pt x="1562" y="9775"/>
                  </a:lnTo>
                  <a:lnTo>
                    <a:pt x="1375" y="9775"/>
                  </a:lnTo>
                  <a:lnTo>
                    <a:pt x="1187" y="9713"/>
                  </a:lnTo>
                  <a:lnTo>
                    <a:pt x="1000" y="9650"/>
                  </a:lnTo>
                  <a:lnTo>
                    <a:pt x="844" y="9525"/>
                  </a:lnTo>
                  <a:lnTo>
                    <a:pt x="719" y="9369"/>
                  </a:lnTo>
                  <a:lnTo>
                    <a:pt x="625" y="9213"/>
                  </a:lnTo>
                  <a:lnTo>
                    <a:pt x="563" y="8994"/>
                  </a:lnTo>
                  <a:lnTo>
                    <a:pt x="563" y="8994"/>
                  </a:lnTo>
                  <a:lnTo>
                    <a:pt x="531" y="8901"/>
                  </a:lnTo>
                  <a:lnTo>
                    <a:pt x="531" y="8901"/>
                  </a:lnTo>
                  <a:lnTo>
                    <a:pt x="500" y="8557"/>
                  </a:lnTo>
                  <a:lnTo>
                    <a:pt x="531" y="8245"/>
                  </a:lnTo>
                  <a:lnTo>
                    <a:pt x="594" y="7964"/>
                  </a:lnTo>
                  <a:lnTo>
                    <a:pt x="719" y="7714"/>
                  </a:lnTo>
                  <a:lnTo>
                    <a:pt x="875" y="7433"/>
                  </a:lnTo>
                  <a:lnTo>
                    <a:pt x="1062" y="7214"/>
                  </a:lnTo>
                  <a:lnTo>
                    <a:pt x="1281" y="6996"/>
                  </a:lnTo>
                  <a:lnTo>
                    <a:pt x="1531" y="6808"/>
                  </a:lnTo>
                  <a:lnTo>
                    <a:pt x="1781" y="6621"/>
                  </a:lnTo>
                  <a:lnTo>
                    <a:pt x="2062" y="6433"/>
                  </a:lnTo>
                  <a:lnTo>
                    <a:pt x="2374" y="6309"/>
                  </a:lnTo>
                  <a:lnTo>
                    <a:pt x="2686" y="6152"/>
                  </a:lnTo>
                  <a:lnTo>
                    <a:pt x="3342" y="5934"/>
                  </a:lnTo>
                  <a:lnTo>
                    <a:pt x="3967" y="5778"/>
                  </a:lnTo>
                  <a:lnTo>
                    <a:pt x="3967" y="5778"/>
                  </a:lnTo>
                  <a:lnTo>
                    <a:pt x="3373" y="5778"/>
                  </a:lnTo>
                  <a:lnTo>
                    <a:pt x="2780" y="5809"/>
                  </a:lnTo>
                  <a:lnTo>
                    <a:pt x="2780" y="5809"/>
                  </a:lnTo>
                  <a:lnTo>
                    <a:pt x="2312" y="5840"/>
                  </a:lnTo>
                  <a:lnTo>
                    <a:pt x="1812" y="5840"/>
                  </a:lnTo>
                  <a:lnTo>
                    <a:pt x="1343" y="5809"/>
                  </a:lnTo>
                  <a:lnTo>
                    <a:pt x="844" y="5715"/>
                  </a:lnTo>
                  <a:lnTo>
                    <a:pt x="844" y="5715"/>
                  </a:lnTo>
                  <a:lnTo>
                    <a:pt x="656" y="5684"/>
                  </a:lnTo>
                  <a:lnTo>
                    <a:pt x="500" y="5590"/>
                  </a:lnTo>
                  <a:lnTo>
                    <a:pt x="344" y="5497"/>
                  </a:lnTo>
                  <a:lnTo>
                    <a:pt x="219" y="5340"/>
                  </a:lnTo>
                  <a:lnTo>
                    <a:pt x="94" y="5184"/>
                  </a:lnTo>
                  <a:lnTo>
                    <a:pt x="32" y="4997"/>
                  </a:lnTo>
                  <a:lnTo>
                    <a:pt x="1" y="4809"/>
                  </a:lnTo>
                  <a:lnTo>
                    <a:pt x="1" y="4622"/>
                  </a:lnTo>
                  <a:lnTo>
                    <a:pt x="1" y="4622"/>
                  </a:lnTo>
                  <a:lnTo>
                    <a:pt x="32" y="4497"/>
                  </a:lnTo>
                  <a:lnTo>
                    <a:pt x="32" y="4497"/>
                  </a:lnTo>
                  <a:lnTo>
                    <a:pt x="157" y="4122"/>
                  </a:lnTo>
                  <a:lnTo>
                    <a:pt x="313" y="3841"/>
                  </a:lnTo>
                  <a:lnTo>
                    <a:pt x="500" y="3592"/>
                  </a:lnTo>
                  <a:lnTo>
                    <a:pt x="750" y="3373"/>
                  </a:lnTo>
                  <a:lnTo>
                    <a:pt x="1000" y="3217"/>
                  </a:lnTo>
                  <a:lnTo>
                    <a:pt x="1312" y="3092"/>
                  </a:lnTo>
                  <a:lnTo>
                    <a:pt x="1624" y="3029"/>
                  </a:lnTo>
                  <a:lnTo>
                    <a:pt x="1968" y="2967"/>
                  </a:lnTo>
                  <a:lnTo>
                    <a:pt x="2312" y="2967"/>
                  </a:lnTo>
                  <a:lnTo>
                    <a:pt x="2686" y="2967"/>
                  </a:lnTo>
                  <a:lnTo>
                    <a:pt x="3030" y="2998"/>
                  </a:lnTo>
                  <a:lnTo>
                    <a:pt x="3405" y="3061"/>
                  </a:lnTo>
                  <a:lnTo>
                    <a:pt x="3748" y="3154"/>
                  </a:lnTo>
                  <a:lnTo>
                    <a:pt x="4092" y="3248"/>
                  </a:lnTo>
                  <a:lnTo>
                    <a:pt x="4404" y="3373"/>
                  </a:lnTo>
                  <a:lnTo>
                    <a:pt x="4716" y="3498"/>
                  </a:lnTo>
                  <a:lnTo>
                    <a:pt x="4716" y="3498"/>
                  </a:lnTo>
                  <a:lnTo>
                    <a:pt x="4217" y="2592"/>
                  </a:lnTo>
                  <a:lnTo>
                    <a:pt x="3967" y="2030"/>
                  </a:lnTo>
                  <a:lnTo>
                    <a:pt x="3717" y="1468"/>
                  </a:lnTo>
                  <a:lnTo>
                    <a:pt x="3654" y="1187"/>
                  </a:lnTo>
                  <a:lnTo>
                    <a:pt x="3592" y="937"/>
                  </a:lnTo>
                  <a:lnTo>
                    <a:pt x="3592" y="687"/>
                  </a:lnTo>
                  <a:lnTo>
                    <a:pt x="3623" y="469"/>
                  </a:lnTo>
                  <a:lnTo>
                    <a:pt x="3686" y="312"/>
                  </a:lnTo>
                  <a:lnTo>
                    <a:pt x="3811" y="156"/>
                  </a:lnTo>
                  <a:lnTo>
                    <a:pt x="3998" y="63"/>
                  </a:lnTo>
                  <a:lnTo>
                    <a:pt x="4248" y="0"/>
                  </a:lnTo>
                  <a:lnTo>
                    <a:pt x="4248" y="0"/>
                  </a:lnTo>
                  <a:lnTo>
                    <a:pt x="4373" y="0"/>
                  </a:lnTo>
                  <a:lnTo>
                    <a:pt x="4498" y="0"/>
                  </a:lnTo>
                  <a:lnTo>
                    <a:pt x="4779" y="94"/>
                  </a:lnTo>
                  <a:lnTo>
                    <a:pt x="5060" y="250"/>
                  </a:lnTo>
                  <a:lnTo>
                    <a:pt x="5341" y="437"/>
                  </a:lnTo>
                  <a:lnTo>
                    <a:pt x="5622" y="687"/>
                  </a:lnTo>
                  <a:lnTo>
                    <a:pt x="5872" y="968"/>
                  </a:lnTo>
                  <a:lnTo>
                    <a:pt x="6122" y="1312"/>
                  </a:lnTo>
                  <a:lnTo>
                    <a:pt x="6371" y="1624"/>
                  </a:lnTo>
                  <a:lnTo>
                    <a:pt x="6840" y="2342"/>
                  </a:lnTo>
                  <a:lnTo>
                    <a:pt x="7215" y="3061"/>
                  </a:lnTo>
                  <a:lnTo>
                    <a:pt x="7527" y="3685"/>
                  </a:lnTo>
                  <a:lnTo>
                    <a:pt x="7777" y="4185"/>
                  </a:lnTo>
                  <a:lnTo>
                    <a:pt x="7777" y="4185"/>
                  </a:lnTo>
                  <a:lnTo>
                    <a:pt x="8058" y="4809"/>
                  </a:lnTo>
                  <a:lnTo>
                    <a:pt x="8308" y="5465"/>
                  </a:lnTo>
                  <a:lnTo>
                    <a:pt x="8526" y="6152"/>
                  </a:lnTo>
                  <a:lnTo>
                    <a:pt x="8714" y="6839"/>
                  </a:lnTo>
                  <a:lnTo>
                    <a:pt x="8776" y="7183"/>
                  </a:lnTo>
                  <a:lnTo>
                    <a:pt x="8807" y="7526"/>
                  </a:lnTo>
                  <a:lnTo>
                    <a:pt x="8838" y="7870"/>
                  </a:lnTo>
                  <a:lnTo>
                    <a:pt x="8838" y="8213"/>
                  </a:lnTo>
                  <a:lnTo>
                    <a:pt x="8807" y="8557"/>
                  </a:lnTo>
                  <a:lnTo>
                    <a:pt x="8745" y="8869"/>
                  </a:lnTo>
                  <a:lnTo>
                    <a:pt x="8651" y="9182"/>
                  </a:lnTo>
                  <a:lnTo>
                    <a:pt x="8557" y="9494"/>
                  </a:lnTo>
                  <a:lnTo>
                    <a:pt x="8557" y="9494"/>
                  </a:lnTo>
                  <a:lnTo>
                    <a:pt x="8401" y="9806"/>
                  </a:lnTo>
                  <a:lnTo>
                    <a:pt x="8245" y="10025"/>
                  </a:lnTo>
                  <a:lnTo>
                    <a:pt x="8089" y="10150"/>
                  </a:lnTo>
                  <a:lnTo>
                    <a:pt x="7933" y="10243"/>
                  </a:lnTo>
                  <a:lnTo>
                    <a:pt x="7777" y="10275"/>
                  </a:lnTo>
                  <a:lnTo>
                    <a:pt x="7589" y="10243"/>
                  </a:lnTo>
                  <a:lnTo>
                    <a:pt x="7433" y="10150"/>
                  </a:lnTo>
                  <a:lnTo>
                    <a:pt x="7246" y="10056"/>
                  </a:lnTo>
                  <a:lnTo>
                    <a:pt x="7090" y="9900"/>
                  </a:lnTo>
                  <a:lnTo>
                    <a:pt x="6933" y="9744"/>
                  </a:lnTo>
                  <a:lnTo>
                    <a:pt x="6590" y="9369"/>
                  </a:lnTo>
                  <a:lnTo>
                    <a:pt x="6278" y="8963"/>
                  </a:lnTo>
                  <a:lnTo>
                    <a:pt x="5965" y="86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4" name="Google Shape;3554;p61"/>
            <p:cNvSpPr/>
            <p:nvPr/>
          </p:nvSpPr>
          <p:spPr>
            <a:xfrm>
              <a:off x="532450" y="3002700"/>
              <a:ext cx="220975" cy="256875"/>
            </a:xfrm>
            <a:custGeom>
              <a:avLst/>
              <a:gdLst/>
              <a:ahLst/>
              <a:cxnLst/>
              <a:rect l="l" t="t" r="r" b="b"/>
              <a:pathLst>
                <a:path w="8839" h="10275" extrusionOk="0">
                  <a:moveTo>
                    <a:pt x="4248" y="0"/>
                  </a:moveTo>
                  <a:lnTo>
                    <a:pt x="4060" y="31"/>
                  </a:lnTo>
                  <a:lnTo>
                    <a:pt x="3935" y="63"/>
                  </a:lnTo>
                  <a:lnTo>
                    <a:pt x="3811" y="156"/>
                  </a:lnTo>
                  <a:lnTo>
                    <a:pt x="3748" y="219"/>
                  </a:lnTo>
                  <a:lnTo>
                    <a:pt x="3654" y="344"/>
                  </a:lnTo>
                  <a:lnTo>
                    <a:pt x="3623" y="437"/>
                  </a:lnTo>
                  <a:lnTo>
                    <a:pt x="3592" y="562"/>
                  </a:lnTo>
                  <a:lnTo>
                    <a:pt x="3592" y="718"/>
                  </a:lnTo>
                  <a:lnTo>
                    <a:pt x="3623" y="1062"/>
                  </a:lnTo>
                  <a:lnTo>
                    <a:pt x="3717" y="1405"/>
                  </a:lnTo>
                  <a:lnTo>
                    <a:pt x="3842" y="1811"/>
                  </a:lnTo>
                  <a:lnTo>
                    <a:pt x="4029" y="2186"/>
                  </a:lnTo>
                  <a:lnTo>
                    <a:pt x="4404" y="2936"/>
                  </a:lnTo>
                  <a:lnTo>
                    <a:pt x="4716" y="3498"/>
                  </a:lnTo>
                  <a:lnTo>
                    <a:pt x="4185" y="3279"/>
                  </a:lnTo>
                  <a:lnTo>
                    <a:pt x="3592" y="3123"/>
                  </a:lnTo>
                  <a:lnTo>
                    <a:pt x="2967" y="2998"/>
                  </a:lnTo>
                  <a:lnTo>
                    <a:pt x="2655" y="2967"/>
                  </a:lnTo>
                  <a:lnTo>
                    <a:pt x="1937" y="2967"/>
                  </a:lnTo>
                  <a:lnTo>
                    <a:pt x="1562" y="3029"/>
                  </a:lnTo>
                  <a:lnTo>
                    <a:pt x="1218" y="3154"/>
                  </a:lnTo>
                  <a:lnTo>
                    <a:pt x="875" y="3310"/>
                  </a:lnTo>
                  <a:lnTo>
                    <a:pt x="594" y="3498"/>
                  </a:lnTo>
                  <a:lnTo>
                    <a:pt x="469" y="3623"/>
                  </a:lnTo>
                  <a:lnTo>
                    <a:pt x="344" y="3779"/>
                  </a:lnTo>
                  <a:lnTo>
                    <a:pt x="250" y="3935"/>
                  </a:lnTo>
                  <a:lnTo>
                    <a:pt x="157" y="4091"/>
                  </a:lnTo>
                  <a:lnTo>
                    <a:pt x="94" y="4279"/>
                  </a:lnTo>
                  <a:lnTo>
                    <a:pt x="32" y="4497"/>
                  </a:lnTo>
                  <a:lnTo>
                    <a:pt x="1" y="4622"/>
                  </a:lnTo>
                  <a:lnTo>
                    <a:pt x="1" y="4747"/>
                  </a:lnTo>
                  <a:lnTo>
                    <a:pt x="32" y="4934"/>
                  </a:lnTo>
                  <a:lnTo>
                    <a:pt x="63" y="5091"/>
                  </a:lnTo>
                  <a:lnTo>
                    <a:pt x="157" y="5247"/>
                  </a:lnTo>
                  <a:lnTo>
                    <a:pt x="250" y="5403"/>
                  </a:lnTo>
                  <a:lnTo>
                    <a:pt x="375" y="5528"/>
                  </a:lnTo>
                  <a:lnTo>
                    <a:pt x="500" y="5621"/>
                  </a:lnTo>
                  <a:lnTo>
                    <a:pt x="688" y="5684"/>
                  </a:lnTo>
                  <a:lnTo>
                    <a:pt x="844" y="5715"/>
                  </a:lnTo>
                  <a:lnTo>
                    <a:pt x="1125" y="5778"/>
                  </a:lnTo>
                  <a:lnTo>
                    <a:pt x="1406" y="5840"/>
                  </a:lnTo>
                  <a:lnTo>
                    <a:pt x="1937" y="5840"/>
                  </a:lnTo>
                  <a:lnTo>
                    <a:pt x="2780" y="5809"/>
                  </a:lnTo>
                  <a:lnTo>
                    <a:pt x="3623" y="5778"/>
                  </a:lnTo>
                  <a:lnTo>
                    <a:pt x="3967" y="5778"/>
                  </a:lnTo>
                  <a:lnTo>
                    <a:pt x="3373" y="5934"/>
                  </a:lnTo>
                  <a:lnTo>
                    <a:pt x="2780" y="6121"/>
                  </a:lnTo>
                  <a:lnTo>
                    <a:pt x="2187" y="6371"/>
                  </a:lnTo>
                  <a:lnTo>
                    <a:pt x="1906" y="6527"/>
                  </a:lnTo>
                  <a:lnTo>
                    <a:pt x="1656" y="6683"/>
                  </a:lnTo>
                  <a:lnTo>
                    <a:pt x="1406" y="6871"/>
                  </a:lnTo>
                  <a:lnTo>
                    <a:pt x="1187" y="7058"/>
                  </a:lnTo>
                  <a:lnTo>
                    <a:pt x="1000" y="7277"/>
                  </a:lnTo>
                  <a:lnTo>
                    <a:pt x="812" y="7495"/>
                  </a:lnTo>
                  <a:lnTo>
                    <a:pt x="688" y="7745"/>
                  </a:lnTo>
                  <a:lnTo>
                    <a:pt x="594" y="7995"/>
                  </a:lnTo>
                  <a:lnTo>
                    <a:pt x="531" y="8276"/>
                  </a:lnTo>
                  <a:lnTo>
                    <a:pt x="500" y="8557"/>
                  </a:lnTo>
                  <a:lnTo>
                    <a:pt x="531" y="8901"/>
                  </a:lnTo>
                  <a:lnTo>
                    <a:pt x="563" y="8994"/>
                  </a:lnTo>
                  <a:lnTo>
                    <a:pt x="594" y="9182"/>
                  </a:lnTo>
                  <a:lnTo>
                    <a:pt x="688" y="9338"/>
                  </a:lnTo>
                  <a:lnTo>
                    <a:pt x="781" y="9463"/>
                  </a:lnTo>
                  <a:lnTo>
                    <a:pt x="906" y="9588"/>
                  </a:lnTo>
                  <a:lnTo>
                    <a:pt x="1062" y="9650"/>
                  </a:lnTo>
                  <a:lnTo>
                    <a:pt x="1218" y="9744"/>
                  </a:lnTo>
                  <a:lnTo>
                    <a:pt x="1375" y="9775"/>
                  </a:lnTo>
                  <a:lnTo>
                    <a:pt x="1531" y="9775"/>
                  </a:lnTo>
                  <a:lnTo>
                    <a:pt x="1781" y="9744"/>
                  </a:lnTo>
                  <a:lnTo>
                    <a:pt x="1968" y="9744"/>
                  </a:lnTo>
                  <a:lnTo>
                    <a:pt x="2187" y="9681"/>
                  </a:lnTo>
                  <a:lnTo>
                    <a:pt x="2624" y="9525"/>
                  </a:lnTo>
                  <a:lnTo>
                    <a:pt x="3092" y="9307"/>
                  </a:lnTo>
                  <a:lnTo>
                    <a:pt x="3561" y="9088"/>
                  </a:lnTo>
                  <a:lnTo>
                    <a:pt x="4029" y="8869"/>
                  </a:lnTo>
                  <a:lnTo>
                    <a:pt x="4498" y="8682"/>
                  </a:lnTo>
                  <a:lnTo>
                    <a:pt x="4966" y="8557"/>
                  </a:lnTo>
                  <a:lnTo>
                    <a:pt x="5185" y="8526"/>
                  </a:lnTo>
                  <a:lnTo>
                    <a:pt x="5403" y="8495"/>
                  </a:lnTo>
                  <a:lnTo>
                    <a:pt x="5684" y="8526"/>
                  </a:lnTo>
                  <a:lnTo>
                    <a:pt x="5965" y="8619"/>
                  </a:lnTo>
                  <a:lnTo>
                    <a:pt x="6403" y="9119"/>
                  </a:lnTo>
                  <a:lnTo>
                    <a:pt x="6840" y="9650"/>
                  </a:lnTo>
                  <a:lnTo>
                    <a:pt x="7058" y="9900"/>
                  </a:lnTo>
                  <a:lnTo>
                    <a:pt x="7308" y="10087"/>
                  </a:lnTo>
                  <a:lnTo>
                    <a:pt x="7527" y="10212"/>
                  </a:lnTo>
                  <a:lnTo>
                    <a:pt x="7652" y="10243"/>
                  </a:lnTo>
                  <a:lnTo>
                    <a:pt x="7777" y="10275"/>
                  </a:lnTo>
                  <a:lnTo>
                    <a:pt x="7870" y="10243"/>
                  </a:lnTo>
                  <a:lnTo>
                    <a:pt x="7964" y="10212"/>
                  </a:lnTo>
                  <a:lnTo>
                    <a:pt x="8089" y="10181"/>
                  </a:lnTo>
                  <a:lnTo>
                    <a:pt x="8183" y="10087"/>
                  </a:lnTo>
                  <a:lnTo>
                    <a:pt x="8276" y="9994"/>
                  </a:lnTo>
                  <a:lnTo>
                    <a:pt x="8370" y="9837"/>
                  </a:lnTo>
                  <a:lnTo>
                    <a:pt x="8557" y="9494"/>
                  </a:lnTo>
                  <a:lnTo>
                    <a:pt x="8682" y="9150"/>
                  </a:lnTo>
                  <a:lnTo>
                    <a:pt x="8776" y="8807"/>
                  </a:lnTo>
                  <a:lnTo>
                    <a:pt x="8807" y="8432"/>
                  </a:lnTo>
                  <a:lnTo>
                    <a:pt x="8838" y="8057"/>
                  </a:lnTo>
                  <a:lnTo>
                    <a:pt x="8807" y="7558"/>
                  </a:lnTo>
                  <a:lnTo>
                    <a:pt x="8745" y="7058"/>
                  </a:lnTo>
                  <a:lnTo>
                    <a:pt x="8620" y="6558"/>
                  </a:lnTo>
                  <a:lnTo>
                    <a:pt x="8495" y="6059"/>
                  </a:lnTo>
                  <a:lnTo>
                    <a:pt x="8339" y="5559"/>
                  </a:lnTo>
                  <a:lnTo>
                    <a:pt x="8151" y="5091"/>
                  </a:lnTo>
                  <a:lnTo>
                    <a:pt x="7777" y="4185"/>
                  </a:lnTo>
                  <a:lnTo>
                    <a:pt x="7621" y="3873"/>
                  </a:lnTo>
                  <a:lnTo>
                    <a:pt x="7215" y="3061"/>
                  </a:lnTo>
                  <a:lnTo>
                    <a:pt x="6933" y="2561"/>
                  </a:lnTo>
                  <a:lnTo>
                    <a:pt x="6621" y="2030"/>
                  </a:lnTo>
                  <a:lnTo>
                    <a:pt x="6278" y="1499"/>
                  </a:lnTo>
                  <a:lnTo>
                    <a:pt x="5934" y="1031"/>
                  </a:lnTo>
                  <a:lnTo>
                    <a:pt x="5528" y="625"/>
                  </a:lnTo>
                  <a:lnTo>
                    <a:pt x="5341" y="437"/>
                  </a:lnTo>
                  <a:lnTo>
                    <a:pt x="5153" y="281"/>
                  </a:lnTo>
                  <a:lnTo>
                    <a:pt x="4935" y="156"/>
                  </a:lnTo>
                  <a:lnTo>
                    <a:pt x="4747" y="63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5" name="Google Shape;3555;p61"/>
            <p:cNvSpPr/>
            <p:nvPr/>
          </p:nvSpPr>
          <p:spPr>
            <a:xfrm>
              <a:off x="532450" y="3002700"/>
              <a:ext cx="220975" cy="256875"/>
            </a:xfrm>
            <a:custGeom>
              <a:avLst/>
              <a:gdLst/>
              <a:ahLst/>
              <a:cxnLst/>
              <a:rect l="l" t="t" r="r" b="b"/>
              <a:pathLst>
                <a:path w="8839" h="10275" fill="none" extrusionOk="0">
                  <a:moveTo>
                    <a:pt x="4341" y="0"/>
                  </a:moveTo>
                  <a:lnTo>
                    <a:pt x="4341" y="0"/>
                  </a:lnTo>
                  <a:lnTo>
                    <a:pt x="4248" y="0"/>
                  </a:lnTo>
                  <a:lnTo>
                    <a:pt x="4248" y="0"/>
                  </a:lnTo>
                  <a:lnTo>
                    <a:pt x="4060" y="31"/>
                  </a:lnTo>
                  <a:lnTo>
                    <a:pt x="3935" y="63"/>
                  </a:lnTo>
                  <a:lnTo>
                    <a:pt x="3811" y="156"/>
                  </a:lnTo>
                  <a:lnTo>
                    <a:pt x="3748" y="219"/>
                  </a:lnTo>
                  <a:lnTo>
                    <a:pt x="3654" y="344"/>
                  </a:lnTo>
                  <a:lnTo>
                    <a:pt x="3623" y="437"/>
                  </a:lnTo>
                  <a:lnTo>
                    <a:pt x="3592" y="562"/>
                  </a:lnTo>
                  <a:lnTo>
                    <a:pt x="3592" y="718"/>
                  </a:lnTo>
                  <a:lnTo>
                    <a:pt x="3592" y="718"/>
                  </a:lnTo>
                  <a:lnTo>
                    <a:pt x="3623" y="1062"/>
                  </a:lnTo>
                  <a:lnTo>
                    <a:pt x="3717" y="1405"/>
                  </a:lnTo>
                  <a:lnTo>
                    <a:pt x="3842" y="1811"/>
                  </a:lnTo>
                  <a:lnTo>
                    <a:pt x="4029" y="2186"/>
                  </a:lnTo>
                  <a:lnTo>
                    <a:pt x="4404" y="2936"/>
                  </a:lnTo>
                  <a:lnTo>
                    <a:pt x="4716" y="3498"/>
                  </a:lnTo>
                  <a:lnTo>
                    <a:pt x="4716" y="3498"/>
                  </a:lnTo>
                  <a:lnTo>
                    <a:pt x="4716" y="3498"/>
                  </a:lnTo>
                  <a:lnTo>
                    <a:pt x="4716" y="3498"/>
                  </a:lnTo>
                  <a:lnTo>
                    <a:pt x="4185" y="3279"/>
                  </a:lnTo>
                  <a:lnTo>
                    <a:pt x="3592" y="3123"/>
                  </a:lnTo>
                  <a:lnTo>
                    <a:pt x="2967" y="2998"/>
                  </a:lnTo>
                  <a:lnTo>
                    <a:pt x="2655" y="2967"/>
                  </a:lnTo>
                  <a:lnTo>
                    <a:pt x="2343" y="2967"/>
                  </a:lnTo>
                  <a:lnTo>
                    <a:pt x="2343" y="2967"/>
                  </a:lnTo>
                  <a:lnTo>
                    <a:pt x="1937" y="2967"/>
                  </a:lnTo>
                  <a:lnTo>
                    <a:pt x="1562" y="3029"/>
                  </a:lnTo>
                  <a:lnTo>
                    <a:pt x="1218" y="3154"/>
                  </a:lnTo>
                  <a:lnTo>
                    <a:pt x="875" y="3310"/>
                  </a:lnTo>
                  <a:lnTo>
                    <a:pt x="594" y="3498"/>
                  </a:lnTo>
                  <a:lnTo>
                    <a:pt x="469" y="3623"/>
                  </a:lnTo>
                  <a:lnTo>
                    <a:pt x="344" y="3779"/>
                  </a:lnTo>
                  <a:lnTo>
                    <a:pt x="250" y="3935"/>
                  </a:lnTo>
                  <a:lnTo>
                    <a:pt x="157" y="4091"/>
                  </a:lnTo>
                  <a:lnTo>
                    <a:pt x="94" y="4279"/>
                  </a:lnTo>
                  <a:lnTo>
                    <a:pt x="32" y="4497"/>
                  </a:lnTo>
                  <a:lnTo>
                    <a:pt x="32" y="4497"/>
                  </a:lnTo>
                  <a:lnTo>
                    <a:pt x="1" y="4622"/>
                  </a:lnTo>
                  <a:lnTo>
                    <a:pt x="1" y="4622"/>
                  </a:lnTo>
                  <a:lnTo>
                    <a:pt x="1" y="4747"/>
                  </a:lnTo>
                  <a:lnTo>
                    <a:pt x="1" y="4747"/>
                  </a:lnTo>
                  <a:lnTo>
                    <a:pt x="32" y="4934"/>
                  </a:lnTo>
                  <a:lnTo>
                    <a:pt x="63" y="5091"/>
                  </a:lnTo>
                  <a:lnTo>
                    <a:pt x="157" y="5247"/>
                  </a:lnTo>
                  <a:lnTo>
                    <a:pt x="250" y="5403"/>
                  </a:lnTo>
                  <a:lnTo>
                    <a:pt x="375" y="5528"/>
                  </a:lnTo>
                  <a:lnTo>
                    <a:pt x="500" y="5621"/>
                  </a:lnTo>
                  <a:lnTo>
                    <a:pt x="688" y="5684"/>
                  </a:lnTo>
                  <a:lnTo>
                    <a:pt x="844" y="5715"/>
                  </a:lnTo>
                  <a:lnTo>
                    <a:pt x="844" y="5715"/>
                  </a:lnTo>
                  <a:lnTo>
                    <a:pt x="1125" y="5778"/>
                  </a:lnTo>
                  <a:lnTo>
                    <a:pt x="1406" y="5840"/>
                  </a:lnTo>
                  <a:lnTo>
                    <a:pt x="1937" y="5840"/>
                  </a:lnTo>
                  <a:lnTo>
                    <a:pt x="1937" y="5840"/>
                  </a:lnTo>
                  <a:lnTo>
                    <a:pt x="2780" y="5809"/>
                  </a:lnTo>
                  <a:lnTo>
                    <a:pt x="2780" y="5809"/>
                  </a:lnTo>
                  <a:lnTo>
                    <a:pt x="3623" y="5778"/>
                  </a:lnTo>
                  <a:lnTo>
                    <a:pt x="3623" y="5778"/>
                  </a:lnTo>
                  <a:lnTo>
                    <a:pt x="3967" y="5778"/>
                  </a:lnTo>
                  <a:lnTo>
                    <a:pt x="3967" y="5778"/>
                  </a:lnTo>
                  <a:lnTo>
                    <a:pt x="3967" y="5778"/>
                  </a:lnTo>
                  <a:lnTo>
                    <a:pt x="3967" y="5778"/>
                  </a:lnTo>
                  <a:lnTo>
                    <a:pt x="3373" y="5934"/>
                  </a:lnTo>
                  <a:lnTo>
                    <a:pt x="2780" y="6121"/>
                  </a:lnTo>
                  <a:lnTo>
                    <a:pt x="2187" y="6371"/>
                  </a:lnTo>
                  <a:lnTo>
                    <a:pt x="1906" y="6527"/>
                  </a:lnTo>
                  <a:lnTo>
                    <a:pt x="1656" y="6683"/>
                  </a:lnTo>
                  <a:lnTo>
                    <a:pt x="1406" y="6871"/>
                  </a:lnTo>
                  <a:lnTo>
                    <a:pt x="1187" y="7058"/>
                  </a:lnTo>
                  <a:lnTo>
                    <a:pt x="1000" y="7277"/>
                  </a:lnTo>
                  <a:lnTo>
                    <a:pt x="812" y="7495"/>
                  </a:lnTo>
                  <a:lnTo>
                    <a:pt x="688" y="7745"/>
                  </a:lnTo>
                  <a:lnTo>
                    <a:pt x="594" y="7995"/>
                  </a:lnTo>
                  <a:lnTo>
                    <a:pt x="531" y="8276"/>
                  </a:lnTo>
                  <a:lnTo>
                    <a:pt x="500" y="8557"/>
                  </a:lnTo>
                  <a:lnTo>
                    <a:pt x="500" y="8557"/>
                  </a:lnTo>
                  <a:lnTo>
                    <a:pt x="531" y="8901"/>
                  </a:lnTo>
                  <a:lnTo>
                    <a:pt x="531" y="8901"/>
                  </a:lnTo>
                  <a:lnTo>
                    <a:pt x="563" y="8994"/>
                  </a:lnTo>
                  <a:lnTo>
                    <a:pt x="563" y="8994"/>
                  </a:lnTo>
                  <a:lnTo>
                    <a:pt x="594" y="9182"/>
                  </a:lnTo>
                  <a:lnTo>
                    <a:pt x="688" y="9338"/>
                  </a:lnTo>
                  <a:lnTo>
                    <a:pt x="781" y="9463"/>
                  </a:lnTo>
                  <a:lnTo>
                    <a:pt x="906" y="9588"/>
                  </a:lnTo>
                  <a:lnTo>
                    <a:pt x="1062" y="9650"/>
                  </a:lnTo>
                  <a:lnTo>
                    <a:pt x="1218" y="9744"/>
                  </a:lnTo>
                  <a:lnTo>
                    <a:pt x="1375" y="9775"/>
                  </a:lnTo>
                  <a:lnTo>
                    <a:pt x="1531" y="9775"/>
                  </a:lnTo>
                  <a:lnTo>
                    <a:pt x="1531" y="9775"/>
                  </a:lnTo>
                  <a:lnTo>
                    <a:pt x="1781" y="9744"/>
                  </a:lnTo>
                  <a:lnTo>
                    <a:pt x="1781" y="9744"/>
                  </a:lnTo>
                  <a:lnTo>
                    <a:pt x="1968" y="9744"/>
                  </a:lnTo>
                  <a:lnTo>
                    <a:pt x="2187" y="9681"/>
                  </a:lnTo>
                  <a:lnTo>
                    <a:pt x="2624" y="9525"/>
                  </a:lnTo>
                  <a:lnTo>
                    <a:pt x="3092" y="9307"/>
                  </a:lnTo>
                  <a:lnTo>
                    <a:pt x="3561" y="9088"/>
                  </a:lnTo>
                  <a:lnTo>
                    <a:pt x="4029" y="8869"/>
                  </a:lnTo>
                  <a:lnTo>
                    <a:pt x="4498" y="8682"/>
                  </a:lnTo>
                  <a:lnTo>
                    <a:pt x="4966" y="8557"/>
                  </a:lnTo>
                  <a:lnTo>
                    <a:pt x="5185" y="8526"/>
                  </a:lnTo>
                  <a:lnTo>
                    <a:pt x="5403" y="8495"/>
                  </a:lnTo>
                  <a:lnTo>
                    <a:pt x="5403" y="8495"/>
                  </a:lnTo>
                  <a:lnTo>
                    <a:pt x="5684" y="8526"/>
                  </a:lnTo>
                  <a:lnTo>
                    <a:pt x="5965" y="8619"/>
                  </a:lnTo>
                  <a:lnTo>
                    <a:pt x="5965" y="8619"/>
                  </a:lnTo>
                  <a:lnTo>
                    <a:pt x="6403" y="9119"/>
                  </a:lnTo>
                  <a:lnTo>
                    <a:pt x="6840" y="9650"/>
                  </a:lnTo>
                  <a:lnTo>
                    <a:pt x="7058" y="9900"/>
                  </a:lnTo>
                  <a:lnTo>
                    <a:pt x="7308" y="10087"/>
                  </a:lnTo>
                  <a:lnTo>
                    <a:pt x="7527" y="10212"/>
                  </a:lnTo>
                  <a:lnTo>
                    <a:pt x="7652" y="10243"/>
                  </a:lnTo>
                  <a:lnTo>
                    <a:pt x="7777" y="10275"/>
                  </a:lnTo>
                  <a:lnTo>
                    <a:pt x="7777" y="10275"/>
                  </a:lnTo>
                  <a:lnTo>
                    <a:pt x="7870" y="10243"/>
                  </a:lnTo>
                  <a:lnTo>
                    <a:pt x="7964" y="10212"/>
                  </a:lnTo>
                  <a:lnTo>
                    <a:pt x="8089" y="10181"/>
                  </a:lnTo>
                  <a:lnTo>
                    <a:pt x="8183" y="10087"/>
                  </a:lnTo>
                  <a:lnTo>
                    <a:pt x="8276" y="9994"/>
                  </a:lnTo>
                  <a:lnTo>
                    <a:pt x="8370" y="9837"/>
                  </a:lnTo>
                  <a:lnTo>
                    <a:pt x="8557" y="9494"/>
                  </a:lnTo>
                  <a:lnTo>
                    <a:pt x="8557" y="9494"/>
                  </a:lnTo>
                  <a:lnTo>
                    <a:pt x="8682" y="9150"/>
                  </a:lnTo>
                  <a:lnTo>
                    <a:pt x="8776" y="8807"/>
                  </a:lnTo>
                  <a:lnTo>
                    <a:pt x="8807" y="8432"/>
                  </a:lnTo>
                  <a:lnTo>
                    <a:pt x="8838" y="8057"/>
                  </a:lnTo>
                  <a:lnTo>
                    <a:pt x="8838" y="8057"/>
                  </a:lnTo>
                  <a:lnTo>
                    <a:pt x="8807" y="7558"/>
                  </a:lnTo>
                  <a:lnTo>
                    <a:pt x="8745" y="7058"/>
                  </a:lnTo>
                  <a:lnTo>
                    <a:pt x="8620" y="6558"/>
                  </a:lnTo>
                  <a:lnTo>
                    <a:pt x="8495" y="6059"/>
                  </a:lnTo>
                  <a:lnTo>
                    <a:pt x="8339" y="5559"/>
                  </a:lnTo>
                  <a:lnTo>
                    <a:pt x="8151" y="5091"/>
                  </a:lnTo>
                  <a:lnTo>
                    <a:pt x="7777" y="4185"/>
                  </a:lnTo>
                  <a:lnTo>
                    <a:pt x="7777" y="4185"/>
                  </a:lnTo>
                  <a:lnTo>
                    <a:pt x="7621" y="3873"/>
                  </a:lnTo>
                  <a:lnTo>
                    <a:pt x="7621" y="3873"/>
                  </a:lnTo>
                  <a:lnTo>
                    <a:pt x="7215" y="3061"/>
                  </a:lnTo>
                  <a:lnTo>
                    <a:pt x="7215" y="3061"/>
                  </a:lnTo>
                  <a:lnTo>
                    <a:pt x="6933" y="2561"/>
                  </a:lnTo>
                  <a:lnTo>
                    <a:pt x="6621" y="2030"/>
                  </a:lnTo>
                  <a:lnTo>
                    <a:pt x="6278" y="1499"/>
                  </a:lnTo>
                  <a:lnTo>
                    <a:pt x="5934" y="1031"/>
                  </a:lnTo>
                  <a:lnTo>
                    <a:pt x="5528" y="625"/>
                  </a:lnTo>
                  <a:lnTo>
                    <a:pt x="5341" y="437"/>
                  </a:lnTo>
                  <a:lnTo>
                    <a:pt x="5153" y="281"/>
                  </a:lnTo>
                  <a:lnTo>
                    <a:pt x="4935" y="156"/>
                  </a:lnTo>
                  <a:lnTo>
                    <a:pt x="4747" y="63"/>
                  </a:lnTo>
                  <a:lnTo>
                    <a:pt x="4529" y="0"/>
                  </a:lnTo>
                  <a:lnTo>
                    <a:pt x="43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6" name="Google Shape;3556;p61"/>
            <p:cNvSpPr/>
            <p:nvPr/>
          </p:nvSpPr>
          <p:spPr>
            <a:xfrm>
              <a:off x="569925" y="3047975"/>
              <a:ext cx="181150" cy="213950"/>
            </a:xfrm>
            <a:custGeom>
              <a:avLst/>
              <a:gdLst/>
              <a:ahLst/>
              <a:cxnLst/>
              <a:rect l="l" t="t" r="r" b="b"/>
              <a:pathLst>
                <a:path w="7246" h="8558" extrusionOk="0">
                  <a:moveTo>
                    <a:pt x="2280" y="0"/>
                  </a:moveTo>
                  <a:lnTo>
                    <a:pt x="2187" y="32"/>
                  </a:lnTo>
                  <a:lnTo>
                    <a:pt x="2062" y="63"/>
                  </a:lnTo>
                  <a:lnTo>
                    <a:pt x="1968" y="157"/>
                  </a:lnTo>
                  <a:lnTo>
                    <a:pt x="1874" y="250"/>
                  </a:lnTo>
                  <a:lnTo>
                    <a:pt x="1781" y="344"/>
                  </a:lnTo>
                  <a:lnTo>
                    <a:pt x="1718" y="563"/>
                  </a:lnTo>
                  <a:lnTo>
                    <a:pt x="1687" y="781"/>
                  </a:lnTo>
                  <a:lnTo>
                    <a:pt x="1687" y="1031"/>
                  </a:lnTo>
                  <a:lnTo>
                    <a:pt x="1749" y="1281"/>
                  </a:lnTo>
                  <a:lnTo>
                    <a:pt x="1874" y="1531"/>
                  </a:lnTo>
                  <a:lnTo>
                    <a:pt x="2030" y="1781"/>
                  </a:lnTo>
                  <a:lnTo>
                    <a:pt x="2187" y="2030"/>
                  </a:lnTo>
                  <a:lnTo>
                    <a:pt x="2405" y="2280"/>
                  </a:lnTo>
                  <a:lnTo>
                    <a:pt x="2842" y="2749"/>
                  </a:lnTo>
                  <a:lnTo>
                    <a:pt x="3342" y="3217"/>
                  </a:lnTo>
                  <a:lnTo>
                    <a:pt x="4248" y="3998"/>
                  </a:lnTo>
                  <a:lnTo>
                    <a:pt x="3654" y="3842"/>
                  </a:lnTo>
                  <a:lnTo>
                    <a:pt x="2999" y="3717"/>
                  </a:lnTo>
                  <a:lnTo>
                    <a:pt x="2312" y="3623"/>
                  </a:lnTo>
                  <a:lnTo>
                    <a:pt x="1968" y="3592"/>
                  </a:lnTo>
                  <a:lnTo>
                    <a:pt x="1624" y="3623"/>
                  </a:lnTo>
                  <a:lnTo>
                    <a:pt x="1312" y="3623"/>
                  </a:lnTo>
                  <a:lnTo>
                    <a:pt x="1000" y="3686"/>
                  </a:lnTo>
                  <a:lnTo>
                    <a:pt x="719" y="3779"/>
                  </a:lnTo>
                  <a:lnTo>
                    <a:pt x="500" y="3873"/>
                  </a:lnTo>
                  <a:lnTo>
                    <a:pt x="282" y="4029"/>
                  </a:lnTo>
                  <a:lnTo>
                    <a:pt x="125" y="4185"/>
                  </a:lnTo>
                  <a:lnTo>
                    <a:pt x="32" y="4404"/>
                  </a:lnTo>
                  <a:lnTo>
                    <a:pt x="1" y="4654"/>
                  </a:lnTo>
                  <a:lnTo>
                    <a:pt x="1" y="4716"/>
                  </a:lnTo>
                  <a:lnTo>
                    <a:pt x="32" y="4779"/>
                  </a:lnTo>
                  <a:lnTo>
                    <a:pt x="125" y="4903"/>
                  </a:lnTo>
                  <a:lnTo>
                    <a:pt x="313" y="5028"/>
                  </a:lnTo>
                  <a:lnTo>
                    <a:pt x="531" y="5153"/>
                  </a:lnTo>
                  <a:lnTo>
                    <a:pt x="1156" y="5403"/>
                  </a:lnTo>
                  <a:lnTo>
                    <a:pt x="1874" y="5684"/>
                  </a:lnTo>
                  <a:lnTo>
                    <a:pt x="2655" y="5997"/>
                  </a:lnTo>
                  <a:lnTo>
                    <a:pt x="3061" y="6153"/>
                  </a:lnTo>
                  <a:lnTo>
                    <a:pt x="3436" y="6340"/>
                  </a:lnTo>
                  <a:lnTo>
                    <a:pt x="3811" y="6559"/>
                  </a:lnTo>
                  <a:lnTo>
                    <a:pt x="4123" y="6777"/>
                  </a:lnTo>
                  <a:lnTo>
                    <a:pt x="4435" y="7027"/>
                  </a:lnTo>
                  <a:lnTo>
                    <a:pt x="4685" y="7277"/>
                  </a:lnTo>
                  <a:lnTo>
                    <a:pt x="4966" y="7620"/>
                  </a:lnTo>
                  <a:lnTo>
                    <a:pt x="5185" y="7839"/>
                  </a:lnTo>
                  <a:lnTo>
                    <a:pt x="5434" y="8089"/>
                  </a:lnTo>
                  <a:lnTo>
                    <a:pt x="5684" y="8276"/>
                  </a:lnTo>
                  <a:lnTo>
                    <a:pt x="5997" y="8464"/>
                  </a:lnTo>
                  <a:lnTo>
                    <a:pt x="6122" y="8526"/>
                  </a:lnTo>
                  <a:lnTo>
                    <a:pt x="6278" y="8557"/>
                  </a:lnTo>
                  <a:lnTo>
                    <a:pt x="6403" y="8557"/>
                  </a:lnTo>
                  <a:lnTo>
                    <a:pt x="6559" y="8526"/>
                  </a:lnTo>
                  <a:lnTo>
                    <a:pt x="6652" y="8495"/>
                  </a:lnTo>
                  <a:lnTo>
                    <a:pt x="6746" y="8401"/>
                  </a:lnTo>
                  <a:lnTo>
                    <a:pt x="6840" y="8307"/>
                  </a:lnTo>
                  <a:lnTo>
                    <a:pt x="6965" y="8151"/>
                  </a:lnTo>
                  <a:lnTo>
                    <a:pt x="7027" y="7964"/>
                  </a:lnTo>
                  <a:lnTo>
                    <a:pt x="7121" y="7777"/>
                  </a:lnTo>
                  <a:lnTo>
                    <a:pt x="7183" y="7527"/>
                  </a:lnTo>
                  <a:lnTo>
                    <a:pt x="7215" y="7246"/>
                  </a:lnTo>
                  <a:lnTo>
                    <a:pt x="7246" y="6965"/>
                  </a:lnTo>
                  <a:lnTo>
                    <a:pt x="7246" y="6621"/>
                  </a:lnTo>
                  <a:lnTo>
                    <a:pt x="7215" y="6246"/>
                  </a:lnTo>
                  <a:lnTo>
                    <a:pt x="7152" y="5872"/>
                  </a:lnTo>
                  <a:lnTo>
                    <a:pt x="7058" y="5466"/>
                  </a:lnTo>
                  <a:lnTo>
                    <a:pt x="6902" y="4997"/>
                  </a:lnTo>
                  <a:lnTo>
                    <a:pt x="6715" y="4529"/>
                  </a:lnTo>
                  <a:lnTo>
                    <a:pt x="6496" y="4029"/>
                  </a:lnTo>
                  <a:lnTo>
                    <a:pt x="6278" y="3623"/>
                  </a:lnTo>
                  <a:lnTo>
                    <a:pt x="5997" y="3186"/>
                  </a:lnTo>
                  <a:lnTo>
                    <a:pt x="5716" y="2780"/>
                  </a:lnTo>
                  <a:lnTo>
                    <a:pt x="5403" y="2343"/>
                  </a:lnTo>
                  <a:lnTo>
                    <a:pt x="5060" y="1937"/>
                  </a:lnTo>
                  <a:lnTo>
                    <a:pt x="4716" y="1562"/>
                  </a:lnTo>
                  <a:lnTo>
                    <a:pt x="4373" y="1187"/>
                  </a:lnTo>
                  <a:lnTo>
                    <a:pt x="4029" y="875"/>
                  </a:lnTo>
                  <a:lnTo>
                    <a:pt x="3686" y="594"/>
                  </a:lnTo>
                  <a:lnTo>
                    <a:pt x="3342" y="344"/>
                  </a:lnTo>
                  <a:lnTo>
                    <a:pt x="2999" y="157"/>
                  </a:lnTo>
                  <a:lnTo>
                    <a:pt x="2686" y="63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7" name="Google Shape;3557;p61"/>
            <p:cNvSpPr/>
            <p:nvPr/>
          </p:nvSpPr>
          <p:spPr>
            <a:xfrm>
              <a:off x="548075" y="3840425"/>
              <a:ext cx="464550" cy="584000"/>
            </a:xfrm>
            <a:custGeom>
              <a:avLst/>
              <a:gdLst/>
              <a:ahLst/>
              <a:cxnLst/>
              <a:rect l="l" t="t" r="r" b="b"/>
              <a:pathLst>
                <a:path w="18582" h="23360" extrusionOk="0">
                  <a:moveTo>
                    <a:pt x="3841" y="0"/>
                  </a:moveTo>
                  <a:lnTo>
                    <a:pt x="2061" y="10899"/>
                  </a:lnTo>
                  <a:lnTo>
                    <a:pt x="781" y="18832"/>
                  </a:lnTo>
                  <a:lnTo>
                    <a:pt x="0" y="23360"/>
                  </a:lnTo>
                  <a:lnTo>
                    <a:pt x="18582" y="23360"/>
                  </a:lnTo>
                  <a:lnTo>
                    <a:pt x="15552" y="32"/>
                  </a:lnTo>
                  <a:lnTo>
                    <a:pt x="38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8" name="Google Shape;3558;p61"/>
            <p:cNvSpPr/>
            <p:nvPr/>
          </p:nvSpPr>
          <p:spPr>
            <a:xfrm>
              <a:off x="2513975" y="2444475"/>
              <a:ext cx="2064275" cy="1115675"/>
            </a:xfrm>
            <a:custGeom>
              <a:avLst/>
              <a:gdLst/>
              <a:ahLst/>
              <a:cxnLst/>
              <a:rect l="l" t="t" r="r" b="b"/>
              <a:pathLst>
                <a:path w="82571" h="44627" extrusionOk="0">
                  <a:moveTo>
                    <a:pt x="1967" y="0"/>
                  </a:moveTo>
                  <a:lnTo>
                    <a:pt x="1749" y="63"/>
                  </a:lnTo>
                  <a:lnTo>
                    <a:pt x="1561" y="94"/>
                  </a:lnTo>
                  <a:lnTo>
                    <a:pt x="1374" y="188"/>
                  </a:lnTo>
                  <a:lnTo>
                    <a:pt x="1187" y="281"/>
                  </a:lnTo>
                  <a:lnTo>
                    <a:pt x="1031" y="375"/>
                  </a:lnTo>
                  <a:lnTo>
                    <a:pt x="874" y="500"/>
                  </a:lnTo>
                  <a:lnTo>
                    <a:pt x="750" y="656"/>
                  </a:lnTo>
                  <a:lnTo>
                    <a:pt x="625" y="781"/>
                  </a:lnTo>
                  <a:lnTo>
                    <a:pt x="406" y="1156"/>
                  </a:lnTo>
                  <a:lnTo>
                    <a:pt x="219" y="1562"/>
                  </a:lnTo>
                  <a:lnTo>
                    <a:pt x="125" y="1999"/>
                  </a:lnTo>
                  <a:lnTo>
                    <a:pt x="31" y="2499"/>
                  </a:lnTo>
                  <a:lnTo>
                    <a:pt x="0" y="3061"/>
                  </a:lnTo>
                  <a:lnTo>
                    <a:pt x="31" y="3654"/>
                  </a:lnTo>
                  <a:lnTo>
                    <a:pt x="62" y="4310"/>
                  </a:lnTo>
                  <a:lnTo>
                    <a:pt x="187" y="4966"/>
                  </a:lnTo>
                  <a:lnTo>
                    <a:pt x="312" y="5653"/>
                  </a:lnTo>
                  <a:lnTo>
                    <a:pt x="500" y="6402"/>
                  </a:lnTo>
                  <a:lnTo>
                    <a:pt x="750" y="7152"/>
                  </a:lnTo>
                  <a:lnTo>
                    <a:pt x="999" y="7932"/>
                  </a:lnTo>
                  <a:lnTo>
                    <a:pt x="1312" y="8744"/>
                  </a:lnTo>
                  <a:lnTo>
                    <a:pt x="1686" y="9556"/>
                  </a:lnTo>
                  <a:lnTo>
                    <a:pt x="2061" y="10400"/>
                  </a:lnTo>
                  <a:lnTo>
                    <a:pt x="2498" y="11243"/>
                  </a:lnTo>
                  <a:lnTo>
                    <a:pt x="2967" y="12086"/>
                  </a:lnTo>
                  <a:lnTo>
                    <a:pt x="3466" y="12929"/>
                  </a:lnTo>
                  <a:lnTo>
                    <a:pt x="4029" y="13772"/>
                  </a:lnTo>
                  <a:lnTo>
                    <a:pt x="5434" y="15833"/>
                  </a:lnTo>
                  <a:lnTo>
                    <a:pt x="6964" y="18051"/>
                  </a:lnTo>
                  <a:lnTo>
                    <a:pt x="8651" y="20362"/>
                  </a:lnTo>
                  <a:lnTo>
                    <a:pt x="10462" y="22704"/>
                  </a:lnTo>
                  <a:lnTo>
                    <a:pt x="12398" y="25109"/>
                  </a:lnTo>
                  <a:lnTo>
                    <a:pt x="13366" y="26327"/>
                  </a:lnTo>
                  <a:lnTo>
                    <a:pt x="14397" y="27513"/>
                  </a:lnTo>
                  <a:lnTo>
                    <a:pt x="15427" y="28731"/>
                  </a:lnTo>
                  <a:lnTo>
                    <a:pt x="16489" y="29887"/>
                  </a:lnTo>
                  <a:lnTo>
                    <a:pt x="17551" y="31073"/>
                  </a:lnTo>
                  <a:lnTo>
                    <a:pt x="18613" y="32198"/>
                  </a:lnTo>
                  <a:lnTo>
                    <a:pt x="19706" y="33322"/>
                  </a:lnTo>
                  <a:lnTo>
                    <a:pt x="20799" y="34415"/>
                  </a:lnTo>
                  <a:lnTo>
                    <a:pt x="21923" y="35477"/>
                  </a:lnTo>
                  <a:lnTo>
                    <a:pt x="23016" y="36476"/>
                  </a:lnTo>
                  <a:lnTo>
                    <a:pt x="24140" y="37444"/>
                  </a:lnTo>
                  <a:lnTo>
                    <a:pt x="25265" y="38381"/>
                  </a:lnTo>
                  <a:lnTo>
                    <a:pt x="26389" y="39255"/>
                  </a:lnTo>
                  <a:lnTo>
                    <a:pt x="27482" y="40067"/>
                  </a:lnTo>
                  <a:lnTo>
                    <a:pt x="28606" y="40848"/>
                  </a:lnTo>
                  <a:lnTo>
                    <a:pt x="29699" y="41535"/>
                  </a:lnTo>
                  <a:lnTo>
                    <a:pt x="30792" y="42191"/>
                  </a:lnTo>
                  <a:lnTo>
                    <a:pt x="31885" y="42753"/>
                  </a:lnTo>
                  <a:lnTo>
                    <a:pt x="32947" y="43222"/>
                  </a:lnTo>
                  <a:lnTo>
                    <a:pt x="34009" y="43628"/>
                  </a:lnTo>
                  <a:lnTo>
                    <a:pt x="34540" y="43815"/>
                  </a:lnTo>
                  <a:lnTo>
                    <a:pt x="35040" y="43971"/>
                  </a:lnTo>
                  <a:lnTo>
                    <a:pt x="35570" y="44096"/>
                  </a:lnTo>
                  <a:lnTo>
                    <a:pt x="36070" y="44190"/>
                  </a:lnTo>
                  <a:lnTo>
                    <a:pt x="37163" y="44377"/>
                  </a:lnTo>
                  <a:lnTo>
                    <a:pt x="38350" y="44502"/>
                  </a:lnTo>
                  <a:lnTo>
                    <a:pt x="39693" y="44564"/>
                  </a:lnTo>
                  <a:lnTo>
                    <a:pt x="41129" y="44596"/>
                  </a:lnTo>
                  <a:lnTo>
                    <a:pt x="42660" y="44627"/>
                  </a:lnTo>
                  <a:lnTo>
                    <a:pt x="44283" y="44596"/>
                  </a:lnTo>
                  <a:lnTo>
                    <a:pt x="45970" y="44502"/>
                  </a:lnTo>
                  <a:lnTo>
                    <a:pt x="47719" y="44408"/>
                  </a:lnTo>
                  <a:lnTo>
                    <a:pt x="49530" y="44283"/>
                  </a:lnTo>
                  <a:lnTo>
                    <a:pt x="51404" y="44127"/>
                  </a:lnTo>
                  <a:lnTo>
                    <a:pt x="53309" y="43940"/>
                  </a:lnTo>
                  <a:lnTo>
                    <a:pt x="55214" y="43753"/>
                  </a:lnTo>
                  <a:lnTo>
                    <a:pt x="57150" y="43534"/>
                  </a:lnTo>
                  <a:lnTo>
                    <a:pt x="59086" y="43284"/>
                  </a:lnTo>
                  <a:lnTo>
                    <a:pt x="62927" y="42722"/>
                  </a:lnTo>
                  <a:lnTo>
                    <a:pt x="66644" y="42129"/>
                  </a:lnTo>
                  <a:lnTo>
                    <a:pt x="70173" y="41504"/>
                  </a:lnTo>
                  <a:lnTo>
                    <a:pt x="71828" y="41160"/>
                  </a:lnTo>
                  <a:lnTo>
                    <a:pt x="73421" y="40817"/>
                  </a:lnTo>
                  <a:lnTo>
                    <a:pt x="74888" y="40505"/>
                  </a:lnTo>
                  <a:lnTo>
                    <a:pt x="76294" y="40161"/>
                  </a:lnTo>
                  <a:lnTo>
                    <a:pt x="77574" y="39818"/>
                  </a:lnTo>
                  <a:lnTo>
                    <a:pt x="78698" y="39505"/>
                  </a:lnTo>
                  <a:lnTo>
                    <a:pt x="79729" y="39193"/>
                  </a:lnTo>
                  <a:lnTo>
                    <a:pt x="80603" y="38881"/>
                  </a:lnTo>
                  <a:lnTo>
                    <a:pt x="81322" y="38568"/>
                  </a:lnTo>
                  <a:lnTo>
                    <a:pt x="81884" y="38287"/>
                  </a:lnTo>
                  <a:lnTo>
                    <a:pt x="82102" y="38131"/>
                  </a:lnTo>
                  <a:lnTo>
                    <a:pt x="82259" y="38006"/>
                  </a:lnTo>
                  <a:lnTo>
                    <a:pt x="82383" y="37881"/>
                  </a:lnTo>
                  <a:lnTo>
                    <a:pt x="82477" y="37756"/>
                  </a:lnTo>
                  <a:lnTo>
                    <a:pt x="82540" y="37475"/>
                  </a:lnTo>
                  <a:lnTo>
                    <a:pt x="82571" y="37132"/>
                  </a:lnTo>
                  <a:lnTo>
                    <a:pt x="82540" y="36757"/>
                  </a:lnTo>
                  <a:lnTo>
                    <a:pt x="82446" y="36320"/>
                  </a:lnTo>
                  <a:lnTo>
                    <a:pt x="82321" y="35851"/>
                  </a:lnTo>
                  <a:lnTo>
                    <a:pt x="82165" y="35352"/>
                  </a:lnTo>
                  <a:lnTo>
                    <a:pt x="81977" y="34790"/>
                  </a:lnTo>
                  <a:lnTo>
                    <a:pt x="81728" y="34228"/>
                  </a:lnTo>
                  <a:lnTo>
                    <a:pt x="81166" y="33010"/>
                  </a:lnTo>
                  <a:lnTo>
                    <a:pt x="80478" y="31698"/>
                  </a:lnTo>
                  <a:lnTo>
                    <a:pt x="79698" y="30324"/>
                  </a:lnTo>
                  <a:lnTo>
                    <a:pt x="78886" y="28981"/>
                  </a:lnTo>
                  <a:lnTo>
                    <a:pt x="78011" y="27607"/>
                  </a:lnTo>
                  <a:lnTo>
                    <a:pt x="77106" y="26295"/>
                  </a:lnTo>
                  <a:lnTo>
                    <a:pt x="76200" y="25046"/>
                  </a:lnTo>
                  <a:lnTo>
                    <a:pt x="75326" y="23922"/>
                  </a:lnTo>
                  <a:lnTo>
                    <a:pt x="74514" y="22923"/>
                  </a:lnTo>
                  <a:lnTo>
                    <a:pt x="73733" y="22111"/>
                  </a:lnTo>
                  <a:lnTo>
                    <a:pt x="73389" y="21767"/>
                  </a:lnTo>
                  <a:lnTo>
                    <a:pt x="73077" y="21455"/>
                  </a:lnTo>
                  <a:lnTo>
                    <a:pt x="72796" y="21236"/>
                  </a:lnTo>
                  <a:lnTo>
                    <a:pt x="72515" y="21049"/>
                  </a:lnTo>
                  <a:lnTo>
                    <a:pt x="72390" y="20986"/>
                  </a:lnTo>
                  <a:lnTo>
                    <a:pt x="72203" y="20924"/>
                  </a:lnTo>
                  <a:lnTo>
                    <a:pt x="71765" y="20830"/>
                  </a:lnTo>
                  <a:lnTo>
                    <a:pt x="71203" y="20768"/>
                  </a:lnTo>
                  <a:lnTo>
                    <a:pt x="70547" y="20736"/>
                  </a:lnTo>
                  <a:lnTo>
                    <a:pt x="69767" y="20705"/>
                  </a:lnTo>
                  <a:lnTo>
                    <a:pt x="68924" y="20705"/>
                  </a:lnTo>
                  <a:lnTo>
                    <a:pt x="66925" y="20768"/>
                  </a:lnTo>
                  <a:lnTo>
                    <a:pt x="64645" y="20893"/>
                  </a:lnTo>
                  <a:lnTo>
                    <a:pt x="62147" y="21080"/>
                  </a:lnTo>
                  <a:lnTo>
                    <a:pt x="56713" y="21548"/>
                  </a:lnTo>
                  <a:lnTo>
                    <a:pt x="51060" y="22048"/>
                  </a:lnTo>
                  <a:lnTo>
                    <a:pt x="48312" y="22267"/>
                  </a:lnTo>
                  <a:lnTo>
                    <a:pt x="45720" y="22485"/>
                  </a:lnTo>
                  <a:lnTo>
                    <a:pt x="43315" y="22610"/>
                  </a:lnTo>
                  <a:lnTo>
                    <a:pt x="41161" y="22704"/>
                  </a:lnTo>
                  <a:lnTo>
                    <a:pt x="40224" y="22735"/>
                  </a:lnTo>
                  <a:lnTo>
                    <a:pt x="39349" y="22704"/>
                  </a:lnTo>
                  <a:lnTo>
                    <a:pt x="38568" y="22673"/>
                  </a:lnTo>
                  <a:lnTo>
                    <a:pt x="37913" y="22641"/>
                  </a:lnTo>
                  <a:lnTo>
                    <a:pt x="37257" y="22517"/>
                  </a:lnTo>
                  <a:lnTo>
                    <a:pt x="36539" y="22329"/>
                  </a:lnTo>
                  <a:lnTo>
                    <a:pt x="35758" y="22079"/>
                  </a:lnTo>
                  <a:lnTo>
                    <a:pt x="34915" y="21736"/>
                  </a:lnTo>
                  <a:lnTo>
                    <a:pt x="34040" y="21330"/>
                  </a:lnTo>
                  <a:lnTo>
                    <a:pt x="33135" y="20893"/>
                  </a:lnTo>
                  <a:lnTo>
                    <a:pt x="32166" y="20362"/>
                  </a:lnTo>
                  <a:lnTo>
                    <a:pt x="31167" y="19800"/>
                  </a:lnTo>
                  <a:lnTo>
                    <a:pt x="30105" y="19175"/>
                  </a:lnTo>
                  <a:lnTo>
                    <a:pt x="29043" y="18519"/>
                  </a:lnTo>
                  <a:lnTo>
                    <a:pt x="26857" y="17083"/>
                  </a:lnTo>
                  <a:lnTo>
                    <a:pt x="24640" y="15521"/>
                  </a:lnTo>
                  <a:lnTo>
                    <a:pt x="22360" y="13897"/>
                  </a:lnTo>
                  <a:lnTo>
                    <a:pt x="20112" y="12242"/>
                  </a:lnTo>
                  <a:lnTo>
                    <a:pt x="17926" y="10587"/>
                  </a:lnTo>
                  <a:lnTo>
                    <a:pt x="15833" y="8963"/>
                  </a:lnTo>
                  <a:lnTo>
                    <a:pt x="13866" y="7433"/>
                  </a:lnTo>
                  <a:lnTo>
                    <a:pt x="10462" y="4716"/>
                  </a:lnTo>
                  <a:lnTo>
                    <a:pt x="8026" y="2748"/>
                  </a:lnTo>
                  <a:lnTo>
                    <a:pt x="7120" y="2093"/>
                  </a:lnTo>
                  <a:lnTo>
                    <a:pt x="6308" y="1530"/>
                  </a:lnTo>
                  <a:lnTo>
                    <a:pt x="5528" y="1062"/>
                  </a:lnTo>
                  <a:lnTo>
                    <a:pt x="4809" y="656"/>
                  </a:lnTo>
                  <a:lnTo>
                    <a:pt x="4122" y="375"/>
                  </a:lnTo>
                  <a:lnTo>
                    <a:pt x="3498" y="156"/>
                  </a:lnTo>
                  <a:lnTo>
                    <a:pt x="2936" y="31"/>
                  </a:lnTo>
                  <a:lnTo>
                    <a:pt x="2436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9" name="Google Shape;3559;p61"/>
            <p:cNvSpPr/>
            <p:nvPr/>
          </p:nvSpPr>
          <p:spPr>
            <a:xfrm>
              <a:off x="2483525" y="2435875"/>
              <a:ext cx="793250" cy="890850"/>
            </a:xfrm>
            <a:custGeom>
              <a:avLst/>
              <a:gdLst/>
              <a:ahLst/>
              <a:cxnLst/>
              <a:rect l="l" t="t" r="r" b="b"/>
              <a:pathLst>
                <a:path w="31730" h="35634" extrusionOk="0">
                  <a:moveTo>
                    <a:pt x="2280" y="1"/>
                  </a:moveTo>
                  <a:lnTo>
                    <a:pt x="1843" y="63"/>
                  </a:lnTo>
                  <a:lnTo>
                    <a:pt x="1437" y="188"/>
                  </a:lnTo>
                  <a:lnTo>
                    <a:pt x="1093" y="375"/>
                  </a:lnTo>
                  <a:lnTo>
                    <a:pt x="906" y="500"/>
                  </a:lnTo>
                  <a:lnTo>
                    <a:pt x="781" y="625"/>
                  </a:lnTo>
                  <a:lnTo>
                    <a:pt x="625" y="750"/>
                  </a:lnTo>
                  <a:lnTo>
                    <a:pt x="500" y="906"/>
                  </a:lnTo>
                  <a:lnTo>
                    <a:pt x="406" y="1094"/>
                  </a:lnTo>
                  <a:lnTo>
                    <a:pt x="312" y="1250"/>
                  </a:lnTo>
                  <a:lnTo>
                    <a:pt x="156" y="1687"/>
                  </a:lnTo>
                  <a:lnTo>
                    <a:pt x="31" y="2155"/>
                  </a:lnTo>
                  <a:lnTo>
                    <a:pt x="0" y="2718"/>
                  </a:lnTo>
                  <a:lnTo>
                    <a:pt x="0" y="3311"/>
                  </a:lnTo>
                  <a:lnTo>
                    <a:pt x="63" y="3998"/>
                  </a:lnTo>
                  <a:lnTo>
                    <a:pt x="219" y="4748"/>
                  </a:lnTo>
                  <a:lnTo>
                    <a:pt x="406" y="5559"/>
                  </a:lnTo>
                  <a:lnTo>
                    <a:pt x="656" y="6465"/>
                  </a:lnTo>
                  <a:lnTo>
                    <a:pt x="999" y="7402"/>
                  </a:lnTo>
                  <a:lnTo>
                    <a:pt x="1405" y="8433"/>
                  </a:lnTo>
                  <a:lnTo>
                    <a:pt x="1874" y="9557"/>
                  </a:lnTo>
                  <a:lnTo>
                    <a:pt x="2405" y="10744"/>
                  </a:lnTo>
                  <a:lnTo>
                    <a:pt x="3029" y="11993"/>
                  </a:lnTo>
                  <a:lnTo>
                    <a:pt x="3873" y="13648"/>
                  </a:lnTo>
                  <a:lnTo>
                    <a:pt x="4778" y="15272"/>
                  </a:lnTo>
                  <a:lnTo>
                    <a:pt x="5715" y="16865"/>
                  </a:lnTo>
                  <a:lnTo>
                    <a:pt x="6683" y="18457"/>
                  </a:lnTo>
                  <a:lnTo>
                    <a:pt x="7651" y="20019"/>
                  </a:lnTo>
                  <a:lnTo>
                    <a:pt x="8682" y="21549"/>
                  </a:lnTo>
                  <a:lnTo>
                    <a:pt x="9744" y="23079"/>
                  </a:lnTo>
                  <a:lnTo>
                    <a:pt x="10837" y="24547"/>
                  </a:lnTo>
                  <a:lnTo>
                    <a:pt x="11961" y="26046"/>
                  </a:lnTo>
                  <a:lnTo>
                    <a:pt x="13116" y="27482"/>
                  </a:lnTo>
                  <a:lnTo>
                    <a:pt x="14303" y="28888"/>
                  </a:lnTo>
                  <a:lnTo>
                    <a:pt x="15521" y="30293"/>
                  </a:lnTo>
                  <a:lnTo>
                    <a:pt x="16770" y="31667"/>
                  </a:lnTo>
                  <a:lnTo>
                    <a:pt x="18051" y="33010"/>
                  </a:lnTo>
                  <a:lnTo>
                    <a:pt x="19331" y="34322"/>
                  </a:lnTo>
                  <a:lnTo>
                    <a:pt x="20674" y="35633"/>
                  </a:lnTo>
                  <a:lnTo>
                    <a:pt x="31729" y="18520"/>
                  </a:lnTo>
                  <a:lnTo>
                    <a:pt x="29512" y="16865"/>
                  </a:lnTo>
                  <a:lnTo>
                    <a:pt x="24078" y="12805"/>
                  </a:lnTo>
                  <a:lnTo>
                    <a:pt x="20736" y="10369"/>
                  </a:lnTo>
                  <a:lnTo>
                    <a:pt x="17332" y="7902"/>
                  </a:lnTo>
                  <a:lnTo>
                    <a:pt x="14053" y="5591"/>
                  </a:lnTo>
                  <a:lnTo>
                    <a:pt x="12523" y="4529"/>
                  </a:lnTo>
                  <a:lnTo>
                    <a:pt x="11118" y="3592"/>
                  </a:lnTo>
                  <a:lnTo>
                    <a:pt x="10306" y="3061"/>
                  </a:lnTo>
                  <a:lnTo>
                    <a:pt x="9463" y="2561"/>
                  </a:lnTo>
                  <a:lnTo>
                    <a:pt x="8682" y="2093"/>
                  </a:lnTo>
                  <a:lnTo>
                    <a:pt x="7901" y="1687"/>
                  </a:lnTo>
                  <a:lnTo>
                    <a:pt x="7152" y="1312"/>
                  </a:lnTo>
                  <a:lnTo>
                    <a:pt x="6433" y="969"/>
                  </a:lnTo>
                  <a:lnTo>
                    <a:pt x="5746" y="688"/>
                  </a:lnTo>
                  <a:lnTo>
                    <a:pt x="5090" y="469"/>
                  </a:lnTo>
                  <a:lnTo>
                    <a:pt x="4435" y="282"/>
                  </a:lnTo>
                  <a:lnTo>
                    <a:pt x="3841" y="126"/>
                  </a:lnTo>
                  <a:lnTo>
                    <a:pt x="3279" y="32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0" name="Google Shape;3560;p61"/>
            <p:cNvSpPr/>
            <p:nvPr/>
          </p:nvSpPr>
          <p:spPr>
            <a:xfrm>
              <a:off x="2937125" y="2884025"/>
              <a:ext cx="224875" cy="317775"/>
            </a:xfrm>
            <a:custGeom>
              <a:avLst/>
              <a:gdLst/>
              <a:ahLst/>
              <a:cxnLst/>
              <a:rect l="l" t="t" r="r" b="b"/>
              <a:pathLst>
                <a:path w="8995" h="12711" extrusionOk="0">
                  <a:moveTo>
                    <a:pt x="8932" y="0"/>
                  </a:moveTo>
                  <a:lnTo>
                    <a:pt x="8464" y="594"/>
                  </a:lnTo>
                  <a:lnTo>
                    <a:pt x="8026" y="1156"/>
                  </a:lnTo>
                  <a:lnTo>
                    <a:pt x="7183" y="2343"/>
                  </a:lnTo>
                  <a:lnTo>
                    <a:pt x="5372" y="4872"/>
                  </a:lnTo>
                  <a:lnTo>
                    <a:pt x="1937" y="9806"/>
                  </a:lnTo>
                  <a:lnTo>
                    <a:pt x="969" y="11243"/>
                  </a:lnTo>
                  <a:lnTo>
                    <a:pt x="500" y="11961"/>
                  </a:lnTo>
                  <a:lnTo>
                    <a:pt x="0" y="12648"/>
                  </a:lnTo>
                  <a:lnTo>
                    <a:pt x="0" y="12679"/>
                  </a:lnTo>
                  <a:lnTo>
                    <a:pt x="32" y="12711"/>
                  </a:lnTo>
                  <a:lnTo>
                    <a:pt x="63" y="12679"/>
                  </a:lnTo>
                  <a:lnTo>
                    <a:pt x="500" y="12086"/>
                  </a:lnTo>
                  <a:lnTo>
                    <a:pt x="969" y="11493"/>
                  </a:lnTo>
                  <a:lnTo>
                    <a:pt x="1905" y="10306"/>
                  </a:lnTo>
                  <a:lnTo>
                    <a:pt x="2842" y="9119"/>
                  </a:lnTo>
                  <a:lnTo>
                    <a:pt x="3748" y="7901"/>
                  </a:lnTo>
                  <a:lnTo>
                    <a:pt x="4997" y="6121"/>
                  </a:lnTo>
                  <a:lnTo>
                    <a:pt x="6621" y="3748"/>
                  </a:lnTo>
                  <a:lnTo>
                    <a:pt x="8120" y="1499"/>
                  </a:lnTo>
                  <a:lnTo>
                    <a:pt x="8682" y="656"/>
                  </a:lnTo>
                  <a:lnTo>
                    <a:pt x="8995" y="94"/>
                  </a:lnTo>
                  <a:lnTo>
                    <a:pt x="8995" y="32"/>
                  </a:lnTo>
                  <a:lnTo>
                    <a:pt x="89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1" name="Google Shape;3561;p61"/>
            <p:cNvSpPr/>
            <p:nvPr/>
          </p:nvSpPr>
          <p:spPr>
            <a:xfrm>
              <a:off x="2492100" y="2569375"/>
              <a:ext cx="644925" cy="757350"/>
            </a:xfrm>
            <a:custGeom>
              <a:avLst/>
              <a:gdLst/>
              <a:ahLst/>
              <a:cxnLst/>
              <a:rect l="l" t="t" r="r" b="b"/>
              <a:pathLst>
                <a:path w="25797" h="30294" extrusionOk="0">
                  <a:moveTo>
                    <a:pt x="1" y="1"/>
                  </a:moveTo>
                  <a:lnTo>
                    <a:pt x="250" y="875"/>
                  </a:lnTo>
                  <a:lnTo>
                    <a:pt x="531" y="1718"/>
                  </a:lnTo>
                  <a:lnTo>
                    <a:pt x="844" y="2562"/>
                  </a:lnTo>
                  <a:lnTo>
                    <a:pt x="1156" y="3405"/>
                  </a:lnTo>
                  <a:lnTo>
                    <a:pt x="1500" y="4217"/>
                  </a:lnTo>
                  <a:lnTo>
                    <a:pt x="1874" y="5029"/>
                  </a:lnTo>
                  <a:lnTo>
                    <a:pt x="2280" y="5841"/>
                  </a:lnTo>
                  <a:lnTo>
                    <a:pt x="2686" y="6653"/>
                  </a:lnTo>
                  <a:lnTo>
                    <a:pt x="3530" y="8277"/>
                  </a:lnTo>
                  <a:lnTo>
                    <a:pt x="4435" y="9932"/>
                  </a:lnTo>
                  <a:lnTo>
                    <a:pt x="5372" y="11525"/>
                  </a:lnTo>
                  <a:lnTo>
                    <a:pt x="6340" y="13117"/>
                  </a:lnTo>
                  <a:lnTo>
                    <a:pt x="7308" y="14679"/>
                  </a:lnTo>
                  <a:lnTo>
                    <a:pt x="8339" y="16209"/>
                  </a:lnTo>
                  <a:lnTo>
                    <a:pt x="9401" y="17739"/>
                  </a:lnTo>
                  <a:lnTo>
                    <a:pt x="10494" y="19207"/>
                  </a:lnTo>
                  <a:lnTo>
                    <a:pt x="11618" y="20706"/>
                  </a:lnTo>
                  <a:lnTo>
                    <a:pt x="12773" y="22142"/>
                  </a:lnTo>
                  <a:lnTo>
                    <a:pt x="13960" y="23548"/>
                  </a:lnTo>
                  <a:lnTo>
                    <a:pt x="15178" y="24953"/>
                  </a:lnTo>
                  <a:lnTo>
                    <a:pt x="16427" y="26327"/>
                  </a:lnTo>
                  <a:lnTo>
                    <a:pt x="17708" y="27670"/>
                  </a:lnTo>
                  <a:lnTo>
                    <a:pt x="18988" y="28982"/>
                  </a:lnTo>
                  <a:lnTo>
                    <a:pt x="20331" y="30293"/>
                  </a:lnTo>
                  <a:lnTo>
                    <a:pt x="25796" y="21830"/>
                  </a:lnTo>
                  <a:lnTo>
                    <a:pt x="12742" y="10869"/>
                  </a:lnTo>
                  <a:lnTo>
                    <a:pt x="5716" y="49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2" name="Google Shape;3562;p61"/>
            <p:cNvSpPr/>
            <p:nvPr/>
          </p:nvSpPr>
          <p:spPr>
            <a:xfrm>
              <a:off x="1945575" y="3620250"/>
              <a:ext cx="1050125" cy="802625"/>
            </a:xfrm>
            <a:custGeom>
              <a:avLst/>
              <a:gdLst/>
              <a:ahLst/>
              <a:cxnLst/>
              <a:rect l="l" t="t" r="r" b="b"/>
              <a:pathLst>
                <a:path w="42005" h="32105" extrusionOk="0">
                  <a:moveTo>
                    <a:pt x="1" y="1"/>
                  </a:moveTo>
                  <a:lnTo>
                    <a:pt x="7309" y="32104"/>
                  </a:lnTo>
                  <a:lnTo>
                    <a:pt x="42005" y="32104"/>
                  </a:lnTo>
                  <a:lnTo>
                    <a:pt x="38257" y="19613"/>
                  </a:lnTo>
                  <a:lnTo>
                    <a:pt x="35197" y="9401"/>
                  </a:lnTo>
                  <a:lnTo>
                    <a:pt x="32355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3" name="Google Shape;3563;p61"/>
            <p:cNvSpPr/>
            <p:nvPr/>
          </p:nvSpPr>
          <p:spPr>
            <a:xfrm>
              <a:off x="1945575" y="3620250"/>
              <a:ext cx="1050125" cy="802625"/>
            </a:xfrm>
            <a:custGeom>
              <a:avLst/>
              <a:gdLst/>
              <a:ahLst/>
              <a:cxnLst/>
              <a:rect l="l" t="t" r="r" b="b"/>
              <a:pathLst>
                <a:path w="42005" h="32105" fill="none" extrusionOk="0">
                  <a:moveTo>
                    <a:pt x="42005" y="32104"/>
                  </a:moveTo>
                  <a:lnTo>
                    <a:pt x="7309" y="32104"/>
                  </a:lnTo>
                  <a:lnTo>
                    <a:pt x="7309" y="32104"/>
                  </a:lnTo>
                  <a:lnTo>
                    <a:pt x="1" y="1"/>
                  </a:lnTo>
                  <a:lnTo>
                    <a:pt x="32355" y="1"/>
                  </a:lnTo>
                  <a:lnTo>
                    <a:pt x="32355" y="1"/>
                  </a:lnTo>
                  <a:lnTo>
                    <a:pt x="35197" y="9401"/>
                  </a:lnTo>
                  <a:lnTo>
                    <a:pt x="38257" y="19613"/>
                  </a:lnTo>
                  <a:lnTo>
                    <a:pt x="42005" y="3210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4" name="Google Shape;3564;p61"/>
            <p:cNvSpPr/>
            <p:nvPr/>
          </p:nvSpPr>
          <p:spPr>
            <a:xfrm>
              <a:off x="2080650" y="3817000"/>
              <a:ext cx="162425" cy="605875"/>
            </a:xfrm>
            <a:custGeom>
              <a:avLst/>
              <a:gdLst/>
              <a:ahLst/>
              <a:cxnLst/>
              <a:rect l="l" t="t" r="r" b="b"/>
              <a:pathLst>
                <a:path w="6497" h="24235" extrusionOk="0">
                  <a:moveTo>
                    <a:pt x="63" y="0"/>
                  </a:moveTo>
                  <a:lnTo>
                    <a:pt x="32" y="63"/>
                  </a:lnTo>
                  <a:lnTo>
                    <a:pt x="1" y="125"/>
                  </a:lnTo>
                  <a:lnTo>
                    <a:pt x="1406" y="6153"/>
                  </a:lnTo>
                  <a:lnTo>
                    <a:pt x="2843" y="12180"/>
                  </a:lnTo>
                  <a:lnTo>
                    <a:pt x="4342" y="18207"/>
                  </a:lnTo>
                  <a:lnTo>
                    <a:pt x="5841" y="24234"/>
                  </a:lnTo>
                  <a:lnTo>
                    <a:pt x="6496" y="24234"/>
                  </a:lnTo>
                  <a:lnTo>
                    <a:pt x="4966" y="18176"/>
                  </a:lnTo>
                  <a:lnTo>
                    <a:pt x="3436" y="12149"/>
                  </a:lnTo>
                  <a:lnTo>
                    <a:pt x="1843" y="6090"/>
                  </a:lnTo>
                  <a:lnTo>
                    <a:pt x="188" y="63"/>
                  </a:lnTo>
                  <a:lnTo>
                    <a:pt x="157" y="3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5" name="Google Shape;3565;p61"/>
            <p:cNvSpPr/>
            <p:nvPr/>
          </p:nvSpPr>
          <p:spPr>
            <a:xfrm>
              <a:off x="1502900" y="3619475"/>
              <a:ext cx="1149275" cy="803400"/>
            </a:xfrm>
            <a:custGeom>
              <a:avLst/>
              <a:gdLst/>
              <a:ahLst/>
              <a:cxnLst/>
              <a:rect l="l" t="t" r="r" b="b"/>
              <a:pathLst>
                <a:path w="45971" h="32136" extrusionOk="0">
                  <a:moveTo>
                    <a:pt x="4966" y="0"/>
                  </a:moveTo>
                  <a:lnTo>
                    <a:pt x="4623" y="500"/>
                  </a:lnTo>
                  <a:lnTo>
                    <a:pt x="4310" y="1000"/>
                  </a:lnTo>
                  <a:lnTo>
                    <a:pt x="3998" y="1531"/>
                  </a:lnTo>
                  <a:lnTo>
                    <a:pt x="3717" y="2062"/>
                  </a:lnTo>
                  <a:lnTo>
                    <a:pt x="3155" y="3186"/>
                  </a:lnTo>
                  <a:lnTo>
                    <a:pt x="2655" y="4341"/>
                  </a:lnTo>
                  <a:lnTo>
                    <a:pt x="2218" y="5528"/>
                  </a:lnTo>
                  <a:lnTo>
                    <a:pt x="1843" y="6746"/>
                  </a:lnTo>
                  <a:lnTo>
                    <a:pt x="1500" y="7995"/>
                  </a:lnTo>
                  <a:lnTo>
                    <a:pt x="1188" y="9275"/>
                  </a:lnTo>
                  <a:lnTo>
                    <a:pt x="906" y="10556"/>
                  </a:lnTo>
                  <a:lnTo>
                    <a:pt x="688" y="11868"/>
                  </a:lnTo>
                  <a:lnTo>
                    <a:pt x="500" y="13148"/>
                  </a:lnTo>
                  <a:lnTo>
                    <a:pt x="344" y="14460"/>
                  </a:lnTo>
                  <a:lnTo>
                    <a:pt x="219" y="15740"/>
                  </a:lnTo>
                  <a:lnTo>
                    <a:pt x="157" y="17020"/>
                  </a:lnTo>
                  <a:lnTo>
                    <a:pt x="63" y="18270"/>
                  </a:lnTo>
                  <a:lnTo>
                    <a:pt x="32" y="19488"/>
                  </a:lnTo>
                  <a:lnTo>
                    <a:pt x="1" y="20705"/>
                  </a:lnTo>
                  <a:lnTo>
                    <a:pt x="1" y="21861"/>
                  </a:lnTo>
                  <a:lnTo>
                    <a:pt x="63" y="24047"/>
                  </a:lnTo>
                  <a:lnTo>
                    <a:pt x="157" y="26046"/>
                  </a:lnTo>
                  <a:lnTo>
                    <a:pt x="251" y="27763"/>
                  </a:lnTo>
                  <a:lnTo>
                    <a:pt x="376" y="29169"/>
                  </a:lnTo>
                  <a:lnTo>
                    <a:pt x="500" y="30262"/>
                  </a:lnTo>
                  <a:lnTo>
                    <a:pt x="625" y="31167"/>
                  </a:lnTo>
                  <a:lnTo>
                    <a:pt x="500" y="32135"/>
                  </a:lnTo>
                  <a:lnTo>
                    <a:pt x="37976" y="32135"/>
                  </a:lnTo>
                  <a:lnTo>
                    <a:pt x="40037" y="31199"/>
                  </a:lnTo>
                  <a:lnTo>
                    <a:pt x="40537" y="30949"/>
                  </a:lnTo>
                  <a:lnTo>
                    <a:pt x="40724" y="30855"/>
                  </a:lnTo>
                  <a:lnTo>
                    <a:pt x="40787" y="30574"/>
                  </a:lnTo>
                  <a:lnTo>
                    <a:pt x="41224" y="28325"/>
                  </a:lnTo>
                  <a:lnTo>
                    <a:pt x="41911" y="24422"/>
                  </a:lnTo>
                  <a:lnTo>
                    <a:pt x="43660" y="14085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6" name="Google Shape;3566;p61"/>
            <p:cNvSpPr/>
            <p:nvPr/>
          </p:nvSpPr>
          <p:spPr>
            <a:xfrm>
              <a:off x="1502900" y="3619475"/>
              <a:ext cx="1149275" cy="803400"/>
            </a:xfrm>
            <a:custGeom>
              <a:avLst/>
              <a:gdLst/>
              <a:ahLst/>
              <a:cxnLst/>
              <a:rect l="l" t="t" r="r" b="b"/>
              <a:pathLst>
                <a:path w="45971" h="32136" fill="none" extrusionOk="0">
                  <a:moveTo>
                    <a:pt x="45971" y="0"/>
                  </a:moveTo>
                  <a:lnTo>
                    <a:pt x="45971" y="0"/>
                  </a:lnTo>
                  <a:lnTo>
                    <a:pt x="43660" y="14085"/>
                  </a:lnTo>
                  <a:lnTo>
                    <a:pt x="41911" y="24422"/>
                  </a:lnTo>
                  <a:lnTo>
                    <a:pt x="41224" y="28325"/>
                  </a:lnTo>
                  <a:lnTo>
                    <a:pt x="40787" y="30574"/>
                  </a:lnTo>
                  <a:lnTo>
                    <a:pt x="40787" y="30574"/>
                  </a:lnTo>
                  <a:lnTo>
                    <a:pt x="40724" y="30855"/>
                  </a:lnTo>
                  <a:lnTo>
                    <a:pt x="40724" y="30855"/>
                  </a:lnTo>
                  <a:lnTo>
                    <a:pt x="40537" y="30949"/>
                  </a:lnTo>
                  <a:lnTo>
                    <a:pt x="40037" y="31199"/>
                  </a:lnTo>
                  <a:lnTo>
                    <a:pt x="37976" y="32135"/>
                  </a:lnTo>
                  <a:lnTo>
                    <a:pt x="500" y="32135"/>
                  </a:lnTo>
                  <a:lnTo>
                    <a:pt x="625" y="31167"/>
                  </a:lnTo>
                  <a:lnTo>
                    <a:pt x="625" y="31167"/>
                  </a:lnTo>
                  <a:lnTo>
                    <a:pt x="500" y="30262"/>
                  </a:lnTo>
                  <a:lnTo>
                    <a:pt x="376" y="29169"/>
                  </a:lnTo>
                  <a:lnTo>
                    <a:pt x="251" y="27763"/>
                  </a:lnTo>
                  <a:lnTo>
                    <a:pt x="157" y="26046"/>
                  </a:lnTo>
                  <a:lnTo>
                    <a:pt x="63" y="24047"/>
                  </a:lnTo>
                  <a:lnTo>
                    <a:pt x="1" y="21861"/>
                  </a:lnTo>
                  <a:lnTo>
                    <a:pt x="1" y="20705"/>
                  </a:lnTo>
                  <a:lnTo>
                    <a:pt x="32" y="19488"/>
                  </a:lnTo>
                  <a:lnTo>
                    <a:pt x="63" y="18270"/>
                  </a:lnTo>
                  <a:lnTo>
                    <a:pt x="157" y="17020"/>
                  </a:lnTo>
                  <a:lnTo>
                    <a:pt x="219" y="15740"/>
                  </a:lnTo>
                  <a:lnTo>
                    <a:pt x="344" y="14460"/>
                  </a:lnTo>
                  <a:lnTo>
                    <a:pt x="500" y="13148"/>
                  </a:lnTo>
                  <a:lnTo>
                    <a:pt x="688" y="11868"/>
                  </a:lnTo>
                  <a:lnTo>
                    <a:pt x="906" y="10556"/>
                  </a:lnTo>
                  <a:lnTo>
                    <a:pt x="1188" y="9275"/>
                  </a:lnTo>
                  <a:lnTo>
                    <a:pt x="1500" y="7995"/>
                  </a:lnTo>
                  <a:lnTo>
                    <a:pt x="1843" y="6746"/>
                  </a:lnTo>
                  <a:lnTo>
                    <a:pt x="2218" y="5528"/>
                  </a:lnTo>
                  <a:lnTo>
                    <a:pt x="2655" y="4341"/>
                  </a:lnTo>
                  <a:lnTo>
                    <a:pt x="3155" y="3186"/>
                  </a:lnTo>
                  <a:lnTo>
                    <a:pt x="3717" y="2062"/>
                  </a:lnTo>
                  <a:lnTo>
                    <a:pt x="3998" y="1531"/>
                  </a:lnTo>
                  <a:lnTo>
                    <a:pt x="4310" y="1000"/>
                  </a:lnTo>
                  <a:lnTo>
                    <a:pt x="4623" y="500"/>
                  </a:lnTo>
                  <a:lnTo>
                    <a:pt x="4966" y="0"/>
                  </a:lnTo>
                  <a:lnTo>
                    <a:pt x="459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7" name="Google Shape;3567;p61"/>
            <p:cNvSpPr/>
            <p:nvPr/>
          </p:nvSpPr>
          <p:spPr>
            <a:xfrm>
              <a:off x="2440575" y="4367425"/>
              <a:ext cx="128075" cy="56225"/>
            </a:xfrm>
            <a:custGeom>
              <a:avLst/>
              <a:gdLst/>
              <a:ahLst/>
              <a:cxnLst/>
              <a:rect l="l" t="t" r="r" b="b"/>
              <a:pathLst>
                <a:path w="5123" h="2249" extrusionOk="0">
                  <a:moveTo>
                    <a:pt x="4903" y="0"/>
                  </a:moveTo>
                  <a:lnTo>
                    <a:pt x="4810" y="31"/>
                  </a:lnTo>
                  <a:lnTo>
                    <a:pt x="4060" y="344"/>
                  </a:lnTo>
                  <a:lnTo>
                    <a:pt x="3280" y="656"/>
                  </a:lnTo>
                  <a:lnTo>
                    <a:pt x="1656" y="1437"/>
                  </a:lnTo>
                  <a:lnTo>
                    <a:pt x="0" y="2249"/>
                  </a:lnTo>
                  <a:lnTo>
                    <a:pt x="1687" y="2249"/>
                  </a:lnTo>
                  <a:lnTo>
                    <a:pt x="3373" y="1343"/>
                  </a:lnTo>
                  <a:lnTo>
                    <a:pt x="5028" y="437"/>
                  </a:lnTo>
                  <a:lnTo>
                    <a:pt x="5091" y="406"/>
                  </a:lnTo>
                  <a:lnTo>
                    <a:pt x="5122" y="344"/>
                  </a:lnTo>
                  <a:lnTo>
                    <a:pt x="5122" y="250"/>
                  </a:lnTo>
                  <a:lnTo>
                    <a:pt x="5122" y="187"/>
                  </a:lnTo>
                  <a:lnTo>
                    <a:pt x="5091" y="94"/>
                  </a:lnTo>
                  <a:lnTo>
                    <a:pt x="4997" y="31"/>
                  </a:lnTo>
                  <a:lnTo>
                    <a:pt x="49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8" name="Google Shape;3568;p61"/>
            <p:cNvSpPr/>
            <p:nvPr/>
          </p:nvSpPr>
          <p:spPr>
            <a:xfrm>
              <a:off x="2382025" y="3938000"/>
              <a:ext cx="147575" cy="458325"/>
            </a:xfrm>
            <a:custGeom>
              <a:avLst/>
              <a:gdLst/>
              <a:ahLst/>
              <a:cxnLst/>
              <a:rect l="l" t="t" r="r" b="b"/>
              <a:pathLst>
                <a:path w="5903" h="18333" extrusionOk="0">
                  <a:moveTo>
                    <a:pt x="5840" y="1"/>
                  </a:moveTo>
                  <a:lnTo>
                    <a:pt x="5778" y="32"/>
                  </a:lnTo>
                  <a:lnTo>
                    <a:pt x="5746" y="63"/>
                  </a:lnTo>
                  <a:lnTo>
                    <a:pt x="5528" y="1406"/>
                  </a:lnTo>
                  <a:lnTo>
                    <a:pt x="5340" y="2749"/>
                  </a:lnTo>
                  <a:lnTo>
                    <a:pt x="4997" y="5466"/>
                  </a:lnTo>
                  <a:lnTo>
                    <a:pt x="4404" y="10869"/>
                  </a:lnTo>
                  <a:lnTo>
                    <a:pt x="4123" y="13461"/>
                  </a:lnTo>
                  <a:lnTo>
                    <a:pt x="4060" y="14054"/>
                  </a:lnTo>
                  <a:lnTo>
                    <a:pt x="3935" y="14648"/>
                  </a:lnTo>
                  <a:lnTo>
                    <a:pt x="3748" y="15210"/>
                  </a:lnTo>
                  <a:lnTo>
                    <a:pt x="3498" y="15741"/>
                  </a:lnTo>
                  <a:lnTo>
                    <a:pt x="3342" y="15959"/>
                  </a:lnTo>
                  <a:lnTo>
                    <a:pt x="3186" y="16178"/>
                  </a:lnTo>
                  <a:lnTo>
                    <a:pt x="2811" y="16553"/>
                  </a:lnTo>
                  <a:lnTo>
                    <a:pt x="2405" y="16865"/>
                  </a:lnTo>
                  <a:lnTo>
                    <a:pt x="1968" y="17146"/>
                  </a:lnTo>
                  <a:lnTo>
                    <a:pt x="1499" y="17427"/>
                  </a:lnTo>
                  <a:lnTo>
                    <a:pt x="1031" y="17646"/>
                  </a:lnTo>
                  <a:lnTo>
                    <a:pt x="63" y="18083"/>
                  </a:lnTo>
                  <a:lnTo>
                    <a:pt x="31" y="18114"/>
                  </a:lnTo>
                  <a:lnTo>
                    <a:pt x="0" y="18145"/>
                  </a:lnTo>
                  <a:lnTo>
                    <a:pt x="0" y="18239"/>
                  </a:lnTo>
                  <a:lnTo>
                    <a:pt x="31" y="18301"/>
                  </a:lnTo>
                  <a:lnTo>
                    <a:pt x="94" y="18333"/>
                  </a:lnTo>
                  <a:lnTo>
                    <a:pt x="125" y="18301"/>
                  </a:lnTo>
                  <a:lnTo>
                    <a:pt x="1124" y="17989"/>
                  </a:lnTo>
                  <a:lnTo>
                    <a:pt x="1593" y="17802"/>
                  </a:lnTo>
                  <a:lnTo>
                    <a:pt x="2093" y="17583"/>
                  </a:lnTo>
                  <a:lnTo>
                    <a:pt x="2561" y="17333"/>
                  </a:lnTo>
                  <a:lnTo>
                    <a:pt x="2998" y="17052"/>
                  </a:lnTo>
                  <a:lnTo>
                    <a:pt x="3404" y="16740"/>
                  </a:lnTo>
                  <a:lnTo>
                    <a:pt x="3779" y="16396"/>
                  </a:lnTo>
                  <a:lnTo>
                    <a:pt x="3998" y="16147"/>
                  </a:lnTo>
                  <a:lnTo>
                    <a:pt x="4154" y="15897"/>
                  </a:lnTo>
                  <a:lnTo>
                    <a:pt x="4310" y="15647"/>
                  </a:lnTo>
                  <a:lnTo>
                    <a:pt x="4435" y="15366"/>
                  </a:lnTo>
                  <a:lnTo>
                    <a:pt x="4560" y="15085"/>
                  </a:lnTo>
                  <a:lnTo>
                    <a:pt x="4653" y="14804"/>
                  </a:lnTo>
                  <a:lnTo>
                    <a:pt x="4810" y="14210"/>
                  </a:lnTo>
                  <a:lnTo>
                    <a:pt x="4903" y="13586"/>
                  </a:lnTo>
                  <a:lnTo>
                    <a:pt x="4966" y="12961"/>
                  </a:lnTo>
                  <a:lnTo>
                    <a:pt x="5091" y="11743"/>
                  </a:lnTo>
                  <a:lnTo>
                    <a:pt x="5247" y="10307"/>
                  </a:lnTo>
                  <a:lnTo>
                    <a:pt x="5403" y="8839"/>
                  </a:lnTo>
                  <a:lnTo>
                    <a:pt x="5559" y="7402"/>
                  </a:lnTo>
                  <a:lnTo>
                    <a:pt x="5653" y="5935"/>
                  </a:lnTo>
                  <a:lnTo>
                    <a:pt x="5746" y="4467"/>
                  </a:lnTo>
                  <a:lnTo>
                    <a:pt x="5840" y="2999"/>
                  </a:lnTo>
                  <a:lnTo>
                    <a:pt x="5871" y="1531"/>
                  </a:lnTo>
                  <a:lnTo>
                    <a:pt x="5903" y="95"/>
                  </a:lnTo>
                  <a:lnTo>
                    <a:pt x="5903" y="32"/>
                  </a:lnTo>
                  <a:lnTo>
                    <a:pt x="58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9" name="Google Shape;3569;p61"/>
            <p:cNvSpPr/>
            <p:nvPr/>
          </p:nvSpPr>
          <p:spPr>
            <a:xfrm>
              <a:off x="2382025" y="3938000"/>
              <a:ext cx="147575" cy="458325"/>
            </a:xfrm>
            <a:custGeom>
              <a:avLst/>
              <a:gdLst/>
              <a:ahLst/>
              <a:cxnLst/>
              <a:rect l="l" t="t" r="r" b="b"/>
              <a:pathLst>
                <a:path w="5903" h="18333" fill="none" extrusionOk="0">
                  <a:moveTo>
                    <a:pt x="5746" y="63"/>
                  </a:moveTo>
                  <a:lnTo>
                    <a:pt x="5746" y="63"/>
                  </a:lnTo>
                  <a:lnTo>
                    <a:pt x="5528" y="1406"/>
                  </a:lnTo>
                  <a:lnTo>
                    <a:pt x="5340" y="2749"/>
                  </a:lnTo>
                  <a:lnTo>
                    <a:pt x="4997" y="5466"/>
                  </a:lnTo>
                  <a:lnTo>
                    <a:pt x="4404" y="10869"/>
                  </a:lnTo>
                  <a:lnTo>
                    <a:pt x="4404" y="10869"/>
                  </a:lnTo>
                  <a:lnTo>
                    <a:pt x="4123" y="13461"/>
                  </a:lnTo>
                  <a:lnTo>
                    <a:pt x="4123" y="13461"/>
                  </a:lnTo>
                  <a:lnTo>
                    <a:pt x="4060" y="14054"/>
                  </a:lnTo>
                  <a:lnTo>
                    <a:pt x="3935" y="14648"/>
                  </a:lnTo>
                  <a:lnTo>
                    <a:pt x="3748" y="15210"/>
                  </a:lnTo>
                  <a:lnTo>
                    <a:pt x="3498" y="15741"/>
                  </a:lnTo>
                  <a:lnTo>
                    <a:pt x="3498" y="15741"/>
                  </a:lnTo>
                  <a:lnTo>
                    <a:pt x="3342" y="15959"/>
                  </a:lnTo>
                  <a:lnTo>
                    <a:pt x="3186" y="16178"/>
                  </a:lnTo>
                  <a:lnTo>
                    <a:pt x="2811" y="16553"/>
                  </a:lnTo>
                  <a:lnTo>
                    <a:pt x="2405" y="16865"/>
                  </a:lnTo>
                  <a:lnTo>
                    <a:pt x="1968" y="17146"/>
                  </a:lnTo>
                  <a:lnTo>
                    <a:pt x="1499" y="17427"/>
                  </a:lnTo>
                  <a:lnTo>
                    <a:pt x="1031" y="17646"/>
                  </a:lnTo>
                  <a:lnTo>
                    <a:pt x="63" y="18083"/>
                  </a:lnTo>
                  <a:lnTo>
                    <a:pt x="63" y="18083"/>
                  </a:lnTo>
                  <a:lnTo>
                    <a:pt x="31" y="18114"/>
                  </a:lnTo>
                  <a:lnTo>
                    <a:pt x="0" y="18145"/>
                  </a:lnTo>
                  <a:lnTo>
                    <a:pt x="0" y="18239"/>
                  </a:lnTo>
                  <a:lnTo>
                    <a:pt x="31" y="18301"/>
                  </a:lnTo>
                  <a:lnTo>
                    <a:pt x="94" y="18333"/>
                  </a:lnTo>
                  <a:lnTo>
                    <a:pt x="125" y="18301"/>
                  </a:lnTo>
                  <a:lnTo>
                    <a:pt x="125" y="18301"/>
                  </a:lnTo>
                  <a:lnTo>
                    <a:pt x="1124" y="17989"/>
                  </a:lnTo>
                  <a:lnTo>
                    <a:pt x="1593" y="17802"/>
                  </a:lnTo>
                  <a:lnTo>
                    <a:pt x="2093" y="17583"/>
                  </a:lnTo>
                  <a:lnTo>
                    <a:pt x="2561" y="17333"/>
                  </a:lnTo>
                  <a:lnTo>
                    <a:pt x="2998" y="17052"/>
                  </a:lnTo>
                  <a:lnTo>
                    <a:pt x="3404" y="16740"/>
                  </a:lnTo>
                  <a:lnTo>
                    <a:pt x="3779" y="16396"/>
                  </a:lnTo>
                  <a:lnTo>
                    <a:pt x="3779" y="16396"/>
                  </a:lnTo>
                  <a:lnTo>
                    <a:pt x="3998" y="16147"/>
                  </a:lnTo>
                  <a:lnTo>
                    <a:pt x="4154" y="15897"/>
                  </a:lnTo>
                  <a:lnTo>
                    <a:pt x="4310" y="15647"/>
                  </a:lnTo>
                  <a:lnTo>
                    <a:pt x="4435" y="15366"/>
                  </a:lnTo>
                  <a:lnTo>
                    <a:pt x="4560" y="15085"/>
                  </a:lnTo>
                  <a:lnTo>
                    <a:pt x="4653" y="14804"/>
                  </a:lnTo>
                  <a:lnTo>
                    <a:pt x="4810" y="14210"/>
                  </a:lnTo>
                  <a:lnTo>
                    <a:pt x="4903" y="13586"/>
                  </a:lnTo>
                  <a:lnTo>
                    <a:pt x="4966" y="12961"/>
                  </a:lnTo>
                  <a:lnTo>
                    <a:pt x="5091" y="11743"/>
                  </a:lnTo>
                  <a:lnTo>
                    <a:pt x="5091" y="11743"/>
                  </a:lnTo>
                  <a:lnTo>
                    <a:pt x="5247" y="10307"/>
                  </a:lnTo>
                  <a:lnTo>
                    <a:pt x="5403" y="8839"/>
                  </a:lnTo>
                  <a:lnTo>
                    <a:pt x="5559" y="7402"/>
                  </a:lnTo>
                  <a:lnTo>
                    <a:pt x="5653" y="5935"/>
                  </a:lnTo>
                  <a:lnTo>
                    <a:pt x="5746" y="4467"/>
                  </a:lnTo>
                  <a:lnTo>
                    <a:pt x="5840" y="2999"/>
                  </a:lnTo>
                  <a:lnTo>
                    <a:pt x="5871" y="1531"/>
                  </a:lnTo>
                  <a:lnTo>
                    <a:pt x="5903" y="95"/>
                  </a:lnTo>
                  <a:lnTo>
                    <a:pt x="5903" y="95"/>
                  </a:lnTo>
                  <a:lnTo>
                    <a:pt x="5903" y="32"/>
                  </a:lnTo>
                  <a:lnTo>
                    <a:pt x="5840" y="1"/>
                  </a:lnTo>
                  <a:lnTo>
                    <a:pt x="5778" y="32"/>
                  </a:lnTo>
                  <a:lnTo>
                    <a:pt x="5746" y="6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0" name="Google Shape;3570;p61"/>
            <p:cNvSpPr/>
            <p:nvPr/>
          </p:nvSpPr>
          <p:spPr>
            <a:xfrm>
              <a:off x="2389825" y="3965325"/>
              <a:ext cx="30475" cy="389625"/>
            </a:xfrm>
            <a:custGeom>
              <a:avLst/>
              <a:gdLst/>
              <a:ahLst/>
              <a:cxnLst/>
              <a:rect l="l" t="t" r="r" b="b"/>
              <a:pathLst>
                <a:path w="1219" h="15585" extrusionOk="0">
                  <a:moveTo>
                    <a:pt x="1156" y="1"/>
                  </a:moveTo>
                  <a:lnTo>
                    <a:pt x="1125" y="32"/>
                  </a:lnTo>
                  <a:lnTo>
                    <a:pt x="1094" y="63"/>
                  </a:lnTo>
                  <a:lnTo>
                    <a:pt x="969" y="2000"/>
                  </a:lnTo>
                  <a:lnTo>
                    <a:pt x="812" y="3936"/>
                  </a:lnTo>
                  <a:lnTo>
                    <a:pt x="469" y="7777"/>
                  </a:lnTo>
                  <a:lnTo>
                    <a:pt x="313" y="9682"/>
                  </a:lnTo>
                  <a:lnTo>
                    <a:pt x="188" y="11587"/>
                  </a:lnTo>
                  <a:lnTo>
                    <a:pt x="32" y="13555"/>
                  </a:lnTo>
                  <a:lnTo>
                    <a:pt x="1" y="14523"/>
                  </a:lnTo>
                  <a:lnTo>
                    <a:pt x="1" y="15522"/>
                  </a:lnTo>
                  <a:lnTo>
                    <a:pt x="32" y="15553"/>
                  </a:lnTo>
                  <a:lnTo>
                    <a:pt x="63" y="15584"/>
                  </a:lnTo>
                  <a:lnTo>
                    <a:pt x="125" y="15553"/>
                  </a:lnTo>
                  <a:lnTo>
                    <a:pt x="157" y="15522"/>
                  </a:lnTo>
                  <a:lnTo>
                    <a:pt x="282" y="14585"/>
                  </a:lnTo>
                  <a:lnTo>
                    <a:pt x="375" y="13648"/>
                  </a:lnTo>
                  <a:lnTo>
                    <a:pt x="500" y="11774"/>
                  </a:lnTo>
                  <a:lnTo>
                    <a:pt x="656" y="9838"/>
                  </a:lnTo>
                  <a:lnTo>
                    <a:pt x="750" y="7871"/>
                  </a:lnTo>
                  <a:lnTo>
                    <a:pt x="969" y="3967"/>
                  </a:lnTo>
                  <a:lnTo>
                    <a:pt x="1062" y="2000"/>
                  </a:lnTo>
                  <a:lnTo>
                    <a:pt x="1218" y="32"/>
                  </a:lnTo>
                  <a:lnTo>
                    <a:pt x="11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1" name="Google Shape;3571;p61"/>
            <p:cNvSpPr/>
            <p:nvPr/>
          </p:nvSpPr>
          <p:spPr>
            <a:xfrm>
              <a:off x="1817550" y="4103525"/>
              <a:ext cx="40625" cy="319350"/>
            </a:xfrm>
            <a:custGeom>
              <a:avLst/>
              <a:gdLst/>
              <a:ahLst/>
              <a:cxnLst/>
              <a:rect l="l" t="t" r="r" b="b"/>
              <a:pathLst>
                <a:path w="1625" h="12774" extrusionOk="0">
                  <a:moveTo>
                    <a:pt x="1531" y="1"/>
                  </a:moveTo>
                  <a:lnTo>
                    <a:pt x="1499" y="63"/>
                  </a:lnTo>
                  <a:lnTo>
                    <a:pt x="0" y="12773"/>
                  </a:lnTo>
                  <a:lnTo>
                    <a:pt x="406" y="12773"/>
                  </a:lnTo>
                  <a:lnTo>
                    <a:pt x="1624" y="63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2" name="Google Shape;3572;p61"/>
            <p:cNvSpPr/>
            <p:nvPr/>
          </p:nvSpPr>
          <p:spPr>
            <a:xfrm>
              <a:off x="1475575" y="2350775"/>
              <a:ext cx="1436600" cy="1639575"/>
            </a:xfrm>
            <a:custGeom>
              <a:avLst/>
              <a:gdLst/>
              <a:ahLst/>
              <a:cxnLst/>
              <a:rect l="l" t="t" r="r" b="b"/>
              <a:pathLst>
                <a:path w="57464" h="65583" extrusionOk="0">
                  <a:moveTo>
                    <a:pt x="36664" y="1"/>
                  </a:moveTo>
                  <a:lnTo>
                    <a:pt x="35883" y="32"/>
                  </a:lnTo>
                  <a:lnTo>
                    <a:pt x="35134" y="94"/>
                  </a:lnTo>
                  <a:lnTo>
                    <a:pt x="34416" y="250"/>
                  </a:lnTo>
                  <a:lnTo>
                    <a:pt x="33729" y="438"/>
                  </a:lnTo>
                  <a:lnTo>
                    <a:pt x="33416" y="563"/>
                  </a:lnTo>
                  <a:lnTo>
                    <a:pt x="33104" y="688"/>
                  </a:lnTo>
                  <a:lnTo>
                    <a:pt x="32823" y="844"/>
                  </a:lnTo>
                  <a:lnTo>
                    <a:pt x="32542" y="1000"/>
                  </a:lnTo>
                  <a:lnTo>
                    <a:pt x="32292" y="1187"/>
                  </a:lnTo>
                  <a:lnTo>
                    <a:pt x="32042" y="1375"/>
                  </a:lnTo>
                  <a:lnTo>
                    <a:pt x="31105" y="2218"/>
                  </a:lnTo>
                  <a:lnTo>
                    <a:pt x="30168" y="3092"/>
                  </a:lnTo>
                  <a:lnTo>
                    <a:pt x="29263" y="4029"/>
                  </a:lnTo>
                  <a:lnTo>
                    <a:pt x="28357" y="4966"/>
                  </a:lnTo>
                  <a:lnTo>
                    <a:pt x="27452" y="5965"/>
                  </a:lnTo>
                  <a:lnTo>
                    <a:pt x="26577" y="6996"/>
                  </a:lnTo>
                  <a:lnTo>
                    <a:pt x="25703" y="8058"/>
                  </a:lnTo>
                  <a:lnTo>
                    <a:pt x="24859" y="9151"/>
                  </a:lnTo>
                  <a:lnTo>
                    <a:pt x="24016" y="10275"/>
                  </a:lnTo>
                  <a:lnTo>
                    <a:pt x="23204" y="11431"/>
                  </a:lnTo>
                  <a:lnTo>
                    <a:pt x="22392" y="12586"/>
                  </a:lnTo>
                  <a:lnTo>
                    <a:pt x="21580" y="13773"/>
                  </a:lnTo>
                  <a:lnTo>
                    <a:pt x="20800" y="15022"/>
                  </a:lnTo>
                  <a:lnTo>
                    <a:pt x="20019" y="16240"/>
                  </a:lnTo>
                  <a:lnTo>
                    <a:pt x="19269" y="17489"/>
                  </a:lnTo>
                  <a:lnTo>
                    <a:pt x="18520" y="18769"/>
                  </a:lnTo>
                  <a:lnTo>
                    <a:pt x="17052" y="21362"/>
                  </a:lnTo>
                  <a:lnTo>
                    <a:pt x="15647" y="24016"/>
                  </a:lnTo>
                  <a:lnTo>
                    <a:pt x="14304" y="26671"/>
                  </a:lnTo>
                  <a:lnTo>
                    <a:pt x="13023" y="29356"/>
                  </a:lnTo>
                  <a:lnTo>
                    <a:pt x="11806" y="32073"/>
                  </a:lnTo>
                  <a:lnTo>
                    <a:pt x="10619" y="34759"/>
                  </a:lnTo>
                  <a:lnTo>
                    <a:pt x="9495" y="37413"/>
                  </a:lnTo>
                  <a:lnTo>
                    <a:pt x="8433" y="40037"/>
                  </a:lnTo>
                  <a:lnTo>
                    <a:pt x="7465" y="42598"/>
                  </a:lnTo>
                  <a:lnTo>
                    <a:pt x="6497" y="45096"/>
                  </a:lnTo>
                  <a:lnTo>
                    <a:pt x="5622" y="47532"/>
                  </a:lnTo>
                  <a:lnTo>
                    <a:pt x="4810" y="49874"/>
                  </a:lnTo>
                  <a:lnTo>
                    <a:pt x="4061" y="52091"/>
                  </a:lnTo>
                  <a:lnTo>
                    <a:pt x="3374" y="54215"/>
                  </a:lnTo>
                  <a:lnTo>
                    <a:pt x="2187" y="57994"/>
                  </a:lnTo>
                  <a:lnTo>
                    <a:pt x="1250" y="61148"/>
                  </a:lnTo>
                  <a:lnTo>
                    <a:pt x="563" y="63552"/>
                  </a:lnTo>
                  <a:lnTo>
                    <a:pt x="1" y="65582"/>
                  </a:lnTo>
                  <a:lnTo>
                    <a:pt x="1" y="65582"/>
                  </a:lnTo>
                  <a:lnTo>
                    <a:pt x="57463" y="64271"/>
                  </a:lnTo>
                  <a:lnTo>
                    <a:pt x="57401" y="63771"/>
                  </a:lnTo>
                  <a:lnTo>
                    <a:pt x="57244" y="62366"/>
                  </a:lnTo>
                  <a:lnTo>
                    <a:pt x="56651" y="57400"/>
                  </a:lnTo>
                  <a:lnTo>
                    <a:pt x="55745" y="50249"/>
                  </a:lnTo>
                  <a:lnTo>
                    <a:pt x="54684" y="41910"/>
                  </a:lnTo>
                  <a:lnTo>
                    <a:pt x="53528" y="33291"/>
                  </a:lnTo>
                  <a:lnTo>
                    <a:pt x="52435" y="25328"/>
                  </a:lnTo>
                  <a:lnTo>
                    <a:pt x="51935" y="21892"/>
                  </a:lnTo>
                  <a:lnTo>
                    <a:pt x="51498" y="18926"/>
                  </a:lnTo>
                  <a:lnTo>
                    <a:pt x="51155" y="16615"/>
                  </a:lnTo>
                  <a:lnTo>
                    <a:pt x="50874" y="15053"/>
                  </a:lnTo>
                  <a:lnTo>
                    <a:pt x="50593" y="13898"/>
                  </a:lnTo>
                  <a:lnTo>
                    <a:pt x="50249" y="12742"/>
                  </a:lnTo>
                  <a:lnTo>
                    <a:pt x="49843" y="11587"/>
                  </a:lnTo>
                  <a:lnTo>
                    <a:pt x="49406" y="10431"/>
                  </a:lnTo>
                  <a:lnTo>
                    <a:pt x="48906" y="9338"/>
                  </a:lnTo>
                  <a:lnTo>
                    <a:pt x="48375" y="8276"/>
                  </a:lnTo>
                  <a:lnTo>
                    <a:pt x="47844" y="7246"/>
                  </a:lnTo>
                  <a:lnTo>
                    <a:pt x="47313" y="6278"/>
                  </a:lnTo>
                  <a:lnTo>
                    <a:pt x="46751" y="5372"/>
                  </a:lnTo>
                  <a:lnTo>
                    <a:pt x="46220" y="4529"/>
                  </a:lnTo>
                  <a:lnTo>
                    <a:pt x="45690" y="3779"/>
                  </a:lnTo>
                  <a:lnTo>
                    <a:pt x="45190" y="3155"/>
                  </a:lnTo>
                  <a:lnTo>
                    <a:pt x="44753" y="2593"/>
                  </a:lnTo>
                  <a:lnTo>
                    <a:pt x="44347" y="2155"/>
                  </a:lnTo>
                  <a:lnTo>
                    <a:pt x="44003" y="1812"/>
                  </a:lnTo>
                  <a:lnTo>
                    <a:pt x="43722" y="1625"/>
                  </a:lnTo>
                  <a:lnTo>
                    <a:pt x="43035" y="1312"/>
                  </a:lnTo>
                  <a:lnTo>
                    <a:pt x="42286" y="1000"/>
                  </a:lnTo>
                  <a:lnTo>
                    <a:pt x="41505" y="750"/>
                  </a:lnTo>
                  <a:lnTo>
                    <a:pt x="40724" y="500"/>
                  </a:lnTo>
                  <a:lnTo>
                    <a:pt x="39912" y="313"/>
                  </a:lnTo>
                  <a:lnTo>
                    <a:pt x="39100" y="157"/>
                  </a:lnTo>
                  <a:lnTo>
                    <a:pt x="38288" y="63"/>
                  </a:lnTo>
                  <a:lnTo>
                    <a:pt x="3744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3" name="Google Shape;3573;p61"/>
            <p:cNvSpPr/>
            <p:nvPr/>
          </p:nvSpPr>
          <p:spPr>
            <a:xfrm>
              <a:off x="1475575" y="2350775"/>
              <a:ext cx="1436600" cy="1639575"/>
            </a:xfrm>
            <a:custGeom>
              <a:avLst/>
              <a:gdLst/>
              <a:ahLst/>
              <a:cxnLst/>
              <a:rect l="l" t="t" r="r" b="b"/>
              <a:pathLst>
                <a:path w="57464" h="65583" fill="none" extrusionOk="0">
                  <a:moveTo>
                    <a:pt x="57463" y="64271"/>
                  </a:moveTo>
                  <a:lnTo>
                    <a:pt x="1" y="65582"/>
                  </a:lnTo>
                  <a:lnTo>
                    <a:pt x="1" y="65582"/>
                  </a:lnTo>
                  <a:lnTo>
                    <a:pt x="563" y="63552"/>
                  </a:lnTo>
                  <a:lnTo>
                    <a:pt x="1250" y="61148"/>
                  </a:lnTo>
                  <a:lnTo>
                    <a:pt x="2187" y="57994"/>
                  </a:lnTo>
                  <a:lnTo>
                    <a:pt x="3374" y="54215"/>
                  </a:lnTo>
                  <a:lnTo>
                    <a:pt x="4061" y="52091"/>
                  </a:lnTo>
                  <a:lnTo>
                    <a:pt x="4810" y="49874"/>
                  </a:lnTo>
                  <a:lnTo>
                    <a:pt x="5622" y="47532"/>
                  </a:lnTo>
                  <a:lnTo>
                    <a:pt x="6497" y="45096"/>
                  </a:lnTo>
                  <a:lnTo>
                    <a:pt x="7465" y="42598"/>
                  </a:lnTo>
                  <a:lnTo>
                    <a:pt x="8433" y="40037"/>
                  </a:lnTo>
                  <a:lnTo>
                    <a:pt x="9495" y="37413"/>
                  </a:lnTo>
                  <a:lnTo>
                    <a:pt x="10619" y="34759"/>
                  </a:lnTo>
                  <a:lnTo>
                    <a:pt x="11806" y="32073"/>
                  </a:lnTo>
                  <a:lnTo>
                    <a:pt x="13023" y="29356"/>
                  </a:lnTo>
                  <a:lnTo>
                    <a:pt x="14304" y="26671"/>
                  </a:lnTo>
                  <a:lnTo>
                    <a:pt x="15647" y="24016"/>
                  </a:lnTo>
                  <a:lnTo>
                    <a:pt x="17052" y="21362"/>
                  </a:lnTo>
                  <a:lnTo>
                    <a:pt x="18520" y="18769"/>
                  </a:lnTo>
                  <a:lnTo>
                    <a:pt x="19269" y="17489"/>
                  </a:lnTo>
                  <a:lnTo>
                    <a:pt x="20019" y="16240"/>
                  </a:lnTo>
                  <a:lnTo>
                    <a:pt x="20800" y="15022"/>
                  </a:lnTo>
                  <a:lnTo>
                    <a:pt x="21580" y="13773"/>
                  </a:lnTo>
                  <a:lnTo>
                    <a:pt x="22392" y="12586"/>
                  </a:lnTo>
                  <a:lnTo>
                    <a:pt x="23204" y="11431"/>
                  </a:lnTo>
                  <a:lnTo>
                    <a:pt x="24016" y="10275"/>
                  </a:lnTo>
                  <a:lnTo>
                    <a:pt x="24859" y="9151"/>
                  </a:lnTo>
                  <a:lnTo>
                    <a:pt x="25703" y="8058"/>
                  </a:lnTo>
                  <a:lnTo>
                    <a:pt x="26577" y="6996"/>
                  </a:lnTo>
                  <a:lnTo>
                    <a:pt x="27452" y="5965"/>
                  </a:lnTo>
                  <a:lnTo>
                    <a:pt x="28357" y="4966"/>
                  </a:lnTo>
                  <a:lnTo>
                    <a:pt x="29263" y="4029"/>
                  </a:lnTo>
                  <a:lnTo>
                    <a:pt x="30168" y="3092"/>
                  </a:lnTo>
                  <a:lnTo>
                    <a:pt x="31105" y="2218"/>
                  </a:lnTo>
                  <a:lnTo>
                    <a:pt x="32042" y="1375"/>
                  </a:lnTo>
                  <a:lnTo>
                    <a:pt x="32042" y="1375"/>
                  </a:lnTo>
                  <a:lnTo>
                    <a:pt x="32292" y="1187"/>
                  </a:lnTo>
                  <a:lnTo>
                    <a:pt x="32542" y="1000"/>
                  </a:lnTo>
                  <a:lnTo>
                    <a:pt x="32823" y="844"/>
                  </a:lnTo>
                  <a:lnTo>
                    <a:pt x="33104" y="688"/>
                  </a:lnTo>
                  <a:lnTo>
                    <a:pt x="33416" y="563"/>
                  </a:lnTo>
                  <a:lnTo>
                    <a:pt x="33729" y="438"/>
                  </a:lnTo>
                  <a:lnTo>
                    <a:pt x="34416" y="250"/>
                  </a:lnTo>
                  <a:lnTo>
                    <a:pt x="35134" y="94"/>
                  </a:lnTo>
                  <a:lnTo>
                    <a:pt x="35883" y="32"/>
                  </a:lnTo>
                  <a:lnTo>
                    <a:pt x="36664" y="1"/>
                  </a:lnTo>
                  <a:lnTo>
                    <a:pt x="37445" y="1"/>
                  </a:lnTo>
                  <a:lnTo>
                    <a:pt x="38288" y="63"/>
                  </a:lnTo>
                  <a:lnTo>
                    <a:pt x="39100" y="157"/>
                  </a:lnTo>
                  <a:lnTo>
                    <a:pt x="39912" y="313"/>
                  </a:lnTo>
                  <a:lnTo>
                    <a:pt x="40724" y="500"/>
                  </a:lnTo>
                  <a:lnTo>
                    <a:pt x="41505" y="750"/>
                  </a:lnTo>
                  <a:lnTo>
                    <a:pt x="42286" y="1000"/>
                  </a:lnTo>
                  <a:lnTo>
                    <a:pt x="43035" y="1312"/>
                  </a:lnTo>
                  <a:lnTo>
                    <a:pt x="43722" y="1625"/>
                  </a:lnTo>
                  <a:lnTo>
                    <a:pt x="43722" y="1625"/>
                  </a:lnTo>
                  <a:lnTo>
                    <a:pt x="44003" y="1812"/>
                  </a:lnTo>
                  <a:lnTo>
                    <a:pt x="44347" y="2155"/>
                  </a:lnTo>
                  <a:lnTo>
                    <a:pt x="44753" y="2593"/>
                  </a:lnTo>
                  <a:lnTo>
                    <a:pt x="45190" y="3155"/>
                  </a:lnTo>
                  <a:lnTo>
                    <a:pt x="45690" y="3779"/>
                  </a:lnTo>
                  <a:lnTo>
                    <a:pt x="46220" y="4529"/>
                  </a:lnTo>
                  <a:lnTo>
                    <a:pt x="46751" y="5372"/>
                  </a:lnTo>
                  <a:lnTo>
                    <a:pt x="47313" y="6278"/>
                  </a:lnTo>
                  <a:lnTo>
                    <a:pt x="47844" y="7246"/>
                  </a:lnTo>
                  <a:lnTo>
                    <a:pt x="48375" y="8276"/>
                  </a:lnTo>
                  <a:lnTo>
                    <a:pt x="48906" y="9338"/>
                  </a:lnTo>
                  <a:lnTo>
                    <a:pt x="49406" y="10431"/>
                  </a:lnTo>
                  <a:lnTo>
                    <a:pt x="49843" y="11587"/>
                  </a:lnTo>
                  <a:lnTo>
                    <a:pt x="50249" y="12742"/>
                  </a:lnTo>
                  <a:lnTo>
                    <a:pt x="50593" y="13898"/>
                  </a:lnTo>
                  <a:lnTo>
                    <a:pt x="50874" y="15053"/>
                  </a:lnTo>
                  <a:lnTo>
                    <a:pt x="50874" y="15053"/>
                  </a:lnTo>
                  <a:lnTo>
                    <a:pt x="51155" y="16615"/>
                  </a:lnTo>
                  <a:lnTo>
                    <a:pt x="51498" y="18926"/>
                  </a:lnTo>
                  <a:lnTo>
                    <a:pt x="51935" y="21892"/>
                  </a:lnTo>
                  <a:lnTo>
                    <a:pt x="52435" y="25328"/>
                  </a:lnTo>
                  <a:lnTo>
                    <a:pt x="53528" y="33291"/>
                  </a:lnTo>
                  <a:lnTo>
                    <a:pt x="54684" y="41910"/>
                  </a:lnTo>
                  <a:lnTo>
                    <a:pt x="55745" y="50249"/>
                  </a:lnTo>
                  <a:lnTo>
                    <a:pt x="56651" y="57400"/>
                  </a:lnTo>
                  <a:lnTo>
                    <a:pt x="57244" y="62366"/>
                  </a:lnTo>
                  <a:lnTo>
                    <a:pt x="57401" y="63771"/>
                  </a:lnTo>
                  <a:lnTo>
                    <a:pt x="57463" y="6427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4" name="Google Shape;3574;p61"/>
            <p:cNvSpPr/>
            <p:nvPr/>
          </p:nvSpPr>
          <p:spPr>
            <a:xfrm>
              <a:off x="2745850" y="2715375"/>
              <a:ext cx="98400" cy="691750"/>
            </a:xfrm>
            <a:custGeom>
              <a:avLst/>
              <a:gdLst/>
              <a:ahLst/>
              <a:cxnLst/>
              <a:rect l="l" t="t" r="r" b="b"/>
              <a:pathLst>
                <a:path w="3936" h="27670" extrusionOk="0">
                  <a:moveTo>
                    <a:pt x="0" y="1"/>
                  </a:moveTo>
                  <a:lnTo>
                    <a:pt x="0" y="32"/>
                  </a:lnTo>
                  <a:lnTo>
                    <a:pt x="188" y="1375"/>
                  </a:lnTo>
                  <a:lnTo>
                    <a:pt x="375" y="2749"/>
                  </a:lnTo>
                  <a:lnTo>
                    <a:pt x="781" y="5466"/>
                  </a:lnTo>
                  <a:lnTo>
                    <a:pt x="1124" y="8120"/>
                  </a:lnTo>
                  <a:lnTo>
                    <a:pt x="1530" y="10806"/>
                  </a:lnTo>
                  <a:lnTo>
                    <a:pt x="2280" y="16146"/>
                  </a:lnTo>
                  <a:lnTo>
                    <a:pt x="2998" y="21518"/>
                  </a:lnTo>
                  <a:lnTo>
                    <a:pt x="3467" y="24578"/>
                  </a:lnTo>
                  <a:lnTo>
                    <a:pt x="3654" y="26109"/>
                  </a:lnTo>
                  <a:lnTo>
                    <a:pt x="3873" y="27639"/>
                  </a:lnTo>
                  <a:lnTo>
                    <a:pt x="3873" y="27670"/>
                  </a:lnTo>
                  <a:lnTo>
                    <a:pt x="3935" y="27670"/>
                  </a:lnTo>
                  <a:lnTo>
                    <a:pt x="3935" y="27639"/>
                  </a:lnTo>
                  <a:lnTo>
                    <a:pt x="3685" y="24859"/>
                  </a:lnTo>
                  <a:lnTo>
                    <a:pt x="3435" y="22142"/>
                  </a:lnTo>
                  <a:lnTo>
                    <a:pt x="3154" y="19457"/>
                  </a:lnTo>
                  <a:lnTo>
                    <a:pt x="2842" y="16771"/>
                  </a:lnTo>
                  <a:lnTo>
                    <a:pt x="2530" y="14366"/>
                  </a:lnTo>
                  <a:lnTo>
                    <a:pt x="2186" y="11962"/>
                  </a:lnTo>
                  <a:lnTo>
                    <a:pt x="1843" y="9557"/>
                  </a:lnTo>
                  <a:lnTo>
                    <a:pt x="1437" y="7184"/>
                  </a:lnTo>
                  <a:lnTo>
                    <a:pt x="1437" y="5997"/>
                  </a:lnTo>
                  <a:lnTo>
                    <a:pt x="1406" y="4841"/>
                  </a:lnTo>
                  <a:lnTo>
                    <a:pt x="1343" y="3655"/>
                  </a:lnTo>
                  <a:lnTo>
                    <a:pt x="1249" y="2499"/>
                  </a:lnTo>
                  <a:lnTo>
                    <a:pt x="1281" y="4498"/>
                  </a:lnTo>
                  <a:lnTo>
                    <a:pt x="1343" y="6465"/>
                  </a:lnTo>
                  <a:lnTo>
                    <a:pt x="1281" y="6059"/>
                  </a:lnTo>
                  <a:lnTo>
                    <a:pt x="687" y="3030"/>
                  </a:lnTo>
                  <a:lnTo>
                    <a:pt x="375" y="1531"/>
                  </a:lnTo>
                  <a:lnTo>
                    <a:pt x="219" y="781"/>
                  </a:lnTo>
                  <a:lnTo>
                    <a:pt x="63" y="32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5" name="Google Shape;3575;p61"/>
            <p:cNvSpPr/>
            <p:nvPr/>
          </p:nvSpPr>
          <p:spPr>
            <a:xfrm>
              <a:off x="2291450" y="2076750"/>
              <a:ext cx="384925" cy="549650"/>
            </a:xfrm>
            <a:custGeom>
              <a:avLst/>
              <a:gdLst/>
              <a:ahLst/>
              <a:cxnLst/>
              <a:rect l="l" t="t" r="r" b="b"/>
              <a:pathLst>
                <a:path w="15397" h="21986" extrusionOk="0">
                  <a:moveTo>
                    <a:pt x="2530" y="0"/>
                  </a:moveTo>
                  <a:lnTo>
                    <a:pt x="2312" y="1624"/>
                  </a:lnTo>
                  <a:lnTo>
                    <a:pt x="2031" y="3248"/>
                  </a:lnTo>
                  <a:lnTo>
                    <a:pt x="1718" y="4872"/>
                  </a:lnTo>
                  <a:lnTo>
                    <a:pt x="1406" y="6433"/>
                  </a:lnTo>
                  <a:lnTo>
                    <a:pt x="844" y="8807"/>
                  </a:lnTo>
                  <a:lnTo>
                    <a:pt x="375" y="10774"/>
                  </a:lnTo>
                  <a:lnTo>
                    <a:pt x="94" y="12180"/>
                  </a:lnTo>
                  <a:lnTo>
                    <a:pt x="1" y="12586"/>
                  </a:lnTo>
                  <a:lnTo>
                    <a:pt x="1" y="12742"/>
                  </a:lnTo>
                  <a:lnTo>
                    <a:pt x="32" y="12804"/>
                  </a:lnTo>
                  <a:lnTo>
                    <a:pt x="375" y="13585"/>
                  </a:lnTo>
                  <a:lnTo>
                    <a:pt x="781" y="14397"/>
                  </a:lnTo>
                  <a:lnTo>
                    <a:pt x="1250" y="15209"/>
                  </a:lnTo>
                  <a:lnTo>
                    <a:pt x="1749" y="16021"/>
                  </a:lnTo>
                  <a:lnTo>
                    <a:pt x="2312" y="16833"/>
                  </a:lnTo>
                  <a:lnTo>
                    <a:pt x="2936" y="17613"/>
                  </a:lnTo>
                  <a:lnTo>
                    <a:pt x="3561" y="18363"/>
                  </a:lnTo>
                  <a:lnTo>
                    <a:pt x="4217" y="19050"/>
                  </a:lnTo>
                  <a:lnTo>
                    <a:pt x="4904" y="19706"/>
                  </a:lnTo>
                  <a:lnTo>
                    <a:pt x="5591" y="20299"/>
                  </a:lnTo>
                  <a:lnTo>
                    <a:pt x="6309" y="20830"/>
                  </a:lnTo>
                  <a:lnTo>
                    <a:pt x="6996" y="21267"/>
                  </a:lnTo>
                  <a:lnTo>
                    <a:pt x="7340" y="21455"/>
                  </a:lnTo>
                  <a:lnTo>
                    <a:pt x="7683" y="21611"/>
                  </a:lnTo>
                  <a:lnTo>
                    <a:pt x="8027" y="21736"/>
                  </a:lnTo>
                  <a:lnTo>
                    <a:pt x="8339" y="21829"/>
                  </a:lnTo>
                  <a:lnTo>
                    <a:pt x="8682" y="21923"/>
                  </a:lnTo>
                  <a:lnTo>
                    <a:pt x="8995" y="21954"/>
                  </a:lnTo>
                  <a:lnTo>
                    <a:pt x="9307" y="21986"/>
                  </a:lnTo>
                  <a:lnTo>
                    <a:pt x="9619" y="21954"/>
                  </a:lnTo>
                  <a:lnTo>
                    <a:pt x="9900" y="21923"/>
                  </a:lnTo>
                  <a:lnTo>
                    <a:pt x="10150" y="21829"/>
                  </a:lnTo>
                  <a:lnTo>
                    <a:pt x="10400" y="21705"/>
                  </a:lnTo>
                  <a:lnTo>
                    <a:pt x="10650" y="21580"/>
                  </a:lnTo>
                  <a:lnTo>
                    <a:pt x="10868" y="21423"/>
                  </a:lnTo>
                  <a:lnTo>
                    <a:pt x="11087" y="21236"/>
                  </a:lnTo>
                  <a:lnTo>
                    <a:pt x="11274" y="21017"/>
                  </a:lnTo>
                  <a:lnTo>
                    <a:pt x="11462" y="20768"/>
                  </a:lnTo>
                  <a:lnTo>
                    <a:pt x="11649" y="20518"/>
                  </a:lnTo>
                  <a:lnTo>
                    <a:pt x="11805" y="20268"/>
                  </a:lnTo>
                  <a:lnTo>
                    <a:pt x="12086" y="19675"/>
                  </a:lnTo>
                  <a:lnTo>
                    <a:pt x="12336" y="19050"/>
                  </a:lnTo>
                  <a:lnTo>
                    <a:pt x="12555" y="18394"/>
                  </a:lnTo>
                  <a:lnTo>
                    <a:pt x="12711" y="17707"/>
                  </a:lnTo>
                  <a:lnTo>
                    <a:pt x="12867" y="17051"/>
                  </a:lnTo>
                  <a:lnTo>
                    <a:pt x="12961" y="16396"/>
                  </a:lnTo>
                  <a:lnTo>
                    <a:pt x="13055" y="15771"/>
                  </a:lnTo>
                  <a:lnTo>
                    <a:pt x="13117" y="14647"/>
                  </a:lnTo>
                  <a:lnTo>
                    <a:pt x="13148" y="13835"/>
                  </a:lnTo>
                  <a:lnTo>
                    <a:pt x="13148" y="13710"/>
                  </a:lnTo>
                  <a:lnTo>
                    <a:pt x="13117" y="13241"/>
                  </a:lnTo>
                  <a:lnTo>
                    <a:pt x="13148" y="12804"/>
                  </a:lnTo>
                  <a:lnTo>
                    <a:pt x="13242" y="12117"/>
                  </a:lnTo>
                  <a:lnTo>
                    <a:pt x="13367" y="11399"/>
                  </a:lnTo>
                  <a:lnTo>
                    <a:pt x="13492" y="10712"/>
                  </a:lnTo>
                  <a:lnTo>
                    <a:pt x="13679" y="10025"/>
                  </a:lnTo>
                  <a:lnTo>
                    <a:pt x="14054" y="8682"/>
                  </a:lnTo>
                  <a:lnTo>
                    <a:pt x="14429" y="7433"/>
                  </a:lnTo>
                  <a:lnTo>
                    <a:pt x="14803" y="6402"/>
                  </a:lnTo>
                  <a:lnTo>
                    <a:pt x="15116" y="5590"/>
                  </a:lnTo>
                  <a:lnTo>
                    <a:pt x="15397" y="4841"/>
                  </a:lnTo>
                  <a:lnTo>
                    <a:pt x="2530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6" name="Google Shape;3576;p61"/>
            <p:cNvSpPr/>
            <p:nvPr/>
          </p:nvSpPr>
          <p:spPr>
            <a:xfrm>
              <a:off x="2367975" y="2082200"/>
              <a:ext cx="308400" cy="340425"/>
            </a:xfrm>
            <a:custGeom>
              <a:avLst/>
              <a:gdLst/>
              <a:ahLst/>
              <a:cxnLst/>
              <a:rect l="l" t="t" r="r" b="b"/>
              <a:pathLst>
                <a:path w="12336" h="13617" extrusionOk="0">
                  <a:moveTo>
                    <a:pt x="0" y="1"/>
                  </a:moveTo>
                  <a:lnTo>
                    <a:pt x="31" y="625"/>
                  </a:lnTo>
                  <a:lnTo>
                    <a:pt x="63" y="1375"/>
                  </a:lnTo>
                  <a:lnTo>
                    <a:pt x="125" y="2218"/>
                  </a:lnTo>
                  <a:lnTo>
                    <a:pt x="250" y="3186"/>
                  </a:lnTo>
                  <a:lnTo>
                    <a:pt x="437" y="4185"/>
                  </a:lnTo>
                  <a:lnTo>
                    <a:pt x="656" y="5247"/>
                  </a:lnTo>
                  <a:lnTo>
                    <a:pt x="968" y="6340"/>
                  </a:lnTo>
                  <a:lnTo>
                    <a:pt x="1156" y="6902"/>
                  </a:lnTo>
                  <a:lnTo>
                    <a:pt x="1374" y="7433"/>
                  </a:lnTo>
                  <a:lnTo>
                    <a:pt x="1593" y="7964"/>
                  </a:lnTo>
                  <a:lnTo>
                    <a:pt x="1874" y="8495"/>
                  </a:lnTo>
                  <a:lnTo>
                    <a:pt x="2155" y="9026"/>
                  </a:lnTo>
                  <a:lnTo>
                    <a:pt x="2467" y="9526"/>
                  </a:lnTo>
                  <a:lnTo>
                    <a:pt x="2780" y="10025"/>
                  </a:lnTo>
                  <a:lnTo>
                    <a:pt x="3154" y="10494"/>
                  </a:lnTo>
                  <a:lnTo>
                    <a:pt x="3560" y="10931"/>
                  </a:lnTo>
                  <a:lnTo>
                    <a:pt x="3966" y="11368"/>
                  </a:lnTo>
                  <a:lnTo>
                    <a:pt x="4435" y="11743"/>
                  </a:lnTo>
                  <a:lnTo>
                    <a:pt x="4934" y="12118"/>
                  </a:lnTo>
                  <a:lnTo>
                    <a:pt x="5465" y="12461"/>
                  </a:lnTo>
                  <a:lnTo>
                    <a:pt x="6027" y="12742"/>
                  </a:lnTo>
                  <a:lnTo>
                    <a:pt x="6652" y="12992"/>
                  </a:lnTo>
                  <a:lnTo>
                    <a:pt x="7277" y="13211"/>
                  </a:lnTo>
                  <a:lnTo>
                    <a:pt x="7964" y="13398"/>
                  </a:lnTo>
                  <a:lnTo>
                    <a:pt x="8713" y="13523"/>
                  </a:lnTo>
                  <a:lnTo>
                    <a:pt x="9400" y="13586"/>
                  </a:lnTo>
                  <a:lnTo>
                    <a:pt x="10087" y="13617"/>
                  </a:lnTo>
                  <a:lnTo>
                    <a:pt x="10087" y="13461"/>
                  </a:lnTo>
                  <a:lnTo>
                    <a:pt x="10056" y="13023"/>
                  </a:lnTo>
                  <a:lnTo>
                    <a:pt x="10087" y="12586"/>
                  </a:lnTo>
                  <a:lnTo>
                    <a:pt x="10181" y="11868"/>
                  </a:lnTo>
                  <a:lnTo>
                    <a:pt x="10306" y="11181"/>
                  </a:lnTo>
                  <a:lnTo>
                    <a:pt x="10431" y="10463"/>
                  </a:lnTo>
                  <a:lnTo>
                    <a:pt x="10618" y="9776"/>
                  </a:lnTo>
                  <a:lnTo>
                    <a:pt x="10993" y="8433"/>
                  </a:lnTo>
                  <a:lnTo>
                    <a:pt x="11368" y="7215"/>
                  </a:lnTo>
                  <a:lnTo>
                    <a:pt x="11742" y="6184"/>
                  </a:lnTo>
                  <a:lnTo>
                    <a:pt x="12055" y="5341"/>
                  </a:lnTo>
                  <a:lnTo>
                    <a:pt x="12336" y="4623"/>
                  </a:lnTo>
                  <a:lnTo>
                    <a:pt x="3591" y="13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7" name="Google Shape;3577;p61"/>
            <p:cNvSpPr/>
            <p:nvPr/>
          </p:nvSpPr>
          <p:spPr>
            <a:xfrm>
              <a:off x="2310200" y="1497425"/>
              <a:ext cx="571525" cy="812000"/>
            </a:xfrm>
            <a:custGeom>
              <a:avLst/>
              <a:gdLst/>
              <a:ahLst/>
              <a:cxnLst/>
              <a:rect l="l" t="t" r="r" b="b"/>
              <a:pathLst>
                <a:path w="22861" h="32480" extrusionOk="0">
                  <a:moveTo>
                    <a:pt x="11212" y="1"/>
                  </a:moveTo>
                  <a:lnTo>
                    <a:pt x="10556" y="32"/>
                  </a:lnTo>
                  <a:lnTo>
                    <a:pt x="9900" y="126"/>
                  </a:lnTo>
                  <a:lnTo>
                    <a:pt x="9244" y="220"/>
                  </a:lnTo>
                  <a:lnTo>
                    <a:pt x="8588" y="376"/>
                  </a:lnTo>
                  <a:lnTo>
                    <a:pt x="7964" y="563"/>
                  </a:lnTo>
                  <a:lnTo>
                    <a:pt x="7308" y="750"/>
                  </a:lnTo>
                  <a:lnTo>
                    <a:pt x="6714" y="1000"/>
                  </a:lnTo>
                  <a:lnTo>
                    <a:pt x="6090" y="1281"/>
                  </a:lnTo>
                  <a:lnTo>
                    <a:pt x="5497" y="1594"/>
                  </a:lnTo>
                  <a:lnTo>
                    <a:pt x="4934" y="1906"/>
                  </a:lnTo>
                  <a:lnTo>
                    <a:pt x="4372" y="2281"/>
                  </a:lnTo>
                  <a:lnTo>
                    <a:pt x="3841" y="2687"/>
                  </a:lnTo>
                  <a:lnTo>
                    <a:pt x="3342" y="3124"/>
                  </a:lnTo>
                  <a:lnTo>
                    <a:pt x="2873" y="3561"/>
                  </a:lnTo>
                  <a:lnTo>
                    <a:pt x="2436" y="4030"/>
                  </a:lnTo>
                  <a:lnTo>
                    <a:pt x="1999" y="4560"/>
                  </a:lnTo>
                  <a:lnTo>
                    <a:pt x="1624" y="5091"/>
                  </a:lnTo>
                  <a:lnTo>
                    <a:pt x="1281" y="5653"/>
                  </a:lnTo>
                  <a:lnTo>
                    <a:pt x="968" y="6247"/>
                  </a:lnTo>
                  <a:lnTo>
                    <a:pt x="687" y="6871"/>
                  </a:lnTo>
                  <a:lnTo>
                    <a:pt x="469" y="7496"/>
                  </a:lnTo>
                  <a:lnTo>
                    <a:pt x="312" y="7964"/>
                  </a:lnTo>
                  <a:lnTo>
                    <a:pt x="219" y="8495"/>
                  </a:lnTo>
                  <a:lnTo>
                    <a:pt x="125" y="9057"/>
                  </a:lnTo>
                  <a:lnTo>
                    <a:pt x="63" y="9651"/>
                  </a:lnTo>
                  <a:lnTo>
                    <a:pt x="31" y="10307"/>
                  </a:lnTo>
                  <a:lnTo>
                    <a:pt x="0" y="10962"/>
                  </a:lnTo>
                  <a:lnTo>
                    <a:pt x="0" y="11681"/>
                  </a:lnTo>
                  <a:lnTo>
                    <a:pt x="0" y="12430"/>
                  </a:lnTo>
                  <a:lnTo>
                    <a:pt x="63" y="13960"/>
                  </a:lnTo>
                  <a:lnTo>
                    <a:pt x="219" y="15553"/>
                  </a:lnTo>
                  <a:lnTo>
                    <a:pt x="437" y="17208"/>
                  </a:lnTo>
                  <a:lnTo>
                    <a:pt x="718" y="18863"/>
                  </a:lnTo>
                  <a:lnTo>
                    <a:pt x="1031" y="20519"/>
                  </a:lnTo>
                  <a:lnTo>
                    <a:pt x="1437" y="22111"/>
                  </a:lnTo>
                  <a:lnTo>
                    <a:pt x="1843" y="23610"/>
                  </a:lnTo>
                  <a:lnTo>
                    <a:pt x="2092" y="24329"/>
                  </a:lnTo>
                  <a:lnTo>
                    <a:pt x="2342" y="25016"/>
                  </a:lnTo>
                  <a:lnTo>
                    <a:pt x="2592" y="25671"/>
                  </a:lnTo>
                  <a:lnTo>
                    <a:pt x="2842" y="26296"/>
                  </a:lnTo>
                  <a:lnTo>
                    <a:pt x="3123" y="26858"/>
                  </a:lnTo>
                  <a:lnTo>
                    <a:pt x="3404" y="27389"/>
                  </a:lnTo>
                  <a:lnTo>
                    <a:pt x="3685" y="27889"/>
                  </a:lnTo>
                  <a:lnTo>
                    <a:pt x="3966" y="28326"/>
                  </a:lnTo>
                  <a:lnTo>
                    <a:pt x="4279" y="28701"/>
                  </a:lnTo>
                  <a:lnTo>
                    <a:pt x="4591" y="29013"/>
                  </a:lnTo>
                  <a:lnTo>
                    <a:pt x="5059" y="29419"/>
                  </a:lnTo>
                  <a:lnTo>
                    <a:pt x="5528" y="29825"/>
                  </a:lnTo>
                  <a:lnTo>
                    <a:pt x="6027" y="30169"/>
                  </a:lnTo>
                  <a:lnTo>
                    <a:pt x="6527" y="30512"/>
                  </a:lnTo>
                  <a:lnTo>
                    <a:pt x="7058" y="30824"/>
                  </a:lnTo>
                  <a:lnTo>
                    <a:pt x="7589" y="31105"/>
                  </a:lnTo>
                  <a:lnTo>
                    <a:pt x="8120" y="31386"/>
                  </a:lnTo>
                  <a:lnTo>
                    <a:pt x="8682" y="31605"/>
                  </a:lnTo>
                  <a:lnTo>
                    <a:pt x="9244" y="31824"/>
                  </a:lnTo>
                  <a:lnTo>
                    <a:pt x="9806" y="32011"/>
                  </a:lnTo>
                  <a:lnTo>
                    <a:pt x="10400" y="32136"/>
                  </a:lnTo>
                  <a:lnTo>
                    <a:pt x="10962" y="32261"/>
                  </a:lnTo>
                  <a:lnTo>
                    <a:pt x="11555" y="32386"/>
                  </a:lnTo>
                  <a:lnTo>
                    <a:pt x="12117" y="32448"/>
                  </a:lnTo>
                  <a:lnTo>
                    <a:pt x="12711" y="32479"/>
                  </a:lnTo>
                  <a:lnTo>
                    <a:pt x="13866" y="32479"/>
                  </a:lnTo>
                  <a:lnTo>
                    <a:pt x="14428" y="32417"/>
                  </a:lnTo>
                  <a:lnTo>
                    <a:pt x="14990" y="32323"/>
                  </a:lnTo>
                  <a:lnTo>
                    <a:pt x="15552" y="32230"/>
                  </a:lnTo>
                  <a:lnTo>
                    <a:pt x="16115" y="32074"/>
                  </a:lnTo>
                  <a:lnTo>
                    <a:pt x="16645" y="31886"/>
                  </a:lnTo>
                  <a:lnTo>
                    <a:pt x="17176" y="31668"/>
                  </a:lnTo>
                  <a:lnTo>
                    <a:pt x="17707" y="31449"/>
                  </a:lnTo>
                  <a:lnTo>
                    <a:pt x="18207" y="31168"/>
                  </a:lnTo>
                  <a:lnTo>
                    <a:pt x="18675" y="30856"/>
                  </a:lnTo>
                  <a:lnTo>
                    <a:pt x="19144" y="30481"/>
                  </a:lnTo>
                  <a:lnTo>
                    <a:pt x="19612" y="30106"/>
                  </a:lnTo>
                  <a:lnTo>
                    <a:pt x="20049" y="29700"/>
                  </a:lnTo>
                  <a:lnTo>
                    <a:pt x="20455" y="29232"/>
                  </a:lnTo>
                  <a:lnTo>
                    <a:pt x="20861" y="28763"/>
                  </a:lnTo>
                  <a:lnTo>
                    <a:pt x="21236" y="28232"/>
                  </a:lnTo>
                  <a:lnTo>
                    <a:pt x="21548" y="27670"/>
                  </a:lnTo>
                  <a:lnTo>
                    <a:pt x="21861" y="27046"/>
                  </a:lnTo>
                  <a:lnTo>
                    <a:pt x="22111" y="26327"/>
                  </a:lnTo>
                  <a:lnTo>
                    <a:pt x="22298" y="25578"/>
                  </a:lnTo>
                  <a:lnTo>
                    <a:pt x="22485" y="24797"/>
                  </a:lnTo>
                  <a:lnTo>
                    <a:pt x="22610" y="23954"/>
                  </a:lnTo>
                  <a:lnTo>
                    <a:pt x="22735" y="23048"/>
                  </a:lnTo>
                  <a:lnTo>
                    <a:pt x="22798" y="22143"/>
                  </a:lnTo>
                  <a:lnTo>
                    <a:pt x="22829" y="21174"/>
                  </a:lnTo>
                  <a:lnTo>
                    <a:pt x="22860" y="20206"/>
                  </a:lnTo>
                  <a:lnTo>
                    <a:pt x="22829" y="19207"/>
                  </a:lnTo>
                  <a:lnTo>
                    <a:pt x="22798" y="18176"/>
                  </a:lnTo>
                  <a:lnTo>
                    <a:pt x="22704" y="17146"/>
                  </a:lnTo>
                  <a:lnTo>
                    <a:pt x="22610" y="16115"/>
                  </a:lnTo>
                  <a:lnTo>
                    <a:pt x="22485" y="15053"/>
                  </a:lnTo>
                  <a:lnTo>
                    <a:pt x="22360" y="14023"/>
                  </a:lnTo>
                  <a:lnTo>
                    <a:pt x="22173" y="12992"/>
                  </a:lnTo>
                  <a:lnTo>
                    <a:pt x="21986" y="11993"/>
                  </a:lnTo>
                  <a:lnTo>
                    <a:pt x="21798" y="10994"/>
                  </a:lnTo>
                  <a:lnTo>
                    <a:pt x="21580" y="10026"/>
                  </a:lnTo>
                  <a:lnTo>
                    <a:pt x="21330" y="9057"/>
                  </a:lnTo>
                  <a:lnTo>
                    <a:pt x="21080" y="8152"/>
                  </a:lnTo>
                  <a:lnTo>
                    <a:pt x="20799" y="7277"/>
                  </a:lnTo>
                  <a:lnTo>
                    <a:pt x="20518" y="6465"/>
                  </a:lnTo>
                  <a:lnTo>
                    <a:pt x="20206" y="5685"/>
                  </a:lnTo>
                  <a:lnTo>
                    <a:pt x="19893" y="4935"/>
                  </a:lnTo>
                  <a:lnTo>
                    <a:pt x="19581" y="4279"/>
                  </a:lnTo>
                  <a:lnTo>
                    <a:pt x="19269" y="3655"/>
                  </a:lnTo>
                  <a:lnTo>
                    <a:pt x="18925" y="3124"/>
                  </a:lnTo>
                  <a:lnTo>
                    <a:pt x="18582" y="2655"/>
                  </a:lnTo>
                  <a:lnTo>
                    <a:pt x="18238" y="2249"/>
                  </a:lnTo>
                  <a:lnTo>
                    <a:pt x="17895" y="1937"/>
                  </a:lnTo>
                  <a:lnTo>
                    <a:pt x="17364" y="1594"/>
                  </a:lnTo>
                  <a:lnTo>
                    <a:pt x="16833" y="1250"/>
                  </a:lnTo>
                  <a:lnTo>
                    <a:pt x="16239" y="969"/>
                  </a:lnTo>
                  <a:lnTo>
                    <a:pt x="15646" y="719"/>
                  </a:lnTo>
                  <a:lnTo>
                    <a:pt x="15053" y="501"/>
                  </a:lnTo>
                  <a:lnTo>
                    <a:pt x="14428" y="313"/>
                  </a:lnTo>
                  <a:lnTo>
                    <a:pt x="13804" y="188"/>
                  </a:lnTo>
                  <a:lnTo>
                    <a:pt x="13179" y="95"/>
                  </a:lnTo>
                  <a:lnTo>
                    <a:pt x="12523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8" name="Google Shape;3578;p61"/>
            <p:cNvSpPr/>
            <p:nvPr/>
          </p:nvSpPr>
          <p:spPr>
            <a:xfrm>
              <a:off x="2660750" y="2048625"/>
              <a:ext cx="79650" cy="57800"/>
            </a:xfrm>
            <a:custGeom>
              <a:avLst/>
              <a:gdLst/>
              <a:ahLst/>
              <a:cxnLst/>
              <a:rect l="l" t="t" r="r" b="b"/>
              <a:pathLst>
                <a:path w="3186" h="2312" extrusionOk="0">
                  <a:moveTo>
                    <a:pt x="250" y="1"/>
                  </a:moveTo>
                  <a:lnTo>
                    <a:pt x="94" y="438"/>
                  </a:lnTo>
                  <a:lnTo>
                    <a:pt x="31" y="907"/>
                  </a:lnTo>
                  <a:lnTo>
                    <a:pt x="0" y="1156"/>
                  </a:lnTo>
                  <a:lnTo>
                    <a:pt x="0" y="1375"/>
                  </a:lnTo>
                  <a:lnTo>
                    <a:pt x="31" y="1594"/>
                  </a:lnTo>
                  <a:lnTo>
                    <a:pt x="94" y="1812"/>
                  </a:lnTo>
                  <a:lnTo>
                    <a:pt x="219" y="1968"/>
                  </a:lnTo>
                  <a:lnTo>
                    <a:pt x="375" y="2124"/>
                  </a:lnTo>
                  <a:lnTo>
                    <a:pt x="562" y="2249"/>
                  </a:lnTo>
                  <a:lnTo>
                    <a:pt x="843" y="2312"/>
                  </a:lnTo>
                  <a:lnTo>
                    <a:pt x="1093" y="2312"/>
                  </a:lnTo>
                  <a:lnTo>
                    <a:pt x="1343" y="2281"/>
                  </a:lnTo>
                  <a:lnTo>
                    <a:pt x="1593" y="2218"/>
                  </a:lnTo>
                  <a:lnTo>
                    <a:pt x="1843" y="2124"/>
                  </a:lnTo>
                  <a:lnTo>
                    <a:pt x="2249" y="1843"/>
                  </a:lnTo>
                  <a:lnTo>
                    <a:pt x="2592" y="1531"/>
                  </a:lnTo>
                  <a:lnTo>
                    <a:pt x="2905" y="1156"/>
                  </a:lnTo>
                  <a:lnTo>
                    <a:pt x="3186" y="782"/>
                  </a:lnTo>
                  <a:lnTo>
                    <a:pt x="2811" y="782"/>
                  </a:lnTo>
                  <a:lnTo>
                    <a:pt x="2405" y="750"/>
                  </a:lnTo>
                  <a:lnTo>
                    <a:pt x="2030" y="688"/>
                  </a:lnTo>
                  <a:lnTo>
                    <a:pt x="1655" y="625"/>
                  </a:lnTo>
                  <a:lnTo>
                    <a:pt x="1281" y="501"/>
                  </a:lnTo>
                  <a:lnTo>
                    <a:pt x="937" y="344"/>
                  </a:lnTo>
                  <a:lnTo>
                    <a:pt x="594" y="188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9" name="Google Shape;3579;p61"/>
            <p:cNvSpPr/>
            <p:nvPr/>
          </p:nvSpPr>
          <p:spPr>
            <a:xfrm>
              <a:off x="2699000" y="2092350"/>
              <a:ext cx="17975" cy="4725"/>
            </a:xfrm>
            <a:custGeom>
              <a:avLst/>
              <a:gdLst/>
              <a:ahLst/>
              <a:cxnLst/>
              <a:rect l="l" t="t" r="r" b="b"/>
              <a:pathLst>
                <a:path w="719" h="189" extrusionOk="0">
                  <a:moveTo>
                    <a:pt x="0" y="1"/>
                  </a:moveTo>
                  <a:lnTo>
                    <a:pt x="313" y="94"/>
                  </a:lnTo>
                  <a:lnTo>
                    <a:pt x="625" y="188"/>
                  </a:lnTo>
                  <a:lnTo>
                    <a:pt x="719" y="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0" name="Google Shape;3580;p61"/>
            <p:cNvSpPr/>
            <p:nvPr/>
          </p:nvSpPr>
          <p:spPr>
            <a:xfrm>
              <a:off x="2660750" y="2068150"/>
              <a:ext cx="18750" cy="15650"/>
            </a:xfrm>
            <a:custGeom>
              <a:avLst/>
              <a:gdLst/>
              <a:ahLst/>
              <a:cxnLst/>
              <a:rect l="l" t="t" r="r" b="b"/>
              <a:pathLst>
                <a:path w="750" h="626" extrusionOk="0">
                  <a:moveTo>
                    <a:pt x="0" y="1"/>
                  </a:moveTo>
                  <a:lnTo>
                    <a:pt x="0" y="126"/>
                  </a:lnTo>
                  <a:lnTo>
                    <a:pt x="125" y="250"/>
                  </a:lnTo>
                  <a:lnTo>
                    <a:pt x="437" y="469"/>
                  </a:lnTo>
                  <a:lnTo>
                    <a:pt x="750" y="6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1" name="Google Shape;3581;p61"/>
            <p:cNvSpPr/>
            <p:nvPr/>
          </p:nvSpPr>
          <p:spPr>
            <a:xfrm>
              <a:off x="2570175" y="1808175"/>
              <a:ext cx="82775" cy="45300"/>
            </a:xfrm>
            <a:custGeom>
              <a:avLst/>
              <a:gdLst/>
              <a:ahLst/>
              <a:cxnLst/>
              <a:rect l="l" t="t" r="r" b="b"/>
              <a:pathLst>
                <a:path w="3311" h="1812" extrusionOk="0">
                  <a:moveTo>
                    <a:pt x="1718" y="0"/>
                  </a:moveTo>
                  <a:lnTo>
                    <a:pt x="1500" y="31"/>
                  </a:lnTo>
                  <a:lnTo>
                    <a:pt x="1312" y="63"/>
                  </a:lnTo>
                  <a:lnTo>
                    <a:pt x="1094" y="125"/>
                  </a:lnTo>
                  <a:lnTo>
                    <a:pt x="906" y="188"/>
                  </a:lnTo>
                  <a:lnTo>
                    <a:pt x="688" y="281"/>
                  </a:lnTo>
                  <a:lnTo>
                    <a:pt x="500" y="375"/>
                  </a:lnTo>
                  <a:lnTo>
                    <a:pt x="344" y="500"/>
                  </a:lnTo>
                  <a:lnTo>
                    <a:pt x="188" y="656"/>
                  </a:lnTo>
                  <a:lnTo>
                    <a:pt x="94" y="750"/>
                  </a:lnTo>
                  <a:lnTo>
                    <a:pt x="32" y="875"/>
                  </a:lnTo>
                  <a:lnTo>
                    <a:pt x="1" y="1000"/>
                  </a:lnTo>
                  <a:lnTo>
                    <a:pt x="1" y="1124"/>
                  </a:lnTo>
                  <a:lnTo>
                    <a:pt x="1" y="1281"/>
                  </a:lnTo>
                  <a:lnTo>
                    <a:pt x="32" y="1406"/>
                  </a:lnTo>
                  <a:lnTo>
                    <a:pt x="125" y="1499"/>
                  </a:lnTo>
                  <a:lnTo>
                    <a:pt x="188" y="1624"/>
                  </a:lnTo>
                  <a:lnTo>
                    <a:pt x="313" y="1687"/>
                  </a:lnTo>
                  <a:lnTo>
                    <a:pt x="407" y="1749"/>
                  </a:lnTo>
                  <a:lnTo>
                    <a:pt x="531" y="1780"/>
                  </a:lnTo>
                  <a:lnTo>
                    <a:pt x="656" y="1812"/>
                  </a:lnTo>
                  <a:lnTo>
                    <a:pt x="969" y="1780"/>
                  </a:lnTo>
                  <a:lnTo>
                    <a:pt x="1281" y="1749"/>
                  </a:lnTo>
                  <a:lnTo>
                    <a:pt x="1906" y="1687"/>
                  </a:lnTo>
                  <a:lnTo>
                    <a:pt x="2218" y="1687"/>
                  </a:lnTo>
                  <a:lnTo>
                    <a:pt x="2530" y="1624"/>
                  </a:lnTo>
                  <a:lnTo>
                    <a:pt x="2842" y="1499"/>
                  </a:lnTo>
                  <a:lnTo>
                    <a:pt x="3123" y="1343"/>
                  </a:lnTo>
                  <a:lnTo>
                    <a:pt x="3248" y="1187"/>
                  </a:lnTo>
                  <a:lnTo>
                    <a:pt x="3311" y="968"/>
                  </a:lnTo>
                  <a:lnTo>
                    <a:pt x="3311" y="781"/>
                  </a:lnTo>
                  <a:lnTo>
                    <a:pt x="3217" y="562"/>
                  </a:lnTo>
                  <a:lnTo>
                    <a:pt x="3092" y="406"/>
                  </a:lnTo>
                  <a:lnTo>
                    <a:pt x="2936" y="281"/>
                  </a:lnTo>
                  <a:lnTo>
                    <a:pt x="2749" y="156"/>
                  </a:lnTo>
                  <a:lnTo>
                    <a:pt x="2561" y="94"/>
                  </a:lnTo>
                  <a:lnTo>
                    <a:pt x="2343" y="31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2" name="Google Shape;3582;p61"/>
            <p:cNvSpPr/>
            <p:nvPr/>
          </p:nvSpPr>
          <p:spPr>
            <a:xfrm>
              <a:off x="2763025" y="1775375"/>
              <a:ext cx="82775" cy="46875"/>
            </a:xfrm>
            <a:custGeom>
              <a:avLst/>
              <a:gdLst/>
              <a:ahLst/>
              <a:cxnLst/>
              <a:rect l="l" t="t" r="r" b="b"/>
              <a:pathLst>
                <a:path w="3311" h="1875" extrusionOk="0">
                  <a:moveTo>
                    <a:pt x="1218" y="1"/>
                  </a:moveTo>
                  <a:lnTo>
                    <a:pt x="1000" y="32"/>
                  </a:lnTo>
                  <a:lnTo>
                    <a:pt x="812" y="94"/>
                  </a:lnTo>
                  <a:lnTo>
                    <a:pt x="594" y="157"/>
                  </a:lnTo>
                  <a:lnTo>
                    <a:pt x="437" y="250"/>
                  </a:lnTo>
                  <a:lnTo>
                    <a:pt x="250" y="375"/>
                  </a:lnTo>
                  <a:lnTo>
                    <a:pt x="94" y="531"/>
                  </a:lnTo>
                  <a:lnTo>
                    <a:pt x="0" y="719"/>
                  </a:lnTo>
                  <a:lnTo>
                    <a:pt x="0" y="937"/>
                  </a:lnTo>
                  <a:lnTo>
                    <a:pt x="31" y="1125"/>
                  </a:lnTo>
                  <a:lnTo>
                    <a:pt x="156" y="1312"/>
                  </a:lnTo>
                  <a:lnTo>
                    <a:pt x="437" y="1500"/>
                  </a:lnTo>
                  <a:lnTo>
                    <a:pt x="750" y="1625"/>
                  </a:lnTo>
                  <a:lnTo>
                    <a:pt x="1062" y="1687"/>
                  </a:lnTo>
                  <a:lnTo>
                    <a:pt x="1374" y="1718"/>
                  </a:lnTo>
                  <a:lnTo>
                    <a:pt x="1999" y="1812"/>
                  </a:lnTo>
                  <a:lnTo>
                    <a:pt x="2311" y="1874"/>
                  </a:lnTo>
                  <a:lnTo>
                    <a:pt x="2748" y="1874"/>
                  </a:lnTo>
                  <a:lnTo>
                    <a:pt x="2873" y="1843"/>
                  </a:lnTo>
                  <a:lnTo>
                    <a:pt x="2967" y="1781"/>
                  </a:lnTo>
                  <a:lnTo>
                    <a:pt x="3061" y="1718"/>
                  </a:lnTo>
                  <a:lnTo>
                    <a:pt x="3186" y="1625"/>
                  </a:lnTo>
                  <a:lnTo>
                    <a:pt x="3248" y="1500"/>
                  </a:lnTo>
                  <a:lnTo>
                    <a:pt x="3279" y="1375"/>
                  </a:lnTo>
                  <a:lnTo>
                    <a:pt x="3311" y="1250"/>
                  </a:lnTo>
                  <a:lnTo>
                    <a:pt x="3311" y="1125"/>
                  </a:lnTo>
                  <a:lnTo>
                    <a:pt x="3279" y="1000"/>
                  </a:lnTo>
                  <a:lnTo>
                    <a:pt x="3217" y="875"/>
                  </a:lnTo>
                  <a:lnTo>
                    <a:pt x="3154" y="750"/>
                  </a:lnTo>
                  <a:lnTo>
                    <a:pt x="2998" y="594"/>
                  </a:lnTo>
                  <a:lnTo>
                    <a:pt x="2842" y="469"/>
                  </a:lnTo>
                  <a:lnTo>
                    <a:pt x="2655" y="375"/>
                  </a:lnTo>
                  <a:lnTo>
                    <a:pt x="2467" y="250"/>
                  </a:lnTo>
                  <a:lnTo>
                    <a:pt x="2249" y="188"/>
                  </a:lnTo>
                  <a:lnTo>
                    <a:pt x="2061" y="126"/>
                  </a:lnTo>
                  <a:lnTo>
                    <a:pt x="1843" y="63"/>
                  </a:lnTo>
                  <a:lnTo>
                    <a:pt x="1624" y="63"/>
                  </a:lnTo>
                  <a:lnTo>
                    <a:pt x="14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3" name="Google Shape;3583;p61"/>
            <p:cNvSpPr/>
            <p:nvPr/>
          </p:nvSpPr>
          <p:spPr>
            <a:xfrm>
              <a:off x="2641225" y="2112650"/>
              <a:ext cx="45300" cy="27350"/>
            </a:xfrm>
            <a:custGeom>
              <a:avLst/>
              <a:gdLst/>
              <a:ahLst/>
              <a:cxnLst/>
              <a:rect l="l" t="t" r="r" b="b"/>
              <a:pathLst>
                <a:path w="1812" h="1094" extrusionOk="0">
                  <a:moveTo>
                    <a:pt x="0" y="1"/>
                  </a:moveTo>
                  <a:lnTo>
                    <a:pt x="0" y="63"/>
                  </a:lnTo>
                  <a:lnTo>
                    <a:pt x="0" y="188"/>
                  </a:lnTo>
                  <a:lnTo>
                    <a:pt x="32" y="344"/>
                  </a:lnTo>
                  <a:lnTo>
                    <a:pt x="63" y="500"/>
                  </a:lnTo>
                  <a:lnTo>
                    <a:pt x="125" y="625"/>
                  </a:lnTo>
                  <a:lnTo>
                    <a:pt x="188" y="750"/>
                  </a:lnTo>
                  <a:lnTo>
                    <a:pt x="281" y="844"/>
                  </a:lnTo>
                  <a:lnTo>
                    <a:pt x="406" y="938"/>
                  </a:lnTo>
                  <a:lnTo>
                    <a:pt x="531" y="1031"/>
                  </a:lnTo>
                  <a:lnTo>
                    <a:pt x="687" y="1062"/>
                  </a:lnTo>
                  <a:lnTo>
                    <a:pt x="875" y="1094"/>
                  </a:lnTo>
                  <a:lnTo>
                    <a:pt x="1187" y="1094"/>
                  </a:lnTo>
                  <a:lnTo>
                    <a:pt x="1375" y="1031"/>
                  </a:lnTo>
                  <a:lnTo>
                    <a:pt x="1531" y="969"/>
                  </a:lnTo>
                  <a:lnTo>
                    <a:pt x="1656" y="906"/>
                  </a:lnTo>
                  <a:lnTo>
                    <a:pt x="1812" y="781"/>
                  </a:lnTo>
                  <a:lnTo>
                    <a:pt x="1812" y="750"/>
                  </a:lnTo>
                  <a:lnTo>
                    <a:pt x="1781" y="750"/>
                  </a:lnTo>
                  <a:lnTo>
                    <a:pt x="1531" y="781"/>
                  </a:lnTo>
                  <a:lnTo>
                    <a:pt x="1000" y="781"/>
                  </a:lnTo>
                  <a:lnTo>
                    <a:pt x="750" y="750"/>
                  </a:lnTo>
                  <a:lnTo>
                    <a:pt x="625" y="688"/>
                  </a:lnTo>
                  <a:lnTo>
                    <a:pt x="531" y="625"/>
                  </a:lnTo>
                  <a:lnTo>
                    <a:pt x="375" y="438"/>
                  </a:lnTo>
                  <a:lnTo>
                    <a:pt x="219" y="219"/>
                  </a:lnTo>
                  <a:lnTo>
                    <a:pt x="94" y="32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4" name="Google Shape;3584;p61"/>
            <p:cNvSpPr/>
            <p:nvPr/>
          </p:nvSpPr>
          <p:spPr>
            <a:xfrm>
              <a:off x="2665425" y="1784750"/>
              <a:ext cx="134325" cy="293575"/>
            </a:xfrm>
            <a:custGeom>
              <a:avLst/>
              <a:gdLst/>
              <a:ahLst/>
              <a:cxnLst/>
              <a:rect l="l" t="t" r="r" b="b"/>
              <a:pathLst>
                <a:path w="5373" h="11743" extrusionOk="0">
                  <a:moveTo>
                    <a:pt x="2842" y="0"/>
                  </a:moveTo>
                  <a:lnTo>
                    <a:pt x="2780" y="63"/>
                  </a:lnTo>
                  <a:lnTo>
                    <a:pt x="2780" y="125"/>
                  </a:lnTo>
                  <a:lnTo>
                    <a:pt x="2967" y="1218"/>
                  </a:lnTo>
                  <a:lnTo>
                    <a:pt x="3186" y="2343"/>
                  </a:lnTo>
                  <a:lnTo>
                    <a:pt x="3686" y="4529"/>
                  </a:lnTo>
                  <a:lnTo>
                    <a:pt x="4217" y="6746"/>
                  </a:lnTo>
                  <a:lnTo>
                    <a:pt x="4435" y="7839"/>
                  </a:lnTo>
                  <a:lnTo>
                    <a:pt x="4654" y="8963"/>
                  </a:lnTo>
                  <a:lnTo>
                    <a:pt x="4248" y="8838"/>
                  </a:lnTo>
                  <a:lnTo>
                    <a:pt x="3873" y="8776"/>
                  </a:lnTo>
                  <a:lnTo>
                    <a:pt x="3498" y="8713"/>
                  </a:lnTo>
                  <a:lnTo>
                    <a:pt x="3092" y="8682"/>
                  </a:lnTo>
                  <a:lnTo>
                    <a:pt x="3092" y="8776"/>
                  </a:lnTo>
                  <a:lnTo>
                    <a:pt x="3123" y="9026"/>
                  </a:lnTo>
                  <a:lnTo>
                    <a:pt x="3280" y="9775"/>
                  </a:lnTo>
                  <a:lnTo>
                    <a:pt x="3467" y="10587"/>
                  </a:lnTo>
                  <a:lnTo>
                    <a:pt x="3529" y="10899"/>
                  </a:lnTo>
                  <a:lnTo>
                    <a:pt x="3529" y="11087"/>
                  </a:lnTo>
                  <a:lnTo>
                    <a:pt x="3529" y="11118"/>
                  </a:lnTo>
                  <a:lnTo>
                    <a:pt x="3092" y="11212"/>
                  </a:lnTo>
                  <a:lnTo>
                    <a:pt x="2686" y="11243"/>
                  </a:lnTo>
                  <a:lnTo>
                    <a:pt x="2280" y="11243"/>
                  </a:lnTo>
                  <a:lnTo>
                    <a:pt x="1874" y="11180"/>
                  </a:lnTo>
                  <a:lnTo>
                    <a:pt x="1468" y="11087"/>
                  </a:lnTo>
                  <a:lnTo>
                    <a:pt x="1031" y="10931"/>
                  </a:lnTo>
                  <a:lnTo>
                    <a:pt x="594" y="10743"/>
                  </a:lnTo>
                  <a:lnTo>
                    <a:pt x="125" y="10525"/>
                  </a:lnTo>
                  <a:lnTo>
                    <a:pt x="63" y="10493"/>
                  </a:lnTo>
                  <a:lnTo>
                    <a:pt x="32" y="10493"/>
                  </a:lnTo>
                  <a:lnTo>
                    <a:pt x="1" y="10525"/>
                  </a:lnTo>
                  <a:lnTo>
                    <a:pt x="32" y="10587"/>
                  </a:lnTo>
                  <a:lnTo>
                    <a:pt x="250" y="10837"/>
                  </a:lnTo>
                  <a:lnTo>
                    <a:pt x="500" y="11056"/>
                  </a:lnTo>
                  <a:lnTo>
                    <a:pt x="781" y="11243"/>
                  </a:lnTo>
                  <a:lnTo>
                    <a:pt x="1062" y="11399"/>
                  </a:lnTo>
                  <a:lnTo>
                    <a:pt x="1343" y="11524"/>
                  </a:lnTo>
                  <a:lnTo>
                    <a:pt x="1656" y="11618"/>
                  </a:lnTo>
                  <a:lnTo>
                    <a:pt x="1999" y="11680"/>
                  </a:lnTo>
                  <a:lnTo>
                    <a:pt x="2312" y="11711"/>
                  </a:lnTo>
                  <a:lnTo>
                    <a:pt x="2593" y="11743"/>
                  </a:lnTo>
                  <a:lnTo>
                    <a:pt x="2905" y="11711"/>
                  </a:lnTo>
                  <a:lnTo>
                    <a:pt x="3186" y="11680"/>
                  </a:lnTo>
                  <a:lnTo>
                    <a:pt x="3467" y="11649"/>
                  </a:lnTo>
                  <a:lnTo>
                    <a:pt x="3686" y="11586"/>
                  </a:lnTo>
                  <a:lnTo>
                    <a:pt x="3873" y="11524"/>
                  </a:lnTo>
                  <a:lnTo>
                    <a:pt x="3935" y="11493"/>
                  </a:lnTo>
                  <a:lnTo>
                    <a:pt x="3998" y="11430"/>
                  </a:lnTo>
                  <a:lnTo>
                    <a:pt x="4029" y="11368"/>
                  </a:lnTo>
                  <a:lnTo>
                    <a:pt x="4029" y="11305"/>
                  </a:lnTo>
                  <a:lnTo>
                    <a:pt x="4029" y="11212"/>
                  </a:lnTo>
                  <a:lnTo>
                    <a:pt x="4029" y="11118"/>
                  </a:lnTo>
                  <a:lnTo>
                    <a:pt x="3935" y="10556"/>
                  </a:lnTo>
                  <a:lnTo>
                    <a:pt x="3873" y="9963"/>
                  </a:lnTo>
                  <a:lnTo>
                    <a:pt x="3748" y="9338"/>
                  </a:lnTo>
                  <a:lnTo>
                    <a:pt x="4123" y="9463"/>
                  </a:lnTo>
                  <a:lnTo>
                    <a:pt x="4685" y="9588"/>
                  </a:lnTo>
                  <a:lnTo>
                    <a:pt x="4966" y="9650"/>
                  </a:lnTo>
                  <a:lnTo>
                    <a:pt x="5185" y="9650"/>
                  </a:lnTo>
                  <a:lnTo>
                    <a:pt x="5278" y="9619"/>
                  </a:lnTo>
                  <a:lnTo>
                    <a:pt x="5310" y="9619"/>
                  </a:lnTo>
                  <a:lnTo>
                    <a:pt x="5372" y="9557"/>
                  </a:lnTo>
                  <a:lnTo>
                    <a:pt x="5372" y="9494"/>
                  </a:lnTo>
                  <a:lnTo>
                    <a:pt x="4904" y="7152"/>
                  </a:lnTo>
                  <a:lnTo>
                    <a:pt x="4654" y="5934"/>
                  </a:lnTo>
                  <a:lnTo>
                    <a:pt x="4404" y="4747"/>
                  </a:lnTo>
                  <a:lnTo>
                    <a:pt x="4092" y="3529"/>
                  </a:lnTo>
                  <a:lnTo>
                    <a:pt x="3748" y="2343"/>
                  </a:lnTo>
                  <a:lnTo>
                    <a:pt x="3373" y="1187"/>
                  </a:lnTo>
                  <a:lnTo>
                    <a:pt x="2936" y="63"/>
                  </a:lnTo>
                  <a:lnTo>
                    <a:pt x="2905" y="32"/>
                  </a:lnTo>
                  <a:lnTo>
                    <a:pt x="284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5" name="Google Shape;3585;p61"/>
            <p:cNvSpPr/>
            <p:nvPr/>
          </p:nvSpPr>
          <p:spPr>
            <a:xfrm>
              <a:off x="2639650" y="1925275"/>
              <a:ext cx="33600" cy="33600"/>
            </a:xfrm>
            <a:custGeom>
              <a:avLst/>
              <a:gdLst/>
              <a:ahLst/>
              <a:cxnLst/>
              <a:rect l="l" t="t" r="r" b="b"/>
              <a:pathLst>
                <a:path w="1344" h="1344" extrusionOk="0">
                  <a:moveTo>
                    <a:pt x="1063" y="1"/>
                  </a:moveTo>
                  <a:lnTo>
                    <a:pt x="1032" y="63"/>
                  </a:lnTo>
                  <a:lnTo>
                    <a:pt x="1094" y="250"/>
                  </a:lnTo>
                  <a:lnTo>
                    <a:pt x="1125" y="469"/>
                  </a:lnTo>
                  <a:lnTo>
                    <a:pt x="1094" y="656"/>
                  </a:lnTo>
                  <a:lnTo>
                    <a:pt x="1032" y="844"/>
                  </a:lnTo>
                  <a:lnTo>
                    <a:pt x="907" y="1031"/>
                  </a:lnTo>
                  <a:lnTo>
                    <a:pt x="688" y="1156"/>
                  </a:lnTo>
                  <a:lnTo>
                    <a:pt x="407" y="1250"/>
                  </a:lnTo>
                  <a:lnTo>
                    <a:pt x="32" y="1312"/>
                  </a:lnTo>
                  <a:lnTo>
                    <a:pt x="1" y="1343"/>
                  </a:lnTo>
                  <a:lnTo>
                    <a:pt x="282" y="1343"/>
                  </a:lnTo>
                  <a:lnTo>
                    <a:pt x="501" y="1312"/>
                  </a:lnTo>
                  <a:lnTo>
                    <a:pt x="688" y="1281"/>
                  </a:lnTo>
                  <a:lnTo>
                    <a:pt x="875" y="1219"/>
                  </a:lnTo>
                  <a:lnTo>
                    <a:pt x="1000" y="1156"/>
                  </a:lnTo>
                  <a:lnTo>
                    <a:pt x="1125" y="1062"/>
                  </a:lnTo>
                  <a:lnTo>
                    <a:pt x="1188" y="969"/>
                  </a:lnTo>
                  <a:lnTo>
                    <a:pt x="1250" y="875"/>
                  </a:lnTo>
                  <a:lnTo>
                    <a:pt x="1313" y="781"/>
                  </a:lnTo>
                  <a:lnTo>
                    <a:pt x="1344" y="656"/>
                  </a:lnTo>
                  <a:lnTo>
                    <a:pt x="1313" y="438"/>
                  </a:lnTo>
                  <a:lnTo>
                    <a:pt x="1250" y="219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6" name="Google Shape;3586;p61"/>
            <p:cNvSpPr/>
            <p:nvPr/>
          </p:nvSpPr>
          <p:spPr>
            <a:xfrm>
              <a:off x="2599850" y="1909675"/>
              <a:ext cx="70275" cy="38275"/>
            </a:xfrm>
            <a:custGeom>
              <a:avLst/>
              <a:gdLst/>
              <a:ahLst/>
              <a:cxnLst/>
              <a:rect l="l" t="t" r="r" b="b"/>
              <a:pathLst>
                <a:path w="2811" h="1531" extrusionOk="0">
                  <a:moveTo>
                    <a:pt x="875" y="0"/>
                  </a:moveTo>
                  <a:lnTo>
                    <a:pt x="656" y="63"/>
                  </a:lnTo>
                  <a:lnTo>
                    <a:pt x="437" y="125"/>
                  </a:lnTo>
                  <a:lnTo>
                    <a:pt x="281" y="219"/>
                  </a:lnTo>
                  <a:lnTo>
                    <a:pt x="125" y="344"/>
                  </a:lnTo>
                  <a:lnTo>
                    <a:pt x="63" y="468"/>
                  </a:lnTo>
                  <a:lnTo>
                    <a:pt x="0" y="625"/>
                  </a:lnTo>
                  <a:lnTo>
                    <a:pt x="0" y="812"/>
                  </a:lnTo>
                  <a:lnTo>
                    <a:pt x="63" y="968"/>
                  </a:lnTo>
                  <a:lnTo>
                    <a:pt x="156" y="1093"/>
                  </a:lnTo>
                  <a:lnTo>
                    <a:pt x="313" y="1249"/>
                  </a:lnTo>
                  <a:lnTo>
                    <a:pt x="500" y="1343"/>
                  </a:lnTo>
                  <a:lnTo>
                    <a:pt x="750" y="1437"/>
                  </a:lnTo>
                  <a:lnTo>
                    <a:pt x="1031" y="1499"/>
                  </a:lnTo>
                  <a:lnTo>
                    <a:pt x="1343" y="1530"/>
                  </a:lnTo>
                  <a:lnTo>
                    <a:pt x="1687" y="1530"/>
                  </a:lnTo>
                  <a:lnTo>
                    <a:pt x="1999" y="1499"/>
                  </a:lnTo>
                  <a:lnTo>
                    <a:pt x="2249" y="1437"/>
                  </a:lnTo>
                  <a:lnTo>
                    <a:pt x="2436" y="1374"/>
                  </a:lnTo>
                  <a:lnTo>
                    <a:pt x="2592" y="1280"/>
                  </a:lnTo>
                  <a:lnTo>
                    <a:pt x="2717" y="1156"/>
                  </a:lnTo>
                  <a:lnTo>
                    <a:pt x="2780" y="1031"/>
                  </a:lnTo>
                  <a:lnTo>
                    <a:pt x="2811" y="874"/>
                  </a:lnTo>
                  <a:lnTo>
                    <a:pt x="2780" y="718"/>
                  </a:lnTo>
                  <a:lnTo>
                    <a:pt x="2717" y="593"/>
                  </a:lnTo>
                  <a:lnTo>
                    <a:pt x="2592" y="468"/>
                  </a:lnTo>
                  <a:lnTo>
                    <a:pt x="2436" y="312"/>
                  </a:lnTo>
                  <a:lnTo>
                    <a:pt x="2249" y="219"/>
                  </a:lnTo>
                  <a:lnTo>
                    <a:pt x="1999" y="125"/>
                  </a:lnTo>
                  <a:lnTo>
                    <a:pt x="1718" y="31"/>
                  </a:lnTo>
                  <a:lnTo>
                    <a:pt x="13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7" name="Google Shape;3587;p61"/>
            <p:cNvSpPr/>
            <p:nvPr/>
          </p:nvSpPr>
          <p:spPr>
            <a:xfrm>
              <a:off x="2571750" y="1904975"/>
              <a:ext cx="100725" cy="32050"/>
            </a:xfrm>
            <a:custGeom>
              <a:avLst/>
              <a:gdLst/>
              <a:ahLst/>
              <a:cxnLst/>
              <a:rect l="l" t="t" r="r" b="b"/>
              <a:pathLst>
                <a:path w="4029" h="1282" extrusionOk="0">
                  <a:moveTo>
                    <a:pt x="2155" y="1"/>
                  </a:moveTo>
                  <a:lnTo>
                    <a:pt x="1655" y="32"/>
                  </a:lnTo>
                  <a:lnTo>
                    <a:pt x="1218" y="126"/>
                  </a:lnTo>
                  <a:lnTo>
                    <a:pt x="812" y="251"/>
                  </a:lnTo>
                  <a:lnTo>
                    <a:pt x="468" y="375"/>
                  </a:lnTo>
                  <a:lnTo>
                    <a:pt x="219" y="500"/>
                  </a:lnTo>
                  <a:lnTo>
                    <a:pt x="62" y="625"/>
                  </a:lnTo>
                  <a:lnTo>
                    <a:pt x="0" y="656"/>
                  </a:lnTo>
                  <a:lnTo>
                    <a:pt x="187" y="719"/>
                  </a:lnTo>
                  <a:lnTo>
                    <a:pt x="656" y="813"/>
                  </a:lnTo>
                  <a:lnTo>
                    <a:pt x="2030" y="1031"/>
                  </a:lnTo>
                  <a:lnTo>
                    <a:pt x="3404" y="1250"/>
                  </a:lnTo>
                  <a:lnTo>
                    <a:pt x="3841" y="1281"/>
                  </a:lnTo>
                  <a:lnTo>
                    <a:pt x="4029" y="1281"/>
                  </a:lnTo>
                  <a:lnTo>
                    <a:pt x="3935" y="1031"/>
                  </a:lnTo>
                  <a:lnTo>
                    <a:pt x="3841" y="813"/>
                  </a:lnTo>
                  <a:lnTo>
                    <a:pt x="3685" y="625"/>
                  </a:lnTo>
                  <a:lnTo>
                    <a:pt x="3529" y="469"/>
                  </a:lnTo>
                  <a:lnTo>
                    <a:pt x="3342" y="313"/>
                  </a:lnTo>
                  <a:lnTo>
                    <a:pt x="3154" y="188"/>
                  </a:lnTo>
                  <a:lnTo>
                    <a:pt x="2904" y="94"/>
                  </a:lnTo>
                  <a:lnTo>
                    <a:pt x="2686" y="32"/>
                  </a:lnTo>
                  <a:lnTo>
                    <a:pt x="24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8" name="Google Shape;3588;p61"/>
            <p:cNvSpPr/>
            <p:nvPr/>
          </p:nvSpPr>
          <p:spPr>
            <a:xfrm>
              <a:off x="2795025" y="1909675"/>
              <a:ext cx="31250" cy="29675"/>
            </a:xfrm>
            <a:custGeom>
              <a:avLst/>
              <a:gdLst/>
              <a:ahLst/>
              <a:cxnLst/>
              <a:rect l="l" t="t" r="r" b="b"/>
              <a:pathLst>
                <a:path w="1250" h="1187" extrusionOk="0">
                  <a:moveTo>
                    <a:pt x="32" y="0"/>
                  </a:moveTo>
                  <a:lnTo>
                    <a:pt x="1" y="250"/>
                  </a:lnTo>
                  <a:lnTo>
                    <a:pt x="1" y="468"/>
                  </a:lnTo>
                  <a:lnTo>
                    <a:pt x="32" y="687"/>
                  </a:lnTo>
                  <a:lnTo>
                    <a:pt x="157" y="906"/>
                  </a:lnTo>
                  <a:lnTo>
                    <a:pt x="219" y="968"/>
                  </a:lnTo>
                  <a:lnTo>
                    <a:pt x="313" y="1062"/>
                  </a:lnTo>
                  <a:lnTo>
                    <a:pt x="438" y="1124"/>
                  </a:lnTo>
                  <a:lnTo>
                    <a:pt x="563" y="1156"/>
                  </a:lnTo>
                  <a:lnTo>
                    <a:pt x="688" y="1187"/>
                  </a:lnTo>
                  <a:lnTo>
                    <a:pt x="844" y="1187"/>
                  </a:lnTo>
                  <a:lnTo>
                    <a:pt x="1031" y="1156"/>
                  </a:lnTo>
                  <a:lnTo>
                    <a:pt x="1250" y="1124"/>
                  </a:lnTo>
                  <a:lnTo>
                    <a:pt x="1250" y="1093"/>
                  </a:lnTo>
                  <a:lnTo>
                    <a:pt x="938" y="1093"/>
                  </a:lnTo>
                  <a:lnTo>
                    <a:pt x="656" y="1062"/>
                  </a:lnTo>
                  <a:lnTo>
                    <a:pt x="469" y="968"/>
                  </a:lnTo>
                  <a:lnTo>
                    <a:pt x="313" y="812"/>
                  </a:lnTo>
                  <a:lnTo>
                    <a:pt x="219" y="656"/>
                  </a:lnTo>
                  <a:lnTo>
                    <a:pt x="157" y="468"/>
                  </a:lnTo>
                  <a:lnTo>
                    <a:pt x="126" y="250"/>
                  </a:lnTo>
                  <a:lnTo>
                    <a:pt x="126" y="31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9" name="Google Shape;3589;p61"/>
            <p:cNvSpPr/>
            <p:nvPr/>
          </p:nvSpPr>
          <p:spPr>
            <a:xfrm>
              <a:off x="2795025" y="1883900"/>
              <a:ext cx="57025" cy="45300"/>
            </a:xfrm>
            <a:custGeom>
              <a:avLst/>
              <a:gdLst/>
              <a:ahLst/>
              <a:cxnLst/>
              <a:rect l="l" t="t" r="r" b="b"/>
              <a:pathLst>
                <a:path w="2281" h="1812" extrusionOk="0">
                  <a:moveTo>
                    <a:pt x="1437" y="0"/>
                  </a:moveTo>
                  <a:lnTo>
                    <a:pt x="1187" y="63"/>
                  </a:lnTo>
                  <a:lnTo>
                    <a:pt x="875" y="157"/>
                  </a:lnTo>
                  <a:lnTo>
                    <a:pt x="656" y="250"/>
                  </a:lnTo>
                  <a:lnTo>
                    <a:pt x="438" y="375"/>
                  </a:lnTo>
                  <a:lnTo>
                    <a:pt x="282" y="531"/>
                  </a:lnTo>
                  <a:lnTo>
                    <a:pt x="157" y="688"/>
                  </a:lnTo>
                  <a:lnTo>
                    <a:pt x="63" y="844"/>
                  </a:lnTo>
                  <a:lnTo>
                    <a:pt x="32" y="1000"/>
                  </a:lnTo>
                  <a:lnTo>
                    <a:pt x="1" y="1156"/>
                  </a:lnTo>
                  <a:lnTo>
                    <a:pt x="32" y="1312"/>
                  </a:lnTo>
                  <a:lnTo>
                    <a:pt x="94" y="1468"/>
                  </a:lnTo>
                  <a:lnTo>
                    <a:pt x="157" y="1593"/>
                  </a:lnTo>
                  <a:lnTo>
                    <a:pt x="282" y="1687"/>
                  </a:lnTo>
                  <a:lnTo>
                    <a:pt x="438" y="1749"/>
                  </a:lnTo>
                  <a:lnTo>
                    <a:pt x="625" y="1781"/>
                  </a:lnTo>
                  <a:lnTo>
                    <a:pt x="813" y="1812"/>
                  </a:lnTo>
                  <a:lnTo>
                    <a:pt x="1062" y="1749"/>
                  </a:lnTo>
                  <a:lnTo>
                    <a:pt x="1312" y="1656"/>
                  </a:lnTo>
                  <a:lnTo>
                    <a:pt x="1625" y="1531"/>
                  </a:lnTo>
                  <a:lnTo>
                    <a:pt x="1843" y="1375"/>
                  </a:lnTo>
                  <a:lnTo>
                    <a:pt x="2031" y="1187"/>
                  </a:lnTo>
                  <a:lnTo>
                    <a:pt x="2155" y="1000"/>
                  </a:lnTo>
                  <a:lnTo>
                    <a:pt x="2249" y="812"/>
                  </a:lnTo>
                  <a:lnTo>
                    <a:pt x="2280" y="656"/>
                  </a:lnTo>
                  <a:lnTo>
                    <a:pt x="2280" y="500"/>
                  </a:lnTo>
                  <a:lnTo>
                    <a:pt x="2249" y="375"/>
                  </a:lnTo>
                  <a:lnTo>
                    <a:pt x="2187" y="250"/>
                  </a:lnTo>
                  <a:lnTo>
                    <a:pt x="2093" y="157"/>
                  </a:lnTo>
                  <a:lnTo>
                    <a:pt x="1968" y="94"/>
                  </a:lnTo>
                  <a:lnTo>
                    <a:pt x="1812" y="32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0" name="Google Shape;3590;p61"/>
            <p:cNvSpPr/>
            <p:nvPr/>
          </p:nvSpPr>
          <p:spPr>
            <a:xfrm>
              <a:off x="2794250" y="1878425"/>
              <a:ext cx="74200" cy="43750"/>
            </a:xfrm>
            <a:custGeom>
              <a:avLst/>
              <a:gdLst/>
              <a:ahLst/>
              <a:cxnLst/>
              <a:rect l="l" t="t" r="r" b="b"/>
              <a:pathLst>
                <a:path w="2968" h="1750" extrusionOk="0">
                  <a:moveTo>
                    <a:pt x="1843" y="1"/>
                  </a:moveTo>
                  <a:lnTo>
                    <a:pt x="1562" y="32"/>
                  </a:lnTo>
                  <a:lnTo>
                    <a:pt x="1281" y="63"/>
                  </a:lnTo>
                  <a:lnTo>
                    <a:pt x="1000" y="157"/>
                  </a:lnTo>
                  <a:lnTo>
                    <a:pt x="750" y="282"/>
                  </a:lnTo>
                  <a:lnTo>
                    <a:pt x="563" y="407"/>
                  </a:lnTo>
                  <a:lnTo>
                    <a:pt x="406" y="532"/>
                  </a:lnTo>
                  <a:lnTo>
                    <a:pt x="281" y="719"/>
                  </a:lnTo>
                  <a:lnTo>
                    <a:pt x="157" y="907"/>
                  </a:lnTo>
                  <a:lnTo>
                    <a:pt x="94" y="1094"/>
                  </a:lnTo>
                  <a:lnTo>
                    <a:pt x="32" y="1313"/>
                  </a:lnTo>
                  <a:lnTo>
                    <a:pt x="0" y="1531"/>
                  </a:lnTo>
                  <a:lnTo>
                    <a:pt x="32" y="1750"/>
                  </a:lnTo>
                  <a:lnTo>
                    <a:pt x="63" y="1750"/>
                  </a:lnTo>
                  <a:lnTo>
                    <a:pt x="157" y="1718"/>
                  </a:lnTo>
                  <a:lnTo>
                    <a:pt x="500" y="1562"/>
                  </a:lnTo>
                  <a:lnTo>
                    <a:pt x="1499" y="1094"/>
                  </a:lnTo>
                  <a:lnTo>
                    <a:pt x="2530" y="563"/>
                  </a:lnTo>
                  <a:lnTo>
                    <a:pt x="2842" y="376"/>
                  </a:lnTo>
                  <a:lnTo>
                    <a:pt x="2967" y="282"/>
                  </a:lnTo>
                  <a:lnTo>
                    <a:pt x="2717" y="157"/>
                  </a:lnTo>
                  <a:lnTo>
                    <a:pt x="2436" y="95"/>
                  </a:lnTo>
                  <a:lnTo>
                    <a:pt x="2155" y="32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1" name="Google Shape;3591;p61"/>
            <p:cNvSpPr/>
            <p:nvPr/>
          </p:nvSpPr>
          <p:spPr>
            <a:xfrm>
              <a:off x="2268800" y="1381875"/>
              <a:ext cx="637900" cy="569975"/>
            </a:xfrm>
            <a:custGeom>
              <a:avLst/>
              <a:gdLst/>
              <a:ahLst/>
              <a:cxnLst/>
              <a:rect l="l" t="t" r="r" b="b"/>
              <a:pathLst>
                <a:path w="25516" h="22799" extrusionOk="0">
                  <a:moveTo>
                    <a:pt x="22611" y="1"/>
                  </a:moveTo>
                  <a:lnTo>
                    <a:pt x="22361" y="63"/>
                  </a:lnTo>
                  <a:lnTo>
                    <a:pt x="22143" y="126"/>
                  </a:lnTo>
                  <a:lnTo>
                    <a:pt x="21924" y="220"/>
                  </a:lnTo>
                  <a:lnTo>
                    <a:pt x="21674" y="345"/>
                  </a:lnTo>
                  <a:lnTo>
                    <a:pt x="21456" y="469"/>
                  </a:lnTo>
                  <a:lnTo>
                    <a:pt x="21237" y="626"/>
                  </a:lnTo>
                  <a:lnTo>
                    <a:pt x="21050" y="813"/>
                  </a:lnTo>
                  <a:lnTo>
                    <a:pt x="20831" y="1032"/>
                  </a:lnTo>
                  <a:lnTo>
                    <a:pt x="20644" y="1281"/>
                  </a:lnTo>
                  <a:lnTo>
                    <a:pt x="20488" y="1531"/>
                  </a:lnTo>
                  <a:lnTo>
                    <a:pt x="20675" y="1750"/>
                  </a:lnTo>
                  <a:lnTo>
                    <a:pt x="20831" y="2000"/>
                  </a:lnTo>
                  <a:lnTo>
                    <a:pt x="20956" y="2250"/>
                  </a:lnTo>
                  <a:lnTo>
                    <a:pt x="21081" y="2531"/>
                  </a:lnTo>
                  <a:lnTo>
                    <a:pt x="21175" y="2812"/>
                  </a:lnTo>
                  <a:lnTo>
                    <a:pt x="21237" y="3093"/>
                  </a:lnTo>
                  <a:lnTo>
                    <a:pt x="21268" y="3374"/>
                  </a:lnTo>
                  <a:lnTo>
                    <a:pt x="21299" y="3686"/>
                  </a:lnTo>
                  <a:lnTo>
                    <a:pt x="21299" y="4061"/>
                  </a:lnTo>
                  <a:lnTo>
                    <a:pt x="21237" y="4373"/>
                  </a:lnTo>
                  <a:lnTo>
                    <a:pt x="21175" y="4654"/>
                  </a:lnTo>
                  <a:lnTo>
                    <a:pt x="21050" y="4873"/>
                  </a:lnTo>
                  <a:lnTo>
                    <a:pt x="20925" y="5060"/>
                  </a:lnTo>
                  <a:lnTo>
                    <a:pt x="20769" y="5185"/>
                  </a:lnTo>
                  <a:lnTo>
                    <a:pt x="20612" y="5248"/>
                  </a:lnTo>
                  <a:lnTo>
                    <a:pt x="20456" y="5279"/>
                  </a:lnTo>
                  <a:lnTo>
                    <a:pt x="20300" y="5248"/>
                  </a:lnTo>
                  <a:lnTo>
                    <a:pt x="20144" y="5154"/>
                  </a:lnTo>
                  <a:lnTo>
                    <a:pt x="20019" y="5029"/>
                  </a:lnTo>
                  <a:lnTo>
                    <a:pt x="19894" y="4842"/>
                  </a:lnTo>
                  <a:lnTo>
                    <a:pt x="19800" y="4592"/>
                  </a:lnTo>
                  <a:lnTo>
                    <a:pt x="19769" y="4279"/>
                  </a:lnTo>
                  <a:lnTo>
                    <a:pt x="19738" y="3936"/>
                  </a:lnTo>
                  <a:lnTo>
                    <a:pt x="19769" y="3530"/>
                  </a:lnTo>
                  <a:lnTo>
                    <a:pt x="19863" y="2999"/>
                  </a:lnTo>
                  <a:lnTo>
                    <a:pt x="20019" y="2499"/>
                  </a:lnTo>
                  <a:lnTo>
                    <a:pt x="20206" y="2000"/>
                  </a:lnTo>
                  <a:lnTo>
                    <a:pt x="20488" y="1531"/>
                  </a:lnTo>
                  <a:lnTo>
                    <a:pt x="20425" y="1469"/>
                  </a:lnTo>
                  <a:lnTo>
                    <a:pt x="20269" y="1313"/>
                  </a:lnTo>
                  <a:lnTo>
                    <a:pt x="20113" y="1188"/>
                  </a:lnTo>
                  <a:lnTo>
                    <a:pt x="19957" y="1094"/>
                  </a:lnTo>
                  <a:lnTo>
                    <a:pt x="19769" y="1000"/>
                  </a:lnTo>
                  <a:lnTo>
                    <a:pt x="19394" y="875"/>
                  </a:lnTo>
                  <a:lnTo>
                    <a:pt x="19020" y="844"/>
                  </a:lnTo>
                  <a:lnTo>
                    <a:pt x="18645" y="844"/>
                  </a:lnTo>
                  <a:lnTo>
                    <a:pt x="18270" y="938"/>
                  </a:lnTo>
                  <a:lnTo>
                    <a:pt x="18114" y="1032"/>
                  </a:lnTo>
                  <a:lnTo>
                    <a:pt x="17927" y="1125"/>
                  </a:lnTo>
                  <a:lnTo>
                    <a:pt x="17771" y="1250"/>
                  </a:lnTo>
                  <a:lnTo>
                    <a:pt x="17614" y="1375"/>
                  </a:lnTo>
                  <a:lnTo>
                    <a:pt x="17302" y="1656"/>
                  </a:lnTo>
                  <a:lnTo>
                    <a:pt x="17021" y="1937"/>
                  </a:lnTo>
                  <a:lnTo>
                    <a:pt x="16771" y="2281"/>
                  </a:lnTo>
                  <a:lnTo>
                    <a:pt x="16521" y="2593"/>
                  </a:lnTo>
                  <a:lnTo>
                    <a:pt x="16303" y="2937"/>
                  </a:lnTo>
                  <a:lnTo>
                    <a:pt x="16115" y="3280"/>
                  </a:lnTo>
                  <a:lnTo>
                    <a:pt x="15928" y="3655"/>
                  </a:lnTo>
                  <a:lnTo>
                    <a:pt x="15772" y="4030"/>
                  </a:lnTo>
                  <a:lnTo>
                    <a:pt x="15428" y="3967"/>
                  </a:lnTo>
                  <a:lnTo>
                    <a:pt x="14554" y="3749"/>
                  </a:lnTo>
                  <a:lnTo>
                    <a:pt x="13242" y="3499"/>
                  </a:lnTo>
                  <a:lnTo>
                    <a:pt x="12493" y="3374"/>
                  </a:lnTo>
                  <a:lnTo>
                    <a:pt x="11681" y="3280"/>
                  </a:lnTo>
                  <a:lnTo>
                    <a:pt x="10869" y="3186"/>
                  </a:lnTo>
                  <a:lnTo>
                    <a:pt x="10026" y="3093"/>
                  </a:lnTo>
                  <a:lnTo>
                    <a:pt x="8433" y="3093"/>
                  </a:lnTo>
                  <a:lnTo>
                    <a:pt x="7683" y="3186"/>
                  </a:lnTo>
                  <a:lnTo>
                    <a:pt x="7340" y="3218"/>
                  </a:lnTo>
                  <a:lnTo>
                    <a:pt x="7028" y="3311"/>
                  </a:lnTo>
                  <a:lnTo>
                    <a:pt x="6747" y="3405"/>
                  </a:lnTo>
                  <a:lnTo>
                    <a:pt x="6465" y="3530"/>
                  </a:lnTo>
                  <a:lnTo>
                    <a:pt x="6216" y="3655"/>
                  </a:lnTo>
                  <a:lnTo>
                    <a:pt x="5997" y="3811"/>
                  </a:lnTo>
                  <a:lnTo>
                    <a:pt x="5653" y="4092"/>
                  </a:lnTo>
                  <a:lnTo>
                    <a:pt x="5341" y="4404"/>
                  </a:lnTo>
                  <a:lnTo>
                    <a:pt x="5091" y="4685"/>
                  </a:lnTo>
                  <a:lnTo>
                    <a:pt x="4873" y="4966"/>
                  </a:lnTo>
                  <a:lnTo>
                    <a:pt x="4654" y="5248"/>
                  </a:lnTo>
                  <a:lnTo>
                    <a:pt x="4498" y="5529"/>
                  </a:lnTo>
                  <a:lnTo>
                    <a:pt x="4248" y="6028"/>
                  </a:lnTo>
                  <a:lnTo>
                    <a:pt x="4061" y="6434"/>
                  </a:lnTo>
                  <a:lnTo>
                    <a:pt x="3967" y="6778"/>
                  </a:lnTo>
                  <a:lnTo>
                    <a:pt x="3936" y="7059"/>
                  </a:lnTo>
                  <a:lnTo>
                    <a:pt x="3499" y="7184"/>
                  </a:lnTo>
                  <a:lnTo>
                    <a:pt x="3030" y="7371"/>
                  </a:lnTo>
                  <a:lnTo>
                    <a:pt x="2468" y="7652"/>
                  </a:lnTo>
                  <a:lnTo>
                    <a:pt x="2156" y="7808"/>
                  </a:lnTo>
                  <a:lnTo>
                    <a:pt x="1843" y="8027"/>
                  </a:lnTo>
                  <a:lnTo>
                    <a:pt x="1562" y="8246"/>
                  </a:lnTo>
                  <a:lnTo>
                    <a:pt x="1250" y="8527"/>
                  </a:lnTo>
                  <a:lnTo>
                    <a:pt x="969" y="8808"/>
                  </a:lnTo>
                  <a:lnTo>
                    <a:pt x="719" y="9120"/>
                  </a:lnTo>
                  <a:lnTo>
                    <a:pt x="469" y="9495"/>
                  </a:lnTo>
                  <a:lnTo>
                    <a:pt x="282" y="9869"/>
                  </a:lnTo>
                  <a:lnTo>
                    <a:pt x="220" y="10088"/>
                  </a:lnTo>
                  <a:lnTo>
                    <a:pt x="126" y="10369"/>
                  </a:lnTo>
                  <a:lnTo>
                    <a:pt x="95" y="10713"/>
                  </a:lnTo>
                  <a:lnTo>
                    <a:pt x="32" y="11056"/>
                  </a:lnTo>
                  <a:lnTo>
                    <a:pt x="1" y="11868"/>
                  </a:lnTo>
                  <a:lnTo>
                    <a:pt x="1" y="12836"/>
                  </a:lnTo>
                  <a:lnTo>
                    <a:pt x="63" y="13867"/>
                  </a:lnTo>
                  <a:lnTo>
                    <a:pt x="188" y="14960"/>
                  </a:lnTo>
                  <a:lnTo>
                    <a:pt x="344" y="16084"/>
                  </a:lnTo>
                  <a:lnTo>
                    <a:pt x="563" y="17177"/>
                  </a:lnTo>
                  <a:lnTo>
                    <a:pt x="813" y="18301"/>
                  </a:lnTo>
                  <a:lnTo>
                    <a:pt x="1125" y="19332"/>
                  </a:lnTo>
                  <a:lnTo>
                    <a:pt x="1281" y="19832"/>
                  </a:lnTo>
                  <a:lnTo>
                    <a:pt x="1469" y="20300"/>
                  </a:lnTo>
                  <a:lnTo>
                    <a:pt x="1656" y="20737"/>
                  </a:lnTo>
                  <a:lnTo>
                    <a:pt x="1875" y="21143"/>
                  </a:lnTo>
                  <a:lnTo>
                    <a:pt x="2093" y="21518"/>
                  </a:lnTo>
                  <a:lnTo>
                    <a:pt x="2312" y="21830"/>
                  </a:lnTo>
                  <a:lnTo>
                    <a:pt x="2562" y="22111"/>
                  </a:lnTo>
                  <a:lnTo>
                    <a:pt x="2812" y="22361"/>
                  </a:lnTo>
                  <a:lnTo>
                    <a:pt x="3093" y="22549"/>
                  </a:lnTo>
                  <a:lnTo>
                    <a:pt x="3343" y="22705"/>
                  </a:lnTo>
                  <a:lnTo>
                    <a:pt x="3624" y="22798"/>
                  </a:lnTo>
                  <a:lnTo>
                    <a:pt x="3936" y="22798"/>
                  </a:lnTo>
                  <a:lnTo>
                    <a:pt x="4123" y="22767"/>
                  </a:lnTo>
                  <a:lnTo>
                    <a:pt x="4311" y="22705"/>
                  </a:lnTo>
                  <a:lnTo>
                    <a:pt x="4498" y="22611"/>
                  </a:lnTo>
                  <a:lnTo>
                    <a:pt x="4654" y="22455"/>
                  </a:lnTo>
                  <a:lnTo>
                    <a:pt x="4810" y="22268"/>
                  </a:lnTo>
                  <a:lnTo>
                    <a:pt x="4966" y="22049"/>
                  </a:lnTo>
                  <a:lnTo>
                    <a:pt x="5123" y="21799"/>
                  </a:lnTo>
                  <a:lnTo>
                    <a:pt x="5248" y="21518"/>
                  </a:lnTo>
                  <a:lnTo>
                    <a:pt x="5497" y="20925"/>
                  </a:lnTo>
                  <a:lnTo>
                    <a:pt x="5716" y="20238"/>
                  </a:lnTo>
                  <a:lnTo>
                    <a:pt x="5935" y="19519"/>
                  </a:lnTo>
                  <a:lnTo>
                    <a:pt x="6091" y="18770"/>
                  </a:lnTo>
                  <a:lnTo>
                    <a:pt x="6247" y="18020"/>
                  </a:lnTo>
                  <a:lnTo>
                    <a:pt x="6372" y="17271"/>
                  </a:lnTo>
                  <a:lnTo>
                    <a:pt x="6559" y="15990"/>
                  </a:lnTo>
                  <a:lnTo>
                    <a:pt x="6653" y="15085"/>
                  </a:lnTo>
                  <a:lnTo>
                    <a:pt x="6684" y="14741"/>
                  </a:lnTo>
                  <a:lnTo>
                    <a:pt x="7121" y="14741"/>
                  </a:lnTo>
                  <a:lnTo>
                    <a:pt x="7527" y="14710"/>
                  </a:lnTo>
                  <a:lnTo>
                    <a:pt x="7933" y="14648"/>
                  </a:lnTo>
                  <a:lnTo>
                    <a:pt x="8339" y="14554"/>
                  </a:lnTo>
                  <a:lnTo>
                    <a:pt x="8714" y="14429"/>
                  </a:lnTo>
                  <a:lnTo>
                    <a:pt x="9089" y="14273"/>
                  </a:lnTo>
                  <a:lnTo>
                    <a:pt x="9463" y="14085"/>
                  </a:lnTo>
                  <a:lnTo>
                    <a:pt x="9807" y="13867"/>
                  </a:lnTo>
                  <a:lnTo>
                    <a:pt x="10119" y="13617"/>
                  </a:lnTo>
                  <a:lnTo>
                    <a:pt x="10432" y="13367"/>
                  </a:lnTo>
                  <a:lnTo>
                    <a:pt x="10713" y="13086"/>
                  </a:lnTo>
                  <a:lnTo>
                    <a:pt x="10994" y="12774"/>
                  </a:lnTo>
                  <a:lnTo>
                    <a:pt x="11212" y="12430"/>
                  </a:lnTo>
                  <a:lnTo>
                    <a:pt x="11431" y="12087"/>
                  </a:lnTo>
                  <a:lnTo>
                    <a:pt x="11618" y="11712"/>
                  </a:lnTo>
                  <a:lnTo>
                    <a:pt x="11774" y="11306"/>
                  </a:lnTo>
                  <a:lnTo>
                    <a:pt x="12056" y="11493"/>
                  </a:lnTo>
                  <a:lnTo>
                    <a:pt x="12868" y="11993"/>
                  </a:lnTo>
                  <a:lnTo>
                    <a:pt x="13461" y="12274"/>
                  </a:lnTo>
                  <a:lnTo>
                    <a:pt x="14117" y="12586"/>
                  </a:lnTo>
                  <a:lnTo>
                    <a:pt x="14866" y="12930"/>
                  </a:lnTo>
                  <a:lnTo>
                    <a:pt x="15678" y="13211"/>
                  </a:lnTo>
                  <a:lnTo>
                    <a:pt x="16521" y="13461"/>
                  </a:lnTo>
                  <a:lnTo>
                    <a:pt x="16959" y="13586"/>
                  </a:lnTo>
                  <a:lnTo>
                    <a:pt x="17427" y="13679"/>
                  </a:lnTo>
                  <a:lnTo>
                    <a:pt x="17895" y="13742"/>
                  </a:lnTo>
                  <a:lnTo>
                    <a:pt x="18364" y="13773"/>
                  </a:lnTo>
                  <a:lnTo>
                    <a:pt x="18832" y="13804"/>
                  </a:lnTo>
                  <a:lnTo>
                    <a:pt x="19301" y="13804"/>
                  </a:lnTo>
                  <a:lnTo>
                    <a:pt x="19800" y="13773"/>
                  </a:lnTo>
                  <a:lnTo>
                    <a:pt x="20269" y="13711"/>
                  </a:lnTo>
                  <a:lnTo>
                    <a:pt x="20737" y="13617"/>
                  </a:lnTo>
                  <a:lnTo>
                    <a:pt x="21206" y="13492"/>
                  </a:lnTo>
                  <a:lnTo>
                    <a:pt x="21674" y="13336"/>
                  </a:lnTo>
                  <a:lnTo>
                    <a:pt x="22111" y="13117"/>
                  </a:lnTo>
                  <a:lnTo>
                    <a:pt x="22580" y="12867"/>
                  </a:lnTo>
                  <a:lnTo>
                    <a:pt x="23017" y="12586"/>
                  </a:lnTo>
                  <a:lnTo>
                    <a:pt x="23361" y="12305"/>
                  </a:lnTo>
                  <a:lnTo>
                    <a:pt x="23673" y="11993"/>
                  </a:lnTo>
                  <a:lnTo>
                    <a:pt x="23954" y="11650"/>
                  </a:lnTo>
                  <a:lnTo>
                    <a:pt x="24204" y="11275"/>
                  </a:lnTo>
                  <a:lnTo>
                    <a:pt x="24454" y="10900"/>
                  </a:lnTo>
                  <a:lnTo>
                    <a:pt x="24672" y="10494"/>
                  </a:lnTo>
                  <a:lnTo>
                    <a:pt x="24828" y="10088"/>
                  </a:lnTo>
                  <a:lnTo>
                    <a:pt x="25016" y="9651"/>
                  </a:lnTo>
                  <a:lnTo>
                    <a:pt x="25141" y="9182"/>
                  </a:lnTo>
                  <a:lnTo>
                    <a:pt x="25266" y="8745"/>
                  </a:lnTo>
                  <a:lnTo>
                    <a:pt x="25359" y="8277"/>
                  </a:lnTo>
                  <a:lnTo>
                    <a:pt x="25422" y="7777"/>
                  </a:lnTo>
                  <a:lnTo>
                    <a:pt x="25484" y="7309"/>
                  </a:lnTo>
                  <a:lnTo>
                    <a:pt x="25515" y="6840"/>
                  </a:lnTo>
                  <a:lnTo>
                    <a:pt x="25515" y="5872"/>
                  </a:lnTo>
                  <a:lnTo>
                    <a:pt x="25484" y="4935"/>
                  </a:lnTo>
                  <a:lnTo>
                    <a:pt x="25359" y="3998"/>
                  </a:lnTo>
                  <a:lnTo>
                    <a:pt x="25203" y="3155"/>
                  </a:lnTo>
                  <a:lnTo>
                    <a:pt x="24985" y="2374"/>
                  </a:lnTo>
                  <a:lnTo>
                    <a:pt x="24766" y="1687"/>
                  </a:lnTo>
                  <a:lnTo>
                    <a:pt x="24610" y="1375"/>
                  </a:lnTo>
                  <a:lnTo>
                    <a:pt x="24485" y="1094"/>
                  </a:lnTo>
                  <a:lnTo>
                    <a:pt x="24329" y="844"/>
                  </a:lnTo>
                  <a:lnTo>
                    <a:pt x="24173" y="626"/>
                  </a:lnTo>
                  <a:lnTo>
                    <a:pt x="24016" y="438"/>
                  </a:lnTo>
                  <a:lnTo>
                    <a:pt x="23860" y="313"/>
                  </a:lnTo>
                  <a:lnTo>
                    <a:pt x="23673" y="188"/>
                  </a:lnTo>
                  <a:lnTo>
                    <a:pt x="23454" y="95"/>
                  </a:lnTo>
                  <a:lnTo>
                    <a:pt x="23267" y="32"/>
                  </a:lnTo>
                  <a:lnTo>
                    <a:pt x="230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2" name="Google Shape;3592;p61"/>
            <p:cNvSpPr/>
            <p:nvPr/>
          </p:nvSpPr>
          <p:spPr>
            <a:xfrm>
              <a:off x="2272725" y="1882350"/>
              <a:ext cx="167100" cy="218625"/>
            </a:xfrm>
            <a:custGeom>
              <a:avLst/>
              <a:gdLst/>
              <a:ahLst/>
              <a:cxnLst/>
              <a:rect l="l" t="t" r="r" b="b"/>
              <a:pathLst>
                <a:path w="6684" h="8745" extrusionOk="0">
                  <a:moveTo>
                    <a:pt x="1343" y="0"/>
                  </a:moveTo>
                  <a:lnTo>
                    <a:pt x="1156" y="31"/>
                  </a:lnTo>
                  <a:lnTo>
                    <a:pt x="937" y="94"/>
                  </a:lnTo>
                  <a:lnTo>
                    <a:pt x="750" y="156"/>
                  </a:lnTo>
                  <a:lnTo>
                    <a:pt x="593" y="281"/>
                  </a:lnTo>
                  <a:lnTo>
                    <a:pt x="437" y="437"/>
                  </a:lnTo>
                  <a:lnTo>
                    <a:pt x="312" y="625"/>
                  </a:lnTo>
                  <a:lnTo>
                    <a:pt x="219" y="812"/>
                  </a:lnTo>
                  <a:lnTo>
                    <a:pt x="125" y="1031"/>
                  </a:lnTo>
                  <a:lnTo>
                    <a:pt x="63" y="1280"/>
                  </a:lnTo>
                  <a:lnTo>
                    <a:pt x="31" y="1530"/>
                  </a:lnTo>
                  <a:lnTo>
                    <a:pt x="0" y="1811"/>
                  </a:lnTo>
                  <a:lnTo>
                    <a:pt x="31" y="2436"/>
                  </a:lnTo>
                  <a:lnTo>
                    <a:pt x="125" y="3092"/>
                  </a:lnTo>
                  <a:lnTo>
                    <a:pt x="281" y="3748"/>
                  </a:lnTo>
                  <a:lnTo>
                    <a:pt x="500" y="4435"/>
                  </a:lnTo>
                  <a:lnTo>
                    <a:pt x="750" y="5153"/>
                  </a:lnTo>
                  <a:lnTo>
                    <a:pt x="1062" y="5809"/>
                  </a:lnTo>
                  <a:lnTo>
                    <a:pt x="1405" y="6433"/>
                  </a:lnTo>
                  <a:lnTo>
                    <a:pt x="1780" y="7027"/>
                  </a:lnTo>
                  <a:lnTo>
                    <a:pt x="2186" y="7558"/>
                  </a:lnTo>
                  <a:lnTo>
                    <a:pt x="2405" y="7776"/>
                  </a:lnTo>
                  <a:lnTo>
                    <a:pt x="2623" y="7995"/>
                  </a:lnTo>
                  <a:lnTo>
                    <a:pt x="2842" y="8151"/>
                  </a:lnTo>
                  <a:lnTo>
                    <a:pt x="3061" y="8307"/>
                  </a:lnTo>
                  <a:lnTo>
                    <a:pt x="3279" y="8432"/>
                  </a:lnTo>
                  <a:lnTo>
                    <a:pt x="3498" y="8526"/>
                  </a:lnTo>
                  <a:lnTo>
                    <a:pt x="3716" y="8619"/>
                  </a:lnTo>
                  <a:lnTo>
                    <a:pt x="3935" y="8682"/>
                  </a:lnTo>
                  <a:lnTo>
                    <a:pt x="4185" y="8744"/>
                  </a:lnTo>
                  <a:lnTo>
                    <a:pt x="4653" y="8744"/>
                  </a:lnTo>
                  <a:lnTo>
                    <a:pt x="4872" y="8713"/>
                  </a:lnTo>
                  <a:lnTo>
                    <a:pt x="5091" y="8651"/>
                  </a:lnTo>
                  <a:lnTo>
                    <a:pt x="5309" y="8588"/>
                  </a:lnTo>
                  <a:lnTo>
                    <a:pt x="5528" y="8494"/>
                  </a:lnTo>
                  <a:lnTo>
                    <a:pt x="5746" y="8369"/>
                  </a:lnTo>
                  <a:lnTo>
                    <a:pt x="5934" y="8245"/>
                  </a:lnTo>
                  <a:lnTo>
                    <a:pt x="6090" y="8088"/>
                  </a:lnTo>
                  <a:lnTo>
                    <a:pt x="6277" y="7932"/>
                  </a:lnTo>
                  <a:lnTo>
                    <a:pt x="6402" y="7745"/>
                  </a:lnTo>
                  <a:lnTo>
                    <a:pt x="6527" y="7558"/>
                  </a:lnTo>
                  <a:lnTo>
                    <a:pt x="6652" y="7339"/>
                  </a:lnTo>
                  <a:lnTo>
                    <a:pt x="6683" y="7245"/>
                  </a:lnTo>
                  <a:lnTo>
                    <a:pt x="5871" y="3466"/>
                  </a:lnTo>
                  <a:lnTo>
                    <a:pt x="5746" y="3279"/>
                  </a:lnTo>
                  <a:lnTo>
                    <a:pt x="5372" y="2779"/>
                  </a:lnTo>
                  <a:lnTo>
                    <a:pt x="4778" y="2124"/>
                  </a:lnTo>
                  <a:lnTo>
                    <a:pt x="4435" y="1749"/>
                  </a:lnTo>
                  <a:lnTo>
                    <a:pt x="4060" y="1405"/>
                  </a:lnTo>
                  <a:lnTo>
                    <a:pt x="3685" y="1031"/>
                  </a:lnTo>
                  <a:lnTo>
                    <a:pt x="3248" y="718"/>
                  </a:lnTo>
                  <a:lnTo>
                    <a:pt x="2842" y="437"/>
                  </a:lnTo>
                  <a:lnTo>
                    <a:pt x="2405" y="219"/>
                  </a:lnTo>
                  <a:lnTo>
                    <a:pt x="1968" y="62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3" name="Google Shape;3593;p61"/>
            <p:cNvSpPr/>
            <p:nvPr/>
          </p:nvSpPr>
          <p:spPr>
            <a:xfrm>
              <a:off x="2308625" y="1931525"/>
              <a:ext cx="99175" cy="136650"/>
            </a:xfrm>
            <a:custGeom>
              <a:avLst/>
              <a:gdLst/>
              <a:ahLst/>
              <a:cxnLst/>
              <a:rect l="l" t="t" r="r" b="b"/>
              <a:pathLst>
                <a:path w="3967" h="5466" extrusionOk="0">
                  <a:moveTo>
                    <a:pt x="32" y="0"/>
                  </a:moveTo>
                  <a:lnTo>
                    <a:pt x="1" y="32"/>
                  </a:lnTo>
                  <a:lnTo>
                    <a:pt x="32" y="63"/>
                  </a:lnTo>
                  <a:lnTo>
                    <a:pt x="344" y="219"/>
                  </a:lnTo>
                  <a:lnTo>
                    <a:pt x="625" y="375"/>
                  </a:lnTo>
                  <a:lnTo>
                    <a:pt x="906" y="531"/>
                  </a:lnTo>
                  <a:lnTo>
                    <a:pt x="1156" y="719"/>
                  </a:lnTo>
                  <a:lnTo>
                    <a:pt x="1375" y="937"/>
                  </a:lnTo>
                  <a:lnTo>
                    <a:pt x="1593" y="1156"/>
                  </a:lnTo>
                  <a:lnTo>
                    <a:pt x="1999" y="1624"/>
                  </a:lnTo>
                  <a:lnTo>
                    <a:pt x="2374" y="2124"/>
                  </a:lnTo>
                  <a:lnTo>
                    <a:pt x="2686" y="2686"/>
                  </a:lnTo>
                  <a:lnTo>
                    <a:pt x="2967" y="3248"/>
                  </a:lnTo>
                  <a:lnTo>
                    <a:pt x="3186" y="3842"/>
                  </a:lnTo>
                  <a:lnTo>
                    <a:pt x="3186" y="3842"/>
                  </a:lnTo>
                  <a:lnTo>
                    <a:pt x="2999" y="3623"/>
                  </a:lnTo>
                  <a:lnTo>
                    <a:pt x="2811" y="3467"/>
                  </a:lnTo>
                  <a:lnTo>
                    <a:pt x="2561" y="3311"/>
                  </a:lnTo>
                  <a:lnTo>
                    <a:pt x="2343" y="3217"/>
                  </a:lnTo>
                  <a:lnTo>
                    <a:pt x="2062" y="3186"/>
                  </a:lnTo>
                  <a:lnTo>
                    <a:pt x="1812" y="3217"/>
                  </a:lnTo>
                  <a:lnTo>
                    <a:pt x="1531" y="3311"/>
                  </a:lnTo>
                  <a:lnTo>
                    <a:pt x="1219" y="3498"/>
                  </a:lnTo>
                  <a:lnTo>
                    <a:pt x="1187" y="3529"/>
                  </a:lnTo>
                  <a:lnTo>
                    <a:pt x="1219" y="3561"/>
                  </a:lnTo>
                  <a:lnTo>
                    <a:pt x="1219" y="3592"/>
                  </a:lnTo>
                  <a:lnTo>
                    <a:pt x="1250" y="3592"/>
                  </a:lnTo>
                  <a:lnTo>
                    <a:pt x="1500" y="3529"/>
                  </a:lnTo>
                  <a:lnTo>
                    <a:pt x="1937" y="3529"/>
                  </a:lnTo>
                  <a:lnTo>
                    <a:pt x="2155" y="3592"/>
                  </a:lnTo>
                  <a:lnTo>
                    <a:pt x="2374" y="3654"/>
                  </a:lnTo>
                  <a:lnTo>
                    <a:pt x="2561" y="3779"/>
                  </a:lnTo>
                  <a:lnTo>
                    <a:pt x="2749" y="3935"/>
                  </a:lnTo>
                  <a:lnTo>
                    <a:pt x="2905" y="4092"/>
                  </a:lnTo>
                  <a:lnTo>
                    <a:pt x="3124" y="4404"/>
                  </a:lnTo>
                  <a:lnTo>
                    <a:pt x="3311" y="4716"/>
                  </a:lnTo>
                  <a:lnTo>
                    <a:pt x="3498" y="5060"/>
                  </a:lnTo>
                  <a:lnTo>
                    <a:pt x="3686" y="5403"/>
                  </a:lnTo>
                  <a:lnTo>
                    <a:pt x="3717" y="5434"/>
                  </a:lnTo>
                  <a:lnTo>
                    <a:pt x="3748" y="5466"/>
                  </a:lnTo>
                  <a:lnTo>
                    <a:pt x="3873" y="5466"/>
                  </a:lnTo>
                  <a:lnTo>
                    <a:pt x="3904" y="5434"/>
                  </a:lnTo>
                  <a:lnTo>
                    <a:pt x="3967" y="5403"/>
                  </a:lnTo>
                  <a:lnTo>
                    <a:pt x="3967" y="5372"/>
                  </a:lnTo>
                  <a:lnTo>
                    <a:pt x="3967" y="5309"/>
                  </a:lnTo>
                  <a:lnTo>
                    <a:pt x="3967" y="5247"/>
                  </a:lnTo>
                  <a:lnTo>
                    <a:pt x="3936" y="4841"/>
                  </a:lnTo>
                  <a:lnTo>
                    <a:pt x="3873" y="4435"/>
                  </a:lnTo>
                  <a:lnTo>
                    <a:pt x="3811" y="3998"/>
                  </a:lnTo>
                  <a:lnTo>
                    <a:pt x="3686" y="3592"/>
                  </a:lnTo>
                  <a:lnTo>
                    <a:pt x="3498" y="3155"/>
                  </a:lnTo>
                  <a:lnTo>
                    <a:pt x="3311" y="2717"/>
                  </a:lnTo>
                  <a:lnTo>
                    <a:pt x="3092" y="2311"/>
                  </a:lnTo>
                  <a:lnTo>
                    <a:pt x="2843" y="1905"/>
                  </a:lnTo>
                  <a:lnTo>
                    <a:pt x="2593" y="1562"/>
                  </a:lnTo>
                  <a:lnTo>
                    <a:pt x="2280" y="1218"/>
                  </a:lnTo>
                  <a:lnTo>
                    <a:pt x="1968" y="906"/>
                  </a:lnTo>
                  <a:lnTo>
                    <a:pt x="1625" y="625"/>
                  </a:lnTo>
                  <a:lnTo>
                    <a:pt x="1250" y="406"/>
                  </a:lnTo>
                  <a:lnTo>
                    <a:pt x="875" y="219"/>
                  </a:lnTo>
                  <a:lnTo>
                    <a:pt x="469" y="94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4" name="Google Shape;3594;p61"/>
            <p:cNvSpPr/>
            <p:nvPr/>
          </p:nvSpPr>
          <p:spPr>
            <a:xfrm>
              <a:off x="1167975" y="2414025"/>
              <a:ext cx="1128975" cy="1915950"/>
            </a:xfrm>
            <a:custGeom>
              <a:avLst/>
              <a:gdLst/>
              <a:ahLst/>
              <a:cxnLst/>
              <a:rect l="l" t="t" r="r" b="b"/>
              <a:pathLst>
                <a:path w="45159" h="76638" extrusionOk="0">
                  <a:moveTo>
                    <a:pt x="43690" y="0"/>
                  </a:moveTo>
                  <a:lnTo>
                    <a:pt x="43472" y="31"/>
                  </a:lnTo>
                  <a:lnTo>
                    <a:pt x="43253" y="94"/>
                  </a:lnTo>
                  <a:lnTo>
                    <a:pt x="43003" y="156"/>
                  </a:lnTo>
                  <a:lnTo>
                    <a:pt x="42754" y="281"/>
                  </a:lnTo>
                  <a:lnTo>
                    <a:pt x="42504" y="437"/>
                  </a:lnTo>
                  <a:lnTo>
                    <a:pt x="42223" y="594"/>
                  </a:lnTo>
                  <a:lnTo>
                    <a:pt x="41942" y="812"/>
                  </a:lnTo>
                  <a:lnTo>
                    <a:pt x="41661" y="1062"/>
                  </a:lnTo>
                  <a:lnTo>
                    <a:pt x="41067" y="1624"/>
                  </a:lnTo>
                  <a:lnTo>
                    <a:pt x="39599" y="3217"/>
                  </a:lnTo>
                  <a:lnTo>
                    <a:pt x="38069" y="4934"/>
                  </a:lnTo>
                  <a:lnTo>
                    <a:pt x="36539" y="6777"/>
                  </a:lnTo>
                  <a:lnTo>
                    <a:pt x="34977" y="8713"/>
                  </a:lnTo>
                  <a:lnTo>
                    <a:pt x="33385" y="10774"/>
                  </a:lnTo>
                  <a:lnTo>
                    <a:pt x="31761" y="12929"/>
                  </a:lnTo>
                  <a:lnTo>
                    <a:pt x="30137" y="15146"/>
                  </a:lnTo>
                  <a:lnTo>
                    <a:pt x="28513" y="17457"/>
                  </a:lnTo>
                  <a:lnTo>
                    <a:pt x="26889" y="19800"/>
                  </a:lnTo>
                  <a:lnTo>
                    <a:pt x="25265" y="22204"/>
                  </a:lnTo>
                  <a:lnTo>
                    <a:pt x="23641" y="24640"/>
                  </a:lnTo>
                  <a:lnTo>
                    <a:pt x="22017" y="27076"/>
                  </a:lnTo>
                  <a:lnTo>
                    <a:pt x="20424" y="29543"/>
                  </a:lnTo>
                  <a:lnTo>
                    <a:pt x="18863" y="32042"/>
                  </a:lnTo>
                  <a:lnTo>
                    <a:pt x="15834" y="36945"/>
                  </a:lnTo>
                  <a:lnTo>
                    <a:pt x="12929" y="41754"/>
                  </a:lnTo>
                  <a:lnTo>
                    <a:pt x="10212" y="46313"/>
                  </a:lnTo>
                  <a:lnTo>
                    <a:pt x="7714" y="50623"/>
                  </a:lnTo>
                  <a:lnTo>
                    <a:pt x="5528" y="54527"/>
                  </a:lnTo>
                  <a:lnTo>
                    <a:pt x="3592" y="57962"/>
                  </a:lnTo>
                  <a:lnTo>
                    <a:pt x="2030" y="60835"/>
                  </a:lnTo>
                  <a:lnTo>
                    <a:pt x="875" y="63052"/>
                  </a:lnTo>
                  <a:lnTo>
                    <a:pt x="125" y="64551"/>
                  </a:lnTo>
                  <a:lnTo>
                    <a:pt x="32" y="64739"/>
                  </a:lnTo>
                  <a:lnTo>
                    <a:pt x="0" y="64957"/>
                  </a:lnTo>
                  <a:lnTo>
                    <a:pt x="0" y="65145"/>
                  </a:lnTo>
                  <a:lnTo>
                    <a:pt x="32" y="65363"/>
                  </a:lnTo>
                  <a:lnTo>
                    <a:pt x="63" y="65582"/>
                  </a:lnTo>
                  <a:lnTo>
                    <a:pt x="156" y="65832"/>
                  </a:lnTo>
                  <a:lnTo>
                    <a:pt x="250" y="66082"/>
                  </a:lnTo>
                  <a:lnTo>
                    <a:pt x="375" y="66300"/>
                  </a:lnTo>
                  <a:lnTo>
                    <a:pt x="719" y="66831"/>
                  </a:lnTo>
                  <a:lnTo>
                    <a:pt x="1156" y="67362"/>
                  </a:lnTo>
                  <a:lnTo>
                    <a:pt x="1687" y="67893"/>
                  </a:lnTo>
                  <a:lnTo>
                    <a:pt x="2280" y="68455"/>
                  </a:lnTo>
                  <a:lnTo>
                    <a:pt x="2967" y="69017"/>
                  </a:lnTo>
                  <a:lnTo>
                    <a:pt x="3685" y="69579"/>
                  </a:lnTo>
                  <a:lnTo>
                    <a:pt x="4497" y="70173"/>
                  </a:lnTo>
                  <a:lnTo>
                    <a:pt x="5309" y="70735"/>
                  </a:lnTo>
                  <a:lnTo>
                    <a:pt x="6184" y="71297"/>
                  </a:lnTo>
                  <a:lnTo>
                    <a:pt x="7089" y="71859"/>
                  </a:lnTo>
                  <a:lnTo>
                    <a:pt x="8026" y="72390"/>
                  </a:lnTo>
                  <a:lnTo>
                    <a:pt x="8963" y="72921"/>
                  </a:lnTo>
                  <a:lnTo>
                    <a:pt x="9931" y="73420"/>
                  </a:lnTo>
                  <a:lnTo>
                    <a:pt x="10899" y="73920"/>
                  </a:lnTo>
                  <a:lnTo>
                    <a:pt x="11836" y="74389"/>
                  </a:lnTo>
                  <a:lnTo>
                    <a:pt x="12773" y="74795"/>
                  </a:lnTo>
                  <a:lnTo>
                    <a:pt x="13679" y="75201"/>
                  </a:lnTo>
                  <a:lnTo>
                    <a:pt x="14553" y="75544"/>
                  </a:lnTo>
                  <a:lnTo>
                    <a:pt x="15396" y="75856"/>
                  </a:lnTo>
                  <a:lnTo>
                    <a:pt x="16177" y="76106"/>
                  </a:lnTo>
                  <a:lnTo>
                    <a:pt x="16927" y="76325"/>
                  </a:lnTo>
                  <a:lnTo>
                    <a:pt x="17614" y="76481"/>
                  </a:lnTo>
                  <a:lnTo>
                    <a:pt x="18207" y="76606"/>
                  </a:lnTo>
                  <a:lnTo>
                    <a:pt x="18738" y="76637"/>
                  </a:lnTo>
                  <a:lnTo>
                    <a:pt x="19175" y="76637"/>
                  </a:lnTo>
                  <a:lnTo>
                    <a:pt x="19363" y="76606"/>
                  </a:lnTo>
                  <a:lnTo>
                    <a:pt x="19550" y="76543"/>
                  </a:lnTo>
                  <a:lnTo>
                    <a:pt x="19675" y="76481"/>
                  </a:lnTo>
                  <a:lnTo>
                    <a:pt x="19769" y="76387"/>
                  </a:lnTo>
                  <a:lnTo>
                    <a:pt x="19862" y="76262"/>
                  </a:lnTo>
                  <a:lnTo>
                    <a:pt x="19925" y="76137"/>
                  </a:lnTo>
                  <a:lnTo>
                    <a:pt x="20331" y="74982"/>
                  </a:lnTo>
                  <a:lnTo>
                    <a:pt x="21080" y="72921"/>
                  </a:lnTo>
                  <a:lnTo>
                    <a:pt x="23485" y="66581"/>
                  </a:lnTo>
                  <a:lnTo>
                    <a:pt x="26764" y="57962"/>
                  </a:lnTo>
                  <a:lnTo>
                    <a:pt x="30574" y="47844"/>
                  </a:lnTo>
                  <a:lnTo>
                    <a:pt x="32573" y="42503"/>
                  </a:lnTo>
                  <a:lnTo>
                    <a:pt x="34571" y="37132"/>
                  </a:lnTo>
                  <a:lnTo>
                    <a:pt x="36508" y="31792"/>
                  </a:lnTo>
                  <a:lnTo>
                    <a:pt x="38381" y="26576"/>
                  </a:lnTo>
                  <a:lnTo>
                    <a:pt x="40099" y="21642"/>
                  </a:lnTo>
                  <a:lnTo>
                    <a:pt x="41629" y="17051"/>
                  </a:lnTo>
                  <a:lnTo>
                    <a:pt x="42316" y="14928"/>
                  </a:lnTo>
                  <a:lnTo>
                    <a:pt x="42972" y="12929"/>
                  </a:lnTo>
                  <a:lnTo>
                    <a:pt x="43534" y="11087"/>
                  </a:lnTo>
                  <a:lnTo>
                    <a:pt x="44003" y="9369"/>
                  </a:lnTo>
                  <a:lnTo>
                    <a:pt x="44440" y="7683"/>
                  </a:lnTo>
                  <a:lnTo>
                    <a:pt x="44783" y="6184"/>
                  </a:lnTo>
                  <a:lnTo>
                    <a:pt x="45002" y="4841"/>
                  </a:lnTo>
                  <a:lnTo>
                    <a:pt x="45065" y="4216"/>
                  </a:lnTo>
                  <a:lnTo>
                    <a:pt x="45127" y="3685"/>
                  </a:lnTo>
                  <a:lnTo>
                    <a:pt x="45158" y="3154"/>
                  </a:lnTo>
                  <a:lnTo>
                    <a:pt x="45158" y="2686"/>
                  </a:lnTo>
                  <a:lnTo>
                    <a:pt x="45127" y="2249"/>
                  </a:lnTo>
                  <a:lnTo>
                    <a:pt x="45096" y="1843"/>
                  </a:lnTo>
                  <a:lnTo>
                    <a:pt x="45033" y="1499"/>
                  </a:lnTo>
                  <a:lnTo>
                    <a:pt x="44940" y="1187"/>
                  </a:lnTo>
                  <a:lnTo>
                    <a:pt x="44846" y="906"/>
                  </a:lnTo>
                  <a:lnTo>
                    <a:pt x="44721" y="656"/>
                  </a:lnTo>
                  <a:lnTo>
                    <a:pt x="44596" y="469"/>
                  </a:lnTo>
                  <a:lnTo>
                    <a:pt x="44440" y="313"/>
                  </a:lnTo>
                  <a:lnTo>
                    <a:pt x="44284" y="188"/>
                  </a:lnTo>
                  <a:lnTo>
                    <a:pt x="44096" y="94"/>
                  </a:lnTo>
                  <a:lnTo>
                    <a:pt x="43909" y="31"/>
                  </a:lnTo>
                  <a:lnTo>
                    <a:pt x="43690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5" name="Google Shape;3595;p61"/>
            <p:cNvSpPr/>
            <p:nvPr/>
          </p:nvSpPr>
          <p:spPr>
            <a:xfrm>
              <a:off x="1167975" y="2414025"/>
              <a:ext cx="1128975" cy="1915950"/>
            </a:xfrm>
            <a:custGeom>
              <a:avLst/>
              <a:gdLst/>
              <a:ahLst/>
              <a:cxnLst/>
              <a:rect l="l" t="t" r="r" b="b"/>
              <a:pathLst>
                <a:path w="45159" h="76638" fill="none" extrusionOk="0">
                  <a:moveTo>
                    <a:pt x="41067" y="1624"/>
                  </a:moveTo>
                  <a:lnTo>
                    <a:pt x="41067" y="1624"/>
                  </a:lnTo>
                  <a:lnTo>
                    <a:pt x="39599" y="3217"/>
                  </a:lnTo>
                  <a:lnTo>
                    <a:pt x="38069" y="4934"/>
                  </a:lnTo>
                  <a:lnTo>
                    <a:pt x="36539" y="6777"/>
                  </a:lnTo>
                  <a:lnTo>
                    <a:pt x="34977" y="8713"/>
                  </a:lnTo>
                  <a:lnTo>
                    <a:pt x="33385" y="10774"/>
                  </a:lnTo>
                  <a:lnTo>
                    <a:pt x="31761" y="12929"/>
                  </a:lnTo>
                  <a:lnTo>
                    <a:pt x="30137" y="15146"/>
                  </a:lnTo>
                  <a:lnTo>
                    <a:pt x="28513" y="17457"/>
                  </a:lnTo>
                  <a:lnTo>
                    <a:pt x="26889" y="19800"/>
                  </a:lnTo>
                  <a:lnTo>
                    <a:pt x="25265" y="22204"/>
                  </a:lnTo>
                  <a:lnTo>
                    <a:pt x="23641" y="24640"/>
                  </a:lnTo>
                  <a:lnTo>
                    <a:pt x="22017" y="27076"/>
                  </a:lnTo>
                  <a:lnTo>
                    <a:pt x="20424" y="29543"/>
                  </a:lnTo>
                  <a:lnTo>
                    <a:pt x="18863" y="32042"/>
                  </a:lnTo>
                  <a:lnTo>
                    <a:pt x="15834" y="36945"/>
                  </a:lnTo>
                  <a:lnTo>
                    <a:pt x="12929" y="41754"/>
                  </a:lnTo>
                  <a:lnTo>
                    <a:pt x="10212" y="46313"/>
                  </a:lnTo>
                  <a:lnTo>
                    <a:pt x="7714" y="50623"/>
                  </a:lnTo>
                  <a:lnTo>
                    <a:pt x="5528" y="54527"/>
                  </a:lnTo>
                  <a:lnTo>
                    <a:pt x="3592" y="57962"/>
                  </a:lnTo>
                  <a:lnTo>
                    <a:pt x="2030" y="60835"/>
                  </a:lnTo>
                  <a:lnTo>
                    <a:pt x="875" y="63052"/>
                  </a:lnTo>
                  <a:lnTo>
                    <a:pt x="125" y="64551"/>
                  </a:lnTo>
                  <a:lnTo>
                    <a:pt x="125" y="64551"/>
                  </a:lnTo>
                  <a:lnTo>
                    <a:pt x="32" y="64739"/>
                  </a:lnTo>
                  <a:lnTo>
                    <a:pt x="0" y="64957"/>
                  </a:lnTo>
                  <a:lnTo>
                    <a:pt x="0" y="65145"/>
                  </a:lnTo>
                  <a:lnTo>
                    <a:pt x="32" y="65363"/>
                  </a:lnTo>
                  <a:lnTo>
                    <a:pt x="63" y="65582"/>
                  </a:lnTo>
                  <a:lnTo>
                    <a:pt x="156" y="65832"/>
                  </a:lnTo>
                  <a:lnTo>
                    <a:pt x="250" y="66082"/>
                  </a:lnTo>
                  <a:lnTo>
                    <a:pt x="375" y="66300"/>
                  </a:lnTo>
                  <a:lnTo>
                    <a:pt x="719" y="66831"/>
                  </a:lnTo>
                  <a:lnTo>
                    <a:pt x="1156" y="67362"/>
                  </a:lnTo>
                  <a:lnTo>
                    <a:pt x="1687" y="67893"/>
                  </a:lnTo>
                  <a:lnTo>
                    <a:pt x="2280" y="68455"/>
                  </a:lnTo>
                  <a:lnTo>
                    <a:pt x="2967" y="69017"/>
                  </a:lnTo>
                  <a:lnTo>
                    <a:pt x="3685" y="69579"/>
                  </a:lnTo>
                  <a:lnTo>
                    <a:pt x="4497" y="70173"/>
                  </a:lnTo>
                  <a:lnTo>
                    <a:pt x="5309" y="70735"/>
                  </a:lnTo>
                  <a:lnTo>
                    <a:pt x="6184" y="71297"/>
                  </a:lnTo>
                  <a:lnTo>
                    <a:pt x="7089" y="71859"/>
                  </a:lnTo>
                  <a:lnTo>
                    <a:pt x="8026" y="72390"/>
                  </a:lnTo>
                  <a:lnTo>
                    <a:pt x="8963" y="72921"/>
                  </a:lnTo>
                  <a:lnTo>
                    <a:pt x="9931" y="73420"/>
                  </a:lnTo>
                  <a:lnTo>
                    <a:pt x="10899" y="73920"/>
                  </a:lnTo>
                  <a:lnTo>
                    <a:pt x="11836" y="74389"/>
                  </a:lnTo>
                  <a:lnTo>
                    <a:pt x="12773" y="74795"/>
                  </a:lnTo>
                  <a:lnTo>
                    <a:pt x="13679" y="75201"/>
                  </a:lnTo>
                  <a:lnTo>
                    <a:pt x="14553" y="75544"/>
                  </a:lnTo>
                  <a:lnTo>
                    <a:pt x="15396" y="75856"/>
                  </a:lnTo>
                  <a:lnTo>
                    <a:pt x="16177" y="76106"/>
                  </a:lnTo>
                  <a:lnTo>
                    <a:pt x="16927" y="76325"/>
                  </a:lnTo>
                  <a:lnTo>
                    <a:pt x="17614" y="76481"/>
                  </a:lnTo>
                  <a:lnTo>
                    <a:pt x="18207" y="76606"/>
                  </a:lnTo>
                  <a:lnTo>
                    <a:pt x="18738" y="76637"/>
                  </a:lnTo>
                  <a:lnTo>
                    <a:pt x="19175" y="76637"/>
                  </a:lnTo>
                  <a:lnTo>
                    <a:pt x="19363" y="76606"/>
                  </a:lnTo>
                  <a:lnTo>
                    <a:pt x="19550" y="76543"/>
                  </a:lnTo>
                  <a:lnTo>
                    <a:pt x="19675" y="76481"/>
                  </a:lnTo>
                  <a:lnTo>
                    <a:pt x="19769" y="76387"/>
                  </a:lnTo>
                  <a:lnTo>
                    <a:pt x="19862" y="76262"/>
                  </a:lnTo>
                  <a:lnTo>
                    <a:pt x="19925" y="76137"/>
                  </a:lnTo>
                  <a:lnTo>
                    <a:pt x="19925" y="76137"/>
                  </a:lnTo>
                  <a:lnTo>
                    <a:pt x="20331" y="74982"/>
                  </a:lnTo>
                  <a:lnTo>
                    <a:pt x="21080" y="72921"/>
                  </a:lnTo>
                  <a:lnTo>
                    <a:pt x="23485" y="66581"/>
                  </a:lnTo>
                  <a:lnTo>
                    <a:pt x="26764" y="57962"/>
                  </a:lnTo>
                  <a:lnTo>
                    <a:pt x="30574" y="47844"/>
                  </a:lnTo>
                  <a:lnTo>
                    <a:pt x="32573" y="42503"/>
                  </a:lnTo>
                  <a:lnTo>
                    <a:pt x="34571" y="37132"/>
                  </a:lnTo>
                  <a:lnTo>
                    <a:pt x="36508" y="31792"/>
                  </a:lnTo>
                  <a:lnTo>
                    <a:pt x="38381" y="26576"/>
                  </a:lnTo>
                  <a:lnTo>
                    <a:pt x="40099" y="21642"/>
                  </a:lnTo>
                  <a:lnTo>
                    <a:pt x="41629" y="17051"/>
                  </a:lnTo>
                  <a:lnTo>
                    <a:pt x="42316" y="14928"/>
                  </a:lnTo>
                  <a:lnTo>
                    <a:pt x="42972" y="12929"/>
                  </a:lnTo>
                  <a:lnTo>
                    <a:pt x="43534" y="11087"/>
                  </a:lnTo>
                  <a:lnTo>
                    <a:pt x="44003" y="9369"/>
                  </a:lnTo>
                  <a:lnTo>
                    <a:pt x="44003" y="9369"/>
                  </a:lnTo>
                  <a:lnTo>
                    <a:pt x="44440" y="7683"/>
                  </a:lnTo>
                  <a:lnTo>
                    <a:pt x="44783" y="6184"/>
                  </a:lnTo>
                  <a:lnTo>
                    <a:pt x="45002" y="4841"/>
                  </a:lnTo>
                  <a:lnTo>
                    <a:pt x="45065" y="4216"/>
                  </a:lnTo>
                  <a:lnTo>
                    <a:pt x="45127" y="3685"/>
                  </a:lnTo>
                  <a:lnTo>
                    <a:pt x="45158" y="3154"/>
                  </a:lnTo>
                  <a:lnTo>
                    <a:pt x="45158" y="2686"/>
                  </a:lnTo>
                  <a:lnTo>
                    <a:pt x="45127" y="2249"/>
                  </a:lnTo>
                  <a:lnTo>
                    <a:pt x="45096" y="1843"/>
                  </a:lnTo>
                  <a:lnTo>
                    <a:pt x="45033" y="1499"/>
                  </a:lnTo>
                  <a:lnTo>
                    <a:pt x="44940" y="1187"/>
                  </a:lnTo>
                  <a:lnTo>
                    <a:pt x="44846" y="906"/>
                  </a:lnTo>
                  <a:lnTo>
                    <a:pt x="44721" y="656"/>
                  </a:lnTo>
                  <a:lnTo>
                    <a:pt x="44596" y="469"/>
                  </a:lnTo>
                  <a:lnTo>
                    <a:pt x="44440" y="313"/>
                  </a:lnTo>
                  <a:lnTo>
                    <a:pt x="44284" y="188"/>
                  </a:lnTo>
                  <a:lnTo>
                    <a:pt x="44096" y="94"/>
                  </a:lnTo>
                  <a:lnTo>
                    <a:pt x="43909" y="31"/>
                  </a:lnTo>
                  <a:lnTo>
                    <a:pt x="43690" y="0"/>
                  </a:lnTo>
                  <a:lnTo>
                    <a:pt x="43472" y="31"/>
                  </a:lnTo>
                  <a:lnTo>
                    <a:pt x="43253" y="94"/>
                  </a:lnTo>
                  <a:lnTo>
                    <a:pt x="43003" y="156"/>
                  </a:lnTo>
                  <a:lnTo>
                    <a:pt x="42754" y="281"/>
                  </a:lnTo>
                  <a:lnTo>
                    <a:pt x="42504" y="437"/>
                  </a:lnTo>
                  <a:lnTo>
                    <a:pt x="42223" y="594"/>
                  </a:lnTo>
                  <a:lnTo>
                    <a:pt x="41942" y="812"/>
                  </a:lnTo>
                  <a:lnTo>
                    <a:pt x="41661" y="1062"/>
                  </a:lnTo>
                  <a:lnTo>
                    <a:pt x="41067" y="16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6" name="Google Shape;3596;p61"/>
            <p:cNvSpPr/>
            <p:nvPr/>
          </p:nvSpPr>
          <p:spPr>
            <a:xfrm>
              <a:off x="541825" y="3969250"/>
              <a:ext cx="1149275" cy="605875"/>
            </a:xfrm>
            <a:custGeom>
              <a:avLst/>
              <a:gdLst/>
              <a:ahLst/>
              <a:cxnLst/>
              <a:rect l="l" t="t" r="r" b="b"/>
              <a:pathLst>
                <a:path w="45971" h="24235" extrusionOk="0">
                  <a:moveTo>
                    <a:pt x="26358" y="0"/>
                  </a:moveTo>
                  <a:lnTo>
                    <a:pt x="26046" y="562"/>
                  </a:lnTo>
                  <a:lnTo>
                    <a:pt x="25702" y="1093"/>
                  </a:lnTo>
                  <a:lnTo>
                    <a:pt x="25327" y="1624"/>
                  </a:lnTo>
                  <a:lnTo>
                    <a:pt x="24953" y="2124"/>
                  </a:lnTo>
                  <a:lnTo>
                    <a:pt x="24547" y="2592"/>
                  </a:lnTo>
                  <a:lnTo>
                    <a:pt x="24109" y="3061"/>
                  </a:lnTo>
                  <a:lnTo>
                    <a:pt x="23641" y="3498"/>
                  </a:lnTo>
                  <a:lnTo>
                    <a:pt x="23173" y="3935"/>
                  </a:lnTo>
                  <a:lnTo>
                    <a:pt x="22923" y="4091"/>
                  </a:lnTo>
                  <a:lnTo>
                    <a:pt x="22610" y="4247"/>
                  </a:lnTo>
                  <a:lnTo>
                    <a:pt x="22204" y="4435"/>
                  </a:lnTo>
                  <a:lnTo>
                    <a:pt x="21705" y="4622"/>
                  </a:lnTo>
                  <a:lnTo>
                    <a:pt x="20487" y="5059"/>
                  </a:lnTo>
                  <a:lnTo>
                    <a:pt x="19050" y="5528"/>
                  </a:lnTo>
                  <a:lnTo>
                    <a:pt x="15646" y="6590"/>
                  </a:lnTo>
                  <a:lnTo>
                    <a:pt x="13804" y="7152"/>
                  </a:lnTo>
                  <a:lnTo>
                    <a:pt x="11930" y="7745"/>
                  </a:lnTo>
                  <a:lnTo>
                    <a:pt x="10087" y="8401"/>
                  </a:lnTo>
                  <a:lnTo>
                    <a:pt x="8307" y="9025"/>
                  </a:lnTo>
                  <a:lnTo>
                    <a:pt x="7495" y="9369"/>
                  </a:lnTo>
                  <a:lnTo>
                    <a:pt x="6683" y="9712"/>
                  </a:lnTo>
                  <a:lnTo>
                    <a:pt x="5934" y="10025"/>
                  </a:lnTo>
                  <a:lnTo>
                    <a:pt x="5247" y="10368"/>
                  </a:lnTo>
                  <a:lnTo>
                    <a:pt x="4622" y="10712"/>
                  </a:lnTo>
                  <a:lnTo>
                    <a:pt x="4060" y="11055"/>
                  </a:lnTo>
                  <a:lnTo>
                    <a:pt x="3560" y="11399"/>
                  </a:lnTo>
                  <a:lnTo>
                    <a:pt x="3154" y="11742"/>
                  </a:lnTo>
                  <a:lnTo>
                    <a:pt x="2842" y="12086"/>
                  </a:lnTo>
                  <a:lnTo>
                    <a:pt x="2717" y="12273"/>
                  </a:lnTo>
                  <a:lnTo>
                    <a:pt x="2624" y="12429"/>
                  </a:lnTo>
                  <a:lnTo>
                    <a:pt x="2530" y="12617"/>
                  </a:lnTo>
                  <a:lnTo>
                    <a:pt x="2499" y="12773"/>
                  </a:lnTo>
                  <a:lnTo>
                    <a:pt x="2467" y="12960"/>
                  </a:lnTo>
                  <a:lnTo>
                    <a:pt x="2467" y="13116"/>
                  </a:lnTo>
                  <a:lnTo>
                    <a:pt x="2530" y="13335"/>
                  </a:lnTo>
                  <a:lnTo>
                    <a:pt x="2624" y="13522"/>
                  </a:lnTo>
                  <a:lnTo>
                    <a:pt x="2624" y="13522"/>
                  </a:lnTo>
                  <a:lnTo>
                    <a:pt x="2311" y="13647"/>
                  </a:lnTo>
                  <a:lnTo>
                    <a:pt x="1874" y="13897"/>
                  </a:lnTo>
                  <a:lnTo>
                    <a:pt x="1468" y="14116"/>
                  </a:lnTo>
                  <a:lnTo>
                    <a:pt x="1093" y="14366"/>
                  </a:lnTo>
                  <a:lnTo>
                    <a:pt x="781" y="14584"/>
                  </a:lnTo>
                  <a:lnTo>
                    <a:pt x="500" y="14865"/>
                  </a:lnTo>
                  <a:lnTo>
                    <a:pt x="281" y="15115"/>
                  </a:lnTo>
                  <a:lnTo>
                    <a:pt x="125" y="15396"/>
                  </a:lnTo>
                  <a:lnTo>
                    <a:pt x="32" y="15677"/>
                  </a:lnTo>
                  <a:lnTo>
                    <a:pt x="0" y="15990"/>
                  </a:lnTo>
                  <a:lnTo>
                    <a:pt x="32" y="16239"/>
                  </a:lnTo>
                  <a:lnTo>
                    <a:pt x="125" y="16458"/>
                  </a:lnTo>
                  <a:lnTo>
                    <a:pt x="219" y="16614"/>
                  </a:lnTo>
                  <a:lnTo>
                    <a:pt x="344" y="16739"/>
                  </a:lnTo>
                  <a:lnTo>
                    <a:pt x="500" y="16864"/>
                  </a:lnTo>
                  <a:lnTo>
                    <a:pt x="656" y="16958"/>
                  </a:lnTo>
                  <a:lnTo>
                    <a:pt x="843" y="17020"/>
                  </a:lnTo>
                  <a:lnTo>
                    <a:pt x="1031" y="17051"/>
                  </a:lnTo>
                  <a:lnTo>
                    <a:pt x="1374" y="17083"/>
                  </a:lnTo>
                  <a:lnTo>
                    <a:pt x="1687" y="17083"/>
                  </a:lnTo>
                  <a:lnTo>
                    <a:pt x="1999" y="17020"/>
                  </a:lnTo>
                  <a:lnTo>
                    <a:pt x="1624" y="17208"/>
                  </a:lnTo>
                  <a:lnTo>
                    <a:pt x="1249" y="17426"/>
                  </a:lnTo>
                  <a:lnTo>
                    <a:pt x="843" y="17738"/>
                  </a:lnTo>
                  <a:lnTo>
                    <a:pt x="625" y="17926"/>
                  </a:lnTo>
                  <a:lnTo>
                    <a:pt x="437" y="18113"/>
                  </a:lnTo>
                  <a:lnTo>
                    <a:pt x="281" y="18332"/>
                  </a:lnTo>
                  <a:lnTo>
                    <a:pt x="156" y="18582"/>
                  </a:lnTo>
                  <a:lnTo>
                    <a:pt x="63" y="18863"/>
                  </a:lnTo>
                  <a:lnTo>
                    <a:pt x="0" y="19144"/>
                  </a:lnTo>
                  <a:lnTo>
                    <a:pt x="32" y="19425"/>
                  </a:lnTo>
                  <a:lnTo>
                    <a:pt x="94" y="19768"/>
                  </a:lnTo>
                  <a:lnTo>
                    <a:pt x="156" y="19893"/>
                  </a:lnTo>
                  <a:lnTo>
                    <a:pt x="219" y="20018"/>
                  </a:lnTo>
                  <a:lnTo>
                    <a:pt x="375" y="20237"/>
                  </a:lnTo>
                  <a:lnTo>
                    <a:pt x="625" y="20393"/>
                  </a:lnTo>
                  <a:lnTo>
                    <a:pt x="875" y="20518"/>
                  </a:lnTo>
                  <a:lnTo>
                    <a:pt x="1156" y="20580"/>
                  </a:lnTo>
                  <a:lnTo>
                    <a:pt x="1468" y="20643"/>
                  </a:lnTo>
                  <a:lnTo>
                    <a:pt x="1780" y="20674"/>
                  </a:lnTo>
                  <a:lnTo>
                    <a:pt x="2093" y="20674"/>
                  </a:lnTo>
                  <a:lnTo>
                    <a:pt x="2686" y="20612"/>
                  </a:lnTo>
                  <a:lnTo>
                    <a:pt x="3217" y="20518"/>
                  </a:lnTo>
                  <a:lnTo>
                    <a:pt x="3717" y="20393"/>
                  </a:lnTo>
                  <a:lnTo>
                    <a:pt x="3404" y="20612"/>
                  </a:lnTo>
                  <a:lnTo>
                    <a:pt x="3092" y="20861"/>
                  </a:lnTo>
                  <a:lnTo>
                    <a:pt x="2748" y="21174"/>
                  </a:lnTo>
                  <a:lnTo>
                    <a:pt x="2436" y="21548"/>
                  </a:lnTo>
                  <a:lnTo>
                    <a:pt x="2311" y="21736"/>
                  </a:lnTo>
                  <a:lnTo>
                    <a:pt x="2186" y="21954"/>
                  </a:lnTo>
                  <a:lnTo>
                    <a:pt x="2124" y="22173"/>
                  </a:lnTo>
                  <a:lnTo>
                    <a:pt x="2093" y="22392"/>
                  </a:lnTo>
                  <a:lnTo>
                    <a:pt x="2093" y="22610"/>
                  </a:lnTo>
                  <a:lnTo>
                    <a:pt x="2155" y="22829"/>
                  </a:lnTo>
                  <a:lnTo>
                    <a:pt x="2280" y="23079"/>
                  </a:lnTo>
                  <a:lnTo>
                    <a:pt x="2436" y="23266"/>
                  </a:lnTo>
                  <a:lnTo>
                    <a:pt x="2624" y="23453"/>
                  </a:lnTo>
                  <a:lnTo>
                    <a:pt x="2842" y="23641"/>
                  </a:lnTo>
                  <a:lnTo>
                    <a:pt x="3092" y="23766"/>
                  </a:lnTo>
                  <a:lnTo>
                    <a:pt x="3373" y="23891"/>
                  </a:lnTo>
                  <a:lnTo>
                    <a:pt x="3654" y="23984"/>
                  </a:lnTo>
                  <a:lnTo>
                    <a:pt x="3998" y="24078"/>
                  </a:lnTo>
                  <a:lnTo>
                    <a:pt x="4341" y="24140"/>
                  </a:lnTo>
                  <a:lnTo>
                    <a:pt x="4716" y="24172"/>
                  </a:lnTo>
                  <a:lnTo>
                    <a:pt x="5497" y="24234"/>
                  </a:lnTo>
                  <a:lnTo>
                    <a:pt x="6340" y="24203"/>
                  </a:lnTo>
                  <a:lnTo>
                    <a:pt x="7214" y="24140"/>
                  </a:lnTo>
                  <a:lnTo>
                    <a:pt x="8151" y="24047"/>
                  </a:lnTo>
                  <a:lnTo>
                    <a:pt x="9057" y="23922"/>
                  </a:lnTo>
                  <a:lnTo>
                    <a:pt x="10868" y="23610"/>
                  </a:lnTo>
                  <a:lnTo>
                    <a:pt x="13929" y="23016"/>
                  </a:lnTo>
                  <a:lnTo>
                    <a:pt x="14616" y="22860"/>
                  </a:lnTo>
                  <a:lnTo>
                    <a:pt x="15521" y="22673"/>
                  </a:lnTo>
                  <a:lnTo>
                    <a:pt x="17770" y="22079"/>
                  </a:lnTo>
                  <a:lnTo>
                    <a:pt x="20349" y="21404"/>
                  </a:lnTo>
                  <a:lnTo>
                    <a:pt x="20349" y="21404"/>
                  </a:lnTo>
                  <a:lnTo>
                    <a:pt x="20362" y="21455"/>
                  </a:lnTo>
                  <a:lnTo>
                    <a:pt x="20456" y="21736"/>
                  </a:lnTo>
                  <a:lnTo>
                    <a:pt x="20581" y="21986"/>
                  </a:lnTo>
                  <a:lnTo>
                    <a:pt x="20737" y="22204"/>
                  </a:lnTo>
                  <a:lnTo>
                    <a:pt x="20955" y="22423"/>
                  </a:lnTo>
                  <a:lnTo>
                    <a:pt x="21236" y="22641"/>
                  </a:lnTo>
                  <a:lnTo>
                    <a:pt x="21549" y="22829"/>
                  </a:lnTo>
                  <a:lnTo>
                    <a:pt x="21923" y="22985"/>
                  </a:lnTo>
                  <a:lnTo>
                    <a:pt x="22392" y="23110"/>
                  </a:lnTo>
                  <a:lnTo>
                    <a:pt x="22892" y="23235"/>
                  </a:lnTo>
                  <a:lnTo>
                    <a:pt x="23485" y="23328"/>
                  </a:lnTo>
                  <a:lnTo>
                    <a:pt x="24141" y="23422"/>
                  </a:lnTo>
                  <a:lnTo>
                    <a:pt x="24859" y="23453"/>
                  </a:lnTo>
                  <a:lnTo>
                    <a:pt x="25671" y="23453"/>
                  </a:lnTo>
                  <a:lnTo>
                    <a:pt x="29762" y="23485"/>
                  </a:lnTo>
                  <a:lnTo>
                    <a:pt x="32104" y="23485"/>
                  </a:lnTo>
                  <a:lnTo>
                    <a:pt x="34446" y="23453"/>
                  </a:lnTo>
                  <a:lnTo>
                    <a:pt x="36632" y="23360"/>
                  </a:lnTo>
                  <a:lnTo>
                    <a:pt x="37663" y="23297"/>
                  </a:lnTo>
                  <a:lnTo>
                    <a:pt x="38569" y="23204"/>
                  </a:lnTo>
                  <a:lnTo>
                    <a:pt x="39381" y="23110"/>
                  </a:lnTo>
                  <a:lnTo>
                    <a:pt x="40099" y="22985"/>
                  </a:lnTo>
                  <a:lnTo>
                    <a:pt x="40661" y="22829"/>
                  </a:lnTo>
                  <a:lnTo>
                    <a:pt x="40880" y="22735"/>
                  </a:lnTo>
                  <a:lnTo>
                    <a:pt x="41067" y="22641"/>
                  </a:lnTo>
                  <a:lnTo>
                    <a:pt x="41223" y="22517"/>
                  </a:lnTo>
                  <a:lnTo>
                    <a:pt x="41379" y="22360"/>
                  </a:lnTo>
                  <a:lnTo>
                    <a:pt x="41567" y="22173"/>
                  </a:lnTo>
                  <a:lnTo>
                    <a:pt x="41723" y="21923"/>
                  </a:lnTo>
                  <a:lnTo>
                    <a:pt x="42066" y="21361"/>
                  </a:lnTo>
                  <a:lnTo>
                    <a:pt x="42441" y="20674"/>
                  </a:lnTo>
                  <a:lnTo>
                    <a:pt x="42816" y="19924"/>
                  </a:lnTo>
                  <a:lnTo>
                    <a:pt x="43159" y="19081"/>
                  </a:lnTo>
                  <a:lnTo>
                    <a:pt x="43534" y="18176"/>
                  </a:lnTo>
                  <a:lnTo>
                    <a:pt x="43878" y="17270"/>
                  </a:lnTo>
                  <a:lnTo>
                    <a:pt x="44534" y="15396"/>
                  </a:lnTo>
                  <a:lnTo>
                    <a:pt x="45127" y="13647"/>
                  </a:lnTo>
                  <a:lnTo>
                    <a:pt x="45595" y="12211"/>
                  </a:lnTo>
                  <a:lnTo>
                    <a:pt x="45970" y="11180"/>
                  </a:lnTo>
                  <a:lnTo>
                    <a:pt x="26358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7" name="Google Shape;3597;p61"/>
            <p:cNvSpPr/>
            <p:nvPr/>
          </p:nvSpPr>
          <p:spPr>
            <a:xfrm>
              <a:off x="541825" y="3969250"/>
              <a:ext cx="1149275" cy="605875"/>
            </a:xfrm>
            <a:custGeom>
              <a:avLst/>
              <a:gdLst/>
              <a:ahLst/>
              <a:cxnLst/>
              <a:rect l="l" t="t" r="r" b="b"/>
              <a:pathLst>
                <a:path w="45971" h="24235" fill="none" extrusionOk="0">
                  <a:moveTo>
                    <a:pt x="45970" y="11180"/>
                  </a:moveTo>
                  <a:lnTo>
                    <a:pt x="45970" y="11180"/>
                  </a:lnTo>
                  <a:lnTo>
                    <a:pt x="45595" y="12211"/>
                  </a:lnTo>
                  <a:lnTo>
                    <a:pt x="45127" y="13647"/>
                  </a:lnTo>
                  <a:lnTo>
                    <a:pt x="44534" y="15396"/>
                  </a:lnTo>
                  <a:lnTo>
                    <a:pt x="43878" y="17270"/>
                  </a:lnTo>
                  <a:lnTo>
                    <a:pt x="43534" y="18176"/>
                  </a:lnTo>
                  <a:lnTo>
                    <a:pt x="43159" y="19081"/>
                  </a:lnTo>
                  <a:lnTo>
                    <a:pt x="42816" y="19924"/>
                  </a:lnTo>
                  <a:lnTo>
                    <a:pt x="42441" y="20674"/>
                  </a:lnTo>
                  <a:lnTo>
                    <a:pt x="42066" y="21361"/>
                  </a:lnTo>
                  <a:lnTo>
                    <a:pt x="41723" y="21923"/>
                  </a:lnTo>
                  <a:lnTo>
                    <a:pt x="41567" y="22173"/>
                  </a:lnTo>
                  <a:lnTo>
                    <a:pt x="41379" y="22360"/>
                  </a:lnTo>
                  <a:lnTo>
                    <a:pt x="41223" y="22517"/>
                  </a:lnTo>
                  <a:lnTo>
                    <a:pt x="41067" y="22641"/>
                  </a:lnTo>
                  <a:lnTo>
                    <a:pt x="41067" y="22641"/>
                  </a:lnTo>
                  <a:lnTo>
                    <a:pt x="40880" y="22735"/>
                  </a:lnTo>
                  <a:lnTo>
                    <a:pt x="40661" y="22829"/>
                  </a:lnTo>
                  <a:lnTo>
                    <a:pt x="40099" y="22985"/>
                  </a:lnTo>
                  <a:lnTo>
                    <a:pt x="39381" y="23110"/>
                  </a:lnTo>
                  <a:lnTo>
                    <a:pt x="38569" y="23204"/>
                  </a:lnTo>
                  <a:lnTo>
                    <a:pt x="37663" y="23297"/>
                  </a:lnTo>
                  <a:lnTo>
                    <a:pt x="36632" y="23360"/>
                  </a:lnTo>
                  <a:lnTo>
                    <a:pt x="34446" y="23453"/>
                  </a:lnTo>
                  <a:lnTo>
                    <a:pt x="32104" y="23485"/>
                  </a:lnTo>
                  <a:lnTo>
                    <a:pt x="29762" y="23485"/>
                  </a:lnTo>
                  <a:lnTo>
                    <a:pt x="25671" y="23453"/>
                  </a:lnTo>
                  <a:lnTo>
                    <a:pt x="25671" y="23453"/>
                  </a:lnTo>
                  <a:lnTo>
                    <a:pt x="24859" y="23453"/>
                  </a:lnTo>
                  <a:lnTo>
                    <a:pt x="24141" y="23422"/>
                  </a:lnTo>
                  <a:lnTo>
                    <a:pt x="23485" y="23328"/>
                  </a:lnTo>
                  <a:lnTo>
                    <a:pt x="22892" y="23235"/>
                  </a:lnTo>
                  <a:lnTo>
                    <a:pt x="22392" y="23110"/>
                  </a:lnTo>
                  <a:lnTo>
                    <a:pt x="21923" y="22985"/>
                  </a:lnTo>
                  <a:lnTo>
                    <a:pt x="21549" y="22829"/>
                  </a:lnTo>
                  <a:lnTo>
                    <a:pt x="21236" y="22641"/>
                  </a:lnTo>
                  <a:lnTo>
                    <a:pt x="20955" y="22423"/>
                  </a:lnTo>
                  <a:lnTo>
                    <a:pt x="20737" y="22204"/>
                  </a:lnTo>
                  <a:lnTo>
                    <a:pt x="20581" y="21986"/>
                  </a:lnTo>
                  <a:lnTo>
                    <a:pt x="20456" y="21736"/>
                  </a:lnTo>
                  <a:lnTo>
                    <a:pt x="20362" y="21455"/>
                  </a:lnTo>
                  <a:lnTo>
                    <a:pt x="20299" y="21205"/>
                  </a:lnTo>
                  <a:lnTo>
                    <a:pt x="20268" y="20893"/>
                  </a:lnTo>
                  <a:lnTo>
                    <a:pt x="20268" y="20612"/>
                  </a:lnTo>
                  <a:lnTo>
                    <a:pt x="20268" y="20612"/>
                  </a:lnTo>
                  <a:lnTo>
                    <a:pt x="20299" y="20487"/>
                  </a:lnTo>
                  <a:lnTo>
                    <a:pt x="20393" y="20330"/>
                  </a:lnTo>
                  <a:lnTo>
                    <a:pt x="20549" y="20206"/>
                  </a:lnTo>
                  <a:lnTo>
                    <a:pt x="20705" y="20081"/>
                  </a:lnTo>
                  <a:lnTo>
                    <a:pt x="20924" y="19956"/>
                  </a:lnTo>
                  <a:lnTo>
                    <a:pt x="21205" y="19862"/>
                  </a:lnTo>
                  <a:lnTo>
                    <a:pt x="21830" y="19643"/>
                  </a:lnTo>
                  <a:lnTo>
                    <a:pt x="22548" y="19487"/>
                  </a:lnTo>
                  <a:lnTo>
                    <a:pt x="23360" y="19331"/>
                  </a:lnTo>
                  <a:lnTo>
                    <a:pt x="24234" y="19206"/>
                  </a:lnTo>
                  <a:lnTo>
                    <a:pt x="25140" y="19081"/>
                  </a:lnTo>
                  <a:lnTo>
                    <a:pt x="26920" y="18925"/>
                  </a:lnTo>
                  <a:lnTo>
                    <a:pt x="28450" y="18800"/>
                  </a:lnTo>
                  <a:lnTo>
                    <a:pt x="29949" y="18738"/>
                  </a:lnTo>
                  <a:lnTo>
                    <a:pt x="29949" y="18738"/>
                  </a:lnTo>
                  <a:lnTo>
                    <a:pt x="27888" y="19331"/>
                  </a:lnTo>
                  <a:lnTo>
                    <a:pt x="23141" y="20643"/>
                  </a:lnTo>
                  <a:lnTo>
                    <a:pt x="20393" y="21392"/>
                  </a:lnTo>
                  <a:lnTo>
                    <a:pt x="17770" y="22079"/>
                  </a:lnTo>
                  <a:lnTo>
                    <a:pt x="15521" y="22673"/>
                  </a:lnTo>
                  <a:lnTo>
                    <a:pt x="14616" y="22860"/>
                  </a:lnTo>
                  <a:lnTo>
                    <a:pt x="13929" y="23016"/>
                  </a:lnTo>
                  <a:lnTo>
                    <a:pt x="13929" y="23016"/>
                  </a:lnTo>
                  <a:lnTo>
                    <a:pt x="10868" y="23610"/>
                  </a:lnTo>
                  <a:lnTo>
                    <a:pt x="9057" y="23922"/>
                  </a:lnTo>
                  <a:lnTo>
                    <a:pt x="8151" y="24047"/>
                  </a:lnTo>
                  <a:lnTo>
                    <a:pt x="7214" y="24140"/>
                  </a:lnTo>
                  <a:lnTo>
                    <a:pt x="6340" y="24203"/>
                  </a:lnTo>
                  <a:lnTo>
                    <a:pt x="5497" y="24234"/>
                  </a:lnTo>
                  <a:lnTo>
                    <a:pt x="4716" y="24172"/>
                  </a:lnTo>
                  <a:lnTo>
                    <a:pt x="4341" y="24140"/>
                  </a:lnTo>
                  <a:lnTo>
                    <a:pt x="3998" y="24078"/>
                  </a:lnTo>
                  <a:lnTo>
                    <a:pt x="3654" y="23984"/>
                  </a:lnTo>
                  <a:lnTo>
                    <a:pt x="3373" y="23891"/>
                  </a:lnTo>
                  <a:lnTo>
                    <a:pt x="3092" y="23766"/>
                  </a:lnTo>
                  <a:lnTo>
                    <a:pt x="2842" y="23641"/>
                  </a:lnTo>
                  <a:lnTo>
                    <a:pt x="2624" y="23453"/>
                  </a:lnTo>
                  <a:lnTo>
                    <a:pt x="2436" y="23266"/>
                  </a:lnTo>
                  <a:lnTo>
                    <a:pt x="2280" y="23079"/>
                  </a:lnTo>
                  <a:lnTo>
                    <a:pt x="2155" y="22829"/>
                  </a:lnTo>
                  <a:lnTo>
                    <a:pt x="2155" y="22829"/>
                  </a:lnTo>
                  <a:lnTo>
                    <a:pt x="2093" y="22610"/>
                  </a:lnTo>
                  <a:lnTo>
                    <a:pt x="2093" y="22392"/>
                  </a:lnTo>
                  <a:lnTo>
                    <a:pt x="2124" y="22173"/>
                  </a:lnTo>
                  <a:lnTo>
                    <a:pt x="2186" y="21954"/>
                  </a:lnTo>
                  <a:lnTo>
                    <a:pt x="2311" y="21736"/>
                  </a:lnTo>
                  <a:lnTo>
                    <a:pt x="2436" y="21548"/>
                  </a:lnTo>
                  <a:lnTo>
                    <a:pt x="2748" y="21174"/>
                  </a:lnTo>
                  <a:lnTo>
                    <a:pt x="3092" y="20861"/>
                  </a:lnTo>
                  <a:lnTo>
                    <a:pt x="3404" y="20612"/>
                  </a:lnTo>
                  <a:lnTo>
                    <a:pt x="3717" y="20393"/>
                  </a:lnTo>
                  <a:lnTo>
                    <a:pt x="3717" y="20393"/>
                  </a:lnTo>
                  <a:lnTo>
                    <a:pt x="3217" y="20518"/>
                  </a:lnTo>
                  <a:lnTo>
                    <a:pt x="2686" y="20612"/>
                  </a:lnTo>
                  <a:lnTo>
                    <a:pt x="2093" y="20674"/>
                  </a:lnTo>
                  <a:lnTo>
                    <a:pt x="1780" y="20674"/>
                  </a:lnTo>
                  <a:lnTo>
                    <a:pt x="1468" y="20643"/>
                  </a:lnTo>
                  <a:lnTo>
                    <a:pt x="1156" y="20580"/>
                  </a:lnTo>
                  <a:lnTo>
                    <a:pt x="875" y="20518"/>
                  </a:lnTo>
                  <a:lnTo>
                    <a:pt x="625" y="20393"/>
                  </a:lnTo>
                  <a:lnTo>
                    <a:pt x="375" y="20237"/>
                  </a:lnTo>
                  <a:lnTo>
                    <a:pt x="219" y="20018"/>
                  </a:lnTo>
                  <a:lnTo>
                    <a:pt x="156" y="19893"/>
                  </a:lnTo>
                  <a:lnTo>
                    <a:pt x="94" y="19768"/>
                  </a:lnTo>
                  <a:lnTo>
                    <a:pt x="94" y="19768"/>
                  </a:lnTo>
                  <a:lnTo>
                    <a:pt x="32" y="19425"/>
                  </a:lnTo>
                  <a:lnTo>
                    <a:pt x="0" y="19144"/>
                  </a:lnTo>
                  <a:lnTo>
                    <a:pt x="63" y="18863"/>
                  </a:lnTo>
                  <a:lnTo>
                    <a:pt x="156" y="18582"/>
                  </a:lnTo>
                  <a:lnTo>
                    <a:pt x="281" y="18332"/>
                  </a:lnTo>
                  <a:lnTo>
                    <a:pt x="437" y="18113"/>
                  </a:lnTo>
                  <a:lnTo>
                    <a:pt x="625" y="17926"/>
                  </a:lnTo>
                  <a:lnTo>
                    <a:pt x="843" y="17738"/>
                  </a:lnTo>
                  <a:lnTo>
                    <a:pt x="1249" y="17426"/>
                  </a:lnTo>
                  <a:lnTo>
                    <a:pt x="1624" y="17208"/>
                  </a:lnTo>
                  <a:lnTo>
                    <a:pt x="1999" y="17020"/>
                  </a:lnTo>
                  <a:lnTo>
                    <a:pt x="1999" y="17020"/>
                  </a:lnTo>
                  <a:lnTo>
                    <a:pt x="1687" y="17083"/>
                  </a:lnTo>
                  <a:lnTo>
                    <a:pt x="1374" y="17083"/>
                  </a:lnTo>
                  <a:lnTo>
                    <a:pt x="1031" y="17051"/>
                  </a:lnTo>
                  <a:lnTo>
                    <a:pt x="843" y="17020"/>
                  </a:lnTo>
                  <a:lnTo>
                    <a:pt x="656" y="16958"/>
                  </a:lnTo>
                  <a:lnTo>
                    <a:pt x="500" y="16864"/>
                  </a:lnTo>
                  <a:lnTo>
                    <a:pt x="344" y="16739"/>
                  </a:lnTo>
                  <a:lnTo>
                    <a:pt x="219" y="16614"/>
                  </a:lnTo>
                  <a:lnTo>
                    <a:pt x="125" y="16458"/>
                  </a:lnTo>
                  <a:lnTo>
                    <a:pt x="32" y="16239"/>
                  </a:lnTo>
                  <a:lnTo>
                    <a:pt x="0" y="15990"/>
                  </a:lnTo>
                  <a:lnTo>
                    <a:pt x="0" y="15990"/>
                  </a:lnTo>
                  <a:lnTo>
                    <a:pt x="32" y="15677"/>
                  </a:lnTo>
                  <a:lnTo>
                    <a:pt x="125" y="15396"/>
                  </a:lnTo>
                  <a:lnTo>
                    <a:pt x="281" y="15115"/>
                  </a:lnTo>
                  <a:lnTo>
                    <a:pt x="500" y="14865"/>
                  </a:lnTo>
                  <a:lnTo>
                    <a:pt x="781" y="14584"/>
                  </a:lnTo>
                  <a:lnTo>
                    <a:pt x="1093" y="14366"/>
                  </a:lnTo>
                  <a:lnTo>
                    <a:pt x="1468" y="14116"/>
                  </a:lnTo>
                  <a:lnTo>
                    <a:pt x="1874" y="13897"/>
                  </a:lnTo>
                  <a:lnTo>
                    <a:pt x="2311" y="13647"/>
                  </a:lnTo>
                  <a:lnTo>
                    <a:pt x="2780" y="13460"/>
                  </a:lnTo>
                  <a:lnTo>
                    <a:pt x="3810" y="13054"/>
                  </a:lnTo>
                  <a:lnTo>
                    <a:pt x="4903" y="12710"/>
                  </a:lnTo>
                  <a:lnTo>
                    <a:pt x="6028" y="12398"/>
                  </a:lnTo>
                  <a:lnTo>
                    <a:pt x="7152" y="12117"/>
                  </a:lnTo>
                  <a:lnTo>
                    <a:pt x="8245" y="11867"/>
                  </a:lnTo>
                  <a:lnTo>
                    <a:pt x="9275" y="11649"/>
                  </a:lnTo>
                  <a:lnTo>
                    <a:pt x="10212" y="11493"/>
                  </a:lnTo>
                  <a:lnTo>
                    <a:pt x="11586" y="11274"/>
                  </a:lnTo>
                  <a:lnTo>
                    <a:pt x="12117" y="11180"/>
                  </a:lnTo>
                  <a:lnTo>
                    <a:pt x="12117" y="11180"/>
                  </a:lnTo>
                  <a:lnTo>
                    <a:pt x="11711" y="11399"/>
                  </a:lnTo>
                  <a:lnTo>
                    <a:pt x="10650" y="11867"/>
                  </a:lnTo>
                  <a:lnTo>
                    <a:pt x="9119" y="12492"/>
                  </a:lnTo>
                  <a:lnTo>
                    <a:pt x="8276" y="12835"/>
                  </a:lnTo>
                  <a:lnTo>
                    <a:pt x="7402" y="13148"/>
                  </a:lnTo>
                  <a:lnTo>
                    <a:pt x="6527" y="13429"/>
                  </a:lnTo>
                  <a:lnTo>
                    <a:pt x="5653" y="13647"/>
                  </a:lnTo>
                  <a:lnTo>
                    <a:pt x="4841" y="13835"/>
                  </a:lnTo>
                  <a:lnTo>
                    <a:pt x="4466" y="13897"/>
                  </a:lnTo>
                  <a:lnTo>
                    <a:pt x="4091" y="13928"/>
                  </a:lnTo>
                  <a:lnTo>
                    <a:pt x="3779" y="13928"/>
                  </a:lnTo>
                  <a:lnTo>
                    <a:pt x="3467" y="13928"/>
                  </a:lnTo>
                  <a:lnTo>
                    <a:pt x="3217" y="13866"/>
                  </a:lnTo>
                  <a:lnTo>
                    <a:pt x="2967" y="13772"/>
                  </a:lnTo>
                  <a:lnTo>
                    <a:pt x="2780" y="13679"/>
                  </a:lnTo>
                  <a:lnTo>
                    <a:pt x="2624" y="13522"/>
                  </a:lnTo>
                  <a:lnTo>
                    <a:pt x="2530" y="13335"/>
                  </a:lnTo>
                  <a:lnTo>
                    <a:pt x="2467" y="13116"/>
                  </a:lnTo>
                  <a:lnTo>
                    <a:pt x="2467" y="13116"/>
                  </a:lnTo>
                  <a:lnTo>
                    <a:pt x="2467" y="12960"/>
                  </a:lnTo>
                  <a:lnTo>
                    <a:pt x="2499" y="12773"/>
                  </a:lnTo>
                  <a:lnTo>
                    <a:pt x="2530" y="12617"/>
                  </a:lnTo>
                  <a:lnTo>
                    <a:pt x="2624" y="12429"/>
                  </a:lnTo>
                  <a:lnTo>
                    <a:pt x="2717" y="12273"/>
                  </a:lnTo>
                  <a:lnTo>
                    <a:pt x="2842" y="12086"/>
                  </a:lnTo>
                  <a:lnTo>
                    <a:pt x="3154" y="11742"/>
                  </a:lnTo>
                  <a:lnTo>
                    <a:pt x="3560" y="11399"/>
                  </a:lnTo>
                  <a:lnTo>
                    <a:pt x="4060" y="11055"/>
                  </a:lnTo>
                  <a:lnTo>
                    <a:pt x="4622" y="10712"/>
                  </a:lnTo>
                  <a:lnTo>
                    <a:pt x="5247" y="10368"/>
                  </a:lnTo>
                  <a:lnTo>
                    <a:pt x="5934" y="10025"/>
                  </a:lnTo>
                  <a:lnTo>
                    <a:pt x="6683" y="9712"/>
                  </a:lnTo>
                  <a:lnTo>
                    <a:pt x="7495" y="9369"/>
                  </a:lnTo>
                  <a:lnTo>
                    <a:pt x="8307" y="9025"/>
                  </a:lnTo>
                  <a:lnTo>
                    <a:pt x="10087" y="8401"/>
                  </a:lnTo>
                  <a:lnTo>
                    <a:pt x="11930" y="7745"/>
                  </a:lnTo>
                  <a:lnTo>
                    <a:pt x="13804" y="7152"/>
                  </a:lnTo>
                  <a:lnTo>
                    <a:pt x="15646" y="6590"/>
                  </a:lnTo>
                  <a:lnTo>
                    <a:pt x="19050" y="5528"/>
                  </a:lnTo>
                  <a:lnTo>
                    <a:pt x="20487" y="5059"/>
                  </a:lnTo>
                  <a:lnTo>
                    <a:pt x="21705" y="4622"/>
                  </a:lnTo>
                  <a:lnTo>
                    <a:pt x="22204" y="4435"/>
                  </a:lnTo>
                  <a:lnTo>
                    <a:pt x="22610" y="4247"/>
                  </a:lnTo>
                  <a:lnTo>
                    <a:pt x="22923" y="4091"/>
                  </a:lnTo>
                  <a:lnTo>
                    <a:pt x="23173" y="3935"/>
                  </a:lnTo>
                  <a:lnTo>
                    <a:pt x="23173" y="3935"/>
                  </a:lnTo>
                  <a:lnTo>
                    <a:pt x="23641" y="3498"/>
                  </a:lnTo>
                  <a:lnTo>
                    <a:pt x="24109" y="3061"/>
                  </a:lnTo>
                  <a:lnTo>
                    <a:pt x="24547" y="2592"/>
                  </a:lnTo>
                  <a:lnTo>
                    <a:pt x="24953" y="2124"/>
                  </a:lnTo>
                  <a:lnTo>
                    <a:pt x="25327" y="1624"/>
                  </a:lnTo>
                  <a:lnTo>
                    <a:pt x="25702" y="1093"/>
                  </a:lnTo>
                  <a:lnTo>
                    <a:pt x="26046" y="562"/>
                  </a:lnTo>
                  <a:lnTo>
                    <a:pt x="26358" y="0"/>
                  </a:lnTo>
                  <a:lnTo>
                    <a:pt x="45970" y="1118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8" name="Google Shape;3598;p61"/>
            <p:cNvSpPr/>
            <p:nvPr/>
          </p:nvSpPr>
          <p:spPr>
            <a:xfrm>
              <a:off x="1047750" y="4403325"/>
              <a:ext cx="243600" cy="101525"/>
            </a:xfrm>
            <a:custGeom>
              <a:avLst/>
              <a:gdLst/>
              <a:ahLst/>
              <a:cxnLst/>
              <a:rect l="l" t="t" r="r" b="b"/>
              <a:pathLst>
                <a:path w="9744" h="4061" extrusionOk="0">
                  <a:moveTo>
                    <a:pt x="9025" y="1"/>
                  </a:moveTo>
                  <a:lnTo>
                    <a:pt x="8338" y="32"/>
                  </a:lnTo>
                  <a:lnTo>
                    <a:pt x="7620" y="63"/>
                  </a:lnTo>
                  <a:lnTo>
                    <a:pt x="6902" y="126"/>
                  </a:lnTo>
                  <a:lnTo>
                    <a:pt x="6215" y="219"/>
                  </a:lnTo>
                  <a:lnTo>
                    <a:pt x="5496" y="344"/>
                  </a:lnTo>
                  <a:lnTo>
                    <a:pt x="4809" y="469"/>
                  </a:lnTo>
                  <a:lnTo>
                    <a:pt x="4091" y="625"/>
                  </a:lnTo>
                  <a:lnTo>
                    <a:pt x="3404" y="813"/>
                  </a:lnTo>
                  <a:lnTo>
                    <a:pt x="2717" y="1062"/>
                  </a:lnTo>
                  <a:lnTo>
                    <a:pt x="2061" y="1344"/>
                  </a:lnTo>
                  <a:lnTo>
                    <a:pt x="1437" y="1656"/>
                  </a:lnTo>
                  <a:lnTo>
                    <a:pt x="1124" y="1874"/>
                  </a:lnTo>
                  <a:lnTo>
                    <a:pt x="812" y="2093"/>
                  </a:lnTo>
                  <a:lnTo>
                    <a:pt x="562" y="2343"/>
                  </a:lnTo>
                  <a:lnTo>
                    <a:pt x="312" y="2624"/>
                  </a:lnTo>
                  <a:lnTo>
                    <a:pt x="187" y="2780"/>
                  </a:lnTo>
                  <a:lnTo>
                    <a:pt x="125" y="2967"/>
                  </a:lnTo>
                  <a:lnTo>
                    <a:pt x="62" y="3124"/>
                  </a:lnTo>
                  <a:lnTo>
                    <a:pt x="0" y="3311"/>
                  </a:lnTo>
                  <a:lnTo>
                    <a:pt x="0" y="3498"/>
                  </a:lnTo>
                  <a:lnTo>
                    <a:pt x="0" y="3686"/>
                  </a:lnTo>
                  <a:lnTo>
                    <a:pt x="31" y="3873"/>
                  </a:lnTo>
                  <a:lnTo>
                    <a:pt x="94" y="4060"/>
                  </a:lnTo>
                  <a:lnTo>
                    <a:pt x="62" y="3873"/>
                  </a:lnTo>
                  <a:lnTo>
                    <a:pt x="62" y="3717"/>
                  </a:lnTo>
                  <a:lnTo>
                    <a:pt x="94" y="3561"/>
                  </a:lnTo>
                  <a:lnTo>
                    <a:pt x="156" y="3373"/>
                  </a:lnTo>
                  <a:lnTo>
                    <a:pt x="219" y="3217"/>
                  </a:lnTo>
                  <a:lnTo>
                    <a:pt x="312" y="3092"/>
                  </a:lnTo>
                  <a:lnTo>
                    <a:pt x="406" y="2936"/>
                  </a:lnTo>
                  <a:lnTo>
                    <a:pt x="531" y="2843"/>
                  </a:lnTo>
                  <a:lnTo>
                    <a:pt x="781" y="2624"/>
                  </a:lnTo>
                  <a:lnTo>
                    <a:pt x="1062" y="2405"/>
                  </a:lnTo>
                  <a:lnTo>
                    <a:pt x="1343" y="2249"/>
                  </a:lnTo>
                  <a:lnTo>
                    <a:pt x="1655" y="2093"/>
                  </a:lnTo>
                  <a:lnTo>
                    <a:pt x="2280" y="1843"/>
                  </a:lnTo>
                  <a:lnTo>
                    <a:pt x="2936" y="1625"/>
                  </a:lnTo>
                  <a:lnTo>
                    <a:pt x="3591" y="1437"/>
                  </a:lnTo>
                  <a:lnTo>
                    <a:pt x="4247" y="1250"/>
                  </a:lnTo>
                  <a:lnTo>
                    <a:pt x="5621" y="938"/>
                  </a:lnTo>
                  <a:lnTo>
                    <a:pt x="6995" y="625"/>
                  </a:lnTo>
                  <a:lnTo>
                    <a:pt x="8370" y="344"/>
                  </a:lnTo>
                  <a:lnTo>
                    <a:pt x="97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9" name="Google Shape;3599;p61"/>
            <p:cNvSpPr/>
            <p:nvPr/>
          </p:nvSpPr>
          <p:spPr>
            <a:xfrm>
              <a:off x="634725" y="4363500"/>
              <a:ext cx="388050" cy="115575"/>
            </a:xfrm>
            <a:custGeom>
              <a:avLst/>
              <a:gdLst/>
              <a:ahLst/>
              <a:cxnLst/>
              <a:rect l="l" t="t" r="r" b="b"/>
              <a:pathLst>
                <a:path w="15522" h="4623" extrusionOk="0">
                  <a:moveTo>
                    <a:pt x="15522" y="1"/>
                  </a:moveTo>
                  <a:lnTo>
                    <a:pt x="14522" y="126"/>
                  </a:lnTo>
                  <a:lnTo>
                    <a:pt x="13492" y="282"/>
                  </a:lnTo>
                  <a:lnTo>
                    <a:pt x="12492" y="469"/>
                  </a:lnTo>
                  <a:lnTo>
                    <a:pt x="11493" y="688"/>
                  </a:lnTo>
                  <a:lnTo>
                    <a:pt x="10525" y="938"/>
                  </a:lnTo>
                  <a:lnTo>
                    <a:pt x="9526" y="1219"/>
                  </a:lnTo>
                  <a:lnTo>
                    <a:pt x="7589" y="1781"/>
                  </a:lnTo>
                  <a:lnTo>
                    <a:pt x="5653" y="2406"/>
                  </a:lnTo>
                  <a:lnTo>
                    <a:pt x="3748" y="3093"/>
                  </a:lnTo>
                  <a:lnTo>
                    <a:pt x="1843" y="3811"/>
                  </a:lnTo>
                  <a:lnTo>
                    <a:pt x="906" y="4217"/>
                  </a:lnTo>
                  <a:lnTo>
                    <a:pt x="1" y="4623"/>
                  </a:lnTo>
                  <a:lnTo>
                    <a:pt x="1968" y="4092"/>
                  </a:lnTo>
                  <a:lnTo>
                    <a:pt x="3904" y="3561"/>
                  </a:lnTo>
                  <a:lnTo>
                    <a:pt x="5841" y="2968"/>
                  </a:lnTo>
                  <a:lnTo>
                    <a:pt x="7777" y="2374"/>
                  </a:lnTo>
                  <a:lnTo>
                    <a:pt x="11649" y="1188"/>
                  </a:lnTo>
                  <a:lnTo>
                    <a:pt x="155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0" name="Google Shape;3600;p61"/>
            <p:cNvSpPr/>
            <p:nvPr/>
          </p:nvSpPr>
          <p:spPr>
            <a:xfrm>
              <a:off x="591775" y="4283100"/>
              <a:ext cx="353700" cy="111675"/>
            </a:xfrm>
            <a:custGeom>
              <a:avLst/>
              <a:gdLst/>
              <a:ahLst/>
              <a:cxnLst/>
              <a:rect l="l" t="t" r="r" b="b"/>
              <a:pathLst>
                <a:path w="14148" h="4467" extrusionOk="0">
                  <a:moveTo>
                    <a:pt x="14148" y="0"/>
                  </a:moveTo>
                  <a:lnTo>
                    <a:pt x="13211" y="94"/>
                  </a:lnTo>
                  <a:lnTo>
                    <a:pt x="12274" y="188"/>
                  </a:lnTo>
                  <a:lnTo>
                    <a:pt x="11369" y="344"/>
                  </a:lnTo>
                  <a:lnTo>
                    <a:pt x="10432" y="531"/>
                  </a:lnTo>
                  <a:lnTo>
                    <a:pt x="9526" y="719"/>
                  </a:lnTo>
                  <a:lnTo>
                    <a:pt x="8620" y="937"/>
                  </a:lnTo>
                  <a:lnTo>
                    <a:pt x="7715" y="1187"/>
                  </a:lnTo>
                  <a:lnTo>
                    <a:pt x="6840" y="1468"/>
                  </a:lnTo>
                  <a:lnTo>
                    <a:pt x="5935" y="1749"/>
                  </a:lnTo>
                  <a:lnTo>
                    <a:pt x="5060" y="2061"/>
                  </a:lnTo>
                  <a:lnTo>
                    <a:pt x="4186" y="2405"/>
                  </a:lnTo>
                  <a:lnTo>
                    <a:pt x="3343" y="2749"/>
                  </a:lnTo>
                  <a:lnTo>
                    <a:pt x="2468" y="3155"/>
                  </a:lnTo>
                  <a:lnTo>
                    <a:pt x="1625" y="3560"/>
                  </a:lnTo>
                  <a:lnTo>
                    <a:pt x="813" y="3998"/>
                  </a:lnTo>
                  <a:lnTo>
                    <a:pt x="1" y="4466"/>
                  </a:lnTo>
                  <a:lnTo>
                    <a:pt x="1" y="4466"/>
                  </a:lnTo>
                  <a:lnTo>
                    <a:pt x="1750" y="3842"/>
                  </a:lnTo>
                  <a:lnTo>
                    <a:pt x="3499" y="3217"/>
                  </a:lnTo>
                  <a:lnTo>
                    <a:pt x="5248" y="2624"/>
                  </a:lnTo>
                  <a:lnTo>
                    <a:pt x="7028" y="2061"/>
                  </a:lnTo>
                  <a:lnTo>
                    <a:pt x="10557" y="1000"/>
                  </a:lnTo>
                  <a:lnTo>
                    <a:pt x="12337" y="500"/>
                  </a:lnTo>
                  <a:lnTo>
                    <a:pt x="141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1" name="Google Shape;3601;p61"/>
            <p:cNvSpPr/>
            <p:nvPr/>
          </p:nvSpPr>
          <p:spPr>
            <a:xfrm>
              <a:off x="616000" y="4206575"/>
              <a:ext cx="281850" cy="96850"/>
            </a:xfrm>
            <a:custGeom>
              <a:avLst/>
              <a:gdLst/>
              <a:ahLst/>
              <a:cxnLst/>
              <a:rect l="l" t="t" r="r" b="b"/>
              <a:pathLst>
                <a:path w="11274" h="3874" extrusionOk="0">
                  <a:moveTo>
                    <a:pt x="11274" y="1"/>
                  </a:moveTo>
                  <a:lnTo>
                    <a:pt x="10524" y="63"/>
                  </a:lnTo>
                  <a:lnTo>
                    <a:pt x="9775" y="157"/>
                  </a:lnTo>
                  <a:lnTo>
                    <a:pt x="9057" y="282"/>
                  </a:lnTo>
                  <a:lnTo>
                    <a:pt x="8307" y="438"/>
                  </a:lnTo>
                  <a:lnTo>
                    <a:pt x="7558" y="594"/>
                  </a:lnTo>
                  <a:lnTo>
                    <a:pt x="6839" y="782"/>
                  </a:lnTo>
                  <a:lnTo>
                    <a:pt x="6121" y="1000"/>
                  </a:lnTo>
                  <a:lnTo>
                    <a:pt x="5403" y="1250"/>
                  </a:lnTo>
                  <a:lnTo>
                    <a:pt x="4685" y="1500"/>
                  </a:lnTo>
                  <a:lnTo>
                    <a:pt x="3997" y="1781"/>
                  </a:lnTo>
                  <a:lnTo>
                    <a:pt x="3279" y="2062"/>
                  </a:lnTo>
                  <a:lnTo>
                    <a:pt x="2592" y="2374"/>
                  </a:lnTo>
                  <a:lnTo>
                    <a:pt x="1936" y="2718"/>
                  </a:lnTo>
                  <a:lnTo>
                    <a:pt x="1280" y="3093"/>
                  </a:lnTo>
                  <a:lnTo>
                    <a:pt x="625" y="3467"/>
                  </a:lnTo>
                  <a:lnTo>
                    <a:pt x="0" y="3873"/>
                  </a:lnTo>
                  <a:lnTo>
                    <a:pt x="2811" y="2843"/>
                  </a:lnTo>
                  <a:lnTo>
                    <a:pt x="4216" y="2343"/>
                  </a:lnTo>
                  <a:lnTo>
                    <a:pt x="5621" y="1843"/>
                  </a:lnTo>
                  <a:lnTo>
                    <a:pt x="8432" y="938"/>
                  </a:lnTo>
                  <a:lnTo>
                    <a:pt x="112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2" name="Google Shape;3602;p61"/>
            <p:cNvSpPr/>
            <p:nvPr/>
          </p:nvSpPr>
          <p:spPr>
            <a:xfrm>
              <a:off x="1648125" y="2409325"/>
              <a:ext cx="653500" cy="857275"/>
            </a:xfrm>
            <a:custGeom>
              <a:avLst/>
              <a:gdLst/>
              <a:ahLst/>
              <a:cxnLst/>
              <a:rect l="l" t="t" r="r" b="b"/>
              <a:pathLst>
                <a:path w="26140" h="34291" extrusionOk="0">
                  <a:moveTo>
                    <a:pt x="24734" y="1"/>
                  </a:moveTo>
                  <a:lnTo>
                    <a:pt x="24422" y="32"/>
                  </a:lnTo>
                  <a:lnTo>
                    <a:pt x="24016" y="157"/>
                  </a:lnTo>
                  <a:lnTo>
                    <a:pt x="23610" y="344"/>
                  </a:lnTo>
                  <a:lnTo>
                    <a:pt x="23110" y="594"/>
                  </a:lnTo>
                  <a:lnTo>
                    <a:pt x="22611" y="969"/>
                  </a:lnTo>
                  <a:lnTo>
                    <a:pt x="22017" y="1406"/>
                  </a:lnTo>
                  <a:lnTo>
                    <a:pt x="21393" y="1937"/>
                  </a:lnTo>
                  <a:lnTo>
                    <a:pt x="20737" y="2593"/>
                  </a:lnTo>
                  <a:lnTo>
                    <a:pt x="19987" y="3311"/>
                  </a:lnTo>
                  <a:lnTo>
                    <a:pt x="19207" y="4154"/>
                  </a:lnTo>
                  <a:lnTo>
                    <a:pt x="18363" y="5091"/>
                  </a:lnTo>
                  <a:lnTo>
                    <a:pt x="17458" y="6153"/>
                  </a:lnTo>
                  <a:lnTo>
                    <a:pt x="15147" y="8964"/>
                  </a:lnTo>
                  <a:lnTo>
                    <a:pt x="12867" y="11806"/>
                  </a:lnTo>
                  <a:lnTo>
                    <a:pt x="10619" y="14679"/>
                  </a:lnTo>
                  <a:lnTo>
                    <a:pt x="8401" y="17583"/>
                  </a:lnTo>
                  <a:lnTo>
                    <a:pt x="6246" y="20519"/>
                  </a:lnTo>
                  <a:lnTo>
                    <a:pt x="4123" y="23454"/>
                  </a:lnTo>
                  <a:lnTo>
                    <a:pt x="2030" y="26452"/>
                  </a:lnTo>
                  <a:lnTo>
                    <a:pt x="0" y="29450"/>
                  </a:lnTo>
                  <a:lnTo>
                    <a:pt x="17333" y="34291"/>
                  </a:lnTo>
                  <a:lnTo>
                    <a:pt x="18270" y="31667"/>
                  </a:lnTo>
                  <a:lnTo>
                    <a:pt x="19269" y="28794"/>
                  </a:lnTo>
                  <a:lnTo>
                    <a:pt x="20487" y="25265"/>
                  </a:lnTo>
                  <a:lnTo>
                    <a:pt x="21799" y="21331"/>
                  </a:lnTo>
                  <a:lnTo>
                    <a:pt x="22455" y="19332"/>
                  </a:lnTo>
                  <a:lnTo>
                    <a:pt x="23079" y="17302"/>
                  </a:lnTo>
                  <a:lnTo>
                    <a:pt x="23672" y="15334"/>
                  </a:lnTo>
                  <a:lnTo>
                    <a:pt x="24203" y="13461"/>
                  </a:lnTo>
                  <a:lnTo>
                    <a:pt x="24672" y="11681"/>
                  </a:lnTo>
                  <a:lnTo>
                    <a:pt x="25078" y="10057"/>
                  </a:lnTo>
                  <a:lnTo>
                    <a:pt x="25390" y="8526"/>
                  </a:lnTo>
                  <a:lnTo>
                    <a:pt x="25702" y="7027"/>
                  </a:lnTo>
                  <a:lnTo>
                    <a:pt x="25921" y="5622"/>
                  </a:lnTo>
                  <a:lnTo>
                    <a:pt x="26077" y="4310"/>
                  </a:lnTo>
                  <a:lnTo>
                    <a:pt x="26108" y="3686"/>
                  </a:lnTo>
                  <a:lnTo>
                    <a:pt x="26140" y="3093"/>
                  </a:lnTo>
                  <a:lnTo>
                    <a:pt x="26140" y="2562"/>
                  </a:lnTo>
                  <a:lnTo>
                    <a:pt x="26108" y="2062"/>
                  </a:lnTo>
                  <a:lnTo>
                    <a:pt x="26077" y="1625"/>
                  </a:lnTo>
                  <a:lnTo>
                    <a:pt x="25983" y="1219"/>
                  </a:lnTo>
                  <a:lnTo>
                    <a:pt x="25859" y="844"/>
                  </a:lnTo>
                  <a:lnTo>
                    <a:pt x="25702" y="563"/>
                  </a:lnTo>
                  <a:lnTo>
                    <a:pt x="25515" y="313"/>
                  </a:lnTo>
                  <a:lnTo>
                    <a:pt x="25296" y="157"/>
                  </a:lnTo>
                  <a:lnTo>
                    <a:pt x="25171" y="95"/>
                  </a:lnTo>
                  <a:lnTo>
                    <a:pt x="25047" y="32"/>
                  </a:lnTo>
                  <a:lnTo>
                    <a:pt x="2489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3" name="Google Shape;3603;p61"/>
            <p:cNvSpPr/>
            <p:nvPr/>
          </p:nvSpPr>
          <p:spPr>
            <a:xfrm>
              <a:off x="2061125" y="2775500"/>
              <a:ext cx="189750" cy="494225"/>
            </a:xfrm>
            <a:custGeom>
              <a:avLst/>
              <a:gdLst/>
              <a:ahLst/>
              <a:cxnLst/>
              <a:rect l="l" t="t" r="r" b="b"/>
              <a:pathLst>
                <a:path w="7590" h="19769" extrusionOk="0">
                  <a:moveTo>
                    <a:pt x="7558" y="0"/>
                  </a:moveTo>
                  <a:lnTo>
                    <a:pt x="7527" y="32"/>
                  </a:lnTo>
                  <a:lnTo>
                    <a:pt x="7496" y="63"/>
                  </a:lnTo>
                  <a:lnTo>
                    <a:pt x="6778" y="1968"/>
                  </a:lnTo>
                  <a:lnTo>
                    <a:pt x="6091" y="3873"/>
                  </a:lnTo>
                  <a:lnTo>
                    <a:pt x="5435" y="5778"/>
                  </a:lnTo>
                  <a:lnTo>
                    <a:pt x="4779" y="7683"/>
                  </a:lnTo>
                  <a:lnTo>
                    <a:pt x="3499" y="11493"/>
                  </a:lnTo>
                  <a:lnTo>
                    <a:pt x="2218" y="15240"/>
                  </a:lnTo>
                  <a:lnTo>
                    <a:pt x="1344" y="17926"/>
                  </a:lnTo>
                  <a:lnTo>
                    <a:pt x="969" y="19082"/>
                  </a:lnTo>
                  <a:lnTo>
                    <a:pt x="813" y="19550"/>
                  </a:lnTo>
                  <a:lnTo>
                    <a:pt x="32" y="19456"/>
                  </a:lnTo>
                  <a:lnTo>
                    <a:pt x="1" y="19456"/>
                  </a:lnTo>
                  <a:lnTo>
                    <a:pt x="1" y="19488"/>
                  </a:lnTo>
                  <a:lnTo>
                    <a:pt x="32" y="19519"/>
                  </a:lnTo>
                  <a:lnTo>
                    <a:pt x="938" y="19769"/>
                  </a:lnTo>
                  <a:lnTo>
                    <a:pt x="1375" y="18832"/>
                  </a:lnTo>
                  <a:lnTo>
                    <a:pt x="1781" y="17895"/>
                  </a:lnTo>
                  <a:lnTo>
                    <a:pt x="2156" y="16958"/>
                  </a:lnTo>
                  <a:lnTo>
                    <a:pt x="2499" y="15990"/>
                  </a:lnTo>
                  <a:lnTo>
                    <a:pt x="3186" y="14085"/>
                  </a:lnTo>
                  <a:lnTo>
                    <a:pt x="3842" y="12180"/>
                  </a:lnTo>
                  <a:lnTo>
                    <a:pt x="4841" y="9307"/>
                  </a:lnTo>
                  <a:lnTo>
                    <a:pt x="5341" y="7870"/>
                  </a:lnTo>
                  <a:lnTo>
                    <a:pt x="5778" y="6402"/>
                  </a:lnTo>
                  <a:lnTo>
                    <a:pt x="6247" y="5559"/>
                  </a:lnTo>
                  <a:lnTo>
                    <a:pt x="6653" y="4685"/>
                  </a:lnTo>
                  <a:lnTo>
                    <a:pt x="7121" y="3685"/>
                  </a:lnTo>
                  <a:lnTo>
                    <a:pt x="7558" y="2717"/>
                  </a:lnTo>
                  <a:lnTo>
                    <a:pt x="7558" y="2655"/>
                  </a:lnTo>
                  <a:lnTo>
                    <a:pt x="7527" y="2624"/>
                  </a:lnTo>
                  <a:lnTo>
                    <a:pt x="7496" y="2624"/>
                  </a:lnTo>
                  <a:lnTo>
                    <a:pt x="7496" y="2655"/>
                  </a:lnTo>
                  <a:lnTo>
                    <a:pt x="6965" y="3623"/>
                  </a:lnTo>
                  <a:lnTo>
                    <a:pt x="6497" y="4622"/>
                  </a:lnTo>
                  <a:lnTo>
                    <a:pt x="6028" y="5622"/>
                  </a:lnTo>
                  <a:lnTo>
                    <a:pt x="6372" y="4497"/>
                  </a:lnTo>
                  <a:lnTo>
                    <a:pt x="6715" y="3373"/>
                  </a:lnTo>
                  <a:lnTo>
                    <a:pt x="7028" y="2280"/>
                  </a:lnTo>
                  <a:lnTo>
                    <a:pt x="7590" y="63"/>
                  </a:lnTo>
                  <a:lnTo>
                    <a:pt x="7558" y="32"/>
                  </a:lnTo>
                  <a:lnTo>
                    <a:pt x="75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4" name="Google Shape;3604;p61"/>
            <p:cNvSpPr/>
            <p:nvPr/>
          </p:nvSpPr>
          <p:spPr>
            <a:xfrm>
              <a:off x="1712925" y="3077650"/>
              <a:ext cx="374775" cy="103850"/>
            </a:xfrm>
            <a:custGeom>
              <a:avLst/>
              <a:gdLst/>
              <a:ahLst/>
              <a:cxnLst/>
              <a:rect l="l" t="t" r="r" b="b"/>
              <a:pathLst>
                <a:path w="14991" h="4154" extrusionOk="0">
                  <a:moveTo>
                    <a:pt x="32" y="0"/>
                  </a:moveTo>
                  <a:lnTo>
                    <a:pt x="1" y="31"/>
                  </a:lnTo>
                  <a:lnTo>
                    <a:pt x="32" y="63"/>
                  </a:lnTo>
                  <a:lnTo>
                    <a:pt x="1468" y="531"/>
                  </a:lnTo>
                  <a:lnTo>
                    <a:pt x="2905" y="1000"/>
                  </a:lnTo>
                  <a:lnTo>
                    <a:pt x="5778" y="1874"/>
                  </a:lnTo>
                  <a:lnTo>
                    <a:pt x="7870" y="2467"/>
                  </a:lnTo>
                  <a:lnTo>
                    <a:pt x="10681" y="3186"/>
                  </a:lnTo>
                  <a:lnTo>
                    <a:pt x="13304" y="3810"/>
                  </a:lnTo>
                  <a:lnTo>
                    <a:pt x="14304" y="4029"/>
                  </a:lnTo>
                  <a:lnTo>
                    <a:pt x="14928" y="4154"/>
                  </a:lnTo>
                  <a:lnTo>
                    <a:pt x="14991" y="4091"/>
                  </a:lnTo>
                  <a:lnTo>
                    <a:pt x="14991" y="4060"/>
                  </a:lnTo>
                  <a:lnTo>
                    <a:pt x="14959" y="4029"/>
                  </a:lnTo>
                  <a:lnTo>
                    <a:pt x="14272" y="3779"/>
                  </a:lnTo>
                  <a:lnTo>
                    <a:pt x="13585" y="3592"/>
                  </a:lnTo>
                  <a:lnTo>
                    <a:pt x="12149" y="3186"/>
                  </a:lnTo>
                  <a:lnTo>
                    <a:pt x="9213" y="2374"/>
                  </a:lnTo>
                  <a:lnTo>
                    <a:pt x="3373" y="843"/>
                  </a:lnTo>
                  <a:lnTo>
                    <a:pt x="1718" y="437"/>
                  </a:lnTo>
                  <a:lnTo>
                    <a:pt x="875" y="21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5" name="Google Shape;3605;p61"/>
            <p:cNvSpPr/>
            <p:nvPr/>
          </p:nvSpPr>
          <p:spPr>
            <a:xfrm>
              <a:off x="2251625" y="2438225"/>
              <a:ext cx="388050" cy="256100"/>
            </a:xfrm>
            <a:custGeom>
              <a:avLst/>
              <a:gdLst/>
              <a:ahLst/>
              <a:cxnLst/>
              <a:rect l="l" t="t" r="r" b="b"/>
              <a:pathLst>
                <a:path w="15522" h="10244" extrusionOk="0">
                  <a:moveTo>
                    <a:pt x="32" y="0"/>
                  </a:moveTo>
                  <a:lnTo>
                    <a:pt x="1" y="32"/>
                  </a:lnTo>
                  <a:lnTo>
                    <a:pt x="220" y="594"/>
                  </a:lnTo>
                  <a:lnTo>
                    <a:pt x="469" y="1156"/>
                  </a:lnTo>
                  <a:lnTo>
                    <a:pt x="750" y="1718"/>
                  </a:lnTo>
                  <a:lnTo>
                    <a:pt x="1031" y="2280"/>
                  </a:lnTo>
                  <a:lnTo>
                    <a:pt x="1313" y="2811"/>
                  </a:lnTo>
                  <a:lnTo>
                    <a:pt x="1656" y="3342"/>
                  </a:lnTo>
                  <a:lnTo>
                    <a:pt x="1968" y="3873"/>
                  </a:lnTo>
                  <a:lnTo>
                    <a:pt x="2312" y="4372"/>
                  </a:lnTo>
                  <a:lnTo>
                    <a:pt x="2687" y="4872"/>
                  </a:lnTo>
                  <a:lnTo>
                    <a:pt x="3093" y="5372"/>
                  </a:lnTo>
                  <a:lnTo>
                    <a:pt x="3499" y="5840"/>
                  </a:lnTo>
                  <a:lnTo>
                    <a:pt x="3905" y="6309"/>
                  </a:lnTo>
                  <a:lnTo>
                    <a:pt x="4342" y="6746"/>
                  </a:lnTo>
                  <a:lnTo>
                    <a:pt x="4779" y="7183"/>
                  </a:lnTo>
                  <a:lnTo>
                    <a:pt x="5247" y="7589"/>
                  </a:lnTo>
                  <a:lnTo>
                    <a:pt x="5716" y="7995"/>
                  </a:lnTo>
                  <a:lnTo>
                    <a:pt x="6216" y="8401"/>
                  </a:lnTo>
                  <a:lnTo>
                    <a:pt x="6746" y="8776"/>
                  </a:lnTo>
                  <a:lnTo>
                    <a:pt x="7309" y="9151"/>
                  </a:lnTo>
                  <a:lnTo>
                    <a:pt x="7871" y="9463"/>
                  </a:lnTo>
                  <a:lnTo>
                    <a:pt x="8464" y="9744"/>
                  </a:lnTo>
                  <a:lnTo>
                    <a:pt x="9057" y="9963"/>
                  </a:lnTo>
                  <a:lnTo>
                    <a:pt x="9682" y="10150"/>
                  </a:lnTo>
                  <a:lnTo>
                    <a:pt x="10026" y="10181"/>
                  </a:lnTo>
                  <a:lnTo>
                    <a:pt x="10338" y="10244"/>
                  </a:lnTo>
                  <a:lnTo>
                    <a:pt x="10962" y="10244"/>
                  </a:lnTo>
                  <a:lnTo>
                    <a:pt x="11244" y="10212"/>
                  </a:lnTo>
                  <a:lnTo>
                    <a:pt x="11556" y="10150"/>
                  </a:lnTo>
                  <a:lnTo>
                    <a:pt x="11837" y="10087"/>
                  </a:lnTo>
                  <a:lnTo>
                    <a:pt x="12118" y="9994"/>
                  </a:lnTo>
                  <a:lnTo>
                    <a:pt x="12399" y="9900"/>
                  </a:lnTo>
                  <a:lnTo>
                    <a:pt x="12680" y="9775"/>
                  </a:lnTo>
                  <a:lnTo>
                    <a:pt x="12930" y="9619"/>
                  </a:lnTo>
                  <a:lnTo>
                    <a:pt x="13211" y="9463"/>
                  </a:lnTo>
                  <a:lnTo>
                    <a:pt x="13430" y="9275"/>
                  </a:lnTo>
                  <a:lnTo>
                    <a:pt x="13679" y="9088"/>
                  </a:lnTo>
                  <a:lnTo>
                    <a:pt x="13867" y="8869"/>
                  </a:lnTo>
                  <a:lnTo>
                    <a:pt x="14085" y="8651"/>
                  </a:lnTo>
                  <a:lnTo>
                    <a:pt x="14273" y="8401"/>
                  </a:lnTo>
                  <a:lnTo>
                    <a:pt x="14429" y="8151"/>
                  </a:lnTo>
                  <a:lnTo>
                    <a:pt x="14648" y="7808"/>
                  </a:lnTo>
                  <a:lnTo>
                    <a:pt x="14804" y="7495"/>
                  </a:lnTo>
                  <a:lnTo>
                    <a:pt x="14960" y="7152"/>
                  </a:lnTo>
                  <a:lnTo>
                    <a:pt x="15085" y="6808"/>
                  </a:lnTo>
                  <a:lnTo>
                    <a:pt x="15178" y="6465"/>
                  </a:lnTo>
                  <a:lnTo>
                    <a:pt x="15272" y="6090"/>
                  </a:lnTo>
                  <a:lnTo>
                    <a:pt x="15397" y="5341"/>
                  </a:lnTo>
                  <a:lnTo>
                    <a:pt x="15460" y="4622"/>
                  </a:lnTo>
                  <a:lnTo>
                    <a:pt x="15522" y="3842"/>
                  </a:lnTo>
                  <a:lnTo>
                    <a:pt x="15522" y="2343"/>
                  </a:lnTo>
                  <a:lnTo>
                    <a:pt x="15460" y="2311"/>
                  </a:lnTo>
                  <a:lnTo>
                    <a:pt x="15397" y="2280"/>
                  </a:lnTo>
                  <a:lnTo>
                    <a:pt x="15366" y="2311"/>
                  </a:lnTo>
                  <a:lnTo>
                    <a:pt x="15335" y="2343"/>
                  </a:lnTo>
                  <a:lnTo>
                    <a:pt x="15241" y="3623"/>
                  </a:lnTo>
                  <a:lnTo>
                    <a:pt x="15178" y="4279"/>
                  </a:lnTo>
                  <a:lnTo>
                    <a:pt x="15085" y="4935"/>
                  </a:lnTo>
                  <a:lnTo>
                    <a:pt x="14960" y="5559"/>
                  </a:lnTo>
                  <a:lnTo>
                    <a:pt x="14772" y="6184"/>
                  </a:lnTo>
                  <a:lnTo>
                    <a:pt x="14554" y="6777"/>
                  </a:lnTo>
                  <a:lnTo>
                    <a:pt x="14273" y="7370"/>
                  </a:lnTo>
                  <a:lnTo>
                    <a:pt x="13992" y="7870"/>
                  </a:lnTo>
                  <a:lnTo>
                    <a:pt x="13617" y="8307"/>
                  </a:lnTo>
                  <a:lnTo>
                    <a:pt x="13242" y="8713"/>
                  </a:lnTo>
                  <a:lnTo>
                    <a:pt x="12805" y="9057"/>
                  </a:lnTo>
                  <a:lnTo>
                    <a:pt x="12586" y="9182"/>
                  </a:lnTo>
                  <a:lnTo>
                    <a:pt x="12337" y="9338"/>
                  </a:lnTo>
                  <a:lnTo>
                    <a:pt x="12087" y="9432"/>
                  </a:lnTo>
                  <a:lnTo>
                    <a:pt x="11837" y="9525"/>
                  </a:lnTo>
                  <a:lnTo>
                    <a:pt x="11556" y="9619"/>
                  </a:lnTo>
                  <a:lnTo>
                    <a:pt x="11275" y="9650"/>
                  </a:lnTo>
                  <a:lnTo>
                    <a:pt x="10994" y="9681"/>
                  </a:lnTo>
                  <a:lnTo>
                    <a:pt x="10713" y="9713"/>
                  </a:lnTo>
                  <a:lnTo>
                    <a:pt x="10400" y="9681"/>
                  </a:lnTo>
                  <a:lnTo>
                    <a:pt x="10088" y="9650"/>
                  </a:lnTo>
                  <a:lnTo>
                    <a:pt x="9776" y="9619"/>
                  </a:lnTo>
                  <a:lnTo>
                    <a:pt x="9463" y="9525"/>
                  </a:lnTo>
                  <a:lnTo>
                    <a:pt x="8870" y="9338"/>
                  </a:lnTo>
                  <a:lnTo>
                    <a:pt x="8308" y="9119"/>
                  </a:lnTo>
                  <a:lnTo>
                    <a:pt x="7746" y="8807"/>
                  </a:lnTo>
                  <a:lnTo>
                    <a:pt x="7215" y="8495"/>
                  </a:lnTo>
                  <a:lnTo>
                    <a:pt x="6684" y="8151"/>
                  </a:lnTo>
                  <a:lnTo>
                    <a:pt x="6184" y="7776"/>
                  </a:lnTo>
                  <a:lnTo>
                    <a:pt x="5279" y="7058"/>
                  </a:lnTo>
                  <a:lnTo>
                    <a:pt x="4404" y="6277"/>
                  </a:lnTo>
                  <a:lnTo>
                    <a:pt x="3592" y="5434"/>
                  </a:lnTo>
                  <a:lnTo>
                    <a:pt x="2812" y="4560"/>
                  </a:lnTo>
                  <a:lnTo>
                    <a:pt x="2406" y="4029"/>
                  </a:lnTo>
                  <a:lnTo>
                    <a:pt x="2000" y="3498"/>
                  </a:lnTo>
                  <a:lnTo>
                    <a:pt x="1625" y="2936"/>
                  </a:lnTo>
                  <a:lnTo>
                    <a:pt x="1281" y="2374"/>
                  </a:lnTo>
                  <a:lnTo>
                    <a:pt x="938" y="1812"/>
                  </a:lnTo>
                  <a:lnTo>
                    <a:pt x="625" y="1218"/>
                  </a:lnTo>
                  <a:lnTo>
                    <a:pt x="344" y="625"/>
                  </a:lnTo>
                  <a:lnTo>
                    <a:pt x="63" y="3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6" name="Google Shape;3606;p61"/>
            <p:cNvSpPr/>
            <p:nvPr/>
          </p:nvSpPr>
          <p:spPr>
            <a:xfrm>
              <a:off x="4283125" y="2823125"/>
              <a:ext cx="833850" cy="633975"/>
            </a:xfrm>
            <a:custGeom>
              <a:avLst/>
              <a:gdLst/>
              <a:ahLst/>
              <a:cxnLst/>
              <a:rect l="l" t="t" r="r" b="b"/>
              <a:pathLst>
                <a:path w="33354" h="25359" extrusionOk="0">
                  <a:moveTo>
                    <a:pt x="25640" y="0"/>
                  </a:moveTo>
                  <a:lnTo>
                    <a:pt x="25327" y="32"/>
                  </a:lnTo>
                  <a:lnTo>
                    <a:pt x="25046" y="94"/>
                  </a:lnTo>
                  <a:lnTo>
                    <a:pt x="24390" y="250"/>
                  </a:lnTo>
                  <a:lnTo>
                    <a:pt x="23703" y="500"/>
                  </a:lnTo>
                  <a:lnTo>
                    <a:pt x="22985" y="812"/>
                  </a:lnTo>
                  <a:lnTo>
                    <a:pt x="22235" y="1187"/>
                  </a:lnTo>
                  <a:lnTo>
                    <a:pt x="20705" y="1968"/>
                  </a:lnTo>
                  <a:lnTo>
                    <a:pt x="19175" y="2811"/>
                  </a:lnTo>
                  <a:lnTo>
                    <a:pt x="18425" y="3186"/>
                  </a:lnTo>
                  <a:lnTo>
                    <a:pt x="17676" y="3498"/>
                  </a:lnTo>
                  <a:lnTo>
                    <a:pt x="16989" y="3779"/>
                  </a:lnTo>
                  <a:lnTo>
                    <a:pt x="16302" y="3998"/>
                  </a:lnTo>
                  <a:lnTo>
                    <a:pt x="15365" y="4185"/>
                  </a:lnTo>
                  <a:lnTo>
                    <a:pt x="13429" y="4560"/>
                  </a:lnTo>
                  <a:lnTo>
                    <a:pt x="7870" y="5622"/>
                  </a:lnTo>
                  <a:lnTo>
                    <a:pt x="0" y="7089"/>
                  </a:lnTo>
                  <a:lnTo>
                    <a:pt x="3623" y="25359"/>
                  </a:lnTo>
                  <a:lnTo>
                    <a:pt x="4997" y="25296"/>
                  </a:lnTo>
                  <a:lnTo>
                    <a:pt x="7152" y="25171"/>
                  </a:lnTo>
                  <a:lnTo>
                    <a:pt x="9806" y="24953"/>
                  </a:lnTo>
                  <a:lnTo>
                    <a:pt x="12710" y="24672"/>
                  </a:lnTo>
                  <a:lnTo>
                    <a:pt x="15646" y="24359"/>
                  </a:lnTo>
                  <a:lnTo>
                    <a:pt x="17051" y="24203"/>
                  </a:lnTo>
                  <a:lnTo>
                    <a:pt x="18363" y="24016"/>
                  </a:lnTo>
                  <a:lnTo>
                    <a:pt x="19581" y="23828"/>
                  </a:lnTo>
                  <a:lnTo>
                    <a:pt x="20643" y="23641"/>
                  </a:lnTo>
                  <a:lnTo>
                    <a:pt x="21548" y="23454"/>
                  </a:lnTo>
                  <a:lnTo>
                    <a:pt x="22235" y="23235"/>
                  </a:lnTo>
                  <a:lnTo>
                    <a:pt x="23610" y="22735"/>
                  </a:lnTo>
                  <a:lnTo>
                    <a:pt x="25327" y="22017"/>
                  </a:lnTo>
                  <a:lnTo>
                    <a:pt x="26295" y="21580"/>
                  </a:lnTo>
                  <a:lnTo>
                    <a:pt x="27232" y="21143"/>
                  </a:lnTo>
                  <a:lnTo>
                    <a:pt x="28200" y="20674"/>
                  </a:lnTo>
                  <a:lnTo>
                    <a:pt x="29137" y="20175"/>
                  </a:lnTo>
                  <a:lnTo>
                    <a:pt x="30043" y="19644"/>
                  </a:lnTo>
                  <a:lnTo>
                    <a:pt x="30886" y="19113"/>
                  </a:lnTo>
                  <a:lnTo>
                    <a:pt x="31636" y="18582"/>
                  </a:lnTo>
                  <a:lnTo>
                    <a:pt x="32260" y="18051"/>
                  </a:lnTo>
                  <a:lnTo>
                    <a:pt x="32541" y="17801"/>
                  </a:lnTo>
                  <a:lnTo>
                    <a:pt x="32791" y="17520"/>
                  </a:lnTo>
                  <a:lnTo>
                    <a:pt x="32978" y="17270"/>
                  </a:lnTo>
                  <a:lnTo>
                    <a:pt x="33135" y="17020"/>
                  </a:lnTo>
                  <a:lnTo>
                    <a:pt x="33260" y="16771"/>
                  </a:lnTo>
                  <a:lnTo>
                    <a:pt x="33322" y="16521"/>
                  </a:lnTo>
                  <a:lnTo>
                    <a:pt x="33353" y="16271"/>
                  </a:lnTo>
                  <a:lnTo>
                    <a:pt x="33322" y="16052"/>
                  </a:lnTo>
                  <a:lnTo>
                    <a:pt x="33197" y="15646"/>
                  </a:lnTo>
                  <a:lnTo>
                    <a:pt x="33041" y="15272"/>
                  </a:lnTo>
                  <a:lnTo>
                    <a:pt x="32822" y="14991"/>
                  </a:lnTo>
                  <a:lnTo>
                    <a:pt x="32572" y="14772"/>
                  </a:lnTo>
                  <a:lnTo>
                    <a:pt x="32323" y="14616"/>
                  </a:lnTo>
                  <a:lnTo>
                    <a:pt x="32073" y="14491"/>
                  </a:lnTo>
                  <a:lnTo>
                    <a:pt x="31792" y="14397"/>
                  </a:lnTo>
                  <a:lnTo>
                    <a:pt x="31511" y="14366"/>
                  </a:lnTo>
                  <a:lnTo>
                    <a:pt x="31261" y="14335"/>
                  </a:lnTo>
                  <a:lnTo>
                    <a:pt x="31011" y="14335"/>
                  </a:lnTo>
                  <a:lnTo>
                    <a:pt x="30574" y="14397"/>
                  </a:lnTo>
                  <a:lnTo>
                    <a:pt x="30261" y="14460"/>
                  </a:lnTo>
                  <a:lnTo>
                    <a:pt x="30137" y="14491"/>
                  </a:lnTo>
                  <a:lnTo>
                    <a:pt x="30137" y="14491"/>
                  </a:lnTo>
                  <a:lnTo>
                    <a:pt x="30293" y="14397"/>
                  </a:lnTo>
                  <a:lnTo>
                    <a:pt x="30667" y="14116"/>
                  </a:lnTo>
                  <a:lnTo>
                    <a:pt x="31167" y="13679"/>
                  </a:lnTo>
                  <a:lnTo>
                    <a:pt x="31448" y="13429"/>
                  </a:lnTo>
                  <a:lnTo>
                    <a:pt x="31729" y="13117"/>
                  </a:lnTo>
                  <a:lnTo>
                    <a:pt x="32010" y="12804"/>
                  </a:lnTo>
                  <a:lnTo>
                    <a:pt x="32260" y="12461"/>
                  </a:lnTo>
                  <a:lnTo>
                    <a:pt x="32479" y="12086"/>
                  </a:lnTo>
                  <a:lnTo>
                    <a:pt x="32666" y="11680"/>
                  </a:lnTo>
                  <a:lnTo>
                    <a:pt x="32791" y="11274"/>
                  </a:lnTo>
                  <a:lnTo>
                    <a:pt x="32854" y="10837"/>
                  </a:lnTo>
                  <a:lnTo>
                    <a:pt x="32854" y="10618"/>
                  </a:lnTo>
                  <a:lnTo>
                    <a:pt x="32854" y="10400"/>
                  </a:lnTo>
                  <a:lnTo>
                    <a:pt x="32791" y="10181"/>
                  </a:lnTo>
                  <a:lnTo>
                    <a:pt x="32729" y="9963"/>
                  </a:lnTo>
                  <a:lnTo>
                    <a:pt x="32666" y="9744"/>
                  </a:lnTo>
                  <a:lnTo>
                    <a:pt x="32541" y="9557"/>
                  </a:lnTo>
                  <a:lnTo>
                    <a:pt x="32416" y="9400"/>
                  </a:lnTo>
                  <a:lnTo>
                    <a:pt x="32291" y="9244"/>
                  </a:lnTo>
                  <a:lnTo>
                    <a:pt x="32166" y="9119"/>
                  </a:lnTo>
                  <a:lnTo>
                    <a:pt x="31979" y="8994"/>
                  </a:lnTo>
                  <a:lnTo>
                    <a:pt x="31823" y="8901"/>
                  </a:lnTo>
                  <a:lnTo>
                    <a:pt x="31636" y="8807"/>
                  </a:lnTo>
                  <a:lnTo>
                    <a:pt x="31261" y="8682"/>
                  </a:lnTo>
                  <a:lnTo>
                    <a:pt x="30855" y="8620"/>
                  </a:lnTo>
                  <a:lnTo>
                    <a:pt x="30043" y="8620"/>
                  </a:lnTo>
                  <a:lnTo>
                    <a:pt x="29606" y="8651"/>
                  </a:lnTo>
                  <a:lnTo>
                    <a:pt x="29231" y="8713"/>
                  </a:lnTo>
                  <a:lnTo>
                    <a:pt x="28575" y="8870"/>
                  </a:lnTo>
                  <a:lnTo>
                    <a:pt x="28107" y="9026"/>
                  </a:lnTo>
                  <a:lnTo>
                    <a:pt x="27919" y="9057"/>
                  </a:lnTo>
                  <a:lnTo>
                    <a:pt x="28075" y="8963"/>
                  </a:lnTo>
                  <a:lnTo>
                    <a:pt x="28419" y="8651"/>
                  </a:lnTo>
                  <a:lnTo>
                    <a:pt x="28919" y="8183"/>
                  </a:lnTo>
                  <a:lnTo>
                    <a:pt x="29200" y="7870"/>
                  </a:lnTo>
                  <a:lnTo>
                    <a:pt x="29450" y="7558"/>
                  </a:lnTo>
                  <a:lnTo>
                    <a:pt x="29731" y="7214"/>
                  </a:lnTo>
                  <a:lnTo>
                    <a:pt x="29949" y="6840"/>
                  </a:lnTo>
                  <a:lnTo>
                    <a:pt x="30168" y="6434"/>
                  </a:lnTo>
                  <a:lnTo>
                    <a:pt x="30324" y="6028"/>
                  </a:lnTo>
                  <a:lnTo>
                    <a:pt x="30418" y="5590"/>
                  </a:lnTo>
                  <a:lnTo>
                    <a:pt x="30449" y="5153"/>
                  </a:lnTo>
                  <a:lnTo>
                    <a:pt x="30449" y="4935"/>
                  </a:lnTo>
                  <a:lnTo>
                    <a:pt x="30418" y="4716"/>
                  </a:lnTo>
                  <a:lnTo>
                    <a:pt x="30355" y="4497"/>
                  </a:lnTo>
                  <a:lnTo>
                    <a:pt x="30261" y="4279"/>
                  </a:lnTo>
                  <a:lnTo>
                    <a:pt x="30168" y="4091"/>
                  </a:lnTo>
                  <a:lnTo>
                    <a:pt x="30043" y="3904"/>
                  </a:lnTo>
                  <a:lnTo>
                    <a:pt x="29918" y="3748"/>
                  </a:lnTo>
                  <a:lnTo>
                    <a:pt x="29793" y="3623"/>
                  </a:lnTo>
                  <a:lnTo>
                    <a:pt x="29637" y="3498"/>
                  </a:lnTo>
                  <a:lnTo>
                    <a:pt x="29481" y="3404"/>
                  </a:lnTo>
                  <a:lnTo>
                    <a:pt x="29293" y="3342"/>
                  </a:lnTo>
                  <a:lnTo>
                    <a:pt x="29106" y="3279"/>
                  </a:lnTo>
                  <a:lnTo>
                    <a:pt x="28731" y="3217"/>
                  </a:lnTo>
                  <a:lnTo>
                    <a:pt x="28325" y="3217"/>
                  </a:lnTo>
                  <a:lnTo>
                    <a:pt x="27919" y="3248"/>
                  </a:lnTo>
                  <a:lnTo>
                    <a:pt x="27513" y="3342"/>
                  </a:lnTo>
                  <a:lnTo>
                    <a:pt x="27139" y="3467"/>
                  </a:lnTo>
                  <a:lnTo>
                    <a:pt x="26764" y="3592"/>
                  </a:lnTo>
                  <a:lnTo>
                    <a:pt x="26108" y="3842"/>
                  </a:lnTo>
                  <a:lnTo>
                    <a:pt x="25671" y="4060"/>
                  </a:lnTo>
                  <a:lnTo>
                    <a:pt x="25515" y="4154"/>
                  </a:lnTo>
                  <a:lnTo>
                    <a:pt x="25515" y="4154"/>
                  </a:lnTo>
                  <a:lnTo>
                    <a:pt x="25640" y="4060"/>
                  </a:lnTo>
                  <a:lnTo>
                    <a:pt x="25983" y="3779"/>
                  </a:lnTo>
                  <a:lnTo>
                    <a:pt x="26420" y="3404"/>
                  </a:lnTo>
                  <a:lnTo>
                    <a:pt x="26639" y="3155"/>
                  </a:lnTo>
                  <a:lnTo>
                    <a:pt x="26889" y="2905"/>
                  </a:lnTo>
                  <a:lnTo>
                    <a:pt x="27076" y="2624"/>
                  </a:lnTo>
                  <a:lnTo>
                    <a:pt x="27263" y="2311"/>
                  </a:lnTo>
                  <a:lnTo>
                    <a:pt x="27388" y="2030"/>
                  </a:lnTo>
                  <a:lnTo>
                    <a:pt x="27482" y="1718"/>
                  </a:lnTo>
                  <a:lnTo>
                    <a:pt x="27513" y="1406"/>
                  </a:lnTo>
                  <a:lnTo>
                    <a:pt x="27482" y="1218"/>
                  </a:lnTo>
                  <a:lnTo>
                    <a:pt x="27451" y="1062"/>
                  </a:lnTo>
                  <a:lnTo>
                    <a:pt x="27388" y="906"/>
                  </a:lnTo>
                  <a:lnTo>
                    <a:pt x="27295" y="750"/>
                  </a:lnTo>
                  <a:lnTo>
                    <a:pt x="27170" y="625"/>
                  </a:lnTo>
                  <a:lnTo>
                    <a:pt x="27045" y="469"/>
                  </a:lnTo>
                  <a:lnTo>
                    <a:pt x="26857" y="313"/>
                  </a:lnTo>
                  <a:lnTo>
                    <a:pt x="26639" y="188"/>
                  </a:lnTo>
                  <a:lnTo>
                    <a:pt x="26420" y="94"/>
                  </a:lnTo>
                  <a:lnTo>
                    <a:pt x="26170" y="32"/>
                  </a:lnTo>
                  <a:lnTo>
                    <a:pt x="25921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7" name="Google Shape;3607;p61"/>
            <p:cNvSpPr/>
            <p:nvPr/>
          </p:nvSpPr>
          <p:spPr>
            <a:xfrm>
              <a:off x="4645375" y="2920725"/>
              <a:ext cx="289675" cy="124925"/>
            </a:xfrm>
            <a:custGeom>
              <a:avLst/>
              <a:gdLst/>
              <a:ahLst/>
              <a:cxnLst/>
              <a:rect l="l" t="t" r="r" b="b"/>
              <a:pathLst>
                <a:path w="11587" h="4997" extrusionOk="0">
                  <a:moveTo>
                    <a:pt x="11431" y="0"/>
                  </a:moveTo>
                  <a:lnTo>
                    <a:pt x="11368" y="63"/>
                  </a:lnTo>
                  <a:lnTo>
                    <a:pt x="10619" y="656"/>
                  </a:lnTo>
                  <a:lnTo>
                    <a:pt x="9932" y="1187"/>
                  </a:lnTo>
                  <a:lnTo>
                    <a:pt x="9276" y="1686"/>
                  </a:lnTo>
                  <a:lnTo>
                    <a:pt x="8651" y="2092"/>
                  </a:lnTo>
                  <a:lnTo>
                    <a:pt x="7995" y="2498"/>
                  </a:lnTo>
                  <a:lnTo>
                    <a:pt x="7371" y="2842"/>
                  </a:lnTo>
                  <a:lnTo>
                    <a:pt x="6746" y="3154"/>
                  </a:lnTo>
                  <a:lnTo>
                    <a:pt x="6122" y="3435"/>
                  </a:lnTo>
                  <a:lnTo>
                    <a:pt x="5497" y="3685"/>
                  </a:lnTo>
                  <a:lnTo>
                    <a:pt x="4810" y="3904"/>
                  </a:lnTo>
                  <a:lnTo>
                    <a:pt x="4123" y="4091"/>
                  </a:lnTo>
                  <a:lnTo>
                    <a:pt x="3405" y="4279"/>
                  </a:lnTo>
                  <a:lnTo>
                    <a:pt x="2655" y="4435"/>
                  </a:lnTo>
                  <a:lnTo>
                    <a:pt x="1843" y="4560"/>
                  </a:lnTo>
                  <a:lnTo>
                    <a:pt x="94" y="4841"/>
                  </a:lnTo>
                  <a:lnTo>
                    <a:pt x="32" y="4872"/>
                  </a:lnTo>
                  <a:lnTo>
                    <a:pt x="1" y="4903"/>
                  </a:lnTo>
                  <a:lnTo>
                    <a:pt x="32" y="4966"/>
                  </a:lnTo>
                  <a:lnTo>
                    <a:pt x="94" y="4997"/>
                  </a:lnTo>
                  <a:lnTo>
                    <a:pt x="1874" y="4872"/>
                  </a:lnTo>
                  <a:lnTo>
                    <a:pt x="2686" y="4809"/>
                  </a:lnTo>
                  <a:lnTo>
                    <a:pt x="3498" y="4716"/>
                  </a:lnTo>
                  <a:lnTo>
                    <a:pt x="4248" y="4591"/>
                  </a:lnTo>
                  <a:lnTo>
                    <a:pt x="4997" y="4435"/>
                  </a:lnTo>
                  <a:lnTo>
                    <a:pt x="5684" y="4247"/>
                  </a:lnTo>
                  <a:lnTo>
                    <a:pt x="6371" y="4029"/>
                  </a:lnTo>
                  <a:lnTo>
                    <a:pt x="7058" y="3748"/>
                  </a:lnTo>
                  <a:lnTo>
                    <a:pt x="7714" y="3435"/>
                  </a:lnTo>
                  <a:lnTo>
                    <a:pt x="8339" y="3061"/>
                  </a:lnTo>
                  <a:lnTo>
                    <a:pt x="8995" y="2623"/>
                  </a:lnTo>
                  <a:lnTo>
                    <a:pt x="9619" y="2124"/>
                  </a:lnTo>
                  <a:lnTo>
                    <a:pt x="10244" y="1593"/>
                  </a:lnTo>
                  <a:lnTo>
                    <a:pt x="10868" y="937"/>
                  </a:lnTo>
                  <a:lnTo>
                    <a:pt x="11524" y="250"/>
                  </a:lnTo>
                  <a:lnTo>
                    <a:pt x="11587" y="187"/>
                  </a:lnTo>
                  <a:lnTo>
                    <a:pt x="11587" y="125"/>
                  </a:lnTo>
                  <a:lnTo>
                    <a:pt x="11587" y="63"/>
                  </a:lnTo>
                  <a:lnTo>
                    <a:pt x="11587" y="31"/>
                  </a:lnTo>
                  <a:lnTo>
                    <a:pt x="115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8" name="Google Shape;3608;p61"/>
            <p:cNvSpPr/>
            <p:nvPr/>
          </p:nvSpPr>
          <p:spPr>
            <a:xfrm>
              <a:off x="4685200" y="3042500"/>
              <a:ext cx="309200" cy="130425"/>
            </a:xfrm>
            <a:custGeom>
              <a:avLst/>
              <a:gdLst/>
              <a:ahLst/>
              <a:cxnLst/>
              <a:rect l="l" t="t" r="r" b="b"/>
              <a:pathLst>
                <a:path w="12368" h="5217" extrusionOk="0">
                  <a:moveTo>
                    <a:pt x="12211" y="1"/>
                  </a:moveTo>
                  <a:lnTo>
                    <a:pt x="12149" y="32"/>
                  </a:lnTo>
                  <a:lnTo>
                    <a:pt x="11337" y="594"/>
                  </a:lnTo>
                  <a:lnTo>
                    <a:pt x="10587" y="1094"/>
                  </a:lnTo>
                  <a:lnTo>
                    <a:pt x="9838" y="1531"/>
                  </a:lnTo>
                  <a:lnTo>
                    <a:pt x="9119" y="1968"/>
                  </a:lnTo>
                  <a:lnTo>
                    <a:pt x="8432" y="2343"/>
                  </a:lnTo>
                  <a:lnTo>
                    <a:pt x="7776" y="2687"/>
                  </a:lnTo>
                  <a:lnTo>
                    <a:pt x="7089" y="2999"/>
                  </a:lnTo>
                  <a:lnTo>
                    <a:pt x="6402" y="3280"/>
                  </a:lnTo>
                  <a:lnTo>
                    <a:pt x="5715" y="3561"/>
                  </a:lnTo>
                  <a:lnTo>
                    <a:pt x="4997" y="3811"/>
                  </a:lnTo>
                  <a:lnTo>
                    <a:pt x="4279" y="4029"/>
                  </a:lnTo>
                  <a:lnTo>
                    <a:pt x="3529" y="4248"/>
                  </a:lnTo>
                  <a:lnTo>
                    <a:pt x="1874" y="4685"/>
                  </a:lnTo>
                  <a:lnTo>
                    <a:pt x="63" y="5091"/>
                  </a:lnTo>
                  <a:lnTo>
                    <a:pt x="32" y="5091"/>
                  </a:lnTo>
                  <a:lnTo>
                    <a:pt x="0" y="5154"/>
                  </a:lnTo>
                  <a:lnTo>
                    <a:pt x="32" y="5185"/>
                  </a:lnTo>
                  <a:lnTo>
                    <a:pt x="63" y="5216"/>
                  </a:lnTo>
                  <a:lnTo>
                    <a:pt x="1937" y="4966"/>
                  </a:lnTo>
                  <a:lnTo>
                    <a:pt x="2780" y="4810"/>
                  </a:lnTo>
                  <a:lnTo>
                    <a:pt x="3623" y="4685"/>
                  </a:lnTo>
                  <a:lnTo>
                    <a:pt x="4404" y="4498"/>
                  </a:lnTo>
                  <a:lnTo>
                    <a:pt x="5153" y="4311"/>
                  </a:lnTo>
                  <a:lnTo>
                    <a:pt x="5903" y="4123"/>
                  </a:lnTo>
                  <a:lnTo>
                    <a:pt x="6621" y="3873"/>
                  </a:lnTo>
                  <a:lnTo>
                    <a:pt x="7339" y="3592"/>
                  </a:lnTo>
                  <a:lnTo>
                    <a:pt x="8026" y="3280"/>
                  </a:lnTo>
                  <a:lnTo>
                    <a:pt x="8713" y="2905"/>
                  </a:lnTo>
                  <a:lnTo>
                    <a:pt x="9400" y="2499"/>
                  </a:lnTo>
                  <a:lnTo>
                    <a:pt x="10119" y="2031"/>
                  </a:lnTo>
                  <a:lnTo>
                    <a:pt x="10806" y="1500"/>
                  </a:lnTo>
                  <a:lnTo>
                    <a:pt x="11524" y="938"/>
                  </a:lnTo>
                  <a:lnTo>
                    <a:pt x="12273" y="282"/>
                  </a:lnTo>
                  <a:lnTo>
                    <a:pt x="12336" y="219"/>
                  </a:lnTo>
                  <a:lnTo>
                    <a:pt x="12367" y="157"/>
                  </a:lnTo>
                  <a:lnTo>
                    <a:pt x="12367" y="95"/>
                  </a:lnTo>
                  <a:lnTo>
                    <a:pt x="12336" y="32"/>
                  </a:lnTo>
                  <a:lnTo>
                    <a:pt x="123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9" name="Google Shape;3609;p61"/>
            <p:cNvSpPr/>
            <p:nvPr/>
          </p:nvSpPr>
          <p:spPr>
            <a:xfrm>
              <a:off x="4719550" y="3184600"/>
              <a:ext cx="316225" cy="110900"/>
            </a:xfrm>
            <a:custGeom>
              <a:avLst/>
              <a:gdLst/>
              <a:ahLst/>
              <a:cxnLst/>
              <a:rect l="l" t="t" r="r" b="b"/>
              <a:pathLst>
                <a:path w="12649" h="4436" extrusionOk="0">
                  <a:moveTo>
                    <a:pt x="12586" y="1"/>
                  </a:moveTo>
                  <a:lnTo>
                    <a:pt x="12430" y="94"/>
                  </a:lnTo>
                  <a:lnTo>
                    <a:pt x="10837" y="1031"/>
                  </a:lnTo>
                  <a:lnTo>
                    <a:pt x="10088" y="1437"/>
                  </a:lnTo>
                  <a:lnTo>
                    <a:pt x="9338" y="1812"/>
                  </a:lnTo>
                  <a:lnTo>
                    <a:pt x="8620" y="2155"/>
                  </a:lnTo>
                  <a:lnTo>
                    <a:pt x="7933" y="2468"/>
                  </a:lnTo>
                  <a:lnTo>
                    <a:pt x="7246" y="2749"/>
                  </a:lnTo>
                  <a:lnTo>
                    <a:pt x="6527" y="2999"/>
                  </a:lnTo>
                  <a:lnTo>
                    <a:pt x="5809" y="3248"/>
                  </a:lnTo>
                  <a:lnTo>
                    <a:pt x="5091" y="3436"/>
                  </a:lnTo>
                  <a:lnTo>
                    <a:pt x="4341" y="3623"/>
                  </a:lnTo>
                  <a:lnTo>
                    <a:pt x="3561" y="3811"/>
                  </a:lnTo>
                  <a:lnTo>
                    <a:pt x="2780" y="3936"/>
                  </a:lnTo>
                  <a:lnTo>
                    <a:pt x="1905" y="4060"/>
                  </a:lnTo>
                  <a:lnTo>
                    <a:pt x="1031" y="4154"/>
                  </a:lnTo>
                  <a:lnTo>
                    <a:pt x="63" y="4248"/>
                  </a:lnTo>
                  <a:lnTo>
                    <a:pt x="0" y="4279"/>
                  </a:lnTo>
                  <a:lnTo>
                    <a:pt x="0" y="4373"/>
                  </a:lnTo>
                  <a:lnTo>
                    <a:pt x="32" y="4404"/>
                  </a:lnTo>
                  <a:lnTo>
                    <a:pt x="63" y="4435"/>
                  </a:lnTo>
                  <a:lnTo>
                    <a:pt x="1062" y="4435"/>
                  </a:lnTo>
                  <a:lnTo>
                    <a:pt x="1999" y="4404"/>
                  </a:lnTo>
                  <a:lnTo>
                    <a:pt x="2873" y="4341"/>
                  </a:lnTo>
                  <a:lnTo>
                    <a:pt x="3748" y="4248"/>
                  </a:lnTo>
                  <a:lnTo>
                    <a:pt x="4560" y="4092"/>
                  </a:lnTo>
                  <a:lnTo>
                    <a:pt x="5372" y="3936"/>
                  </a:lnTo>
                  <a:lnTo>
                    <a:pt x="6153" y="3717"/>
                  </a:lnTo>
                  <a:lnTo>
                    <a:pt x="6902" y="3498"/>
                  </a:lnTo>
                  <a:lnTo>
                    <a:pt x="7620" y="3217"/>
                  </a:lnTo>
                  <a:lnTo>
                    <a:pt x="8339" y="2905"/>
                  </a:lnTo>
                  <a:lnTo>
                    <a:pt x="9026" y="2561"/>
                  </a:lnTo>
                  <a:lnTo>
                    <a:pt x="9744" y="2155"/>
                  </a:lnTo>
                  <a:lnTo>
                    <a:pt x="10431" y="1749"/>
                  </a:lnTo>
                  <a:lnTo>
                    <a:pt x="11118" y="1281"/>
                  </a:lnTo>
                  <a:lnTo>
                    <a:pt x="11805" y="781"/>
                  </a:lnTo>
                  <a:lnTo>
                    <a:pt x="12492" y="219"/>
                  </a:lnTo>
                  <a:lnTo>
                    <a:pt x="12617" y="94"/>
                  </a:lnTo>
                  <a:lnTo>
                    <a:pt x="12648" y="63"/>
                  </a:lnTo>
                  <a:lnTo>
                    <a:pt x="12648" y="32"/>
                  </a:lnTo>
                  <a:lnTo>
                    <a:pt x="126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0" name="Google Shape;3610;p61"/>
            <p:cNvSpPr/>
            <p:nvPr/>
          </p:nvSpPr>
          <p:spPr>
            <a:xfrm>
              <a:off x="4202700" y="2751300"/>
              <a:ext cx="517650" cy="477825"/>
            </a:xfrm>
            <a:custGeom>
              <a:avLst/>
              <a:gdLst/>
              <a:ahLst/>
              <a:cxnLst/>
              <a:rect l="l" t="t" r="r" b="b"/>
              <a:pathLst>
                <a:path w="20706" h="19113" extrusionOk="0">
                  <a:moveTo>
                    <a:pt x="18301" y="0"/>
                  </a:moveTo>
                  <a:lnTo>
                    <a:pt x="17832" y="32"/>
                  </a:lnTo>
                  <a:lnTo>
                    <a:pt x="17364" y="94"/>
                  </a:lnTo>
                  <a:lnTo>
                    <a:pt x="16302" y="219"/>
                  </a:lnTo>
                  <a:lnTo>
                    <a:pt x="15178" y="438"/>
                  </a:lnTo>
                  <a:lnTo>
                    <a:pt x="14022" y="719"/>
                  </a:lnTo>
                  <a:lnTo>
                    <a:pt x="12836" y="1062"/>
                  </a:lnTo>
                  <a:lnTo>
                    <a:pt x="11649" y="1437"/>
                  </a:lnTo>
                  <a:lnTo>
                    <a:pt x="10525" y="1812"/>
                  </a:lnTo>
                  <a:lnTo>
                    <a:pt x="9463" y="2218"/>
                  </a:lnTo>
                  <a:lnTo>
                    <a:pt x="8495" y="2624"/>
                  </a:lnTo>
                  <a:lnTo>
                    <a:pt x="7652" y="3030"/>
                  </a:lnTo>
                  <a:lnTo>
                    <a:pt x="6933" y="3404"/>
                  </a:lnTo>
                  <a:lnTo>
                    <a:pt x="6652" y="3592"/>
                  </a:lnTo>
                  <a:lnTo>
                    <a:pt x="6402" y="3779"/>
                  </a:lnTo>
                  <a:lnTo>
                    <a:pt x="5965" y="4154"/>
                  </a:lnTo>
                  <a:lnTo>
                    <a:pt x="5466" y="4591"/>
                  </a:lnTo>
                  <a:lnTo>
                    <a:pt x="4435" y="5590"/>
                  </a:lnTo>
                  <a:lnTo>
                    <a:pt x="3373" y="6715"/>
                  </a:lnTo>
                  <a:lnTo>
                    <a:pt x="2343" y="7839"/>
                  </a:lnTo>
                  <a:lnTo>
                    <a:pt x="1437" y="8869"/>
                  </a:lnTo>
                  <a:lnTo>
                    <a:pt x="687" y="9744"/>
                  </a:lnTo>
                  <a:lnTo>
                    <a:pt x="0" y="10556"/>
                  </a:lnTo>
                  <a:lnTo>
                    <a:pt x="375" y="11024"/>
                  </a:lnTo>
                  <a:lnTo>
                    <a:pt x="1312" y="12242"/>
                  </a:lnTo>
                  <a:lnTo>
                    <a:pt x="1968" y="13054"/>
                  </a:lnTo>
                  <a:lnTo>
                    <a:pt x="2686" y="13929"/>
                  </a:lnTo>
                  <a:lnTo>
                    <a:pt x="3529" y="14865"/>
                  </a:lnTo>
                  <a:lnTo>
                    <a:pt x="4404" y="15771"/>
                  </a:lnTo>
                  <a:lnTo>
                    <a:pt x="5341" y="16646"/>
                  </a:lnTo>
                  <a:lnTo>
                    <a:pt x="5809" y="17052"/>
                  </a:lnTo>
                  <a:lnTo>
                    <a:pt x="6309" y="17458"/>
                  </a:lnTo>
                  <a:lnTo>
                    <a:pt x="6777" y="17801"/>
                  </a:lnTo>
                  <a:lnTo>
                    <a:pt x="7277" y="18145"/>
                  </a:lnTo>
                  <a:lnTo>
                    <a:pt x="7745" y="18426"/>
                  </a:lnTo>
                  <a:lnTo>
                    <a:pt x="8214" y="18675"/>
                  </a:lnTo>
                  <a:lnTo>
                    <a:pt x="8713" y="18863"/>
                  </a:lnTo>
                  <a:lnTo>
                    <a:pt x="9151" y="19019"/>
                  </a:lnTo>
                  <a:lnTo>
                    <a:pt x="9619" y="19113"/>
                  </a:lnTo>
                  <a:lnTo>
                    <a:pt x="10056" y="19113"/>
                  </a:lnTo>
                  <a:lnTo>
                    <a:pt x="10462" y="19081"/>
                  </a:lnTo>
                  <a:lnTo>
                    <a:pt x="10681" y="19050"/>
                  </a:lnTo>
                  <a:lnTo>
                    <a:pt x="10868" y="18988"/>
                  </a:lnTo>
                  <a:lnTo>
                    <a:pt x="11056" y="18894"/>
                  </a:lnTo>
                  <a:lnTo>
                    <a:pt x="11243" y="18800"/>
                  </a:lnTo>
                  <a:lnTo>
                    <a:pt x="11430" y="18675"/>
                  </a:lnTo>
                  <a:lnTo>
                    <a:pt x="11618" y="18519"/>
                  </a:lnTo>
                  <a:lnTo>
                    <a:pt x="11961" y="18207"/>
                  </a:lnTo>
                  <a:lnTo>
                    <a:pt x="12242" y="17864"/>
                  </a:lnTo>
                  <a:lnTo>
                    <a:pt x="12492" y="17520"/>
                  </a:lnTo>
                  <a:lnTo>
                    <a:pt x="12742" y="17145"/>
                  </a:lnTo>
                  <a:lnTo>
                    <a:pt x="12929" y="16770"/>
                  </a:lnTo>
                  <a:lnTo>
                    <a:pt x="13117" y="16365"/>
                  </a:lnTo>
                  <a:lnTo>
                    <a:pt x="13242" y="15959"/>
                  </a:lnTo>
                  <a:lnTo>
                    <a:pt x="13367" y="15553"/>
                  </a:lnTo>
                  <a:lnTo>
                    <a:pt x="13460" y="15115"/>
                  </a:lnTo>
                  <a:lnTo>
                    <a:pt x="13523" y="14709"/>
                  </a:lnTo>
                  <a:lnTo>
                    <a:pt x="13554" y="14272"/>
                  </a:lnTo>
                  <a:lnTo>
                    <a:pt x="13585" y="13866"/>
                  </a:lnTo>
                  <a:lnTo>
                    <a:pt x="13617" y="12992"/>
                  </a:lnTo>
                  <a:lnTo>
                    <a:pt x="13554" y="12180"/>
                  </a:lnTo>
                  <a:lnTo>
                    <a:pt x="13460" y="11399"/>
                  </a:lnTo>
                  <a:lnTo>
                    <a:pt x="13335" y="10681"/>
                  </a:lnTo>
                  <a:lnTo>
                    <a:pt x="13179" y="10025"/>
                  </a:lnTo>
                  <a:lnTo>
                    <a:pt x="13054" y="9432"/>
                  </a:lnTo>
                  <a:lnTo>
                    <a:pt x="12773" y="8620"/>
                  </a:lnTo>
                  <a:lnTo>
                    <a:pt x="12680" y="8307"/>
                  </a:lnTo>
                  <a:lnTo>
                    <a:pt x="13304" y="8057"/>
                  </a:lnTo>
                  <a:lnTo>
                    <a:pt x="13960" y="7745"/>
                  </a:lnTo>
                  <a:lnTo>
                    <a:pt x="14678" y="7402"/>
                  </a:lnTo>
                  <a:lnTo>
                    <a:pt x="15397" y="7027"/>
                  </a:lnTo>
                  <a:lnTo>
                    <a:pt x="16115" y="6621"/>
                  </a:lnTo>
                  <a:lnTo>
                    <a:pt x="16864" y="6184"/>
                  </a:lnTo>
                  <a:lnTo>
                    <a:pt x="17551" y="5684"/>
                  </a:lnTo>
                  <a:lnTo>
                    <a:pt x="18238" y="5216"/>
                  </a:lnTo>
                  <a:lnTo>
                    <a:pt x="18863" y="4685"/>
                  </a:lnTo>
                  <a:lnTo>
                    <a:pt x="19394" y="4154"/>
                  </a:lnTo>
                  <a:lnTo>
                    <a:pt x="19894" y="3592"/>
                  </a:lnTo>
                  <a:lnTo>
                    <a:pt x="20081" y="3342"/>
                  </a:lnTo>
                  <a:lnTo>
                    <a:pt x="20268" y="3061"/>
                  </a:lnTo>
                  <a:lnTo>
                    <a:pt x="20425" y="2748"/>
                  </a:lnTo>
                  <a:lnTo>
                    <a:pt x="20549" y="2467"/>
                  </a:lnTo>
                  <a:lnTo>
                    <a:pt x="20643" y="2186"/>
                  </a:lnTo>
                  <a:lnTo>
                    <a:pt x="20706" y="1905"/>
                  </a:lnTo>
                  <a:lnTo>
                    <a:pt x="20706" y="1624"/>
                  </a:lnTo>
                  <a:lnTo>
                    <a:pt x="20706" y="1343"/>
                  </a:lnTo>
                  <a:lnTo>
                    <a:pt x="20674" y="1062"/>
                  </a:lnTo>
                  <a:lnTo>
                    <a:pt x="20581" y="781"/>
                  </a:lnTo>
                  <a:lnTo>
                    <a:pt x="20456" y="562"/>
                  </a:lnTo>
                  <a:lnTo>
                    <a:pt x="20300" y="406"/>
                  </a:lnTo>
                  <a:lnTo>
                    <a:pt x="20081" y="281"/>
                  </a:lnTo>
                  <a:lnTo>
                    <a:pt x="19800" y="156"/>
                  </a:lnTo>
                  <a:lnTo>
                    <a:pt x="19488" y="94"/>
                  </a:lnTo>
                  <a:lnTo>
                    <a:pt x="19113" y="32"/>
                  </a:lnTo>
                  <a:lnTo>
                    <a:pt x="18738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1" name="Google Shape;3611;p61"/>
            <p:cNvSpPr/>
            <p:nvPr/>
          </p:nvSpPr>
          <p:spPr>
            <a:xfrm>
              <a:off x="4498600" y="2793450"/>
              <a:ext cx="220975" cy="424750"/>
            </a:xfrm>
            <a:custGeom>
              <a:avLst/>
              <a:gdLst/>
              <a:ahLst/>
              <a:cxnLst/>
              <a:rect l="l" t="t" r="r" b="b"/>
              <a:pathLst>
                <a:path w="8839" h="16990" extrusionOk="0">
                  <a:moveTo>
                    <a:pt x="8807" y="1"/>
                  </a:moveTo>
                  <a:lnTo>
                    <a:pt x="8776" y="32"/>
                  </a:lnTo>
                  <a:lnTo>
                    <a:pt x="8682" y="344"/>
                  </a:lnTo>
                  <a:lnTo>
                    <a:pt x="8589" y="657"/>
                  </a:lnTo>
                  <a:lnTo>
                    <a:pt x="8432" y="938"/>
                  </a:lnTo>
                  <a:lnTo>
                    <a:pt x="8307" y="1250"/>
                  </a:lnTo>
                  <a:lnTo>
                    <a:pt x="7964" y="1781"/>
                  </a:lnTo>
                  <a:lnTo>
                    <a:pt x="7558" y="2280"/>
                  </a:lnTo>
                  <a:lnTo>
                    <a:pt x="7090" y="2749"/>
                  </a:lnTo>
                  <a:lnTo>
                    <a:pt x="6621" y="3186"/>
                  </a:lnTo>
                  <a:lnTo>
                    <a:pt x="6090" y="3561"/>
                  </a:lnTo>
                  <a:lnTo>
                    <a:pt x="5528" y="3936"/>
                  </a:lnTo>
                  <a:lnTo>
                    <a:pt x="4935" y="4279"/>
                  </a:lnTo>
                  <a:lnTo>
                    <a:pt x="4341" y="4623"/>
                  </a:lnTo>
                  <a:lnTo>
                    <a:pt x="3123" y="5216"/>
                  </a:lnTo>
                  <a:lnTo>
                    <a:pt x="1905" y="5747"/>
                  </a:lnTo>
                  <a:lnTo>
                    <a:pt x="750" y="6278"/>
                  </a:lnTo>
                  <a:lnTo>
                    <a:pt x="656" y="6371"/>
                  </a:lnTo>
                  <a:lnTo>
                    <a:pt x="594" y="6465"/>
                  </a:lnTo>
                  <a:lnTo>
                    <a:pt x="563" y="6559"/>
                  </a:lnTo>
                  <a:lnTo>
                    <a:pt x="594" y="6684"/>
                  </a:lnTo>
                  <a:lnTo>
                    <a:pt x="656" y="6777"/>
                  </a:lnTo>
                  <a:lnTo>
                    <a:pt x="812" y="7340"/>
                  </a:lnTo>
                  <a:lnTo>
                    <a:pt x="969" y="7964"/>
                  </a:lnTo>
                  <a:lnTo>
                    <a:pt x="1125" y="8589"/>
                  </a:lnTo>
                  <a:lnTo>
                    <a:pt x="1218" y="9245"/>
                  </a:lnTo>
                  <a:lnTo>
                    <a:pt x="1312" y="9900"/>
                  </a:lnTo>
                  <a:lnTo>
                    <a:pt x="1406" y="10587"/>
                  </a:lnTo>
                  <a:lnTo>
                    <a:pt x="1437" y="11274"/>
                  </a:lnTo>
                  <a:lnTo>
                    <a:pt x="1437" y="11962"/>
                  </a:lnTo>
                  <a:lnTo>
                    <a:pt x="1406" y="12649"/>
                  </a:lnTo>
                  <a:lnTo>
                    <a:pt x="1343" y="13304"/>
                  </a:lnTo>
                  <a:lnTo>
                    <a:pt x="1250" y="13960"/>
                  </a:lnTo>
                  <a:lnTo>
                    <a:pt x="1093" y="14616"/>
                  </a:lnTo>
                  <a:lnTo>
                    <a:pt x="906" y="15209"/>
                  </a:lnTo>
                  <a:lnTo>
                    <a:pt x="656" y="15803"/>
                  </a:lnTo>
                  <a:lnTo>
                    <a:pt x="375" y="16334"/>
                  </a:lnTo>
                  <a:lnTo>
                    <a:pt x="0" y="16865"/>
                  </a:lnTo>
                  <a:lnTo>
                    <a:pt x="0" y="16896"/>
                  </a:lnTo>
                  <a:lnTo>
                    <a:pt x="0" y="16958"/>
                  </a:lnTo>
                  <a:lnTo>
                    <a:pt x="63" y="16989"/>
                  </a:lnTo>
                  <a:lnTo>
                    <a:pt x="125" y="16958"/>
                  </a:lnTo>
                  <a:lnTo>
                    <a:pt x="563" y="16459"/>
                  </a:lnTo>
                  <a:lnTo>
                    <a:pt x="969" y="15928"/>
                  </a:lnTo>
                  <a:lnTo>
                    <a:pt x="1281" y="15366"/>
                  </a:lnTo>
                  <a:lnTo>
                    <a:pt x="1562" y="14772"/>
                  </a:lnTo>
                  <a:lnTo>
                    <a:pt x="1781" y="14148"/>
                  </a:lnTo>
                  <a:lnTo>
                    <a:pt x="1968" y="13492"/>
                  </a:lnTo>
                  <a:lnTo>
                    <a:pt x="2093" y="12836"/>
                  </a:lnTo>
                  <a:lnTo>
                    <a:pt x="2155" y="12149"/>
                  </a:lnTo>
                  <a:lnTo>
                    <a:pt x="2186" y="11462"/>
                  </a:lnTo>
                  <a:lnTo>
                    <a:pt x="2186" y="10775"/>
                  </a:lnTo>
                  <a:lnTo>
                    <a:pt x="2124" y="10088"/>
                  </a:lnTo>
                  <a:lnTo>
                    <a:pt x="2062" y="9401"/>
                  </a:lnTo>
                  <a:lnTo>
                    <a:pt x="1937" y="8714"/>
                  </a:lnTo>
                  <a:lnTo>
                    <a:pt x="1781" y="8058"/>
                  </a:lnTo>
                  <a:lnTo>
                    <a:pt x="1593" y="7433"/>
                  </a:lnTo>
                  <a:lnTo>
                    <a:pt x="1375" y="6809"/>
                  </a:lnTo>
                  <a:lnTo>
                    <a:pt x="2530" y="6278"/>
                  </a:lnTo>
                  <a:lnTo>
                    <a:pt x="3779" y="5684"/>
                  </a:lnTo>
                  <a:lnTo>
                    <a:pt x="4373" y="5372"/>
                  </a:lnTo>
                  <a:lnTo>
                    <a:pt x="4997" y="5060"/>
                  </a:lnTo>
                  <a:lnTo>
                    <a:pt x="5559" y="4716"/>
                  </a:lnTo>
                  <a:lnTo>
                    <a:pt x="6121" y="4310"/>
                  </a:lnTo>
                  <a:lnTo>
                    <a:pt x="6652" y="3936"/>
                  </a:lnTo>
                  <a:lnTo>
                    <a:pt x="7152" y="3498"/>
                  </a:lnTo>
                  <a:lnTo>
                    <a:pt x="7589" y="2999"/>
                  </a:lnTo>
                  <a:lnTo>
                    <a:pt x="7964" y="2499"/>
                  </a:lnTo>
                  <a:lnTo>
                    <a:pt x="8151" y="2249"/>
                  </a:lnTo>
                  <a:lnTo>
                    <a:pt x="8307" y="1968"/>
                  </a:lnTo>
                  <a:lnTo>
                    <a:pt x="8432" y="1656"/>
                  </a:lnTo>
                  <a:lnTo>
                    <a:pt x="8557" y="1375"/>
                  </a:lnTo>
                  <a:lnTo>
                    <a:pt x="8651" y="1062"/>
                  </a:lnTo>
                  <a:lnTo>
                    <a:pt x="8745" y="719"/>
                  </a:lnTo>
                  <a:lnTo>
                    <a:pt x="8807" y="375"/>
                  </a:lnTo>
                  <a:lnTo>
                    <a:pt x="8838" y="32"/>
                  </a:lnTo>
                  <a:lnTo>
                    <a:pt x="880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2" name="Google Shape;3612;p61"/>
            <p:cNvSpPr/>
            <p:nvPr/>
          </p:nvSpPr>
          <p:spPr>
            <a:xfrm>
              <a:off x="4895225" y="3850575"/>
              <a:ext cx="988425" cy="572300"/>
            </a:xfrm>
            <a:custGeom>
              <a:avLst/>
              <a:gdLst/>
              <a:ahLst/>
              <a:cxnLst/>
              <a:rect l="l" t="t" r="r" b="b"/>
              <a:pathLst>
                <a:path w="39537" h="22892" extrusionOk="0">
                  <a:moveTo>
                    <a:pt x="0" y="0"/>
                  </a:moveTo>
                  <a:lnTo>
                    <a:pt x="0" y="63"/>
                  </a:lnTo>
                  <a:lnTo>
                    <a:pt x="2311" y="15740"/>
                  </a:lnTo>
                  <a:lnTo>
                    <a:pt x="2530" y="17176"/>
                  </a:lnTo>
                  <a:lnTo>
                    <a:pt x="3404" y="22891"/>
                  </a:lnTo>
                  <a:lnTo>
                    <a:pt x="39537" y="22891"/>
                  </a:lnTo>
                  <a:lnTo>
                    <a:pt x="33884" y="750"/>
                  </a:lnTo>
                  <a:lnTo>
                    <a:pt x="33822" y="562"/>
                  </a:lnTo>
                  <a:lnTo>
                    <a:pt x="33759" y="250"/>
                  </a:lnTo>
                  <a:lnTo>
                    <a:pt x="33759" y="125"/>
                  </a:lnTo>
                  <a:lnTo>
                    <a:pt x="33759" y="63"/>
                  </a:lnTo>
                  <a:lnTo>
                    <a:pt x="3375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3" name="Google Shape;3613;p61"/>
            <p:cNvSpPr/>
            <p:nvPr/>
          </p:nvSpPr>
          <p:spPr>
            <a:xfrm>
              <a:off x="5020900" y="3926300"/>
              <a:ext cx="139000" cy="496575"/>
            </a:xfrm>
            <a:custGeom>
              <a:avLst/>
              <a:gdLst/>
              <a:ahLst/>
              <a:cxnLst/>
              <a:rect l="l" t="t" r="r" b="b"/>
              <a:pathLst>
                <a:path w="5560" h="19863" extrusionOk="0">
                  <a:moveTo>
                    <a:pt x="95" y="1"/>
                  </a:moveTo>
                  <a:lnTo>
                    <a:pt x="32" y="32"/>
                  </a:lnTo>
                  <a:lnTo>
                    <a:pt x="1" y="94"/>
                  </a:lnTo>
                  <a:lnTo>
                    <a:pt x="1562" y="6590"/>
                  </a:lnTo>
                  <a:lnTo>
                    <a:pt x="1875" y="7839"/>
                  </a:lnTo>
                  <a:lnTo>
                    <a:pt x="2093" y="8838"/>
                  </a:lnTo>
                  <a:lnTo>
                    <a:pt x="3467" y="14335"/>
                  </a:lnTo>
                  <a:lnTo>
                    <a:pt x="4873" y="19862"/>
                  </a:lnTo>
                  <a:lnTo>
                    <a:pt x="5560" y="19862"/>
                  </a:lnTo>
                  <a:lnTo>
                    <a:pt x="3873" y="13492"/>
                  </a:lnTo>
                  <a:lnTo>
                    <a:pt x="2156" y="7152"/>
                  </a:lnTo>
                  <a:lnTo>
                    <a:pt x="1844" y="6028"/>
                  </a:lnTo>
                  <a:lnTo>
                    <a:pt x="188" y="63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4" name="Google Shape;3614;p61"/>
            <p:cNvSpPr/>
            <p:nvPr/>
          </p:nvSpPr>
          <p:spPr>
            <a:xfrm>
              <a:off x="4437700" y="3849800"/>
              <a:ext cx="1302300" cy="573075"/>
            </a:xfrm>
            <a:custGeom>
              <a:avLst/>
              <a:gdLst/>
              <a:ahLst/>
              <a:cxnLst/>
              <a:rect l="l" t="t" r="r" b="b"/>
              <a:pathLst>
                <a:path w="52092" h="22923" extrusionOk="0">
                  <a:moveTo>
                    <a:pt x="6465" y="0"/>
                  </a:moveTo>
                  <a:lnTo>
                    <a:pt x="5716" y="1312"/>
                  </a:lnTo>
                  <a:lnTo>
                    <a:pt x="5028" y="2623"/>
                  </a:lnTo>
                  <a:lnTo>
                    <a:pt x="4373" y="3997"/>
                  </a:lnTo>
                  <a:lnTo>
                    <a:pt x="3748" y="5371"/>
                  </a:lnTo>
                  <a:lnTo>
                    <a:pt x="3186" y="6746"/>
                  </a:lnTo>
                  <a:lnTo>
                    <a:pt x="2655" y="8182"/>
                  </a:lnTo>
                  <a:lnTo>
                    <a:pt x="2187" y="9587"/>
                  </a:lnTo>
                  <a:lnTo>
                    <a:pt x="1749" y="11024"/>
                  </a:lnTo>
                  <a:lnTo>
                    <a:pt x="1375" y="12492"/>
                  </a:lnTo>
                  <a:lnTo>
                    <a:pt x="1031" y="13960"/>
                  </a:lnTo>
                  <a:lnTo>
                    <a:pt x="750" y="15427"/>
                  </a:lnTo>
                  <a:lnTo>
                    <a:pt x="500" y="16895"/>
                  </a:lnTo>
                  <a:lnTo>
                    <a:pt x="313" y="18394"/>
                  </a:lnTo>
                  <a:lnTo>
                    <a:pt x="157" y="19893"/>
                  </a:lnTo>
                  <a:lnTo>
                    <a:pt x="63" y="21423"/>
                  </a:lnTo>
                  <a:lnTo>
                    <a:pt x="1" y="22922"/>
                  </a:lnTo>
                  <a:lnTo>
                    <a:pt x="47969" y="22922"/>
                  </a:lnTo>
                  <a:lnTo>
                    <a:pt x="48656" y="20112"/>
                  </a:lnTo>
                  <a:lnTo>
                    <a:pt x="49281" y="17270"/>
                  </a:lnTo>
                  <a:lnTo>
                    <a:pt x="49874" y="14428"/>
                  </a:lnTo>
                  <a:lnTo>
                    <a:pt x="50436" y="11586"/>
                  </a:lnTo>
                  <a:lnTo>
                    <a:pt x="50905" y="8713"/>
                  </a:lnTo>
                  <a:lnTo>
                    <a:pt x="51373" y="5871"/>
                  </a:lnTo>
                  <a:lnTo>
                    <a:pt x="51748" y="2998"/>
                  </a:lnTo>
                  <a:lnTo>
                    <a:pt x="52091" y="94"/>
                  </a:lnTo>
                  <a:lnTo>
                    <a:pt x="5209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5" name="Google Shape;3615;p61"/>
            <p:cNvSpPr/>
            <p:nvPr/>
          </p:nvSpPr>
          <p:spPr>
            <a:xfrm>
              <a:off x="5432350" y="3995775"/>
              <a:ext cx="38300" cy="427100"/>
            </a:xfrm>
            <a:custGeom>
              <a:avLst/>
              <a:gdLst/>
              <a:ahLst/>
              <a:cxnLst/>
              <a:rect l="l" t="t" r="r" b="b"/>
              <a:pathLst>
                <a:path w="1532" h="17084" extrusionOk="0">
                  <a:moveTo>
                    <a:pt x="1031" y="1"/>
                  </a:moveTo>
                  <a:lnTo>
                    <a:pt x="938" y="32"/>
                  </a:lnTo>
                  <a:lnTo>
                    <a:pt x="907" y="95"/>
                  </a:lnTo>
                  <a:lnTo>
                    <a:pt x="907" y="2218"/>
                  </a:lnTo>
                  <a:lnTo>
                    <a:pt x="875" y="4342"/>
                  </a:lnTo>
                  <a:lnTo>
                    <a:pt x="844" y="6497"/>
                  </a:lnTo>
                  <a:lnTo>
                    <a:pt x="750" y="8620"/>
                  </a:lnTo>
                  <a:lnTo>
                    <a:pt x="594" y="10744"/>
                  </a:lnTo>
                  <a:lnTo>
                    <a:pt x="438" y="12867"/>
                  </a:lnTo>
                  <a:lnTo>
                    <a:pt x="251" y="14960"/>
                  </a:lnTo>
                  <a:lnTo>
                    <a:pt x="1" y="17083"/>
                  </a:lnTo>
                  <a:lnTo>
                    <a:pt x="844" y="17083"/>
                  </a:lnTo>
                  <a:lnTo>
                    <a:pt x="1094" y="15210"/>
                  </a:lnTo>
                  <a:lnTo>
                    <a:pt x="1250" y="13336"/>
                  </a:lnTo>
                  <a:lnTo>
                    <a:pt x="1406" y="11681"/>
                  </a:lnTo>
                  <a:lnTo>
                    <a:pt x="1500" y="10026"/>
                  </a:lnTo>
                  <a:lnTo>
                    <a:pt x="1531" y="8370"/>
                  </a:lnTo>
                  <a:lnTo>
                    <a:pt x="1531" y="6715"/>
                  </a:lnTo>
                  <a:lnTo>
                    <a:pt x="1500" y="5060"/>
                  </a:lnTo>
                  <a:lnTo>
                    <a:pt x="1406" y="3405"/>
                  </a:lnTo>
                  <a:lnTo>
                    <a:pt x="1281" y="1750"/>
                  </a:lnTo>
                  <a:lnTo>
                    <a:pt x="1125" y="95"/>
                  </a:lnTo>
                  <a:lnTo>
                    <a:pt x="1094" y="32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6" name="Google Shape;3616;p61"/>
            <p:cNvSpPr/>
            <p:nvPr/>
          </p:nvSpPr>
          <p:spPr>
            <a:xfrm>
              <a:off x="5572125" y="3990325"/>
              <a:ext cx="45300" cy="432550"/>
            </a:xfrm>
            <a:custGeom>
              <a:avLst/>
              <a:gdLst/>
              <a:ahLst/>
              <a:cxnLst/>
              <a:rect l="l" t="t" r="r" b="b"/>
              <a:pathLst>
                <a:path w="1812" h="17302" extrusionOk="0">
                  <a:moveTo>
                    <a:pt x="1437" y="0"/>
                  </a:moveTo>
                  <a:lnTo>
                    <a:pt x="1343" y="32"/>
                  </a:lnTo>
                  <a:lnTo>
                    <a:pt x="1312" y="63"/>
                  </a:lnTo>
                  <a:lnTo>
                    <a:pt x="1312" y="94"/>
                  </a:lnTo>
                  <a:lnTo>
                    <a:pt x="1280" y="1749"/>
                  </a:lnTo>
                  <a:lnTo>
                    <a:pt x="1249" y="3404"/>
                  </a:lnTo>
                  <a:lnTo>
                    <a:pt x="1218" y="5028"/>
                  </a:lnTo>
                  <a:lnTo>
                    <a:pt x="1155" y="6683"/>
                  </a:lnTo>
                  <a:lnTo>
                    <a:pt x="1062" y="8307"/>
                  </a:lnTo>
                  <a:lnTo>
                    <a:pt x="937" y="9962"/>
                  </a:lnTo>
                  <a:lnTo>
                    <a:pt x="812" y="11586"/>
                  </a:lnTo>
                  <a:lnTo>
                    <a:pt x="656" y="13242"/>
                  </a:lnTo>
                  <a:lnTo>
                    <a:pt x="562" y="13897"/>
                  </a:lnTo>
                  <a:lnTo>
                    <a:pt x="437" y="14834"/>
                  </a:lnTo>
                  <a:lnTo>
                    <a:pt x="250" y="15990"/>
                  </a:lnTo>
                  <a:lnTo>
                    <a:pt x="0" y="17301"/>
                  </a:lnTo>
                  <a:lnTo>
                    <a:pt x="906" y="17301"/>
                  </a:lnTo>
                  <a:lnTo>
                    <a:pt x="1093" y="16271"/>
                  </a:lnTo>
                  <a:lnTo>
                    <a:pt x="1249" y="15209"/>
                  </a:lnTo>
                  <a:lnTo>
                    <a:pt x="1374" y="14116"/>
                  </a:lnTo>
                  <a:lnTo>
                    <a:pt x="1499" y="13054"/>
                  </a:lnTo>
                  <a:lnTo>
                    <a:pt x="1593" y="11992"/>
                  </a:lnTo>
                  <a:lnTo>
                    <a:pt x="1655" y="10899"/>
                  </a:lnTo>
                  <a:lnTo>
                    <a:pt x="1780" y="8745"/>
                  </a:lnTo>
                  <a:lnTo>
                    <a:pt x="1811" y="6558"/>
                  </a:lnTo>
                  <a:lnTo>
                    <a:pt x="1780" y="4404"/>
                  </a:lnTo>
                  <a:lnTo>
                    <a:pt x="1686" y="2249"/>
                  </a:lnTo>
                  <a:lnTo>
                    <a:pt x="1561" y="125"/>
                  </a:lnTo>
                  <a:lnTo>
                    <a:pt x="1530" y="63"/>
                  </a:lnTo>
                  <a:lnTo>
                    <a:pt x="1499" y="32"/>
                  </a:lnTo>
                  <a:lnTo>
                    <a:pt x="14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7" name="Google Shape;3617;p61"/>
            <p:cNvSpPr/>
            <p:nvPr/>
          </p:nvSpPr>
          <p:spPr>
            <a:xfrm>
              <a:off x="4636000" y="3957525"/>
              <a:ext cx="475500" cy="391950"/>
            </a:xfrm>
            <a:custGeom>
              <a:avLst/>
              <a:gdLst/>
              <a:ahLst/>
              <a:cxnLst/>
              <a:rect l="l" t="t" r="r" b="b"/>
              <a:pathLst>
                <a:path w="19020" h="15678" extrusionOk="0">
                  <a:moveTo>
                    <a:pt x="18895" y="1"/>
                  </a:moveTo>
                  <a:lnTo>
                    <a:pt x="18863" y="63"/>
                  </a:lnTo>
                  <a:lnTo>
                    <a:pt x="18676" y="813"/>
                  </a:lnTo>
                  <a:lnTo>
                    <a:pt x="18457" y="1562"/>
                  </a:lnTo>
                  <a:lnTo>
                    <a:pt x="18208" y="2312"/>
                  </a:lnTo>
                  <a:lnTo>
                    <a:pt x="17958" y="3061"/>
                  </a:lnTo>
                  <a:lnTo>
                    <a:pt x="17677" y="3779"/>
                  </a:lnTo>
                  <a:lnTo>
                    <a:pt x="17364" y="4498"/>
                  </a:lnTo>
                  <a:lnTo>
                    <a:pt x="17021" y="5185"/>
                  </a:lnTo>
                  <a:lnTo>
                    <a:pt x="16677" y="5903"/>
                  </a:lnTo>
                  <a:lnTo>
                    <a:pt x="16053" y="6996"/>
                  </a:lnTo>
                  <a:lnTo>
                    <a:pt x="15397" y="8120"/>
                  </a:lnTo>
                  <a:lnTo>
                    <a:pt x="15022" y="8651"/>
                  </a:lnTo>
                  <a:lnTo>
                    <a:pt x="14679" y="9182"/>
                  </a:lnTo>
                  <a:lnTo>
                    <a:pt x="14273" y="9682"/>
                  </a:lnTo>
                  <a:lnTo>
                    <a:pt x="13867" y="10181"/>
                  </a:lnTo>
                  <a:lnTo>
                    <a:pt x="13461" y="10650"/>
                  </a:lnTo>
                  <a:lnTo>
                    <a:pt x="13024" y="11118"/>
                  </a:lnTo>
                  <a:lnTo>
                    <a:pt x="12555" y="11556"/>
                  </a:lnTo>
                  <a:lnTo>
                    <a:pt x="12087" y="11962"/>
                  </a:lnTo>
                  <a:lnTo>
                    <a:pt x="11587" y="12368"/>
                  </a:lnTo>
                  <a:lnTo>
                    <a:pt x="11087" y="12711"/>
                  </a:lnTo>
                  <a:lnTo>
                    <a:pt x="10525" y="13055"/>
                  </a:lnTo>
                  <a:lnTo>
                    <a:pt x="9963" y="13336"/>
                  </a:lnTo>
                  <a:lnTo>
                    <a:pt x="9401" y="13617"/>
                  </a:lnTo>
                  <a:lnTo>
                    <a:pt x="8808" y="13835"/>
                  </a:lnTo>
                  <a:lnTo>
                    <a:pt x="8214" y="14023"/>
                  </a:lnTo>
                  <a:lnTo>
                    <a:pt x="7590" y="14210"/>
                  </a:lnTo>
                  <a:lnTo>
                    <a:pt x="6996" y="14335"/>
                  </a:lnTo>
                  <a:lnTo>
                    <a:pt x="6372" y="14460"/>
                  </a:lnTo>
                  <a:lnTo>
                    <a:pt x="5154" y="14678"/>
                  </a:lnTo>
                  <a:lnTo>
                    <a:pt x="3905" y="14803"/>
                  </a:lnTo>
                  <a:lnTo>
                    <a:pt x="2655" y="14928"/>
                  </a:lnTo>
                  <a:lnTo>
                    <a:pt x="1406" y="15022"/>
                  </a:lnTo>
                  <a:lnTo>
                    <a:pt x="157" y="15116"/>
                  </a:lnTo>
                  <a:lnTo>
                    <a:pt x="95" y="15147"/>
                  </a:lnTo>
                  <a:lnTo>
                    <a:pt x="63" y="15178"/>
                  </a:lnTo>
                  <a:lnTo>
                    <a:pt x="1" y="15241"/>
                  </a:lnTo>
                  <a:lnTo>
                    <a:pt x="1" y="15272"/>
                  </a:lnTo>
                  <a:lnTo>
                    <a:pt x="1" y="15366"/>
                  </a:lnTo>
                  <a:lnTo>
                    <a:pt x="32" y="15428"/>
                  </a:lnTo>
                  <a:lnTo>
                    <a:pt x="95" y="15490"/>
                  </a:lnTo>
                  <a:lnTo>
                    <a:pt x="157" y="15490"/>
                  </a:lnTo>
                  <a:lnTo>
                    <a:pt x="906" y="15584"/>
                  </a:lnTo>
                  <a:lnTo>
                    <a:pt x="1687" y="15647"/>
                  </a:lnTo>
                  <a:lnTo>
                    <a:pt x="2437" y="15678"/>
                  </a:lnTo>
                  <a:lnTo>
                    <a:pt x="3998" y="15678"/>
                  </a:lnTo>
                  <a:lnTo>
                    <a:pt x="4748" y="15647"/>
                  </a:lnTo>
                  <a:lnTo>
                    <a:pt x="5528" y="15615"/>
                  </a:lnTo>
                  <a:lnTo>
                    <a:pt x="6278" y="15553"/>
                  </a:lnTo>
                  <a:lnTo>
                    <a:pt x="6934" y="15459"/>
                  </a:lnTo>
                  <a:lnTo>
                    <a:pt x="7590" y="15366"/>
                  </a:lnTo>
                  <a:lnTo>
                    <a:pt x="8214" y="15209"/>
                  </a:lnTo>
                  <a:lnTo>
                    <a:pt x="8870" y="15053"/>
                  </a:lnTo>
                  <a:lnTo>
                    <a:pt x="9463" y="14835"/>
                  </a:lnTo>
                  <a:lnTo>
                    <a:pt x="10088" y="14616"/>
                  </a:lnTo>
                  <a:lnTo>
                    <a:pt x="10681" y="14335"/>
                  </a:lnTo>
                  <a:lnTo>
                    <a:pt x="11275" y="14054"/>
                  </a:lnTo>
                  <a:lnTo>
                    <a:pt x="11837" y="13679"/>
                  </a:lnTo>
                  <a:lnTo>
                    <a:pt x="12368" y="13304"/>
                  </a:lnTo>
                  <a:lnTo>
                    <a:pt x="12867" y="12898"/>
                  </a:lnTo>
                  <a:lnTo>
                    <a:pt x="13367" y="12461"/>
                  </a:lnTo>
                  <a:lnTo>
                    <a:pt x="13835" y="11993"/>
                  </a:lnTo>
                  <a:lnTo>
                    <a:pt x="14273" y="11524"/>
                  </a:lnTo>
                  <a:lnTo>
                    <a:pt x="14679" y="10993"/>
                  </a:lnTo>
                  <a:lnTo>
                    <a:pt x="15053" y="10463"/>
                  </a:lnTo>
                  <a:lnTo>
                    <a:pt x="15459" y="9900"/>
                  </a:lnTo>
                  <a:lnTo>
                    <a:pt x="15834" y="9307"/>
                  </a:lnTo>
                  <a:lnTo>
                    <a:pt x="16178" y="8714"/>
                  </a:lnTo>
                  <a:lnTo>
                    <a:pt x="16521" y="8120"/>
                  </a:lnTo>
                  <a:lnTo>
                    <a:pt x="16834" y="7496"/>
                  </a:lnTo>
                  <a:lnTo>
                    <a:pt x="17146" y="6871"/>
                  </a:lnTo>
                  <a:lnTo>
                    <a:pt x="17427" y="6247"/>
                  </a:lnTo>
                  <a:lnTo>
                    <a:pt x="17708" y="5591"/>
                  </a:lnTo>
                  <a:lnTo>
                    <a:pt x="17958" y="4935"/>
                  </a:lnTo>
                  <a:lnTo>
                    <a:pt x="18208" y="4248"/>
                  </a:lnTo>
                  <a:lnTo>
                    <a:pt x="18426" y="3592"/>
                  </a:lnTo>
                  <a:lnTo>
                    <a:pt x="18614" y="2905"/>
                  </a:lnTo>
                  <a:lnTo>
                    <a:pt x="18770" y="2187"/>
                  </a:lnTo>
                  <a:lnTo>
                    <a:pt x="18863" y="1500"/>
                  </a:lnTo>
                  <a:lnTo>
                    <a:pt x="18957" y="781"/>
                  </a:lnTo>
                  <a:lnTo>
                    <a:pt x="19020" y="94"/>
                  </a:lnTo>
                  <a:lnTo>
                    <a:pt x="19020" y="32"/>
                  </a:lnTo>
                  <a:lnTo>
                    <a:pt x="189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8" name="Google Shape;3618;p61"/>
            <p:cNvSpPr/>
            <p:nvPr/>
          </p:nvSpPr>
          <p:spPr>
            <a:xfrm>
              <a:off x="4490000" y="3895850"/>
              <a:ext cx="170225" cy="527025"/>
            </a:xfrm>
            <a:custGeom>
              <a:avLst/>
              <a:gdLst/>
              <a:ahLst/>
              <a:cxnLst/>
              <a:rect l="l" t="t" r="r" b="b"/>
              <a:pathLst>
                <a:path w="6809" h="21081" extrusionOk="0">
                  <a:moveTo>
                    <a:pt x="6684" y="1"/>
                  </a:moveTo>
                  <a:lnTo>
                    <a:pt x="6028" y="1156"/>
                  </a:lnTo>
                  <a:lnTo>
                    <a:pt x="5404" y="2343"/>
                  </a:lnTo>
                  <a:lnTo>
                    <a:pt x="4779" y="3498"/>
                  </a:lnTo>
                  <a:lnTo>
                    <a:pt x="4186" y="4685"/>
                  </a:lnTo>
                  <a:lnTo>
                    <a:pt x="3624" y="5903"/>
                  </a:lnTo>
                  <a:lnTo>
                    <a:pt x="3093" y="7090"/>
                  </a:lnTo>
                  <a:lnTo>
                    <a:pt x="2562" y="8339"/>
                  </a:lnTo>
                  <a:lnTo>
                    <a:pt x="2062" y="9557"/>
                  </a:lnTo>
                  <a:lnTo>
                    <a:pt x="1594" y="10962"/>
                  </a:lnTo>
                  <a:lnTo>
                    <a:pt x="1156" y="12367"/>
                  </a:lnTo>
                  <a:lnTo>
                    <a:pt x="813" y="13773"/>
                  </a:lnTo>
                  <a:lnTo>
                    <a:pt x="501" y="15241"/>
                  </a:lnTo>
                  <a:lnTo>
                    <a:pt x="282" y="16677"/>
                  </a:lnTo>
                  <a:lnTo>
                    <a:pt x="126" y="18145"/>
                  </a:lnTo>
                  <a:lnTo>
                    <a:pt x="32" y="19613"/>
                  </a:lnTo>
                  <a:lnTo>
                    <a:pt x="1" y="21080"/>
                  </a:lnTo>
                  <a:lnTo>
                    <a:pt x="657" y="21080"/>
                  </a:lnTo>
                  <a:lnTo>
                    <a:pt x="657" y="19644"/>
                  </a:lnTo>
                  <a:lnTo>
                    <a:pt x="750" y="18239"/>
                  </a:lnTo>
                  <a:lnTo>
                    <a:pt x="875" y="17021"/>
                  </a:lnTo>
                  <a:lnTo>
                    <a:pt x="1063" y="15834"/>
                  </a:lnTo>
                  <a:lnTo>
                    <a:pt x="1281" y="14647"/>
                  </a:lnTo>
                  <a:lnTo>
                    <a:pt x="1531" y="13492"/>
                  </a:lnTo>
                  <a:lnTo>
                    <a:pt x="1812" y="12305"/>
                  </a:lnTo>
                  <a:lnTo>
                    <a:pt x="2156" y="11149"/>
                  </a:lnTo>
                  <a:lnTo>
                    <a:pt x="2499" y="10025"/>
                  </a:lnTo>
                  <a:lnTo>
                    <a:pt x="2905" y="8870"/>
                  </a:lnTo>
                  <a:lnTo>
                    <a:pt x="3311" y="7745"/>
                  </a:lnTo>
                  <a:lnTo>
                    <a:pt x="3748" y="6621"/>
                  </a:lnTo>
                  <a:lnTo>
                    <a:pt x="4217" y="5497"/>
                  </a:lnTo>
                  <a:lnTo>
                    <a:pt x="4717" y="4404"/>
                  </a:lnTo>
                  <a:lnTo>
                    <a:pt x="5716" y="2218"/>
                  </a:lnTo>
                  <a:lnTo>
                    <a:pt x="6809" y="94"/>
                  </a:lnTo>
                  <a:lnTo>
                    <a:pt x="6778" y="32"/>
                  </a:lnTo>
                  <a:lnTo>
                    <a:pt x="6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9" name="Google Shape;3619;p61"/>
            <p:cNvSpPr/>
            <p:nvPr/>
          </p:nvSpPr>
          <p:spPr>
            <a:xfrm>
              <a:off x="4460350" y="1756650"/>
              <a:ext cx="1214850" cy="1579450"/>
            </a:xfrm>
            <a:custGeom>
              <a:avLst/>
              <a:gdLst/>
              <a:ahLst/>
              <a:cxnLst/>
              <a:rect l="l" t="t" r="r" b="b"/>
              <a:pathLst>
                <a:path w="48594" h="63178" extrusionOk="0">
                  <a:moveTo>
                    <a:pt x="36289" y="0"/>
                  </a:moveTo>
                  <a:lnTo>
                    <a:pt x="35539" y="31"/>
                  </a:lnTo>
                  <a:lnTo>
                    <a:pt x="34759" y="156"/>
                  </a:lnTo>
                  <a:lnTo>
                    <a:pt x="34009" y="312"/>
                  </a:lnTo>
                  <a:lnTo>
                    <a:pt x="33228" y="500"/>
                  </a:lnTo>
                  <a:lnTo>
                    <a:pt x="32448" y="750"/>
                  </a:lnTo>
                  <a:lnTo>
                    <a:pt x="31698" y="1062"/>
                  </a:lnTo>
                  <a:lnTo>
                    <a:pt x="30949" y="1374"/>
                  </a:lnTo>
                  <a:lnTo>
                    <a:pt x="30199" y="1749"/>
                  </a:lnTo>
                  <a:lnTo>
                    <a:pt x="29450" y="2155"/>
                  </a:lnTo>
                  <a:lnTo>
                    <a:pt x="28763" y="2592"/>
                  </a:lnTo>
                  <a:lnTo>
                    <a:pt x="28044" y="3029"/>
                  </a:lnTo>
                  <a:lnTo>
                    <a:pt x="27388" y="3529"/>
                  </a:lnTo>
                  <a:lnTo>
                    <a:pt x="26764" y="4029"/>
                  </a:lnTo>
                  <a:lnTo>
                    <a:pt x="26139" y="4560"/>
                  </a:lnTo>
                  <a:lnTo>
                    <a:pt x="25577" y="5090"/>
                  </a:lnTo>
                  <a:lnTo>
                    <a:pt x="25046" y="5621"/>
                  </a:lnTo>
                  <a:lnTo>
                    <a:pt x="24547" y="6152"/>
                  </a:lnTo>
                  <a:lnTo>
                    <a:pt x="24109" y="6714"/>
                  </a:lnTo>
                  <a:lnTo>
                    <a:pt x="23703" y="7277"/>
                  </a:lnTo>
                  <a:lnTo>
                    <a:pt x="23360" y="7807"/>
                  </a:lnTo>
                  <a:lnTo>
                    <a:pt x="23079" y="8370"/>
                  </a:lnTo>
                  <a:lnTo>
                    <a:pt x="22829" y="8900"/>
                  </a:lnTo>
                  <a:lnTo>
                    <a:pt x="22517" y="9775"/>
                  </a:lnTo>
                  <a:lnTo>
                    <a:pt x="22236" y="10681"/>
                  </a:lnTo>
                  <a:lnTo>
                    <a:pt x="22017" y="11586"/>
                  </a:lnTo>
                  <a:lnTo>
                    <a:pt x="21798" y="12492"/>
                  </a:lnTo>
                  <a:lnTo>
                    <a:pt x="21424" y="14334"/>
                  </a:lnTo>
                  <a:lnTo>
                    <a:pt x="21080" y="16146"/>
                  </a:lnTo>
                  <a:lnTo>
                    <a:pt x="20768" y="17863"/>
                  </a:lnTo>
                  <a:lnTo>
                    <a:pt x="20456" y="19456"/>
                  </a:lnTo>
                  <a:lnTo>
                    <a:pt x="20268" y="20205"/>
                  </a:lnTo>
                  <a:lnTo>
                    <a:pt x="20050" y="20924"/>
                  </a:lnTo>
                  <a:lnTo>
                    <a:pt x="19831" y="21580"/>
                  </a:lnTo>
                  <a:lnTo>
                    <a:pt x="19581" y="22173"/>
                  </a:lnTo>
                  <a:lnTo>
                    <a:pt x="19269" y="22735"/>
                  </a:lnTo>
                  <a:lnTo>
                    <a:pt x="18956" y="23297"/>
                  </a:lnTo>
                  <a:lnTo>
                    <a:pt x="18613" y="23797"/>
                  </a:lnTo>
                  <a:lnTo>
                    <a:pt x="18238" y="24297"/>
                  </a:lnTo>
                  <a:lnTo>
                    <a:pt x="17832" y="24765"/>
                  </a:lnTo>
                  <a:lnTo>
                    <a:pt x="17426" y="25202"/>
                  </a:lnTo>
                  <a:lnTo>
                    <a:pt x="16989" y="25639"/>
                  </a:lnTo>
                  <a:lnTo>
                    <a:pt x="16552" y="26045"/>
                  </a:lnTo>
                  <a:lnTo>
                    <a:pt x="16083" y="26451"/>
                  </a:lnTo>
                  <a:lnTo>
                    <a:pt x="15584" y="26826"/>
                  </a:lnTo>
                  <a:lnTo>
                    <a:pt x="14584" y="27544"/>
                  </a:lnTo>
                  <a:lnTo>
                    <a:pt x="13523" y="28263"/>
                  </a:lnTo>
                  <a:lnTo>
                    <a:pt x="12398" y="28950"/>
                  </a:lnTo>
                  <a:lnTo>
                    <a:pt x="10119" y="30324"/>
                  </a:lnTo>
                  <a:lnTo>
                    <a:pt x="8963" y="31073"/>
                  </a:lnTo>
                  <a:lnTo>
                    <a:pt x="7776" y="31854"/>
                  </a:lnTo>
                  <a:lnTo>
                    <a:pt x="6621" y="32728"/>
                  </a:lnTo>
                  <a:lnTo>
                    <a:pt x="6059" y="33197"/>
                  </a:lnTo>
                  <a:lnTo>
                    <a:pt x="5497" y="33665"/>
                  </a:lnTo>
                  <a:lnTo>
                    <a:pt x="4934" y="34165"/>
                  </a:lnTo>
                  <a:lnTo>
                    <a:pt x="4372" y="34727"/>
                  </a:lnTo>
                  <a:lnTo>
                    <a:pt x="3841" y="35289"/>
                  </a:lnTo>
                  <a:lnTo>
                    <a:pt x="3311" y="35883"/>
                  </a:lnTo>
                  <a:lnTo>
                    <a:pt x="2780" y="36507"/>
                  </a:lnTo>
                  <a:lnTo>
                    <a:pt x="2311" y="37194"/>
                  </a:lnTo>
                  <a:lnTo>
                    <a:pt x="1874" y="37881"/>
                  </a:lnTo>
                  <a:lnTo>
                    <a:pt x="1499" y="38600"/>
                  </a:lnTo>
                  <a:lnTo>
                    <a:pt x="1156" y="39349"/>
                  </a:lnTo>
                  <a:lnTo>
                    <a:pt x="843" y="40099"/>
                  </a:lnTo>
                  <a:lnTo>
                    <a:pt x="594" y="40879"/>
                  </a:lnTo>
                  <a:lnTo>
                    <a:pt x="406" y="41660"/>
                  </a:lnTo>
                  <a:lnTo>
                    <a:pt x="219" y="42472"/>
                  </a:lnTo>
                  <a:lnTo>
                    <a:pt x="125" y="43284"/>
                  </a:lnTo>
                  <a:lnTo>
                    <a:pt x="31" y="44096"/>
                  </a:lnTo>
                  <a:lnTo>
                    <a:pt x="0" y="44908"/>
                  </a:lnTo>
                  <a:lnTo>
                    <a:pt x="31" y="45751"/>
                  </a:lnTo>
                  <a:lnTo>
                    <a:pt x="94" y="46594"/>
                  </a:lnTo>
                  <a:lnTo>
                    <a:pt x="188" y="47438"/>
                  </a:lnTo>
                  <a:lnTo>
                    <a:pt x="344" y="48281"/>
                  </a:lnTo>
                  <a:lnTo>
                    <a:pt x="531" y="49124"/>
                  </a:lnTo>
                  <a:lnTo>
                    <a:pt x="750" y="49936"/>
                  </a:lnTo>
                  <a:lnTo>
                    <a:pt x="1031" y="50779"/>
                  </a:lnTo>
                  <a:lnTo>
                    <a:pt x="1374" y="51591"/>
                  </a:lnTo>
                  <a:lnTo>
                    <a:pt x="1718" y="52403"/>
                  </a:lnTo>
                  <a:lnTo>
                    <a:pt x="2155" y="53215"/>
                  </a:lnTo>
                  <a:lnTo>
                    <a:pt x="2592" y="53996"/>
                  </a:lnTo>
                  <a:lnTo>
                    <a:pt x="3092" y="54776"/>
                  </a:lnTo>
                  <a:lnTo>
                    <a:pt x="3654" y="55526"/>
                  </a:lnTo>
                  <a:lnTo>
                    <a:pt x="4247" y="56244"/>
                  </a:lnTo>
                  <a:lnTo>
                    <a:pt x="4872" y="56962"/>
                  </a:lnTo>
                  <a:lnTo>
                    <a:pt x="5559" y="57650"/>
                  </a:lnTo>
                  <a:lnTo>
                    <a:pt x="6277" y="58305"/>
                  </a:lnTo>
                  <a:lnTo>
                    <a:pt x="7058" y="58961"/>
                  </a:lnTo>
                  <a:lnTo>
                    <a:pt x="7870" y="59555"/>
                  </a:lnTo>
                  <a:lnTo>
                    <a:pt x="8744" y="60148"/>
                  </a:lnTo>
                  <a:lnTo>
                    <a:pt x="9713" y="60741"/>
                  </a:lnTo>
                  <a:lnTo>
                    <a:pt x="10743" y="61241"/>
                  </a:lnTo>
                  <a:lnTo>
                    <a:pt x="11774" y="61709"/>
                  </a:lnTo>
                  <a:lnTo>
                    <a:pt x="12836" y="62115"/>
                  </a:lnTo>
                  <a:lnTo>
                    <a:pt x="13929" y="62459"/>
                  </a:lnTo>
                  <a:lnTo>
                    <a:pt x="15053" y="62709"/>
                  </a:lnTo>
                  <a:lnTo>
                    <a:pt x="16177" y="62927"/>
                  </a:lnTo>
                  <a:lnTo>
                    <a:pt x="17333" y="63083"/>
                  </a:lnTo>
                  <a:lnTo>
                    <a:pt x="18488" y="63146"/>
                  </a:lnTo>
                  <a:lnTo>
                    <a:pt x="19675" y="63177"/>
                  </a:lnTo>
                  <a:lnTo>
                    <a:pt x="20830" y="63146"/>
                  </a:lnTo>
                  <a:lnTo>
                    <a:pt x="22048" y="63052"/>
                  </a:lnTo>
                  <a:lnTo>
                    <a:pt x="23235" y="62865"/>
                  </a:lnTo>
                  <a:lnTo>
                    <a:pt x="24422" y="62646"/>
                  </a:lnTo>
                  <a:lnTo>
                    <a:pt x="25640" y="62365"/>
                  </a:lnTo>
                  <a:lnTo>
                    <a:pt x="26826" y="62022"/>
                  </a:lnTo>
                  <a:lnTo>
                    <a:pt x="28013" y="61616"/>
                  </a:lnTo>
                  <a:lnTo>
                    <a:pt x="29200" y="61147"/>
                  </a:lnTo>
                  <a:lnTo>
                    <a:pt x="30386" y="60616"/>
                  </a:lnTo>
                  <a:lnTo>
                    <a:pt x="31573" y="60023"/>
                  </a:lnTo>
                  <a:lnTo>
                    <a:pt x="32729" y="59367"/>
                  </a:lnTo>
                  <a:lnTo>
                    <a:pt x="33853" y="58680"/>
                  </a:lnTo>
                  <a:lnTo>
                    <a:pt x="34977" y="57899"/>
                  </a:lnTo>
                  <a:lnTo>
                    <a:pt x="36101" y="57087"/>
                  </a:lnTo>
                  <a:lnTo>
                    <a:pt x="37195" y="56182"/>
                  </a:lnTo>
                  <a:lnTo>
                    <a:pt x="38225" y="55245"/>
                  </a:lnTo>
                  <a:lnTo>
                    <a:pt x="39287" y="54246"/>
                  </a:lnTo>
                  <a:lnTo>
                    <a:pt x="40286" y="53184"/>
                  </a:lnTo>
                  <a:lnTo>
                    <a:pt x="41254" y="52059"/>
                  </a:lnTo>
                  <a:lnTo>
                    <a:pt x="42191" y="50873"/>
                  </a:lnTo>
                  <a:lnTo>
                    <a:pt x="43097" y="49624"/>
                  </a:lnTo>
                  <a:lnTo>
                    <a:pt x="43971" y="48343"/>
                  </a:lnTo>
                  <a:lnTo>
                    <a:pt x="44315" y="47781"/>
                  </a:lnTo>
                  <a:lnTo>
                    <a:pt x="44658" y="47188"/>
                  </a:lnTo>
                  <a:lnTo>
                    <a:pt x="44971" y="46594"/>
                  </a:lnTo>
                  <a:lnTo>
                    <a:pt x="45283" y="46001"/>
                  </a:lnTo>
                  <a:lnTo>
                    <a:pt x="45564" y="45376"/>
                  </a:lnTo>
                  <a:lnTo>
                    <a:pt x="45845" y="44721"/>
                  </a:lnTo>
                  <a:lnTo>
                    <a:pt x="46345" y="43409"/>
                  </a:lnTo>
                  <a:lnTo>
                    <a:pt x="46813" y="42035"/>
                  </a:lnTo>
                  <a:lnTo>
                    <a:pt x="47219" y="40630"/>
                  </a:lnTo>
                  <a:lnTo>
                    <a:pt x="47563" y="39193"/>
                  </a:lnTo>
                  <a:lnTo>
                    <a:pt x="47844" y="37725"/>
                  </a:lnTo>
                  <a:lnTo>
                    <a:pt x="48094" y="36195"/>
                  </a:lnTo>
                  <a:lnTo>
                    <a:pt x="48281" y="34665"/>
                  </a:lnTo>
                  <a:lnTo>
                    <a:pt x="48437" y="33103"/>
                  </a:lnTo>
                  <a:lnTo>
                    <a:pt x="48531" y="31542"/>
                  </a:lnTo>
                  <a:lnTo>
                    <a:pt x="48593" y="29949"/>
                  </a:lnTo>
                  <a:lnTo>
                    <a:pt x="48593" y="28356"/>
                  </a:lnTo>
                  <a:lnTo>
                    <a:pt x="48562" y="26764"/>
                  </a:lnTo>
                  <a:lnTo>
                    <a:pt x="48468" y="25140"/>
                  </a:lnTo>
                  <a:lnTo>
                    <a:pt x="48375" y="23547"/>
                  </a:lnTo>
                  <a:lnTo>
                    <a:pt x="48219" y="21986"/>
                  </a:lnTo>
                  <a:lnTo>
                    <a:pt x="48000" y="20393"/>
                  </a:lnTo>
                  <a:lnTo>
                    <a:pt x="47781" y="18863"/>
                  </a:lnTo>
                  <a:lnTo>
                    <a:pt x="47531" y="17332"/>
                  </a:lnTo>
                  <a:lnTo>
                    <a:pt x="47219" y="15833"/>
                  </a:lnTo>
                  <a:lnTo>
                    <a:pt x="46876" y="14366"/>
                  </a:lnTo>
                  <a:lnTo>
                    <a:pt x="46501" y="12929"/>
                  </a:lnTo>
                  <a:lnTo>
                    <a:pt x="46126" y="11524"/>
                  </a:lnTo>
                  <a:lnTo>
                    <a:pt x="45689" y="10181"/>
                  </a:lnTo>
                  <a:lnTo>
                    <a:pt x="45252" y="8900"/>
                  </a:lnTo>
                  <a:lnTo>
                    <a:pt x="44752" y="7651"/>
                  </a:lnTo>
                  <a:lnTo>
                    <a:pt x="44252" y="6465"/>
                  </a:lnTo>
                  <a:lnTo>
                    <a:pt x="43721" y="5340"/>
                  </a:lnTo>
                  <a:lnTo>
                    <a:pt x="43159" y="4279"/>
                  </a:lnTo>
                  <a:lnTo>
                    <a:pt x="42597" y="3310"/>
                  </a:lnTo>
                  <a:lnTo>
                    <a:pt x="42379" y="2967"/>
                  </a:lnTo>
                  <a:lnTo>
                    <a:pt x="42129" y="2623"/>
                  </a:lnTo>
                  <a:lnTo>
                    <a:pt x="41848" y="2311"/>
                  </a:lnTo>
                  <a:lnTo>
                    <a:pt x="41598" y="2030"/>
                  </a:lnTo>
                  <a:lnTo>
                    <a:pt x="41317" y="1749"/>
                  </a:lnTo>
                  <a:lnTo>
                    <a:pt x="41036" y="1499"/>
                  </a:lnTo>
                  <a:lnTo>
                    <a:pt x="40723" y="1280"/>
                  </a:lnTo>
                  <a:lnTo>
                    <a:pt x="40442" y="1062"/>
                  </a:lnTo>
                  <a:lnTo>
                    <a:pt x="40130" y="875"/>
                  </a:lnTo>
                  <a:lnTo>
                    <a:pt x="39818" y="718"/>
                  </a:lnTo>
                  <a:lnTo>
                    <a:pt x="39474" y="562"/>
                  </a:lnTo>
                  <a:lnTo>
                    <a:pt x="39131" y="437"/>
                  </a:lnTo>
                  <a:lnTo>
                    <a:pt x="38818" y="312"/>
                  </a:lnTo>
                  <a:lnTo>
                    <a:pt x="38475" y="219"/>
                  </a:lnTo>
                  <a:lnTo>
                    <a:pt x="37757" y="94"/>
                  </a:lnTo>
                  <a:lnTo>
                    <a:pt x="37038" y="0"/>
                  </a:lnTo>
                  <a:close/>
                </a:path>
              </a:pathLst>
            </a:custGeom>
            <a:solidFill>
              <a:srgbClr val="D856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0" name="Google Shape;3620;p61"/>
            <p:cNvSpPr/>
            <p:nvPr/>
          </p:nvSpPr>
          <p:spPr>
            <a:xfrm>
              <a:off x="4460350" y="1756650"/>
              <a:ext cx="1214850" cy="1579450"/>
            </a:xfrm>
            <a:custGeom>
              <a:avLst/>
              <a:gdLst/>
              <a:ahLst/>
              <a:cxnLst/>
              <a:rect l="l" t="t" r="r" b="b"/>
              <a:pathLst>
                <a:path w="48594" h="63178" fill="none" extrusionOk="0">
                  <a:moveTo>
                    <a:pt x="42597" y="3310"/>
                  </a:moveTo>
                  <a:lnTo>
                    <a:pt x="42597" y="3310"/>
                  </a:lnTo>
                  <a:lnTo>
                    <a:pt x="43159" y="4279"/>
                  </a:lnTo>
                  <a:lnTo>
                    <a:pt x="43721" y="5340"/>
                  </a:lnTo>
                  <a:lnTo>
                    <a:pt x="44252" y="6465"/>
                  </a:lnTo>
                  <a:lnTo>
                    <a:pt x="44752" y="7651"/>
                  </a:lnTo>
                  <a:lnTo>
                    <a:pt x="45252" y="8900"/>
                  </a:lnTo>
                  <a:lnTo>
                    <a:pt x="45689" y="10181"/>
                  </a:lnTo>
                  <a:lnTo>
                    <a:pt x="46126" y="11524"/>
                  </a:lnTo>
                  <a:lnTo>
                    <a:pt x="46501" y="12929"/>
                  </a:lnTo>
                  <a:lnTo>
                    <a:pt x="46876" y="14366"/>
                  </a:lnTo>
                  <a:lnTo>
                    <a:pt x="47219" y="15833"/>
                  </a:lnTo>
                  <a:lnTo>
                    <a:pt x="47531" y="17332"/>
                  </a:lnTo>
                  <a:lnTo>
                    <a:pt x="47781" y="18863"/>
                  </a:lnTo>
                  <a:lnTo>
                    <a:pt x="48000" y="20393"/>
                  </a:lnTo>
                  <a:lnTo>
                    <a:pt x="48219" y="21986"/>
                  </a:lnTo>
                  <a:lnTo>
                    <a:pt x="48375" y="23547"/>
                  </a:lnTo>
                  <a:lnTo>
                    <a:pt x="48468" y="25140"/>
                  </a:lnTo>
                  <a:lnTo>
                    <a:pt x="48562" y="26764"/>
                  </a:lnTo>
                  <a:lnTo>
                    <a:pt x="48593" y="28356"/>
                  </a:lnTo>
                  <a:lnTo>
                    <a:pt x="48593" y="29949"/>
                  </a:lnTo>
                  <a:lnTo>
                    <a:pt x="48531" y="31542"/>
                  </a:lnTo>
                  <a:lnTo>
                    <a:pt x="48437" y="33103"/>
                  </a:lnTo>
                  <a:lnTo>
                    <a:pt x="48281" y="34665"/>
                  </a:lnTo>
                  <a:lnTo>
                    <a:pt x="48094" y="36195"/>
                  </a:lnTo>
                  <a:lnTo>
                    <a:pt x="47844" y="37725"/>
                  </a:lnTo>
                  <a:lnTo>
                    <a:pt x="47563" y="39193"/>
                  </a:lnTo>
                  <a:lnTo>
                    <a:pt x="47219" y="40630"/>
                  </a:lnTo>
                  <a:lnTo>
                    <a:pt x="46813" y="42035"/>
                  </a:lnTo>
                  <a:lnTo>
                    <a:pt x="46345" y="43409"/>
                  </a:lnTo>
                  <a:lnTo>
                    <a:pt x="45845" y="44721"/>
                  </a:lnTo>
                  <a:lnTo>
                    <a:pt x="45564" y="45376"/>
                  </a:lnTo>
                  <a:lnTo>
                    <a:pt x="45283" y="46001"/>
                  </a:lnTo>
                  <a:lnTo>
                    <a:pt x="44971" y="46594"/>
                  </a:lnTo>
                  <a:lnTo>
                    <a:pt x="44658" y="47188"/>
                  </a:lnTo>
                  <a:lnTo>
                    <a:pt x="44315" y="47781"/>
                  </a:lnTo>
                  <a:lnTo>
                    <a:pt x="43971" y="48343"/>
                  </a:lnTo>
                  <a:lnTo>
                    <a:pt x="43971" y="48343"/>
                  </a:lnTo>
                  <a:lnTo>
                    <a:pt x="43097" y="49624"/>
                  </a:lnTo>
                  <a:lnTo>
                    <a:pt x="42191" y="50873"/>
                  </a:lnTo>
                  <a:lnTo>
                    <a:pt x="41254" y="52059"/>
                  </a:lnTo>
                  <a:lnTo>
                    <a:pt x="40286" y="53184"/>
                  </a:lnTo>
                  <a:lnTo>
                    <a:pt x="39287" y="54246"/>
                  </a:lnTo>
                  <a:lnTo>
                    <a:pt x="38225" y="55245"/>
                  </a:lnTo>
                  <a:lnTo>
                    <a:pt x="37195" y="56182"/>
                  </a:lnTo>
                  <a:lnTo>
                    <a:pt x="36101" y="57087"/>
                  </a:lnTo>
                  <a:lnTo>
                    <a:pt x="34977" y="57899"/>
                  </a:lnTo>
                  <a:lnTo>
                    <a:pt x="33853" y="58680"/>
                  </a:lnTo>
                  <a:lnTo>
                    <a:pt x="32729" y="59367"/>
                  </a:lnTo>
                  <a:lnTo>
                    <a:pt x="31573" y="60023"/>
                  </a:lnTo>
                  <a:lnTo>
                    <a:pt x="30386" y="60616"/>
                  </a:lnTo>
                  <a:lnTo>
                    <a:pt x="29200" y="61147"/>
                  </a:lnTo>
                  <a:lnTo>
                    <a:pt x="28013" y="61616"/>
                  </a:lnTo>
                  <a:lnTo>
                    <a:pt x="26826" y="62022"/>
                  </a:lnTo>
                  <a:lnTo>
                    <a:pt x="25640" y="62365"/>
                  </a:lnTo>
                  <a:lnTo>
                    <a:pt x="24422" y="62646"/>
                  </a:lnTo>
                  <a:lnTo>
                    <a:pt x="23235" y="62865"/>
                  </a:lnTo>
                  <a:lnTo>
                    <a:pt x="22048" y="63052"/>
                  </a:lnTo>
                  <a:lnTo>
                    <a:pt x="20830" y="63146"/>
                  </a:lnTo>
                  <a:lnTo>
                    <a:pt x="19675" y="63177"/>
                  </a:lnTo>
                  <a:lnTo>
                    <a:pt x="18488" y="63146"/>
                  </a:lnTo>
                  <a:lnTo>
                    <a:pt x="17333" y="63083"/>
                  </a:lnTo>
                  <a:lnTo>
                    <a:pt x="16177" y="62927"/>
                  </a:lnTo>
                  <a:lnTo>
                    <a:pt x="15053" y="62709"/>
                  </a:lnTo>
                  <a:lnTo>
                    <a:pt x="13929" y="62459"/>
                  </a:lnTo>
                  <a:lnTo>
                    <a:pt x="12836" y="62115"/>
                  </a:lnTo>
                  <a:lnTo>
                    <a:pt x="11774" y="61709"/>
                  </a:lnTo>
                  <a:lnTo>
                    <a:pt x="10743" y="61241"/>
                  </a:lnTo>
                  <a:lnTo>
                    <a:pt x="9713" y="60741"/>
                  </a:lnTo>
                  <a:lnTo>
                    <a:pt x="8744" y="60148"/>
                  </a:lnTo>
                  <a:lnTo>
                    <a:pt x="8744" y="60148"/>
                  </a:lnTo>
                  <a:lnTo>
                    <a:pt x="7870" y="59555"/>
                  </a:lnTo>
                  <a:lnTo>
                    <a:pt x="7058" y="58961"/>
                  </a:lnTo>
                  <a:lnTo>
                    <a:pt x="6277" y="58305"/>
                  </a:lnTo>
                  <a:lnTo>
                    <a:pt x="5559" y="57650"/>
                  </a:lnTo>
                  <a:lnTo>
                    <a:pt x="4872" y="56962"/>
                  </a:lnTo>
                  <a:lnTo>
                    <a:pt x="4247" y="56244"/>
                  </a:lnTo>
                  <a:lnTo>
                    <a:pt x="3654" y="55526"/>
                  </a:lnTo>
                  <a:lnTo>
                    <a:pt x="3092" y="54776"/>
                  </a:lnTo>
                  <a:lnTo>
                    <a:pt x="2592" y="53996"/>
                  </a:lnTo>
                  <a:lnTo>
                    <a:pt x="2155" y="53215"/>
                  </a:lnTo>
                  <a:lnTo>
                    <a:pt x="1718" y="52403"/>
                  </a:lnTo>
                  <a:lnTo>
                    <a:pt x="1374" y="51591"/>
                  </a:lnTo>
                  <a:lnTo>
                    <a:pt x="1031" y="50779"/>
                  </a:lnTo>
                  <a:lnTo>
                    <a:pt x="750" y="49936"/>
                  </a:lnTo>
                  <a:lnTo>
                    <a:pt x="531" y="49124"/>
                  </a:lnTo>
                  <a:lnTo>
                    <a:pt x="344" y="48281"/>
                  </a:lnTo>
                  <a:lnTo>
                    <a:pt x="188" y="47438"/>
                  </a:lnTo>
                  <a:lnTo>
                    <a:pt x="94" y="46594"/>
                  </a:lnTo>
                  <a:lnTo>
                    <a:pt x="31" y="45751"/>
                  </a:lnTo>
                  <a:lnTo>
                    <a:pt x="0" y="44908"/>
                  </a:lnTo>
                  <a:lnTo>
                    <a:pt x="31" y="44096"/>
                  </a:lnTo>
                  <a:lnTo>
                    <a:pt x="125" y="43284"/>
                  </a:lnTo>
                  <a:lnTo>
                    <a:pt x="219" y="42472"/>
                  </a:lnTo>
                  <a:lnTo>
                    <a:pt x="406" y="41660"/>
                  </a:lnTo>
                  <a:lnTo>
                    <a:pt x="594" y="40879"/>
                  </a:lnTo>
                  <a:lnTo>
                    <a:pt x="843" y="40099"/>
                  </a:lnTo>
                  <a:lnTo>
                    <a:pt x="1156" y="39349"/>
                  </a:lnTo>
                  <a:lnTo>
                    <a:pt x="1499" y="38600"/>
                  </a:lnTo>
                  <a:lnTo>
                    <a:pt x="1874" y="37881"/>
                  </a:lnTo>
                  <a:lnTo>
                    <a:pt x="2311" y="37194"/>
                  </a:lnTo>
                  <a:lnTo>
                    <a:pt x="2780" y="36507"/>
                  </a:lnTo>
                  <a:lnTo>
                    <a:pt x="3311" y="35883"/>
                  </a:lnTo>
                  <a:lnTo>
                    <a:pt x="3311" y="35883"/>
                  </a:lnTo>
                  <a:lnTo>
                    <a:pt x="3841" y="35289"/>
                  </a:lnTo>
                  <a:lnTo>
                    <a:pt x="4372" y="34727"/>
                  </a:lnTo>
                  <a:lnTo>
                    <a:pt x="4934" y="34165"/>
                  </a:lnTo>
                  <a:lnTo>
                    <a:pt x="5497" y="33665"/>
                  </a:lnTo>
                  <a:lnTo>
                    <a:pt x="6059" y="33197"/>
                  </a:lnTo>
                  <a:lnTo>
                    <a:pt x="6621" y="32728"/>
                  </a:lnTo>
                  <a:lnTo>
                    <a:pt x="7776" y="31854"/>
                  </a:lnTo>
                  <a:lnTo>
                    <a:pt x="8963" y="31073"/>
                  </a:lnTo>
                  <a:lnTo>
                    <a:pt x="10119" y="30324"/>
                  </a:lnTo>
                  <a:lnTo>
                    <a:pt x="12398" y="28950"/>
                  </a:lnTo>
                  <a:lnTo>
                    <a:pt x="13523" y="28263"/>
                  </a:lnTo>
                  <a:lnTo>
                    <a:pt x="14584" y="27544"/>
                  </a:lnTo>
                  <a:lnTo>
                    <a:pt x="15584" y="26826"/>
                  </a:lnTo>
                  <a:lnTo>
                    <a:pt x="16083" y="26451"/>
                  </a:lnTo>
                  <a:lnTo>
                    <a:pt x="16552" y="26045"/>
                  </a:lnTo>
                  <a:lnTo>
                    <a:pt x="16989" y="25639"/>
                  </a:lnTo>
                  <a:lnTo>
                    <a:pt x="17426" y="25202"/>
                  </a:lnTo>
                  <a:lnTo>
                    <a:pt x="17832" y="24765"/>
                  </a:lnTo>
                  <a:lnTo>
                    <a:pt x="18238" y="24297"/>
                  </a:lnTo>
                  <a:lnTo>
                    <a:pt x="18613" y="23797"/>
                  </a:lnTo>
                  <a:lnTo>
                    <a:pt x="18956" y="23297"/>
                  </a:lnTo>
                  <a:lnTo>
                    <a:pt x="19269" y="22735"/>
                  </a:lnTo>
                  <a:lnTo>
                    <a:pt x="19581" y="22173"/>
                  </a:lnTo>
                  <a:lnTo>
                    <a:pt x="19581" y="22173"/>
                  </a:lnTo>
                  <a:lnTo>
                    <a:pt x="19831" y="21580"/>
                  </a:lnTo>
                  <a:lnTo>
                    <a:pt x="20050" y="20924"/>
                  </a:lnTo>
                  <a:lnTo>
                    <a:pt x="20268" y="20205"/>
                  </a:lnTo>
                  <a:lnTo>
                    <a:pt x="20456" y="19456"/>
                  </a:lnTo>
                  <a:lnTo>
                    <a:pt x="20768" y="17863"/>
                  </a:lnTo>
                  <a:lnTo>
                    <a:pt x="21080" y="16146"/>
                  </a:lnTo>
                  <a:lnTo>
                    <a:pt x="21424" y="14334"/>
                  </a:lnTo>
                  <a:lnTo>
                    <a:pt x="21798" y="12492"/>
                  </a:lnTo>
                  <a:lnTo>
                    <a:pt x="22017" y="11586"/>
                  </a:lnTo>
                  <a:lnTo>
                    <a:pt x="22236" y="10681"/>
                  </a:lnTo>
                  <a:lnTo>
                    <a:pt x="22517" y="9775"/>
                  </a:lnTo>
                  <a:lnTo>
                    <a:pt x="22829" y="8900"/>
                  </a:lnTo>
                  <a:lnTo>
                    <a:pt x="22829" y="8900"/>
                  </a:lnTo>
                  <a:lnTo>
                    <a:pt x="23079" y="8370"/>
                  </a:lnTo>
                  <a:lnTo>
                    <a:pt x="23360" y="7807"/>
                  </a:lnTo>
                  <a:lnTo>
                    <a:pt x="23703" y="7277"/>
                  </a:lnTo>
                  <a:lnTo>
                    <a:pt x="24109" y="6714"/>
                  </a:lnTo>
                  <a:lnTo>
                    <a:pt x="24547" y="6152"/>
                  </a:lnTo>
                  <a:lnTo>
                    <a:pt x="25046" y="5621"/>
                  </a:lnTo>
                  <a:lnTo>
                    <a:pt x="25577" y="5090"/>
                  </a:lnTo>
                  <a:lnTo>
                    <a:pt x="26139" y="4560"/>
                  </a:lnTo>
                  <a:lnTo>
                    <a:pt x="26764" y="4029"/>
                  </a:lnTo>
                  <a:lnTo>
                    <a:pt x="27388" y="3529"/>
                  </a:lnTo>
                  <a:lnTo>
                    <a:pt x="28044" y="3029"/>
                  </a:lnTo>
                  <a:lnTo>
                    <a:pt x="28763" y="2592"/>
                  </a:lnTo>
                  <a:lnTo>
                    <a:pt x="29450" y="2155"/>
                  </a:lnTo>
                  <a:lnTo>
                    <a:pt x="30199" y="1749"/>
                  </a:lnTo>
                  <a:lnTo>
                    <a:pt x="30949" y="1374"/>
                  </a:lnTo>
                  <a:lnTo>
                    <a:pt x="31698" y="1062"/>
                  </a:lnTo>
                  <a:lnTo>
                    <a:pt x="32448" y="750"/>
                  </a:lnTo>
                  <a:lnTo>
                    <a:pt x="33228" y="500"/>
                  </a:lnTo>
                  <a:lnTo>
                    <a:pt x="34009" y="312"/>
                  </a:lnTo>
                  <a:lnTo>
                    <a:pt x="34759" y="156"/>
                  </a:lnTo>
                  <a:lnTo>
                    <a:pt x="35539" y="31"/>
                  </a:lnTo>
                  <a:lnTo>
                    <a:pt x="36289" y="0"/>
                  </a:lnTo>
                  <a:lnTo>
                    <a:pt x="37038" y="0"/>
                  </a:lnTo>
                  <a:lnTo>
                    <a:pt x="37757" y="94"/>
                  </a:lnTo>
                  <a:lnTo>
                    <a:pt x="38475" y="219"/>
                  </a:lnTo>
                  <a:lnTo>
                    <a:pt x="38818" y="312"/>
                  </a:lnTo>
                  <a:lnTo>
                    <a:pt x="39131" y="437"/>
                  </a:lnTo>
                  <a:lnTo>
                    <a:pt x="39474" y="562"/>
                  </a:lnTo>
                  <a:lnTo>
                    <a:pt x="39818" y="718"/>
                  </a:lnTo>
                  <a:lnTo>
                    <a:pt x="40130" y="875"/>
                  </a:lnTo>
                  <a:lnTo>
                    <a:pt x="40442" y="1062"/>
                  </a:lnTo>
                  <a:lnTo>
                    <a:pt x="40723" y="1280"/>
                  </a:lnTo>
                  <a:lnTo>
                    <a:pt x="41036" y="1499"/>
                  </a:lnTo>
                  <a:lnTo>
                    <a:pt x="41317" y="1749"/>
                  </a:lnTo>
                  <a:lnTo>
                    <a:pt x="41598" y="2030"/>
                  </a:lnTo>
                  <a:lnTo>
                    <a:pt x="41848" y="2311"/>
                  </a:lnTo>
                  <a:lnTo>
                    <a:pt x="42129" y="2623"/>
                  </a:lnTo>
                  <a:lnTo>
                    <a:pt x="42379" y="2967"/>
                  </a:lnTo>
                  <a:lnTo>
                    <a:pt x="42597" y="331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1" name="Google Shape;3621;p61"/>
            <p:cNvSpPr/>
            <p:nvPr/>
          </p:nvSpPr>
          <p:spPr>
            <a:xfrm>
              <a:off x="4497025" y="1890925"/>
              <a:ext cx="609800" cy="797925"/>
            </a:xfrm>
            <a:custGeom>
              <a:avLst/>
              <a:gdLst/>
              <a:ahLst/>
              <a:cxnLst/>
              <a:rect l="l" t="t" r="r" b="b"/>
              <a:pathLst>
                <a:path w="24392" h="31917" extrusionOk="0">
                  <a:moveTo>
                    <a:pt x="24391" y="1"/>
                  </a:moveTo>
                  <a:lnTo>
                    <a:pt x="23423" y="875"/>
                  </a:lnTo>
                  <a:lnTo>
                    <a:pt x="22923" y="1343"/>
                  </a:lnTo>
                  <a:lnTo>
                    <a:pt x="22455" y="1812"/>
                  </a:lnTo>
                  <a:lnTo>
                    <a:pt x="22018" y="2343"/>
                  </a:lnTo>
                  <a:lnTo>
                    <a:pt x="21612" y="2874"/>
                  </a:lnTo>
                  <a:lnTo>
                    <a:pt x="21237" y="3405"/>
                  </a:lnTo>
                  <a:lnTo>
                    <a:pt x="20894" y="3998"/>
                  </a:lnTo>
                  <a:lnTo>
                    <a:pt x="20612" y="4622"/>
                  </a:lnTo>
                  <a:lnTo>
                    <a:pt x="20331" y="5247"/>
                  </a:lnTo>
                  <a:lnTo>
                    <a:pt x="20082" y="5872"/>
                  </a:lnTo>
                  <a:lnTo>
                    <a:pt x="19863" y="6496"/>
                  </a:lnTo>
                  <a:lnTo>
                    <a:pt x="19644" y="7152"/>
                  </a:lnTo>
                  <a:lnTo>
                    <a:pt x="19457" y="7777"/>
                  </a:lnTo>
                  <a:lnTo>
                    <a:pt x="19270" y="8432"/>
                  </a:lnTo>
                  <a:lnTo>
                    <a:pt x="19113" y="9088"/>
                  </a:lnTo>
                  <a:lnTo>
                    <a:pt x="18801" y="10400"/>
                  </a:lnTo>
                  <a:lnTo>
                    <a:pt x="18489" y="11712"/>
                  </a:lnTo>
                  <a:lnTo>
                    <a:pt x="18177" y="13023"/>
                  </a:lnTo>
                  <a:lnTo>
                    <a:pt x="17989" y="13648"/>
                  </a:lnTo>
                  <a:lnTo>
                    <a:pt x="17771" y="14272"/>
                  </a:lnTo>
                  <a:lnTo>
                    <a:pt x="17552" y="14866"/>
                  </a:lnTo>
                  <a:lnTo>
                    <a:pt x="17302" y="15459"/>
                  </a:lnTo>
                  <a:lnTo>
                    <a:pt x="17021" y="16052"/>
                  </a:lnTo>
                  <a:lnTo>
                    <a:pt x="16709" y="16583"/>
                  </a:lnTo>
                  <a:lnTo>
                    <a:pt x="16334" y="17114"/>
                  </a:lnTo>
                  <a:lnTo>
                    <a:pt x="15928" y="17614"/>
                  </a:lnTo>
                  <a:lnTo>
                    <a:pt x="15522" y="18082"/>
                  </a:lnTo>
                  <a:lnTo>
                    <a:pt x="15085" y="18551"/>
                  </a:lnTo>
                  <a:lnTo>
                    <a:pt x="14648" y="19019"/>
                  </a:lnTo>
                  <a:lnTo>
                    <a:pt x="14179" y="19456"/>
                  </a:lnTo>
                  <a:lnTo>
                    <a:pt x="13711" y="19862"/>
                  </a:lnTo>
                  <a:lnTo>
                    <a:pt x="13242" y="20268"/>
                  </a:lnTo>
                  <a:lnTo>
                    <a:pt x="12243" y="21018"/>
                  </a:lnTo>
                  <a:lnTo>
                    <a:pt x="11212" y="21736"/>
                  </a:lnTo>
                  <a:lnTo>
                    <a:pt x="10182" y="22454"/>
                  </a:lnTo>
                  <a:lnTo>
                    <a:pt x="9120" y="23110"/>
                  </a:lnTo>
                  <a:lnTo>
                    <a:pt x="6996" y="24422"/>
                  </a:lnTo>
                  <a:lnTo>
                    <a:pt x="6434" y="24765"/>
                  </a:lnTo>
                  <a:lnTo>
                    <a:pt x="5903" y="25140"/>
                  </a:lnTo>
                  <a:lnTo>
                    <a:pt x="5404" y="25515"/>
                  </a:lnTo>
                  <a:lnTo>
                    <a:pt x="4873" y="25921"/>
                  </a:lnTo>
                  <a:lnTo>
                    <a:pt x="4404" y="26327"/>
                  </a:lnTo>
                  <a:lnTo>
                    <a:pt x="3905" y="26733"/>
                  </a:lnTo>
                  <a:lnTo>
                    <a:pt x="3436" y="27170"/>
                  </a:lnTo>
                  <a:lnTo>
                    <a:pt x="2968" y="27639"/>
                  </a:lnTo>
                  <a:lnTo>
                    <a:pt x="2531" y="28107"/>
                  </a:lnTo>
                  <a:lnTo>
                    <a:pt x="2093" y="28607"/>
                  </a:lnTo>
                  <a:lnTo>
                    <a:pt x="1687" y="29106"/>
                  </a:lnTo>
                  <a:lnTo>
                    <a:pt x="1313" y="29637"/>
                  </a:lnTo>
                  <a:lnTo>
                    <a:pt x="938" y="30199"/>
                  </a:lnTo>
                  <a:lnTo>
                    <a:pt x="594" y="30761"/>
                  </a:lnTo>
                  <a:lnTo>
                    <a:pt x="282" y="31324"/>
                  </a:lnTo>
                  <a:lnTo>
                    <a:pt x="1" y="31917"/>
                  </a:lnTo>
                  <a:lnTo>
                    <a:pt x="313" y="31355"/>
                  </a:lnTo>
                  <a:lnTo>
                    <a:pt x="688" y="30824"/>
                  </a:lnTo>
                  <a:lnTo>
                    <a:pt x="1063" y="30293"/>
                  </a:lnTo>
                  <a:lnTo>
                    <a:pt x="1438" y="29762"/>
                  </a:lnTo>
                  <a:lnTo>
                    <a:pt x="1844" y="29262"/>
                  </a:lnTo>
                  <a:lnTo>
                    <a:pt x="2281" y="28794"/>
                  </a:lnTo>
                  <a:lnTo>
                    <a:pt x="2749" y="28326"/>
                  </a:lnTo>
                  <a:lnTo>
                    <a:pt x="3218" y="27857"/>
                  </a:lnTo>
                  <a:lnTo>
                    <a:pt x="4154" y="27045"/>
                  </a:lnTo>
                  <a:lnTo>
                    <a:pt x="5123" y="26264"/>
                  </a:lnTo>
                  <a:lnTo>
                    <a:pt x="6153" y="25546"/>
                  </a:lnTo>
                  <a:lnTo>
                    <a:pt x="7215" y="24890"/>
                  </a:lnTo>
                  <a:lnTo>
                    <a:pt x="8308" y="24266"/>
                  </a:lnTo>
                  <a:lnTo>
                    <a:pt x="9401" y="23641"/>
                  </a:lnTo>
                  <a:lnTo>
                    <a:pt x="10463" y="22985"/>
                  </a:lnTo>
                  <a:lnTo>
                    <a:pt x="11525" y="22298"/>
                  </a:lnTo>
                  <a:lnTo>
                    <a:pt x="12056" y="21924"/>
                  </a:lnTo>
                  <a:lnTo>
                    <a:pt x="12586" y="21580"/>
                  </a:lnTo>
                  <a:lnTo>
                    <a:pt x="13617" y="20799"/>
                  </a:lnTo>
                  <a:lnTo>
                    <a:pt x="14585" y="19956"/>
                  </a:lnTo>
                  <a:lnTo>
                    <a:pt x="15054" y="19488"/>
                  </a:lnTo>
                  <a:lnTo>
                    <a:pt x="15522" y="19050"/>
                  </a:lnTo>
                  <a:lnTo>
                    <a:pt x="15959" y="18551"/>
                  </a:lnTo>
                  <a:lnTo>
                    <a:pt x="16396" y="18051"/>
                  </a:lnTo>
                  <a:lnTo>
                    <a:pt x="16802" y="17520"/>
                  </a:lnTo>
                  <a:lnTo>
                    <a:pt x="17177" y="16958"/>
                  </a:lnTo>
                  <a:lnTo>
                    <a:pt x="17521" y="16365"/>
                  </a:lnTo>
                  <a:lnTo>
                    <a:pt x="17833" y="15740"/>
                  </a:lnTo>
                  <a:lnTo>
                    <a:pt x="18114" y="15116"/>
                  </a:lnTo>
                  <a:lnTo>
                    <a:pt x="18333" y="14460"/>
                  </a:lnTo>
                  <a:lnTo>
                    <a:pt x="18707" y="13179"/>
                  </a:lnTo>
                  <a:lnTo>
                    <a:pt x="19020" y="11868"/>
                  </a:lnTo>
                  <a:lnTo>
                    <a:pt x="19301" y="10525"/>
                  </a:lnTo>
                  <a:lnTo>
                    <a:pt x="19582" y="9213"/>
                  </a:lnTo>
                  <a:lnTo>
                    <a:pt x="19707" y="8557"/>
                  </a:lnTo>
                  <a:lnTo>
                    <a:pt x="19863" y="7902"/>
                  </a:lnTo>
                  <a:lnTo>
                    <a:pt x="20019" y="7277"/>
                  </a:lnTo>
                  <a:lnTo>
                    <a:pt x="20238" y="6621"/>
                  </a:lnTo>
                  <a:lnTo>
                    <a:pt x="20425" y="5997"/>
                  </a:lnTo>
                  <a:lnTo>
                    <a:pt x="20644" y="5372"/>
                  </a:lnTo>
                  <a:lnTo>
                    <a:pt x="20894" y="4747"/>
                  </a:lnTo>
                  <a:lnTo>
                    <a:pt x="21175" y="4154"/>
                  </a:lnTo>
                  <a:lnTo>
                    <a:pt x="21456" y="3561"/>
                  </a:lnTo>
                  <a:lnTo>
                    <a:pt x="21799" y="2999"/>
                  </a:lnTo>
                  <a:lnTo>
                    <a:pt x="22174" y="2468"/>
                  </a:lnTo>
                  <a:lnTo>
                    <a:pt x="22611" y="1937"/>
                  </a:lnTo>
                  <a:lnTo>
                    <a:pt x="23017" y="1437"/>
                  </a:lnTo>
                  <a:lnTo>
                    <a:pt x="23486" y="937"/>
                  </a:lnTo>
                  <a:lnTo>
                    <a:pt x="24391" y="1"/>
                  </a:lnTo>
                  <a:close/>
                </a:path>
              </a:pathLst>
            </a:custGeom>
            <a:solidFill>
              <a:srgbClr val="D856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2" name="Google Shape;3622;p61"/>
            <p:cNvSpPr/>
            <p:nvPr/>
          </p:nvSpPr>
          <p:spPr>
            <a:xfrm>
              <a:off x="5286375" y="2295350"/>
              <a:ext cx="1723100" cy="1068075"/>
            </a:xfrm>
            <a:custGeom>
              <a:avLst/>
              <a:gdLst/>
              <a:ahLst/>
              <a:cxnLst/>
              <a:rect l="l" t="t" r="r" b="b"/>
              <a:pathLst>
                <a:path w="68924" h="42723" extrusionOk="0">
                  <a:moveTo>
                    <a:pt x="52809" y="0"/>
                  </a:moveTo>
                  <a:lnTo>
                    <a:pt x="52372" y="94"/>
                  </a:lnTo>
                  <a:lnTo>
                    <a:pt x="52028" y="188"/>
                  </a:lnTo>
                  <a:lnTo>
                    <a:pt x="51872" y="281"/>
                  </a:lnTo>
                  <a:lnTo>
                    <a:pt x="51716" y="375"/>
                  </a:lnTo>
                  <a:lnTo>
                    <a:pt x="51622" y="469"/>
                  </a:lnTo>
                  <a:lnTo>
                    <a:pt x="51529" y="562"/>
                  </a:lnTo>
                  <a:lnTo>
                    <a:pt x="49624" y="3279"/>
                  </a:lnTo>
                  <a:lnTo>
                    <a:pt x="47281" y="6590"/>
                  </a:lnTo>
                  <a:lnTo>
                    <a:pt x="44627" y="10212"/>
                  </a:lnTo>
                  <a:lnTo>
                    <a:pt x="41972" y="13866"/>
                  </a:lnTo>
                  <a:lnTo>
                    <a:pt x="39443" y="17208"/>
                  </a:lnTo>
                  <a:lnTo>
                    <a:pt x="38287" y="18707"/>
                  </a:lnTo>
                  <a:lnTo>
                    <a:pt x="37257" y="19987"/>
                  </a:lnTo>
                  <a:lnTo>
                    <a:pt x="36382" y="21080"/>
                  </a:lnTo>
                  <a:lnTo>
                    <a:pt x="35695" y="21892"/>
                  </a:lnTo>
                  <a:lnTo>
                    <a:pt x="35196" y="22423"/>
                  </a:lnTo>
                  <a:lnTo>
                    <a:pt x="35008" y="22548"/>
                  </a:lnTo>
                  <a:lnTo>
                    <a:pt x="34883" y="22610"/>
                  </a:lnTo>
                  <a:lnTo>
                    <a:pt x="34571" y="22579"/>
                  </a:lnTo>
                  <a:lnTo>
                    <a:pt x="34196" y="22548"/>
                  </a:lnTo>
                  <a:lnTo>
                    <a:pt x="33790" y="22486"/>
                  </a:lnTo>
                  <a:lnTo>
                    <a:pt x="33322" y="22392"/>
                  </a:lnTo>
                  <a:lnTo>
                    <a:pt x="32229" y="22142"/>
                  </a:lnTo>
                  <a:lnTo>
                    <a:pt x="31011" y="21767"/>
                  </a:lnTo>
                  <a:lnTo>
                    <a:pt x="29637" y="21330"/>
                  </a:lnTo>
                  <a:lnTo>
                    <a:pt x="28138" y="20799"/>
                  </a:lnTo>
                  <a:lnTo>
                    <a:pt x="26483" y="20206"/>
                  </a:lnTo>
                  <a:lnTo>
                    <a:pt x="24734" y="19550"/>
                  </a:lnTo>
                  <a:lnTo>
                    <a:pt x="20986" y="18051"/>
                  </a:lnTo>
                  <a:lnTo>
                    <a:pt x="16958" y="16458"/>
                  </a:lnTo>
                  <a:lnTo>
                    <a:pt x="12742" y="14803"/>
                  </a:lnTo>
                  <a:lnTo>
                    <a:pt x="8463" y="13148"/>
                  </a:lnTo>
                  <a:lnTo>
                    <a:pt x="7401" y="12742"/>
                  </a:lnTo>
                  <a:lnTo>
                    <a:pt x="6402" y="12430"/>
                  </a:lnTo>
                  <a:lnTo>
                    <a:pt x="5496" y="12180"/>
                  </a:lnTo>
                  <a:lnTo>
                    <a:pt x="4653" y="12024"/>
                  </a:lnTo>
                  <a:lnTo>
                    <a:pt x="3904" y="11899"/>
                  </a:lnTo>
                  <a:lnTo>
                    <a:pt x="3217" y="11836"/>
                  </a:lnTo>
                  <a:lnTo>
                    <a:pt x="2623" y="11836"/>
                  </a:lnTo>
                  <a:lnTo>
                    <a:pt x="2092" y="11899"/>
                  </a:lnTo>
                  <a:lnTo>
                    <a:pt x="1624" y="12024"/>
                  </a:lnTo>
                  <a:lnTo>
                    <a:pt x="1218" y="12180"/>
                  </a:lnTo>
                  <a:lnTo>
                    <a:pt x="874" y="12367"/>
                  </a:lnTo>
                  <a:lnTo>
                    <a:pt x="593" y="12617"/>
                  </a:lnTo>
                  <a:lnTo>
                    <a:pt x="375" y="12898"/>
                  </a:lnTo>
                  <a:lnTo>
                    <a:pt x="219" y="13210"/>
                  </a:lnTo>
                  <a:lnTo>
                    <a:pt x="94" y="13585"/>
                  </a:lnTo>
                  <a:lnTo>
                    <a:pt x="31" y="13960"/>
                  </a:lnTo>
                  <a:lnTo>
                    <a:pt x="0" y="14366"/>
                  </a:lnTo>
                  <a:lnTo>
                    <a:pt x="31" y="14803"/>
                  </a:lnTo>
                  <a:lnTo>
                    <a:pt x="94" y="15272"/>
                  </a:lnTo>
                  <a:lnTo>
                    <a:pt x="219" y="15740"/>
                  </a:lnTo>
                  <a:lnTo>
                    <a:pt x="344" y="16240"/>
                  </a:lnTo>
                  <a:lnTo>
                    <a:pt x="531" y="16739"/>
                  </a:lnTo>
                  <a:lnTo>
                    <a:pt x="750" y="17270"/>
                  </a:lnTo>
                  <a:lnTo>
                    <a:pt x="999" y="17770"/>
                  </a:lnTo>
                  <a:lnTo>
                    <a:pt x="1249" y="18301"/>
                  </a:lnTo>
                  <a:lnTo>
                    <a:pt x="1530" y="18832"/>
                  </a:lnTo>
                  <a:lnTo>
                    <a:pt x="1843" y="19331"/>
                  </a:lnTo>
                  <a:lnTo>
                    <a:pt x="2186" y="19862"/>
                  </a:lnTo>
                  <a:lnTo>
                    <a:pt x="2904" y="20862"/>
                  </a:lnTo>
                  <a:lnTo>
                    <a:pt x="3654" y="21798"/>
                  </a:lnTo>
                  <a:lnTo>
                    <a:pt x="4341" y="22579"/>
                  </a:lnTo>
                  <a:lnTo>
                    <a:pt x="5090" y="23391"/>
                  </a:lnTo>
                  <a:lnTo>
                    <a:pt x="5840" y="24172"/>
                  </a:lnTo>
                  <a:lnTo>
                    <a:pt x="6652" y="24984"/>
                  </a:lnTo>
                  <a:lnTo>
                    <a:pt x="7495" y="25796"/>
                  </a:lnTo>
                  <a:lnTo>
                    <a:pt x="8338" y="26608"/>
                  </a:lnTo>
                  <a:lnTo>
                    <a:pt x="9244" y="27420"/>
                  </a:lnTo>
                  <a:lnTo>
                    <a:pt x="10181" y="28232"/>
                  </a:lnTo>
                  <a:lnTo>
                    <a:pt x="11118" y="29012"/>
                  </a:lnTo>
                  <a:lnTo>
                    <a:pt x="12086" y="29824"/>
                  </a:lnTo>
                  <a:lnTo>
                    <a:pt x="13085" y="30605"/>
                  </a:lnTo>
                  <a:lnTo>
                    <a:pt x="14085" y="31386"/>
                  </a:lnTo>
                  <a:lnTo>
                    <a:pt x="15115" y="32167"/>
                  </a:lnTo>
                  <a:lnTo>
                    <a:pt x="16177" y="32916"/>
                  </a:lnTo>
                  <a:lnTo>
                    <a:pt x="17239" y="33666"/>
                  </a:lnTo>
                  <a:lnTo>
                    <a:pt x="18300" y="34384"/>
                  </a:lnTo>
                  <a:lnTo>
                    <a:pt x="19362" y="35102"/>
                  </a:lnTo>
                  <a:lnTo>
                    <a:pt x="20455" y="35789"/>
                  </a:lnTo>
                  <a:lnTo>
                    <a:pt x="21548" y="36445"/>
                  </a:lnTo>
                  <a:lnTo>
                    <a:pt x="22641" y="37101"/>
                  </a:lnTo>
                  <a:lnTo>
                    <a:pt x="23766" y="37725"/>
                  </a:lnTo>
                  <a:lnTo>
                    <a:pt x="24859" y="38319"/>
                  </a:lnTo>
                  <a:lnTo>
                    <a:pt x="25952" y="38881"/>
                  </a:lnTo>
                  <a:lnTo>
                    <a:pt x="27045" y="39443"/>
                  </a:lnTo>
                  <a:lnTo>
                    <a:pt x="28138" y="39943"/>
                  </a:lnTo>
                  <a:lnTo>
                    <a:pt x="29200" y="40411"/>
                  </a:lnTo>
                  <a:lnTo>
                    <a:pt x="30293" y="40880"/>
                  </a:lnTo>
                  <a:lnTo>
                    <a:pt x="31354" y="41286"/>
                  </a:lnTo>
                  <a:lnTo>
                    <a:pt x="32385" y="41660"/>
                  </a:lnTo>
                  <a:lnTo>
                    <a:pt x="33416" y="41973"/>
                  </a:lnTo>
                  <a:lnTo>
                    <a:pt x="34446" y="42285"/>
                  </a:lnTo>
                  <a:lnTo>
                    <a:pt x="35445" y="42535"/>
                  </a:lnTo>
                  <a:lnTo>
                    <a:pt x="35914" y="42628"/>
                  </a:lnTo>
                  <a:lnTo>
                    <a:pt x="36414" y="42691"/>
                  </a:lnTo>
                  <a:lnTo>
                    <a:pt x="36913" y="42722"/>
                  </a:lnTo>
                  <a:lnTo>
                    <a:pt x="37413" y="42722"/>
                  </a:lnTo>
                  <a:lnTo>
                    <a:pt x="37944" y="42691"/>
                  </a:lnTo>
                  <a:lnTo>
                    <a:pt x="38475" y="42660"/>
                  </a:lnTo>
                  <a:lnTo>
                    <a:pt x="39006" y="42597"/>
                  </a:lnTo>
                  <a:lnTo>
                    <a:pt x="39537" y="42504"/>
                  </a:lnTo>
                  <a:lnTo>
                    <a:pt x="40598" y="42254"/>
                  </a:lnTo>
                  <a:lnTo>
                    <a:pt x="41660" y="41973"/>
                  </a:lnTo>
                  <a:lnTo>
                    <a:pt x="42691" y="41598"/>
                  </a:lnTo>
                  <a:lnTo>
                    <a:pt x="43690" y="41192"/>
                  </a:lnTo>
                  <a:lnTo>
                    <a:pt x="44627" y="40786"/>
                  </a:lnTo>
                  <a:lnTo>
                    <a:pt x="45533" y="40349"/>
                  </a:lnTo>
                  <a:lnTo>
                    <a:pt x="46376" y="39911"/>
                  </a:lnTo>
                  <a:lnTo>
                    <a:pt x="47125" y="39474"/>
                  </a:lnTo>
                  <a:lnTo>
                    <a:pt x="47781" y="39068"/>
                  </a:lnTo>
                  <a:lnTo>
                    <a:pt x="48343" y="38694"/>
                  </a:lnTo>
                  <a:lnTo>
                    <a:pt x="48749" y="38381"/>
                  </a:lnTo>
                  <a:lnTo>
                    <a:pt x="49062" y="38131"/>
                  </a:lnTo>
                  <a:lnTo>
                    <a:pt x="49811" y="37444"/>
                  </a:lnTo>
                  <a:lnTo>
                    <a:pt x="50529" y="36726"/>
                  </a:lnTo>
                  <a:lnTo>
                    <a:pt x="51279" y="35977"/>
                  </a:lnTo>
                  <a:lnTo>
                    <a:pt x="52028" y="35165"/>
                  </a:lnTo>
                  <a:lnTo>
                    <a:pt x="52778" y="34353"/>
                  </a:lnTo>
                  <a:lnTo>
                    <a:pt x="53527" y="33478"/>
                  </a:lnTo>
                  <a:lnTo>
                    <a:pt x="55026" y="31698"/>
                  </a:lnTo>
                  <a:lnTo>
                    <a:pt x="56494" y="29793"/>
                  </a:lnTo>
                  <a:lnTo>
                    <a:pt x="57962" y="27826"/>
                  </a:lnTo>
                  <a:lnTo>
                    <a:pt x="59367" y="25765"/>
                  </a:lnTo>
                  <a:lnTo>
                    <a:pt x="60741" y="23703"/>
                  </a:lnTo>
                  <a:lnTo>
                    <a:pt x="62053" y="21580"/>
                  </a:lnTo>
                  <a:lnTo>
                    <a:pt x="63333" y="19456"/>
                  </a:lnTo>
                  <a:lnTo>
                    <a:pt x="64489" y="17333"/>
                  </a:lnTo>
                  <a:lnTo>
                    <a:pt x="65582" y="15272"/>
                  </a:lnTo>
                  <a:lnTo>
                    <a:pt x="66581" y="13210"/>
                  </a:lnTo>
                  <a:lnTo>
                    <a:pt x="67456" y="11212"/>
                  </a:lnTo>
                  <a:lnTo>
                    <a:pt x="67862" y="10244"/>
                  </a:lnTo>
                  <a:lnTo>
                    <a:pt x="68236" y="9307"/>
                  </a:lnTo>
                  <a:lnTo>
                    <a:pt x="68580" y="8401"/>
                  </a:lnTo>
                  <a:lnTo>
                    <a:pt x="68892" y="7495"/>
                  </a:lnTo>
                  <a:lnTo>
                    <a:pt x="68924" y="7370"/>
                  </a:lnTo>
                  <a:lnTo>
                    <a:pt x="68924" y="7214"/>
                  </a:lnTo>
                  <a:lnTo>
                    <a:pt x="68892" y="7058"/>
                  </a:lnTo>
                  <a:lnTo>
                    <a:pt x="68861" y="6933"/>
                  </a:lnTo>
                  <a:lnTo>
                    <a:pt x="68705" y="6621"/>
                  </a:lnTo>
                  <a:lnTo>
                    <a:pt x="68486" y="6277"/>
                  </a:lnTo>
                  <a:lnTo>
                    <a:pt x="68174" y="5934"/>
                  </a:lnTo>
                  <a:lnTo>
                    <a:pt x="67768" y="5590"/>
                  </a:lnTo>
                  <a:lnTo>
                    <a:pt x="67331" y="5216"/>
                  </a:lnTo>
                  <a:lnTo>
                    <a:pt x="66800" y="4872"/>
                  </a:lnTo>
                  <a:lnTo>
                    <a:pt x="66238" y="4497"/>
                  </a:lnTo>
                  <a:lnTo>
                    <a:pt x="65613" y="4123"/>
                  </a:lnTo>
                  <a:lnTo>
                    <a:pt x="64957" y="3748"/>
                  </a:lnTo>
                  <a:lnTo>
                    <a:pt x="64270" y="3373"/>
                  </a:lnTo>
                  <a:lnTo>
                    <a:pt x="63552" y="3030"/>
                  </a:lnTo>
                  <a:lnTo>
                    <a:pt x="62771" y="2686"/>
                  </a:lnTo>
                  <a:lnTo>
                    <a:pt x="61210" y="1999"/>
                  </a:lnTo>
                  <a:lnTo>
                    <a:pt x="59617" y="1406"/>
                  </a:lnTo>
                  <a:lnTo>
                    <a:pt x="58836" y="1125"/>
                  </a:lnTo>
                  <a:lnTo>
                    <a:pt x="58056" y="875"/>
                  </a:lnTo>
                  <a:lnTo>
                    <a:pt x="57275" y="656"/>
                  </a:lnTo>
                  <a:lnTo>
                    <a:pt x="56525" y="469"/>
                  </a:lnTo>
                  <a:lnTo>
                    <a:pt x="55807" y="313"/>
                  </a:lnTo>
                  <a:lnTo>
                    <a:pt x="55120" y="157"/>
                  </a:lnTo>
                  <a:lnTo>
                    <a:pt x="54464" y="63"/>
                  </a:lnTo>
                  <a:lnTo>
                    <a:pt x="53871" y="0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3" name="Google Shape;3623;p61"/>
            <p:cNvSpPr/>
            <p:nvPr/>
          </p:nvSpPr>
          <p:spPr>
            <a:xfrm>
              <a:off x="5286375" y="2295350"/>
              <a:ext cx="1723100" cy="1068075"/>
            </a:xfrm>
            <a:custGeom>
              <a:avLst/>
              <a:gdLst/>
              <a:ahLst/>
              <a:cxnLst/>
              <a:rect l="l" t="t" r="r" b="b"/>
              <a:pathLst>
                <a:path w="68924" h="42723" fill="none" extrusionOk="0">
                  <a:moveTo>
                    <a:pt x="3654" y="21798"/>
                  </a:moveTo>
                  <a:lnTo>
                    <a:pt x="3654" y="21798"/>
                  </a:lnTo>
                  <a:lnTo>
                    <a:pt x="4341" y="22579"/>
                  </a:lnTo>
                  <a:lnTo>
                    <a:pt x="5090" y="23391"/>
                  </a:lnTo>
                  <a:lnTo>
                    <a:pt x="5840" y="24172"/>
                  </a:lnTo>
                  <a:lnTo>
                    <a:pt x="6652" y="24984"/>
                  </a:lnTo>
                  <a:lnTo>
                    <a:pt x="7495" y="25796"/>
                  </a:lnTo>
                  <a:lnTo>
                    <a:pt x="8338" y="26608"/>
                  </a:lnTo>
                  <a:lnTo>
                    <a:pt x="9244" y="27420"/>
                  </a:lnTo>
                  <a:lnTo>
                    <a:pt x="10181" y="28232"/>
                  </a:lnTo>
                  <a:lnTo>
                    <a:pt x="11118" y="29012"/>
                  </a:lnTo>
                  <a:lnTo>
                    <a:pt x="12086" y="29824"/>
                  </a:lnTo>
                  <a:lnTo>
                    <a:pt x="13085" y="30605"/>
                  </a:lnTo>
                  <a:lnTo>
                    <a:pt x="14085" y="31386"/>
                  </a:lnTo>
                  <a:lnTo>
                    <a:pt x="15115" y="32167"/>
                  </a:lnTo>
                  <a:lnTo>
                    <a:pt x="16177" y="32916"/>
                  </a:lnTo>
                  <a:lnTo>
                    <a:pt x="17239" y="33666"/>
                  </a:lnTo>
                  <a:lnTo>
                    <a:pt x="18300" y="34384"/>
                  </a:lnTo>
                  <a:lnTo>
                    <a:pt x="19362" y="35102"/>
                  </a:lnTo>
                  <a:lnTo>
                    <a:pt x="20455" y="35789"/>
                  </a:lnTo>
                  <a:lnTo>
                    <a:pt x="21548" y="36445"/>
                  </a:lnTo>
                  <a:lnTo>
                    <a:pt x="22641" y="37101"/>
                  </a:lnTo>
                  <a:lnTo>
                    <a:pt x="23766" y="37725"/>
                  </a:lnTo>
                  <a:lnTo>
                    <a:pt x="24859" y="38319"/>
                  </a:lnTo>
                  <a:lnTo>
                    <a:pt x="25952" y="38881"/>
                  </a:lnTo>
                  <a:lnTo>
                    <a:pt x="27045" y="39443"/>
                  </a:lnTo>
                  <a:lnTo>
                    <a:pt x="28138" y="39943"/>
                  </a:lnTo>
                  <a:lnTo>
                    <a:pt x="29200" y="40411"/>
                  </a:lnTo>
                  <a:lnTo>
                    <a:pt x="30293" y="40880"/>
                  </a:lnTo>
                  <a:lnTo>
                    <a:pt x="31354" y="41286"/>
                  </a:lnTo>
                  <a:lnTo>
                    <a:pt x="32385" y="41660"/>
                  </a:lnTo>
                  <a:lnTo>
                    <a:pt x="33416" y="41973"/>
                  </a:lnTo>
                  <a:lnTo>
                    <a:pt x="34446" y="42285"/>
                  </a:lnTo>
                  <a:lnTo>
                    <a:pt x="35445" y="42535"/>
                  </a:lnTo>
                  <a:lnTo>
                    <a:pt x="35445" y="42535"/>
                  </a:lnTo>
                  <a:lnTo>
                    <a:pt x="35914" y="42628"/>
                  </a:lnTo>
                  <a:lnTo>
                    <a:pt x="36414" y="42691"/>
                  </a:lnTo>
                  <a:lnTo>
                    <a:pt x="36913" y="42722"/>
                  </a:lnTo>
                  <a:lnTo>
                    <a:pt x="37413" y="42722"/>
                  </a:lnTo>
                  <a:lnTo>
                    <a:pt x="37944" y="42691"/>
                  </a:lnTo>
                  <a:lnTo>
                    <a:pt x="38475" y="42660"/>
                  </a:lnTo>
                  <a:lnTo>
                    <a:pt x="39006" y="42597"/>
                  </a:lnTo>
                  <a:lnTo>
                    <a:pt x="39537" y="42504"/>
                  </a:lnTo>
                  <a:lnTo>
                    <a:pt x="40598" y="42254"/>
                  </a:lnTo>
                  <a:lnTo>
                    <a:pt x="41660" y="41973"/>
                  </a:lnTo>
                  <a:lnTo>
                    <a:pt x="42691" y="41598"/>
                  </a:lnTo>
                  <a:lnTo>
                    <a:pt x="43690" y="41192"/>
                  </a:lnTo>
                  <a:lnTo>
                    <a:pt x="44627" y="40786"/>
                  </a:lnTo>
                  <a:lnTo>
                    <a:pt x="45533" y="40349"/>
                  </a:lnTo>
                  <a:lnTo>
                    <a:pt x="46376" y="39911"/>
                  </a:lnTo>
                  <a:lnTo>
                    <a:pt x="47125" y="39474"/>
                  </a:lnTo>
                  <a:lnTo>
                    <a:pt x="47781" y="39068"/>
                  </a:lnTo>
                  <a:lnTo>
                    <a:pt x="48343" y="38694"/>
                  </a:lnTo>
                  <a:lnTo>
                    <a:pt x="48749" y="38381"/>
                  </a:lnTo>
                  <a:lnTo>
                    <a:pt x="49062" y="38131"/>
                  </a:lnTo>
                  <a:lnTo>
                    <a:pt x="49062" y="38131"/>
                  </a:lnTo>
                  <a:lnTo>
                    <a:pt x="49811" y="37444"/>
                  </a:lnTo>
                  <a:lnTo>
                    <a:pt x="50529" y="36726"/>
                  </a:lnTo>
                  <a:lnTo>
                    <a:pt x="51279" y="35977"/>
                  </a:lnTo>
                  <a:lnTo>
                    <a:pt x="52028" y="35165"/>
                  </a:lnTo>
                  <a:lnTo>
                    <a:pt x="52778" y="34353"/>
                  </a:lnTo>
                  <a:lnTo>
                    <a:pt x="53527" y="33478"/>
                  </a:lnTo>
                  <a:lnTo>
                    <a:pt x="55026" y="31698"/>
                  </a:lnTo>
                  <a:lnTo>
                    <a:pt x="56494" y="29793"/>
                  </a:lnTo>
                  <a:lnTo>
                    <a:pt x="57962" y="27826"/>
                  </a:lnTo>
                  <a:lnTo>
                    <a:pt x="59367" y="25765"/>
                  </a:lnTo>
                  <a:lnTo>
                    <a:pt x="60741" y="23703"/>
                  </a:lnTo>
                  <a:lnTo>
                    <a:pt x="62053" y="21580"/>
                  </a:lnTo>
                  <a:lnTo>
                    <a:pt x="63333" y="19456"/>
                  </a:lnTo>
                  <a:lnTo>
                    <a:pt x="64489" y="17333"/>
                  </a:lnTo>
                  <a:lnTo>
                    <a:pt x="65582" y="15272"/>
                  </a:lnTo>
                  <a:lnTo>
                    <a:pt x="66581" y="13210"/>
                  </a:lnTo>
                  <a:lnTo>
                    <a:pt x="67456" y="11212"/>
                  </a:lnTo>
                  <a:lnTo>
                    <a:pt x="67862" y="10244"/>
                  </a:lnTo>
                  <a:lnTo>
                    <a:pt x="68236" y="9307"/>
                  </a:lnTo>
                  <a:lnTo>
                    <a:pt x="68580" y="8401"/>
                  </a:lnTo>
                  <a:lnTo>
                    <a:pt x="68892" y="7495"/>
                  </a:lnTo>
                  <a:lnTo>
                    <a:pt x="68892" y="7495"/>
                  </a:lnTo>
                  <a:lnTo>
                    <a:pt x="68924" y="7370"/>
                  </a:lnTo>
                  <a:lnTo>
                    <a:pt x="68924" y="7214"/>
                  </a:lnTo>
                  <a:lnTo>
                    <a:pt x="68892" y="7058"/>
                  </a:lnTo>
                  <a:lnTo>
                    <a:pt x="68861" y="6933"/>
                  </a:lnTo>
                  <a:lnTo>
                    <a:pt x="68705" y="6621"/>
                  </a:lnTo>
                  <a:lnTo>
                    <a:pt x="68486" y="6277"/>
                  </a:lnTo>
                  <a:lnTo>
                    <a:pt x="68174" y="5934"/>
                  </a:lnTo>
                  <a:lnTo>
                    <a:pt x="67768" y="5590"/>
                  </a:lnTo>
                  <a:lnTo>
                    <a:pt x="67331" y="5216"/>
                  </a:lnTo>
                  <a:lnTo>
                    <a:pt x="66800" y="4872"/>
                  </a:lnTo>
                  <a:lnTo>
                    <a:pt x="66238" y="4497"/>
                  </a:lnTo>
                  <a:lnTo>
                    <a:pt x="65613" y="4123"/>
                  </a:lnTo>
                  <a:lnTo>
                    <a:pt x="64957" y="3748"/>
                  </a:lnTo>
                  <a:lnTo>
                    <a:pt x="64270" y="3373"/>
                  </a:lnTo>
                  <a:lnTo>
                    <a:pt x="63552" y="3030"/>
                  </a:lnTo>
                  <a:lnTo>
                    <a:pt x="62771" y="2686"/>
                  </a:lnTo>
                  <a:lnTo>
                    <a:pt x="61210" y="1999"/>
                  </a:lnTo>
                  <a:lnTo>
                    <a:pt x="59617" y="1406"/>
                  </a:lnTo>
                  <a:lnTo>
                    <a:pt x="58836" y="1125"/>
                  </a:lnTo>
                  <a:lnTo>
                    <a:pt x="58056" y="875"/>
                  </a:lnTo>
                  <a:lnTo>
                    <a:pt x="57275" y="656"/>
                  </a:lnTo>
                  <a:lnTo>
                    <a:pt x="56525" y="469"/>
                  </a:lnTo>
                  <a:lnTo>
                    <a:pt x="55807" y="313"/>
                  </a:lnTo>
                  <a:lnTo>
                    <a:pt x="55120" y="157"/>
                  </a:lnTo>
                  <a:lnTo>
                    <a:pt x="54464" y="63"/>
                  </a:lnTo>
                  <a:lnTo>
                    <a:pt x="53871" y="0"/>
                  </a:lnTo>
                  <a:lnTo>
                    <a:pt x="53309" y="0"/>
                  </a:lnTo>
                  <a:lnTo>
                    <a:pt x="52809" y="0"/>
                  </a:lnTo>
                  <a:lnTo>
                    <a:pt x="52372" y="94"/>
                  </a:lnTo>
                  <a:lnTo>
                    <a:pt x="52028" y="188"/>
                  </a:lnTo>
                  <a:lnTo>
                    <a:pt x="51872" y="281"/>
                  </a:lnTo>
                  <a:lnTo>
                    <a:pt x="51716" y="375"/>
                  </a:lnTo>
                  <a:lnTo>
                    <a:pt x="51622" y="469"/>
                  </a:lnTo>
                  <a:lnTo>
                    <a:pt x="51529" y="562"/>
                  </a:lnTo>
                  <a:lnTo>
                    <a:pt x="51529" y="562"/>
                  </a:lnTo>
                  <a:lnTo>
                    <a:pt x="49624" y="3279"/>
                  </a:lnTo>
                  <a:lnTo>
                    <a:pt x="47281" y="6590"/>
                  </a:lnTo>
                  <a:lnTo>
                    <a:pt x="44627" y="10212"/>
                  </a:lnTo>
                  <a:lnTo>
                    <a:pt x="41972" y="13866"/>
                  </a:lnTo>
                  <a:lnTo>
                    <a:pt x="39443" y="17208"/>
                  </a:lnTo>
                  <a:lnTo>
                    <a:pt x="38287" y="18707"/>
                  </a:lnTo>
                  <a:lnTo>
                    <a:pt x="37257" y="19987"/>
                  </a:lnTo>
                  <a:lnTo>
                    <a:pt x="36382" y="21080"/>
                  </a:lnTo>
                  <a:lnTo>
                    <a:pt x="35695" y="21892"/>
                  </a:lnTo>
                  <a:lnTo>
                    <a:pt x="35196" y="22423"/>
                  </a:lnTo>
                  <a:lnTo>
                    <a:pt x="35008" y="22548"/>
                  </a:lnTo>
                  <a:lnTo>
                    <a:pt x="34883" y="22610"/>
                  </a:lnTo>
                  <a:lnTo>
                    <a:pt x="34883" y="22610"/>
                  </a:lnTo>
                  <a:lnTo>
                    <a:pt x="34571" y="22579"/>
                  </a:lnTo>
                  <a:lnTo>
                    <a:pt x="34196" y="22548"/>
                  </a:lnTo>
                  <a:lnTo>
                    <a:pt x="33790" y="22486"/>
                  </a:lnTo>
                  <a:lnTo>
                    <a:pt x="33322" y="22392"/>
                  </a:lnTo>
                  <a:lnTo>
                    <a:pt x="32229" y="22142"/>
                  </a:lnTo>
                  <a:lnTo>
                    <a:pt x="31011" y="21767"/>
                  </a:lnTo>
                  <a:lnTo>
                    <a:pt x="29637" y="21330"/>
                  </a:lnTo>
                  <a:lnTo>
                    <a:pt x="28138" y="20799"/>
                  </a:lnTo>
                  <a:lnTo>
                    <a:pt x="26483" y="20206"/>
                  </a:lnTo>
                  <a:lnTo>
                    <a:pt x="24734" y="19550"/>
                  </a:lnTo>
                  <a:lnTo>
                    <a:pt x="20986" y="18051"/>
                  </a:lnTo>
                  <a:lnTo>
                    <a:pt x="16958" y="16458"/>
                  </a:lnTo>
                  <a:lnTo>
                    <a:pt x="12742" y="14803"/>
                  </a:lnTo>
                  <a:lnTo>
                    <a:pt x="8463" y="13148"/>
                  </a:lnTo>
                  <a:lnTo>
                    <a:pt x="8463" y="13148"/>
                  </a:lnTo>
                  <a:lnTo>
                    <a:pt x="7401" y="12742"/>
                  </a:lnTo>
                  <a:lnTo>
                    <a:pt x="6402" y="12430"/>
                  </a:lnTo>
                  <a:lnTo>
                    <a:pt x="5496" y="12180"/>
                  </a:lnTo>
                  <a:lnTo>
                    <a:pt x="4653" y="12024"/>
                  </a:lnTo>
                  <a:lnTo>
                    <a:pt x="3904" y="11899"/>
                  </a:lnTo>
                  <a:lnTo>
                    <a:pt x="3217" y="11836"/>
                  </a:lnTo>
                  <a:lnTo>
                    <a:pt x="2623" y="11836"/>
                  </a:lnTo>
                  <a:lnTo>
                    <a:pt x="2092" y="11899"/>
                  </a:lnTo>
                  <a:lnTo>
                    <a:pt x="1624" y="12024"/>
                  </a:lnTo>
                  <a:lnTo>
                    <a:pt x="1218" y="12180"/>
                  </a:lnTo>
                  <a:lnTo>
                    <a:pt x="874" y="12367"/>
                  </a:lnTo>
                  <a:lnTo>
                    <a:pt x="593" y="12617"/>
                  </a:lnTo>
                  <a:lnTo>
                    <a:pt x="375" y="12898"/>
                  </a:lnTo>
                  <a:lnTo>
                    <a:pt x="219" y="13210"/>
                  </a:lnTo>
                  <a:lnTo>
                    <a:pt x="94" y="13585"/>
                  </a:lnTo>
                  <a:lnTo>
                    <a:pt x="31" y="13960"/>
                  </a:lnTo>
                  <a:lnTo>
                    <a:pt x="0" y="14366"/>
                  </a:lnTo>
                  <a:lnTo>
                    <a:pt x="31" y="14803"/>
                  </a:lnTo>
                  <a:lnTo>
                    <a:pt x="94" y="15272"/>
                  </a:lnTo>
                  <a:lnTo>
                    <a:pt x="219" y="15740"/>
                  </a:lnTo>
                  <a:lnTo>
                    <a:pt x="344" y="16240"/>
                  </a:lnTo>
                  <a:lnTo>
                    <a:pt x="531" y="16739"/>
                  </a:lnTo>
                  <a:lnTo>
                    <a:pt x="750" y="17270"/>
                  </a:lnTo>
                  <a:lnTo>
                    <a:pt x="999" y="17770"/>
                  </a:lnTo>
                  <a:lnTo>
                    <a:pt x="1249" y="18301"/>
                  </a:lnTo>
                  <a:lnTo>
                    <a:pt x="1530" y="18832"/>
                  </a:lnTo>
                  <a:lnTo>
                    <a:pt x="1843" y="19331"/>
                  </a:lnTo>
                  <a:lnTo>
                    <a:pt x="2186" y="19862"/>
                  </a:lnTo>
                  <a:lnTo>
                    <a:pt x="2904" y="20862"/>
                  </a:lnTo>
                  <a:lnTo>
                    <a:pt x="3654" y="217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4" name="Google Shape;3624;p61"/>
            <p:cNvSpPr/>
            <p:nvPr/>
          </p:nvSpPr>
          <p:spPr>
            <a:xfrm>
              <a:off x="6303675" y="1443575"/>
              <a:ext cx="651925" cy="613675"/>
            </a:xfrm>
            <a:custGeom>
              <a:avLst/>
              <a:gdLst/>
              <a:ahLst/>
              <a:cxnLst/>
              <a:rect l="l" t="t" r="r" b="b"/>
              <a:pathLst>
                <a:path w="26077" h="24547" extrusionOk="0">
                  <a:moveTo>
                    <a:pt x="22891" y="0"/>
                  </a:moveTo>
                  <a:lnTo>
                    <a:pt x="22673" y="63"/>
                  </a:lnTo>
                  <a:lnTo>
                    <a:pt x="22423" y="187"/>
                  </a:lnTo>
                  <a:lnTo>
                    <a:pt x="906" y="10306"/>
                  </a:lnTo>
                  <a:lnTo>
                    <a:pt x="687" y="10462"/>
                  </a:lnTo>
                  <a:lnTo>
                    <a:pt x="468" y="10649"/>
                  </a:lnTo>
                  <a:lnTo>
                    <a:pt x="312" y="10868"/>
                  </a:lnTo>
                  <a:lnTo>
                    <a:pt x="187" y="11118"/>
                  </a:lnTo>
                  <a:lnTo>
                    <a:pt x="94" y="11368"/>
                  </a:lnTo>
                  <a:lnTo>
                    <a:pt x="31" y="11617"/>
                  </a:lnTo>
                  <a:lnTo>
                    <a:pt x="0" y="11899"/>
                  </a:lnTo>
                  <a:lnTo>
                    <a:pt x="31" y="12180"/>
                  </a:lnTo>
                  <a:lnTo>
                    <a:pt x="2311" y="23859"/>
                  </a:lnTo>
                  <a:lnTo>
                    <a:pt x="2373" y="24078"/>
                  </a:lnTo>
                  <a:lnTo>
                    <a:pt x="2467" y="24265"/>
                  </a:lnTo>
                  <a:lnTo>
                    <a:pt x="2623" y="24421"/>
                  </a:lnTo>
                  <a:lnTo>
                    <a:pt x="2779" y="24515"/>
                  </a:lnTo>
                  <a:lnTo>
                    <a:pt x="2967" y="24546"/>
                  </a:lnTo>
                  <a:lnTo>
                    <a:pt x="3185" y="24546"/>
                  </a:lnTo>
                  <a:lnTo>
                    <a:pt x="3404" y="24484"/>
                  </a:lnTo>
                  <a:lnTo>
                    <a:pt x="3654" y="24390"/>
                  </a:lnTo>
                  <a:lnTo>
                    <a:pt x="25171" y="14241"/>
                  </a:lnTo>
                  <a:lnTo>
                    <a:pt x="25390" y="14053"/>
                  </a:lnTo>
                  <a:lnTo>
                    <a:pt x="25577" y="13866"/>
                  </a:lnTo>
                  <a:lnTo>
                    <a:pt x="25733" y="13647"/>
                  </a:lnTo>
                  <a:lnTo>
                    <a:pt x="25889" y="13429"/>
                  </a:lnTo>
                  <a:lnTo>
                    <a:pt x="25983" y="13179"/>
                  </a:lnTo>
                  <a:lnTo>
                    <a:pt x="26045" y="12929"/>
                  </a:lnTo>
                  <a:lnTo>
                    <a:pt x="26077" y="12648"/>
                  </a:lnTo>
                  <a:lnTo>
                    <a:pt x="26045" y="12367"/>
                  </a:lnTo>
                  <a:lnTo>
                    <a:pt x="23766" y="687"/>
                  </a:lnTo>
                  <a:lnTo>
                    <a:pt x="23703" y="469"/>
                  </a:lnTo>
                  <a:lnTo>
                    <a:pt x="23610" y="281"/>
                  </a:lnTo>
                  <a:lnTo>
                    <a:pt x="23453" y="125"/>
                  </a:lnTo>
                  <a:lnTo>
                    <a:pt x="23297" y="31"/>
                  </a:lnTo>
                  <a:lnTo>
                    <a:pt x="2311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5" name="Google Shape;3625;p61"/>
            <p:cNvSpPr/>
            <p:nvPr/>
          </p:nvSpPr>
          <p:spPr>
            <a:xfrm>
              <a:off x="6309900" y="1477925"/>
              <a:ext cx="651950" cy="613675"/>
            </a:xfrm>
            <a:custGeom>
              <a:avLst/>
              <a:gdLst/>
              <a:ahLst/>
              <a:cxnLst/>
              <a:rect l="l" t="t" r="r" b="b"/>
              <a:pathLst>
                <a:path w="26078" h="24547" extrusionOk="0">
                  <a:moveTo>
                    <a:pt x="23111" y="0"/>
                  </a:moveTo>
                  <a:lnTo>
                    <a:pt x="22892" y="31"/>
                  </a:lnTo>
                  <a:lnTo>
                    <a:pt x="22674" y="63"/>
                  </a:lnTo>
                  <a:lnTo>
                    <a:pt x="22455" y="188"/>
                  </a:lnTo>
                  <a:lnTo>
                    <a:pt x="907" y="10306"/>
                  </a:lnTo>
                  <a:lnTo>
                    <a:pt x="688" y="10493"/>
                  </a:lnTo>
                  <a:lnTo>
                    <a:pt x="501" y="10681"/>
                  </a:lnTo>
                  <a:lnTo>
                    <a:pt x="313" y="10868"/>
                  </a:lnTo>
                  <a:lnTo>
                    <a:pt x="188" y="11118"/>
                  </a:lnTo>
                  <a:lnTo>
                    <a:pt x="95" y="11368"/>
                  </a:lnTo>
                  <a:lnTo>
                    <a:pt x="32" y="11618"/>
                  </a:lnTo>
                  <a:lnTo>
                    <a:pt x="1" y="11899"/>
                  </a:lnTo>
                  <a:lnTo>
                    <a:pt x="1" y="12180"/>
                  </a:lnTo>
                  <a:lnTo>
                    <a:pt x="2281" y="23859"/>
                  </a:lnTo>
                  <a:lnTo>
                    <a:pt x="2374" y="24078"/>
                  </a:lnTo>
                  <a:lnTo>
                    <a:pt x="2468" y="24265"/>
                  </a:lnTo>
                  <a:lnTo>
                    <a:pt x="2593" y="24422"/>
                  </a:lnTo>
                  <a:lnTo>
                    <a:pt x="2780" y="24515"/>
                  </a:lnTo>
                  <a:lnTo>
                    <a:pt x="2968" y="24546"/>
                  </a:lnTo>
                  <a:lnTo>
                    <a:pt x="3186" y="24546"/>
                  </a:lnTo>
                  <a:lnTo>
                    <a:pt x="3405" y="24484"/>
                  </a:lnTo>
                  <a:lnTo>
                    <a:pt x="3624" y="24359"/>
                  </a:lnTo>
                  <a:lnTo>
                    <a:pt x="25172" y="14241"/>
                  </a:lnTo>
                  <a:lnTo>
                    <a:pt x="25390" y="14085"/>
                  </a:lnTo>
                  <a:lnTo>
                    <a:pt x="25578" y="13897"/>
                  </a:lnTo>
                  <a:lnTo>
                    <a:pt x="25765" y="13679"/>
                  </a:lnTo>
                  <a:lnTo>
                    <a:pt x="25890" y="13460"/>
                  </a:lnTo>
                  <a:lnTo>
                    <a:pt x="25984" y="13210"/>
                  </a:lnTo>
                  <a:lnTo>
                    <a:pt x="26046" y="12929"/>
                  </a:lnTo>
                  <a:lnTo>
                    <a:pt x="26078" y="12648"/>
                  </a:lnTo>
                  <a:lnTo>
                    <a:pt x="26078" y="12398"/>
                  </a:lnTo>
                  <a:lnTo>
                    <a:pt x="23798" y="687"/>
                  </a:lnTo>
                  <a:lnTo>
                    <a:pt x="23704" y="469"/>
                  </a:lnTo>
                  <a:lnTo>
                    <a:pt x="23610" y="281"/>
                  </a:lnTo>
                  <a:lnTo>
                    <a:pt x="23485" y="156"/>
                  </a:lnTo>
                  <a:lnTo>
                    <a:pt x="23298" y="63"/>
                  </a:lnTo>
                  <a:lnTo>
                    <a:pt x="231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6" name="Google Shape;3626;p61"/>
            <p:cNvSpPr/>
            <p:nvPr/>
          </p:nvSpPr>
          <p:spPr>
            <a:xfrm>
              <a:off x="6344250" y="1760550"/>
              <a:ext cx="50775" cy="50775"/>
            </a:xfrm>
            <a:custGeom>
              <a:avLst/>
              <a:gdLst/>
              <a:ahLst/>
              <a:cxnLst/>
              <a:rect l="l" t="t" r="r" b="b"/>
              <a:pathLst>
                <a:path w="2031" h="2031" extrusionOk="0">
                  <a:moveTo>
                    <a:pt x="1000" y="0"/>
                  </a:moveTo>
                  <a:lnTo>
                    <a:pt x="782" y="31"/>
                  </a:lnTo>
                  <a:lnTo>
                    <a:pt x="594" y="94"/>
                  </a:lnTo>
                  <a:lnTo>
                    <a:pt x="438" y="188"/>
                  </a:lnTo>
                  <a:lnTo>
                    <a:pt x="282" y="313"/>
                  </a:lnTo>
                  <a:lnTo>
                    <a:pt x="157" y="469"/>
                  </a:lnTo>
                  <a:lnTo>
                    <a:pt x="63" y="656"/>
                  </a:lnTo>
                  <a:lnTo>
                    <a:pt x="1" y="843"/>
                  </a:lnTo>
                  <a:lnTo>
                    <a:pt x="1" y="1031"/>
                  </a:lnTo>
                  <a:lnTo>
                    <a:pt x="1" y="1249"/>
                  </a:lnTo>
                  <a:lnTo>
                    <a:pt x="95" y="1437"/>
                  </a:lnTo>
                  <a:lnTo>
                    <a:pt x="188" y="1593"/>
                  </a:lnTo>
                  <a:lnTo>
                    <a:pt x="313" y="1749"/>
                  </a:lnTo>
                  <a:lnTo>
                    <a:pt x="469" y="1874"/>
                  </a:lnTo>
                  <a:lnTo>
                    <a:pt x="626" y="1968"/>
                  </a:lnTo>
                  <a:lnTo>
                    <a:pt x="813" y="2030"/>
                  </a:lnTo>
                  <a:lnTo>
                    <a:pt x="1219" y="2030"/>
                  </a:lnTo>
                  <a:lnTo>
                    <a:pt x="1406" y="1936"/>
                  </a:lnTo>
                  <a:lnTo>
                    <a:pt x="1594" y="1843"/>
                  </a:lnTo>
                  <a:lnTo>
                    <a:pt x="1750" y="1718"/>
                  </a:lnTo>
                  <a:lnTo>
                    <a:pt x="1844" y="1562"/>
                  </a:lnTo>
                  <a:lnTo>
                    <a:pt x="1937" y="1406"/>
                  </a:lnTo>
                  <a:lnTo>
                    <a:pt x="2000" y="1218"/>
                  </a:lnTo>
                  <a:lnTo>
                    <a:pt x="2031" y="1000"/>
                  </a:lnTo>
                  <a:lnTo>
                    <a:pt x="2000" y="812"/>
                  </a:lnTo>
                  <a:lnTo>
                    <a:pt x="1937" y="625"/>
                  </a:lnTo>
                  <a:lnTo>
                    <a:pt x="1844" y="437"/>
                  </a:lnTo>
                  <a:lnTo>
                    <a:pt x="1719" y="281"/>
                  </a:lnTo>
                  <a:lnTo>
                    <a:pt x="1562" y="188"/>
                  </a:lnTo>
                  <a:lnTo>
                    <a:pt x="1375" y="94"/>
                  </a:lnTo>
                  <a:lnTo>
                    <a:pt x="1188" y="31"/>
                  </a:lnTo>
                  <a:lnTo>
                    <a:pt x="10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7" name="Google Shape;3627;p61"/>
            <p:cNvSpPr/>
            <p:nvPr/>
          </p:nvSpPr>
          <p:spPr>
            <a:xfrm>
              <a:off x="6854075" y="1619225"/>
              <a:ext cx="210825" cy="433350"/>
            </a:xfrm>
            <a:custGeom>
              <a:avLst/>
              <a:gdLst/>
              <a:ahLst/>
              <a:cxnLst/>
              <a:rect l="l" t="t" r="r" b="b"/>
              <a:pathLst>
                <a:path w="8433" h="17334" extrusionOk="0">
                  <a:moveTo>
                    <a:pt x="6778" y="1"/>
                  </a:moveTo>
                  <a:lnTo>
                    <a:pt x="6559" y="32"/>
                  </a:lnTo>
                  <a:lnTo>
                    <a:pt x="6372" y="63"/>
                  </a:lnTo>
                  <a:lnTo>
                    <a:pt x="6153" y="126"/>
                  </a:lnTo>
                  <a:lnTo>
                    <a:pt x="5934" y="188"/>
                  </a:lnTo>
                  <a:lnTo>
                    <a:pt x="5716" y="313"/>
                  </a:lnTo>
                  <a:lnTo>
                    <a:pt x="5466" y="438"/>
                  </a:lnTo>
                  <a:lnTo>
                    <a:pt x="5247" y="594"/>
                  </a:lnTo>
                  <a:lnTo>
                    <a:pt x="4998" y="781"/>
                  </a:lnTo>
                  <a:lnTo>
                    <a:pt x="4467" y="1250"/>
                  </a:lnTo>
                  <a:lnTo>
                    <a:pt x="4029" y="1687"/>
                  </a:lnTo>
                  <a:lnTo>
                    <a:pt x="3655" y="2156"/>
                  </a:lnTo>
                  <a:lnTo>
                    <a:pt x="3280" y="2624"/>
                  </a:lnTo>
                  <a:lnTo>
                    <a:pt x="2936" y="3092"/>
                  </a:lnTo>
                  <a:lnTo>
                    <a:pt x="2593" y="3592"/>
                  </a:lnTo>
                  <a:lnTo>
                    <a:pt x="2312" y="4123"/>
                  </a:lnTo>
                  <a:lnTo>
                    <a:pt x="2031" y="4654"/>
                  </a:lnTo>
                  <a:lnTo>
                    <a:pt x="1750" y="5185"/>
                  </a:lnTo>
                  <a:lnTo>
                    <a:pt x="1531" y="5716"/>
                  </a:lnTo>
                  <a:lnTo>
                    <a:pt x="1313" y="6278"/>
                  </a:lnTo>
                  <a:lnTo>
                    <a:pt x="1094" y="6809"/>
                  </a:lnTo>
                  <a:lnTo>
                    <a:pt x="907" y="7371"/>
                  </a:lnTo>
                  <a:lnTo>
                    <a:pt x="625" y="8495"/>
                  </a:lnTo>
                  <a:lnTo>
                    <a:pt x="376" y="9588"/>
                  </a:lnTo>
                  <a:lnTo>
                    <a:pt x="188" y="10681"/>
                  </a:lnTo>
                  <a:lnTo>
                    <a:pt x="95" y="11743"/>
                  </a:lnTo>
                  <a:lnTo>
                    <a:pt x="32" y="12742"/>
                  </a:lnTo>
                  <a:lnTo>
                    <a:pt x="1" y="13679"/>
                  </a:lnTo>
                  <a:lnTo>
                    <a:pt x="32" y="14554"/>
                  </a:lnTo>
                  <a:lnTo>
                    <a:pt x="95" y="15366"/>
                  </a:lnTo>
                  <a:lnTo>
                    <a:pt x="188" y="16053"/>
                  </a:lnTo>
                  <a:lnTo>
                    <a:pt x="313" y="16646"/>
                  </a:lnTo>
                  <a:lnTo>
                    <a:pt x="8433" y="17333"/>
                  </a:lnTo>
                  <a:lnTo>
                    <a:pt x="8245" y="16240"/>
                  </a:lnTo>
                  <a:lnTo>
                    <a:pt x="8027" y="15272"/>
                  </a:lnTo>
                  <a:lnTo>
                    <a:pt x="7652" y="13554"/>
                  </a:lnTo>
                  <a:lnTo>
                    <a:pt x="7340" y="12055"/>
                  </a:lnTo>
                  <a:lnTo>
                    <a:pt x="7215" y="11368"/>
                  </a:lnTo>
                  <a:lnTo>
                    <a:pt x="7121" y="10681"/>
                  </a:lnTo>
                  <a:lnTo>
                    <a:pt x="7059" y="10025"/>
                  </a:lnTo>
                  <a:lnTo>
                    <a:pt x="7028" y="9338"/>
                  </a:lnTo>
                  <a:lnTo>
                    <a:pt x="7059" y="8651"/>
                  </a:lnTo>
                  <a:lnTo>
                    <a:pt x="7121" y="7933"/>
                  </a:lnTo>
                  <a:lnTo>
                    <a:pt x="7246" y="7152"/>
                  </a:lnTo>
                  <a:lnTo>
                    <a:pt x="7402" y="6309"/>
                  </a:lnTo>
                  <a:lnTo>
                    <a:pt x="7652" y="5403"/>
                  </a:lnTo>
                  <a:lnTo>
                    <a:pt x="7964" y="4404"/>
                  </a:lnTo>
                  <a:lnTo>
                    <a:pt x="8121" y="3748"/>
                  </a:lnTo>
                  <a:lnTo>
                    <a:pt x="8245" y="3124"/>
                  </a:lnTo>
                  <a:lnTo>
                    <a:pt x="8308" y="2530"/>
                  </a:lnTo>
                  <a:lnTo>
                    <a:pt x="8308" y="1999"/>
                  </a:lnTo>
                  <a:lnTo>
                    <a:pt x="8214" y="1500"/>
                  </a:lnTo>
                  <a:lnTo>
                    <a:pt x="8121" y="1063"/>
                  </a:lnTo>
                  <a:lnTo>
                    <a:pt x="8027" y="875"/>
                  </a:lnTo>
                  <a:lnTo>
                    <a:pt x="7933" y="719"/>
                  </a:lnTo>
                  <a:lnTo>
                    <a:pt x="7839" y="563"/>
                  </a:lnTo>
                  <a:lnTo>
                    <a:pt x="7715" y="407"/>
                  </a:lnTo>
                  <a:lnTo>
                    <a:pt x="7590" y="313"/>
                  </a:lnTo>
                  <a:lnTo>
                    <a:pt x="7433" y="188"/>
                  </a:lnTo>
                  <a:lnTo>
                    <a:pt x="7277" y="126"/>
                  </a:lnTo>
                  <a:lnTo>
                    <a:pt x="7121" y="63"/>
                  </a:lnTo>
                  <a:lnTo>
                    <a:pt x="6934" y="32"/>
                  </a:lnTo>
                  <a:lnTo>
                    <a:pt x="6778" y="1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8" name="Google Shape;3628;p61"/>
            <p:cNvSpPr/>
            <p:nvPr/>
          </p:nvSpPr>
          <p:spPr>
            <a:xfrm>
              <a:off x="6516025" y="1595800"/>
              <a:ext cx="560600" cy="886950"/>
            </a:xfrm>
            <a:custGeom>
              <a:avLst/>
              <a:gdLst/>
              <a:ahLst/>
              <a:cxnLst/>
              <a:rect l="l" t="t" r="r" b="b"/>
              <a:pathLst>
                <a:path w="22424" h="35478" extrusionOk="0">
                  <a:moveTo>
                    <a:pt x="4498" y="1"/>
                  </a:moveTo>
                  <a:lnTo>
                    <a:pt x="3967" y="32"/>
                  </a:lnTo>
                  <a:lnTo>
                    <a:pt x="3717" y="95"/>
                  </a:lnTo>
                  <a:lnTo>
                    <a:pt x="3498" y="126"/>
                  </a:lnTo>
                  <a:lnTo>
                    <a:pt x="3280" y="219"/>
                  </a:lnTo>
                  <a:lnTo>
                    <a:pt x="3092" y="282"/>
                  </a:lnTo>
                  <a:lnTo>
                    <a:pt x="2936" y="407"/>
                  </a:lnTo>
                  <a:lnTo>
                    <a:pt x="2811" y="532"/>
                  </a:lnTo>
                  <a:lnTo>
                    <a:pt x="2717" y="657"/>
                  </a:lnTo>
                  <a:lnTo>
                    <a:pt x="2624" y="813"/>
                  </a:lnTo>
                  <a:lnTo>
                    <a:pt x="2593" y="1000"/>
                  </a:lnTo>
                  <a:lnTo>
                    <a:pt x="2561" y="1188"/>
                  </a:lnTo>
                  <a:lnTo>
                    <a:pt x="2593" y="1406"/>
                  </a:lnTo>
                  <a:lnTo>
                    <a:pt x="2655" y="1625"/>
                  </a:lnTo>
                  <a:lnTo>
                    <a:pt x="2780" y="1875"/>
                  </a:lnTo>
                  <a:lnTo>
                    <a:pt x="2905" y="2156"/>
                  </a:lnTo>
                  <a:lnTo>
                    <a:pt x="3123" y="2468"/>
                  </a:lnTo>
                  <a:lnTo>
                    <a:pt x="3342" y="2780"/>
                  </a:lnTo>
                  <a:lnTo>
                    <a:pt x="3623" y="3124"/>
                  </a:lnTo>
                  <a:lnTo>
                    <a:pt x="3967" y="3467"/>
                  </a:lnTo>
                  <a:lnTo>
                    <a:pt x="4466" y="3998"/>
                  </a:lnTo>
                  <a:lnTo>
                    <a:pt x="4997" y="4467"/>
                  </a:lnTo>
                  <a:lnTo>
                    <a:pt x="5497" y="4904"/>
                  </a:lnTo>
                  <a:lnTo>
                    <a:pt x="5965" y="5310"/>
                  </a:lnTo>
                  <a:lnTo>
                    <a:pt x="6933" y="6028"/>
                  </a:lnTo>
                  <a:lnTo>
                    <a:pt x="7808" y="6684"/>
                  </a:lnTo>
                  <a:lnTo>
                    <a:pt x="8651" y="7309"/>
                  </a:lnTo>
                  <a:lnTo>
                    <a:pt x="9401" y="7902"/>
                  </a:lnTo>
                  <a:lnTo>
                    <a:pt x="9744" y="8214"/>
                  </a:lnTo>
                  <a:lnTo>
                    <a:pt x="10056" y="8526"/>
                  </a:lnTo>
                  <a:lnTo>
                    <a:pt x="10337" y="8870"/>
                  </a:lnTo>
                  <a:lnTo>
                    <a:pt x="10587" y="9214"/>
                  </a:lnTo>
                  <a:lnTo>
                    <a:pt x="10306" y="9245"/>
                  </a:lnTo>
                  <a:lnTo>
                    <a:pt x="9557" y="9401"/>
                  </a:lnTo>
                  <a:lnTo>
                    <a:pt x="8464" y="9619"/>
                  </a:lnTo>
                  <a:lnTo>
                    <a:pt x="7870" y="9807"/>
                  </a:lnTo>
                  <a:lnTo>
                    <a:pt x="7215" y="9994"/>
                  </a:lnTo>
                  <a:lnTo>
                    <a:pt x="6527" y="10213"/>
                  </a:lnTo>
                  <a:lnTo>
                    <a:pt x="5872" y="10494"/>
                  </a:lnTo>
                  <a:lnTo>
                    <a:pt x="5216" y="10806"/>
                  </a:lnTo>
                  <a:lnTo>
                    <a:pt x="4591" y="11150"/>
                  </a:lnTo>
                  <a:lnTo>
                    <a:pt x="4029" y="11524"/>
                  </a:lnTo>
                  <a:lnTo>
                    <a:pt x="3779" y="11743"/>
                  </a:lnTo>
                  <a:lnTo>
                    <a:pt x="3529" y="11962"/>
                  </a:lnTo>
                  <a:lnTo>
                    <a:pt x="3342" y="12180"/>
                  </a:lnTo>
                  <a:lnTo>
                    <a:pt x="3123" y="12430"/>
                  </a:lnTo>
                  <a:lnTo>
                    <a:pt x="2967" y="12680"/>
                  </a:lnTo>
                  <a:lnTo>
                    <a:pt x="2842" y="12961"/>
                  </a:lnTo>
                  <a:lnTo>
                    <a:pt x="2030" y="14897"/>
                  </a:lnTo>
                  <a:lnTo>
                    <a:pt x="1281" y="16865"/>
                  </a:lnTo>
                  <a:lnTo>
                    <a:pt x="625" y="18863"/>
                  </a:lnTo>
                  <a:lnTo>
                    <a:pt x="0" y="20862"/>
                  </a:lnTo>
                  <a:lnTo>
                    <a:pt x="719" y="21206"/>
                  </a:lnTo>
                  <a:lnTo>
                    <a:pt x="1437" y="21518"/>
                  </a:lnTo>
                  <a:lnTo>
                    <a:pt x="1406" y="21643"/>
                  </a:lnTo>
                  <a:lnTo>
                    <a:pt x="1312" y="22049"/>
                  </a:lnTo>
                  <a:lnTo>
                    <a:pt x="1250" y="22642"/>
                  </a:lnTo>
                  <a:lnTo>
                    <a:pt x="1218" y="23048"/>
                  </a:lnTo>
                  <a:lnTo>
                    <a:pt x="1187" y="23485"/>
                  </a:lnTo>
                  <a:lnTo>
                    <a:pt x="1218" y="23954"/>
                  </a:lnTo>
                  <a:lnTo>
                    <a:pt x="1250" y="24485"/>
                  </a:lnTo>
                  <a:lnTo>
                    <a:pt x="1312" y="25078"/>
                  </a:lnTo>
                  <a:lnTo>
                    <a:pt x="1406" y="25703"/>
                  </a:lnTo>
                  <a:lnTo>
                    <a:pt x="1562" y="26358"/>
                  </a:lnTo>
                  <a:lnTo>
                    <a:pt x="1749" y="27045"/>
                  </a:lnTo>
                  <a:lnTo>
                    <a:pt x="2030" y="27795"/>
                  </a:lnTo>
                  <a:lnTo>
                    <a:pt x="2343" y="28544"/>
                  </a:lnTo>
                  <a:lnTo>
                    <a:pt x="19706" y="35477"/>
                  </a:lnTo>
                  <a:lnTo>
                    <a:pt x="19831" y="35103"/>
                  </a:lnTo>
                  <a:lnTo>
                    <a:pt x="20206" y="34103"/>
                  </a:lnTo>
                  <a:lnTo>
                    <a:pt x="20674" y="32604"/>
                  </a:lnTo>
                  <a:lnTo>
                    <a:pt x="20955" y="31667"/>
                  </a:lnTo>
                  <a:lnTo>
                    <a:pt x="21237" y="30637"/>
                  </a:lnTo>
                  <a:lnTo>
                    <a:pt x="21518" y="29544"/>
                  </a:lnTo>
                  <a:lnTo>
                    <a:pt x="21767" y="28388"/>
                  </a:lnTo>
                  <a:lnTo>
                    <a:pt x="21986" y="27202"/>
                  </a:lnTo>
                  <a:lnTo>
                    <a:pt x="22173" y="25952"/>
                  </a:lnTo>
                  <a:lnTo>
                    <a:pt x="22330" y="24703"/>
                  </a:lnTo>
                  <a:lnTo>
                    <a:pt x="22423" y="23423"/>
                  </a:lnTo>
                  <a:lnTo>
                    <a:pt x="22423" y="22174"/>
                  </a:lnTo>
                  <a:lnTo>
                    <a:pt x="22423" y="21549"/>
                  </a:lnTo>
                  <a:lnTo>
                    <a:pt x="22392" y="20956"/>
                  </a:lnTo>
                  <a:lnTo>
                    <a:pt x="22298" y="20050"/>
                  </a:lnTo>
                  <a:lnTo>
                    <a:pt x="22142" y="19051"/>
                  </a:lnTo>
                  <a:lnTo>
                    <a:pt x="21955" y="17926"/>
                  </a:lnTo>
                  <a:lnTo>
                    <a:pt x="21705" y="16740"/>
                  </a:lnTo>
                  <a:lnTo>
                    <a:pt x="21518" y="16115"/>
                  </a:lnTo>
                  <a:lnTo>
                    <a:pt x="21330" y="15491"/>
                  </a:lnTo>
                  <a:lnTo>
                    <a:pt x="21112" y="14835"/>
                  </a:lnTo>
                  <a:lnTo>
                    <a:pt x="20893" y="14179"/>
                  </a:lnTo>
                  <a:lnTo>
                    <a:pt x="20612" y="13492"/>
                  </a:lnTo>
                  <a:lnTo>
                    <a:pt x="20300" y="12805"/>
                  </a:lnTo>
                  <a:lnTo>
                    <a:pt x="19987" y="12118"/>
                  </a:lnTo>
                  <a:lnTo>
                    <a:pt x="19613" y="11431"/>
                  </a:lnTo>
                  <a:lnTo>
                    <a:pt x="19207" y="10713"/>
                  </a:lnTo>
                  <a:lnTo>
                    <a:pt x="18801" y="10025"/>
                  </a:lnTo>
                  <a:lnTo>
                    <a:pt x="18332" y="9307"/>
                  </a:lnTo>
                  <a:lnTo>
                    <a:pt x="17801" y="8620"/>
                  </a:lnTo>
                  <a:lnTo>
                    <a:pt x="17270" y="7902"/>
                  </a:lnTo>
                  <a:lnTo>
                    <a:pt x="16677" y="7215"/>
                  </a:lnTo>
                  <a:lnTo>
                    <a:pt x="16021" y="6528"/>
                  </a:lnTo>
                  <a:lnTo>
                    <a:pt x="15334" y="5841"/>
                  </a:lnTo>
                  <a:lnTo>
                    <a:pt x="14616" y="5185"/>
                  </a:lnTo>
                  <a:lnTo>
                    <a:pt x="13835" y="4498"/>
                  </a:lnTo>
                  <a:lnTo>
                    <a:pt x="13023" y="3873"/>
                  </a:lnTo>
                  <a:lnTo>
                    <a:pt x="12118" y="3217"/>
                  </a:lnTo>
                  <a:lnTo>
                    <a:pt x="11212" y="2593"/>
                  </a:lnTo>
                  <a:lnTo>
                    <a:pt x="10213" y="2000"/>
                  </a:lnTo>
                  <a:lnTo>
                    <a:pt x="9151" y="1406"/>
                  </a:lnTo>
                  <a:lnTo>
                    <a:pt x="8058" y="844"/>
                  </a:lnTo>
                  <a:lnTo>
                    <a:pt x="7496" y="594"/>
                  </a:lnTo>
                  <a:lnTo>
                    <a:pt x="6902" y="407"/>
                  </a:lnTo>
                  <a:lnTo>
                    <a:pt x="6278" y="219"/>
                  </a:lnTo>
                  <a:lnTo>
                    <a:pt x="5684" y="95"/>
                  </a:lnTo>
                  <a:lnTo>
                    <a:pt x="5060" y="32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9" name="Google Shape;3629;p61"/>
            <p:cNvSpPr/>
            <p:nvPr/>
          </p:nvSpPr>
          <p:spPr>
            <a:xfrm>
              <a:off x="6389550" y="1769125"/>
              <a:ext cx="661300" cy="427100"/>
            </a:xfrm>
            <a:custGeom>
              <a:avLst/>
              <a:gdLst/>
              <a:ahLst/>
              <a:cxnLst/>
              <a:rect l="l" t="t" r="r" b="b"/>
              <a:pathLst>
                <a:path w="26452" h="17084" extrusionOk="0">
                  <a:moveTo>
                    <a:pt x="5996" y="1"/>
                  </a:moveTo>
                  <a:lnTo>
                    <a:pt x="5528" y="32"/>
                  </a:lnTo>
                  <a:lnTo>
                    <a:pt x="5059" y="63"/>
                  </a:lnTo>
                  <a:lnTo>
                    <a:pt x="4622" y="126"/>
                  </a:lnTo>
                  <a:lnTo>
                    <a:pt x="4216" y="188"/>
                  </a:lnTo>
                  <a:lnTo>
                    <a:pt x="3842" y="313"/>
                  </a:lnTo>
                  <a:lnTo>
                    <a:pt x="3498" y="438"/>
                  </a:lnTo>
                  <a:lnTo>
                    <a:pt x="3186" y="594"/>
                  </a:lnTo>
                  <a:lnTo>
                    <a:pt x="2905" y="781"/>
                  </a:lnTo>
                  <a:lnTo>
                    <a:pt x="2686" y="1000"/>
                  </a:lnTo>
                  <a:lnTo>
                    <a:pt x="2467" y="1281"/>
                  </a:lnTo>
                  <a:lnTo>
                    <a:pt x="2311" y="1562"/>
                  </a:lnTo>
                  <a:lnTo>
                    <a:pt x="2249" y="1781"/>
                  </a:lnTo>
                  <a:lnTo>
                    <a:pt x="2186" y="1999"/>
                  </a:lnTo>
                  <a:lnTo>
                    <a:pt x="2124" y="2218"/>
                  </a:lnTo>
                  <a:lnTo>
                    <a:pt x="2124" y="2405"/>
                  </a:lnTo>
                  <a:lnTo>
                    <a:pt x="2124" y="2593"/>
                  </a:lnTo>
                  <a:lnTo>
                    <a:pt x="2155" y="2780"/>
                  </a:lnTo>
                  <a:lnTo>
                    <a:pt x="2249" y="3155"/>
                  </a:lnTo>
                  <a:lnTo>
                    <a:pt x="2405" y="3467"/>
                  </a:lnTo>
                  <a:lnTo>
                    <a:pt x="2592" y="3780"/>
                  </a:lnTo>
                  <a:lnTo>
                    <a:pt x="2811" y="4061"/>
                  </a:lnTo>
                  <a:lnTo>
                    <a:pt x="3092" y="4310"/>
                  </a:lnTo>
                  <a:lnTo>
                    <a:pt x="3342" y="4529"/>
                  </a:lnTo>
                  <a:lnTo>
                    <a:pt x="3623" y="4716"/>
                  </a:lnTo>
                  <a:lnTo>
                    <a:pt x="4123" y="5029"/>
                  </a:lnTo>
                  <a:lnTo>
                    <a:pt x="4466" y="5185"/>
                  </a:lnTo>
                  <a:lnTo>
                    <a:pt x="4622" y="5247"/>
                  </a:lnTo>
                  <a:lnTo>
                    <a:pt x="3998" y="5247"/>
                  </a:lnTo>
                  <a:lnTo>
                    <a:pt x="3342" y="5279"/>
                  </a:lnTo>
                  <a:lnTo>
                    <a:pt x="2967" y="5341"/>
                  </a:lnTo>
                  <a:lnTo>
                    <a:pt x="2592" y="5403"/>
                  </a:lnTo>
                  <a:lnTo>
                    <a:pt x="2186" y="5497"/>
                  </a:lnTo>
                  <a:lnTo>
                    <a:pt x="1812" y="5622"/>
                  </a:lnTo>
                  <a:lnTo>
                    <a:pt x="1437" y="5809"/>
                  </a:lnTo>
                  <a:lnTo>
                    <a:pt x="1093" y="5997"/>
                  </a:lnTo>
                  <a:lnTo>
                    <a:pt x="781" y="6247"/>
                  </a:lnTo>
                  <a:lnTo>
                    <a:pt x="656" y="6403"/>
                  </a:lnTo>
                  <a:lnTo>
                    <a:pt x="531" y="6559"/>
                  </a:lnTo>
                  <a:lnTo>
                    <a:pt x="406" y="6715"/>
                  </a:lnTo>
                  <a:lnTo>
                    <a:pt x="344" y="6902"/>
                  </a:lnTo>
                  <a:lnTo>
                    <a:pt x="250" y="7121"/>
                  </a:lnTo>
                  <a:lnTo>
                    <a:pt x="188" y="7308"/>
                  </a:lnTo>
                  <a:lnTo>
                    <a:pt x="156" y="7714"/>
                  </a:lnTo>
                  <a:lnTo>
                    <a:pt x="156" y="8058"/>
                  </a:lnTo>
                  <a:lnTo>
                    <a:pt x="250" y="8401"/>
                  </a:lnTo>
                  <a:lnTo>
                    <a:pt x="375" y="8714"/>
                  </a:lnTo>
                  <a:lnTo>
                    <a:pt x="531" y="8964"/>
                  </a:lnTo>
                  <a:lnTo>
                    <a:pt x="719" y="9213"/>
                  </a:lnTo>
                  <a:lnTo>
                    <a:pt x="937" y="9432"/>
                  </a:lnTo>
                  <a:lnTo>
                    <a:pt x="1156" y="9651"/>
                  </a:lnTo>
                  <a:lnTo>
                    <a:pt x="1374" y="9807"/>
                  </a:lnTo>
                  <a:lnTo>
                    <a:pt x="1624" y="9963"/>
                  </a:lnTo>
                  <a:lnTo>
                    <a:pt x="2030" y="10182"/>
                  </a:lnTo>
                  <a:lnTo>
                    <a:pt x="2311" y="10306"/>
                  </a:lnTo>
                  <a:lnTo>
                    <a:pt x="2436" y="10338"/>
                  </a:lnTo>
                  <a:lnTo>
                    <a:pt x="2343" y="10338"/>
                  </a:lnTo>
                  <a:lnTo>
                    <a:pt x="2061" y="10400"/>
                  </a:lnTo>
                  <a:lnTo>
                    <a:pt x="1655" y="10525"/>
                  </a:lnTo>
                  <a:lnTo>
                    <a:pt x="1437" y="10619"/>
                  </a:lnTo>
                  <a:lnTo>
                    <a:pt x="1218" y="10712"/>
                  </a:lnTo>
                  <a:lnTo>
                    <a:pt x="1000" y="10869"/>
                  </a:lnTo>
                  <a:lnTo>
                    <a:pt x="781" y="11025"/>
                  </a:lnTo>
                  <a:lnTo>
                    <a:pt x="562" y="11212"/>
                  </a:lnTo>
                  <a:lnTo>
                    <a:pt x="375" y="11431"/>
                  </a:lnTo>
                  <a:lnTo>
                    <a:pt x="219" y="11712"/>
                  </a:lnTo>
                  <a:lnTo>
                    <a:pt x="94" y="11993"/>
                  </a:lnTo>
                  <a:lnTo>
                    <a:pt x="32" y="12336"/>
                  </a:lnTo>
                  <a:lnTo>
                    <a:pt x="0" y="12711"/>
                  </a:lnTo>
                  <a:lnTo>
                    <a:pt x="0" y="12961"/>
                  </a:lnTo>
                  <a:lnTo>
                    <a:pt x="63" y="13180"/>
                  </a:lnTo>
                  <a:lnTo>
                    <a:pt x="125" y="13367"/>
                  </a:lnTo>
                  <a:lnTo>
                    <a:pt x="219" y="13554"/>
                  </a:lnTo>
                  <a:lnTo>
                    <a:pt x="344" y="13710"/>
                  </a:lnTo>
                  <a:lnTo>
                    <a:pt x="469" y="13867"/>
                  </a:lnTo>
                  <a:lnTo>
                    <a:pt x="625" y="13992"/>
                  </a:lnTo>
                  <a:lnTo>
                    <a:pt x="812" y="14116"/>
                  </a:lnTo>
                  <a:lnTo>
                    <a:pt x="1249" y="14335"/>
                  </a:lnTo>
                  <a:lnTo>
                    <a:pt x="1718" y="14522"/>
                  </a:lnTo>
                  <a:lnTo>
                    <a:pt x="2249" y="14710"/>
                  </a:lnTo>
                  <a:lnTo>
                    <a:pt x="2811" y="14866"/>
                  </a:lnTo>
                  <a:lnTo>
                    <a:pt x="3998" y="15209"/>
                  </a:lnTo>
                  <a:lnTo>
                    <a:pt x="4622" y="15397"/>
                  </a:lnTo>
                  <a:lnTo>
                    <a:pt x="5216" y="15615"/>
                  </a:lnTo>
                  <a:lnTo>
                    <a:pt x="5809" y="15897"/>
                  </a:lnTo>
                  <a:lnTo>
                    <a:pt x="6371" y="16209"/>
                  </a:lnTo>
                  <a:lnTo>
                    <a:pt x="6621" y="16396"/>
                  </a:lnTo>
                  <a:lnTo>
                    <a:pt x="6871" y="16584"/>
                  </a:lnTo>
                  <a:lnTo>
                    <a:pt x="7089" y="16802"/>
                  </a:lnTo>
                  <a:lnTo>
                    <a:pt x="7308" y="17052"/>
                  </a:lnTo>
                  <a:lnTo>
                    <a:pt x="7339" y="17083"/>
                  </a:lnTo>
                  <a:lnTo>
                    <a:pt x="7402" y="17083"/>
                  </a:lnTo>
                  <a:lnTo>
                    <a:pt x="7620" y="17052"/>
                  </a:lnTo>
                  <a:lnTo>
                    <a:pt x="7901" y="17021"/>
                  </a:lnTo>
                  <a:lnTo>
                    <a:pt x="8276" y="16896"/>
                  </a:lnTo>
                  <a:lnTo>
                    <a:pt x="9275" y="16584"/>
                  </a:lnTo>
                  <a:lnTo>
                    <a:pt x="10525" y="16178"/>
                  </a:lnTo>
                  <a:lnTo>
                    <a:pt x="11961" y="15615"/>
                  </a:lnTo>
                  <a:lnTo>
                    <a:pt x="13585" y="15022"/>
                  </a:lnTo>
                  <a:lnTo>
                    <a:pt x="17052" y="13648"/>
                  </a:lnTo>
                  <a:lnTo>
                    <a:pt x="20518" y="12243"/>
                  </a:lnTo>
                  <a:lnTo>
                    <a:pt x="23516" y="10993"/>
                  </a:lnTo>
                  <a:lnTo>
                    <a:pt x="26452" y="9776"/>
                  </a:lnTo>
                  <a:lnTo>
                    <a:pt x="25702" y="9089"/>
                  </a:lnTo>
                  <a:lnTo>
                    <a:pt x="24828" y="8245"/>
                  </a:lnTo>
                  <a:lnTo>
                    <a:pt x="23797" y="7340"/>
                  </a:lnTo>
                  <a:lnTo>
                    <a:pt x="22642" y="6372"/>
                  </a:lnTo>
                  <a:lnTo>
                    <a:pt x="21361" y="5435"/>
                  </a:lnTo>
                  <a:lnTo>
                    <a:pt x="20705" y="4935"/>
                  </a:lnTo>
                  <a:lnTo>
                    <a:pt x="20018" y="4498"/>
                  </a:lnTo>
                  <a:lnTo>
                    <a:pt x="19331" y="4061"/>
                  </a:lnTo>
                  <a:lnTo>
                    <a:pt x="18613" y="3623"/>
                  </a:lnTo>
                  <a:lnTo>
                    <a:pt x="17895" y="3249"/>
                  </a:lnTo>
                  <a:lnTo>
                    <a:pt x="17145" y="2905"/>
                  </a:lnTo>
                  <a:lnTo>
                    <a:pt x="16271" y="2530"/>
                  </a:lnTo>
                  <a:lnTo>
                    <a:pt x="15303" y="2124"/>
                  </a:lnTo>
                  <a:lnTo>
                    <a:pt x="14272" y="1750"/>
                  </a:lnTo>
                  <a:lnTo>
                    <a:pt x="13179" y="1406"/>
                  </a:lnTo>
                  <a:lnTo>
                    <a:pt x="12055" y="1063"/>
                  </a:lnTo>
                  <a:lnTo>
                    <a:pt x="10899" y="750"/>
                  </a:lnTo>
                  <a:lnTo>
                    <a:pt x="9744" y="469"/>
                  </a:lnTo>
                  <a:lnTo>
                    <a:pt x="8620" y="251"/>
                  </a:lnTo>
                  <a:lnTo>
                    <a:pt x="7527" y="94"/>
                  </a:lnTo>
                  <a:lnTo>
                    <a:pt x="6496" y="32"/>
                  </a:lnTo>
                  <a:lnTo>
                    <a:pt x="5996" y="1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0" name="Google Shape;3630;p61"/>
            <p:cNvSpPr/>
            <p:nvPr/>
          </p:nvSpPr>
          <p:spPr>
            <a:xfrm>
              <a:off x="6504325" y="1897175"/>
              <a:ext cx="281075" cy="70300"/>
            </a:xfrm>
            <a:custGeom>
              <a:avLst/>
              <a:gdLst/>
              <a:ahLst/>
              <a:cxnLst/>
              <a:rect l="l" t="t" r="r" b="b"/>
              <a:pathLst>
                <a:path w="11243" h="2812" extrusionOk="0">
                  <a:moveTo>
                    <a:pt x="937" y="0"/>
                  </a:moveTo>
                  <a:lnTo>
                    <a:pt x="125" y="63"/>
                  </a:lnTo>
                  <a:lnTo>
                    <a:pt x="62" y="94"/>
                  </a:lnTo>
                  <a:lnTo>
                    <a:pt x="0" y="125"/>
                  </a:lnTo>
                  <a:lnTo>
                    <a:pt x="0" y="157"/>
                  </a:lnTo>
                  <a:lnTo>
                    <a:pt x="62" y="157"/>
                  </a:lnTo>
                  <a:lnTo>
                    <a:pt x="1499" y="344"/>
                  </a:lnTo>
                  <a:lnTo>
                    <a:pt x="2904" y="563"/>
                  </a:lnTo>
                  <a:lnTo>
                    <a:pt x="4310" y="844"/>
                  </a:lnTo>
                  <a:lnTo>
                    <a:pt x="5715" y="1156"/>
                  </a:lnTo>
                  <a:lnTo>
                    <a:pt x="7120" y="1499"/>
                  </a:lnTo>
                  <a:lnTo>
                    <a:pt x="8494" y="1905"/>
                  </a:lnTo>
                  <a:lnTo>
                    <a:pt x="9869" y="2343"/>
                  </a:lnTo>
                  <a:lnTo>
                    <a:pt x="11211" y="2811"/>
                  </a:lnTo>
                  <a:lnTo>
                    <a:pt x="11243" y="2780"/>
                  </a:lnTo>
                  <a:lnTo>
                    <a:pt x="10868" y="2530"/>
                  </a:lnTo>
                  <a:lnTo>
                    <a:pt x="10399" y="2280"/>
                  </a:lnTo>
                  <a:lnTo>
                    <a:pt x="9900" y="1999"/>
                  </a:lnTo>
                  <a:lnTo>
                    <a:pt x="9338" y="1749"/>
                  </a:lnTo>
                  <a:lnTo>
                    <a:pt x="8713" y="1468"/>
                  </a:lnTo>
                  <a:lnTo>
                    <a:pt x="8057" y="1218"/>
                  </a:lnTo>
                  <a:lnTo>
                    <a:pt x="7339" y="1000"/>
                  </a:lnTo>
                  <a:lnTo>
                    <a:pt x="6621" y="750"/>
                  </a:lnTo>
                  <a:lnTo>
                    <a:pt x="5840" y="563"/>
                  </a:lnTo>
                  <a:lnTo>
                    <a:pt x="5059" y="375"/>
                  </a:lnTo>
                  <a:lnTo>
                    <a:pt x="4247" y="219"/>
                  </a:lnTo>
                  <a:lnTo>
                    <a:pt x="3435" y="125"/>
                  </a:lnTo>
                  <a:lnTo>
                    <a:pt x="2592" y="32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1" name="Google Shape;3631;p61"/>
            <p:cNvSpPr/>
            <p:nvPr/>
          </p:nvSpPr>
          <p:spPr>
            <a:xfrm>
              <a:off x="6448100" y="2022100"/>
              <a:ext cx="284225" cy="54675"/>
            </a:xfrm>
            <a:custGeom>
              <a:avLst/>
              <a:gdLst/>
              <a:ahLst/>
              <a:cxnLst/>
              <a:rect l="l" t="t" r="r" b="b"/>
              <a:pathLst>
                <a:path w="11369" h="2187" extrusionOk="0">
                  <a:moveTo>
                    <a:pt x="1781" y="0"/>
                  </a:moveTo>
                  <a:lnTo>
                    <a:pt x="937" y="31"/>
                  </a:lnTo>
                  <a:lnTo>
                    <a:pt x="94" y="125"/>
                  </a:lnTo>
                  <a:lnTo>
                    <a:pt x="32" y="125"/>
                  </a:lnTo>
                  <a:lnTo>
                    <a:pt x="1" y="156"/>
                  </a:lnTo>
                  <a:lnTo>
                    <a:pt x="1" y="187"/>
                  </a:lnTo>
                  <a:lnTo>
                    <a:pt x="32" y="219"/>
                  </a:lnTo>
                  <a:lnTo>
                    <a:pt x="1468" y="312"/>
                  </a:lnTo>
                  <a:lnTo>
                    <a:pt x="2905" y="469"/>
                  </a:lnTo>
                  <a:lnTo>
                    <a:pt x="4341" y="656"/>
                  </a:lnTo>
                  <a:lnTo>
                    <a:pt x="5747" y="874"/>
                  </a:lnTo>
                  <a:lnTo>
                    <a:pt x="7152" y="1156"/>
                  </a:lnTo>
                  <a:lnTo>
                    <a:pt x="8557" y="1468"/>
                  </a:lnTo>
                  <a:lnTo>
                    <a:pt x="9963" y="1811"/>
                  </a:lnTo>
                  <a:lnTo>
                    <a:pt x="11337" y="2186"/>
                  </a:lnTo>
                  <a:lnTo>
                    <a:pt x="11368" y="2186"/>
                  </a:lnTo>
                  <a:lnTo>
                    <a:pt x="11368" y="2155"/>
                  </a:lnTo>
                  <a:lnTo>
                    <a:pt x="10993" y="1968"/>
                  </a:lnTo>
                  <a:lnTo>
                    <a:pt x="10556" y="1780"/>
                  </a:lnTo>
                  <a:lnTo>
                    <a:pt x="10056" y="1562"/>
                  </a:lnTo>
                  <a:lnTo>
                    <a:pt x="9494" y="1343"/>
                  </a:lnTo>
                  <a:lnTo>
                    <a:pt x="8870" y="1124"/>
                  </a:lnTo>
                  <a:lnTo>
                    <a:pt x="8214" y="937"/>
                  </a:lnTo>
                  <a:lnTo>
                    <a:pt x="7496" y="718"/>
                  </a:lnTo>
                  <a:lnTo>
                    <a:pt x="6746" y="562"/>
                  </a:lnTo>
                  <a:lnTo>
                    <a:pt x="5934" y="375"/>
                  </a:lnTo>
                  <a:lnTo>
                    <a:pt x="5122" y="250"/>
                  </a:lnTo>
                  <a:lnTo>
                    <a:pt x="4310" y="125"/>
                  </a:lnTo>
                  <a:lnTo>
                    <a:pt x="3467" y="31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2" name="Google Shape;3632;p61"/>
            <p:cNvSpPr/>
            <p:nvPr/>
          </p:nvSpPr>
          <p:spPr>
            <a:xfrm>
              <a:off x="5267625" y="2379675"/>
              <a:ext cx="1666900" cy="1008725"/>
            </a:xfrm>
            <a:custGeom>
              <a:avLst/>
              <a:gdLst/>
              <a:ahLst/>
              <a:cxnLst/>
              <a:rect l="l" t="t" r="r" b="b"/>
              <a:pathLst>
                <a:path w="66676" h="40349" extrusionOk="0">
                  <a:moveTo>
                    <a:pt x="49499" y="0"/>
                  </a:moveTo>
                  <a:lnTo>
                    <a:pt x="47407" y="2811"/>
                  </a:lnTo>
                  <a:lnTo>
                    <a:pt x="42754" y="9057"/>
                  </a:lnTo>
                  <a:lnTo>
                    <a:pt x="40224" y="12398"/>
                  </a:lnTo>
                  <a:lnTo>
                    <a:pt x="37976" y="15334"/>
                  </a:lnTo>
                  <a:lnTo>
                    <a:pt x="36289" y="17457"/>
                  </a:lnTo>
                  <a:lnTo>
                    <a:pt x="35790" y="18051"/>
                  </a:lnTo>
                  <a:lnTo>
                    <a:pt x="35633" y="18238"/>
                  </a:lnTo>
                  <a:lnTo>
                    <a:pt x="35540" y="18301"/>
                  </a:lnTo>
                  <a:lnTo>
                    <a:pt x="35446" y="18301"/>
                  </a:lnTo>
                  <a:lnTo>
                    <a:pt x="35227" y="18269"/>
                  </a:lnTo>
                  <a:lnTo>
                    <a:pt x="34572" y="18082"/>
                  </a:lnTo>
                  <a:lnTo>
                    <a:pt x="33572" y="17801"/>
                  </a:lnTo>
                  <a:lnTo>
                    <a:pt x="32292" y="17395"/>
                  </a:lnTo>
                  <a:lnTo>
                    <a:pt x="29075" y="16364"/>
                  </a:lnTo>
                  <a:lnTo>
                    <a:pt x="25265" y="15053"/>
                  </a:lnTo>
                  <a:lnTo>
                    <a:pt x="21237" y="13616"/>
                  </a:lnTo>
                  <a:lnTo>
                    <a:pt x="17302" y="12180"/>
                  </a:lnTo>
                  <a:lnTo>
                    <a:pt x="13835" y="10899"/>
                  </a:lnTo>
                  <a:lnTo>
                    <a:pt x="12399" y="10306"/>
                  </a:lnTo>
                  <a:lnTo>
                    <a:pt x="11181" y="9837"/>
                  </a:lnTo>
                  <a:lnTo>
                    <a:pt x="10400" y="9494"/>
                  </a:lnTo>
                  <a:lnTo>
                    <a:pt x="9588" y="9213"/>
                  </a:lnTo>
                  <a:lnTo>
                    <a:pt x="8807" y="8963"/>
                  </a:lnTo>
                  <a:lnTo>
                    <a:pt x="8058" y="8744"/>
                  </a:lnTo>
                  <a:lnTo>
                    <a:pt x="7277" y="8557"/>
                  </a:lnTo>
                  <a:lnTo>
                    <a:pt x="6559" y="8401"/>
                  </a:lnTo>
                  <a:lnTo>
                    <a:pt x="5840" y="8276"/>
                  </a:lnTo>
                  <a:lnTo>
                    <a:pt x="5153" y="8213"/>
                  </a:lnTo>
                  <a:lnTo>
                    <a:pt x="4466" y="8151"/>
                  </a:lnTo>
                  <a:lnTo>
                    <a:pt x="3842" y="8151"/>
                  </a:lnTo>
                  <a:lnTo>
                    <a:pt x="3248" y="8182"/>
                  </a:lnTo>
                  <a:lnTo>
                    <a:pt x="2686" y="8276"/>
                  </a:lnTo>
                  <a:lnTo>
                    <a:pt x="2187" y="8401"/>
                  </a:lnTo>
                  <a:lnTo>
                    <a:pt x="1718" y="8557"/>
                  </a:lnTo>
                  <a:lnTo>
                    <a:pt x="1281" y="8776"/>
                  </a:lnTo>
                  <a:lnTo>
                    <a:pt x="906" y="9025"/>
                  </a:lnTo>
                  <a:lnTo>
                    <a:pt x="625" y="9338"/>
                  </a:lnTo>
                  <a:lnTo>
                    <a:pt x="469" y="9494"/>
                  </a:lnTo>
                  <a:lnTo>
                    <a:pt x="375" y="9681"/>
                  </a:lnTo>
                  <a:lnTo>
                    <a:pt x="250" y="9869"/>
                  </a:lnTo>
                  <a:lnTo>
                    <a:pt x="188" y="10056"/>
                  </a:lnTo>
                  <a:lnTo>
                    <a:pt x="125" y="10275"/>
                  </a:lnTo>
                  <a:lnTo>
                    <a:pt x="63" y="10493"/>
                  </a:lnTo>
                  <a:lnTo>
                    <a:pt x="32" y="10743"/>
                  </a:lnTo>
                  <a:lnTo>
                    <a:pt x="0" y="10993"/>
                  </a:lnTo>
                  <a:lnTo>
                    <a:pt x="32" y="11524"/>
                  </a:lnTo>
                  <a:lnTo>
                    <a:pt x="157" y="12117"/>
                  </a:lnTo>
                  <a:lnTo>
                    <a:pt x="344" y="12773"/>
                  </a:lnTo>
                  <a:lnTo>
                    <a:pt x="625" y="13460"/>
                  </a:lnTo>
                  <a:lnTo>
                    <a:pt x="969" y="14209"/>
                  </a:lnTo>
                  <a:lnTo>
                    <a:pt x="1437" y="15021"/>
                  </a:lnTo>
                  <a:lnTo>
                    <a:pt x="1968" y="15865"/>
                  </a:lnTo>
                  <a:lnTo>
                    <a:pt x="2624" y="16802"/>
                  </a:lnTo>
                  <a:lnTo>
                    <a:pt x="3373" y="17770"/>
                  </a:lnTo>
                  <a:lnTo>
                    <a:pt x="4248" y="18800"/>
                  </a:lnTo>
                  <a:lnTo>
                    <a:pt x="5216" y="19893"/>
                  </a:lnTo>
                  <a:lnTo>
                    <a:pt x="6559" y="21330"/>
                  </a:lnTo>
                  <a:lnTo>
                    <a:pt x="7933" y="22704"/>
                  </a:lnTo>
                  <a:lnTo>
                    <a:pt x="9307" y="24047"/>
                  </a:lnTo>
                  <a:lnTo>
                    <a:pt x="10712" y="25327"/>
                  </a:lnTo>
                  <a:lnTo>
                    <a:pt x="12118" y="26576"/>
                  </a:lnTo>
                  <a:lnTo>
                    <a:pt x="13523" y="27763"/>
                  </a:lnTo>
                  <a:lnTo>
                    <a:pt x="14928" y="28887"/>
                  </a:lnTo>
                  <a:lnTo>
                    <a:pt x="16334" y="29949"/>
                  </a:lnTo>
                  <a:lnTo>
                    <a:pt x="17739" y="30980"/>
                  </a:lnTo>
                  <a:lnTo>
                    <a:pt x="19144" y="31948"/>
                  </a:lnTo>
                  <a:lnTo>
                    <a:pt x="20518" y="32853"/>
                  </a:lnTo>
                  <a:lnTo>
                    <a:pt x="21924" y="33728"/>
                  </a:lnTo>
                  <a:lnTo>
                    <a:pt x="23298" y="34540"/>
                  </a:lnTo>
                  <a:lnTo>
                    <a:pt x="24641" y="35289"/>
                  </a:lnTo>
                  <a:lnTo>
                    <a:pt x="25983" y="36008"/>
                  </a:lnTo>
                  <a:lnTo>
                    <a:pt x="27326" y="36663"/>
                  </a:lnTo>
                  <a:lnTo>
                    <a:pt x="28638" y="37257"/>
                  </a:lnTo>
                  <a:lnTo>
                    <a:pt x="29918" y="37788"/>
                  </a:lnTo>
                  <a:lnTo>
                    <a:pt x="31168" y="38287"/>
                  </a:lnTo>
                  <a:lnTo>
                    <a:pt x="32385" y="38725"/>
                  </a:lnTo>
                  <a:lnTo>
                    <a:pt x="33603" y="39131"/>
                  </a:lnTo>
                  <a:lnTo>
                    <a:pt x="34759" y="39443"/>
                  </a:lnTo>
                  <a:lnTo>
                    <a:pt x="35883" y="39724"/>
                  </a:lnTo>
                  <a:lnTo>
                    <a:pt x="36976" y="39974"/>
                  </a:lnTo>
                  <a:lnTo>
                    <a:pt x="38038" y="40130"/>
                  </a:lnTo>
                  <a:lnTo>
                    <a:pt x="39069" y="40255"/>
                  </a:lnTo>
                  <a:lnTo>
                    <a:pt x="40037" y="40348"/>
                  </a:lnTo>
                  <a:lnTo>
                    <a:pt x="40942" y="40348"/>
                  </a:lnTo>
                  <a:lnTo>
                    <a:pt x="41817" y="40317"/>
                  </a:lnTo>
                  <a:lnTo>
                    <a:pt x="42660" y="40224"/>
                  </a:lnTo>
                  <a:lnTo>
                    <a:pt x="43410" y="40099"/>
                  </a:lnTo>
                  <a:lnTo>
                    <a:pt x="44128" y="39880"/>
                  </a:lnTo>
                  <a:lnTo>
                    <a:pt x="44815" y="39630"/>
                  </a:lnTo>
                  <a:lnTo>
                    <a:pt x="45533" y="39318"/>
                  </a:lnTo>
                  <a:lnTo>
                    <a:pt x="46283" y="38881"/>
                  </a:lnTo>
                  <a:lnTo>
                    <a:pt x="47063" y="38412"/>
                  </a:lnTo>
                  <a:lnTo>
                    <a:pt x="47907" y="37850"/>
                  </a:lnTo>
                  <a:lnTo>
                    <a:pt x="48750" y="37226"/>
                  </a:lnTo>
                  <a:lnTo>
                    <a:pt x="49655" y="36570"/>
                  </a:lnTo>
                  <a:lnTo>
                    <a:pt x="50561" y="35851"/>
                  </a:lnTo>
                  <a:lnTo>
                    <a:pt x="51467" y="35102"/>
                  </a:lnTo>
                  <a:lnTo>
                    <a:pt x="52404" y="34321"/>
                  </a:lnTo>
                  <a:lnTo>
                    <a:pt x="54277" y="32635"/>
                  </a:lnTo>
                  <a:lnTo>
                    <a:pt x="56151" y="30917"/>
                  </a:lnTo>
                  <a:lnTo>
                    <a:pt x="57962" y="29137"/>
                  </a:lnTo>
                  <a:lnTo>
                    <a:pt x="59711" y="27420"/>
                  </a:lnTo>
                  <a:lnTo>
                    <a:pt x="61335" y="25764"/>
                  </a:lnTo>
                  <a:lnTo>
                    <a:pt x="62834" y="24203"/>
                  </a:lnTo>
                  <a:lnTo>
                    <a:pt x="64115" y="22860"/>
                  </a:lnTo>
                  <a:lnTo>
                    <a:pt x="65988" y="20830"/>
                  </a:lnTo>
                  <a:lnTo>
                    <a:pt x="66676" y="20081"/>
                  </a:lnTo>
                  <a:lnTo>
                    <a:pt x="494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3" name="Google Shape;3633;p61"/>
            <p:cNvSpPr/>
            <p:nvPr/>
          </p:nvSpPr>
          <p:spPr>
            <a:xfrm>
              <a:off x="5267625" y="2379675"/>
              <a:ext cx="1666900" cy="1008725"/>
            </a:xfrm>
            <a:custGeom>
              <a:avLst/>
              <a:gdLst/>
              <a:ahLst/>
              <a:cxnLst/>
              <a:rect l="l" t="t" r="r" b="b"/>
              <a:pathLst>
                <a:path w="66676" h="40349" fill="none" extrusionOk="0">
                  <a:moveTo>
                    <a:pt x="49499" y="0"/>
                  </a:moveTo>
                  <a:lnTo>
                    <a:pt x="66676" y="20081"/>
                  </a:lnTo>
                  <a:lnTo>
                    <a:pt x="66676" y="20081"/>
                  </a:lnTo>
                  <a:lnTo>
                    <a:pt x="65988" y="20830"/>
                  </a:lnTo>
                  <a:lnTo>
                    <a:pt x="64115" y="22860"/>
                  </a:lnTo>
                  <a:lnTo>
                    <a:pt x="62834" y="24203"/>
                  </a:lnTo>
                  <a:lnTo>
                    <a:pt x="61335" y="25764"/>
                  </a:lnTo>
                  <a:lnTo>
                    <a:pt x="59711" y="27420"/>
                  </a:lnTo>
                  <a:lnTo>
                    <a:pt x="57962" y="29137"/>
                  </a:lnTo>
                  <a:lnTo>
                    <a:pt x="56151" y="30917"/>
                  </a:lnTo>
                  <a:lnTo>
                    <a:pt x="54277" y="32635"/>
                  </a:lnTo>
                  <a:lnTo>
                    <a:pt x="52404" y="34321"/>
                  </a:lnTo>
                  <a:lnTo>
                    <a:pt x="51467" y="35102"/>
                  </a:lnTo>
                  <a:lnTo>
                    <a:pt x="50561" y="35851"/>
                  </a:lnTo>
                  <a:lnTo>
                    <a:pt x="49655" y="36570"/>
                  </a:lnTo>
                  <a:lnTo>
                    <a:pt x="48750" y="37226"/>
                  </a:lnTo>
                  <a:lnTo>
                    <a:pt x="47907" y="37850"/>
                  </a:lnTo>
                  <a:lnTo>
                    <a:pt x="47063" y="38412"/>
                  </a:lnTo>
                  <a:lnTo>
                    <a:pt x="46283" y="38881"/>
                  </a:lnTo>
                  <a:lnTo>
                    <a:pt x="45533" y="39318"/>
                  </a:lnTo>
                  <a:lnTo>
                    <a:pt x="44815" y="39630"/>
                  </a:lnTo>
                  <a:lnTo>
                    <a:pt x="44128" y="39880"/>
                  </a:lnTo>
                  <a:lnTo>
                    <a:pt x="44128" y="39880"/>
                  </a:lnTo>
                  <a:lnTo>
                    <a:pt x="43410" y="40099"/>
                  </a:lnTo>
                  <a:lnTo>
                    <a:pt x="42660" y="40224"/>
                  </a:lnTo>
                  <a:lnTo>
                    <a:pt x="41817" y="40317"/>
                  </a:lnTo>
                  <a:lnTo>
                    <a:pt x="40942" y="40348"/>
                  </a:lnTo>
                  <a:lnTo>
                    <a:pt x="40037" y="40348"/>
                  </a:lnTo>
                  <a:lnTo>
                    <a:pt x="39069" y="40255"/>
                  </a:lnTo>
                  <a:lnTo>
                    <a:pt x="38038" y="40130"/>
                  </a:lnTo>
                  <a:lnTo>
                    <a:pt x="36976" y="39974"/>
                  </a:lnTo>
                  <a:lnTo>
                    <a:pt x="35883" y="39724"/>
                  </a:lnTo>
                  <a:lnTo>
                    <a:pt x="34759" y="39443"/>
                  </a:lnTo>
                  <a:lnTo>
                    <a:pt x="33603" y="39131"/>
                  </a:lnTo>
                  <a:lnTo>
                    <a:pt x="32385" y="38725"/>
                  </a:lnTo>
                  <a:lnTo>
                    <a:pt x="31168" y="38287"/>
                  </a:lnTo>
                  <a:lnTo>
                    <a:pt x="29918" y="37788"/>
                  </a:lnTo>
                  <a:lnTo>
                    <a:pt x="28638" y="37257"/>
                  </a:lnTo>
                  <a:lnTo>
                    <a:pt x="27326" y="36663"/>
                  </a:lnTo>
                  <a:lnTo>
                    <a:pt x="25983" y="36008"/>
                  </a:lnTo>
                  <a:lnTo>
                    <a:pt x="24641" y="35289"/>
                  </a:lnTo>
                  <a:lnTo>
                    <a:pt x="23298" y="34540"/>
                  </a:lnTo>
                  <a:lnTo>
                    <a:pt x="21924" y="33728"/>
                  </a:lnTo>
                  <a:lnTo>
                    <a:pt x="20518" y="32853"/>
                  </a:lnTo>
                  <a:lnTo>
                    <a:pt x="19144" y="31948"/>
                  </a:lnTo>
                  <a:lnTo>
                    <a:pt x="17739" y="30980"/>
                  </a:lnTo>
                  <a:lnTo>
                    <a:pt x="16334" y="29949"/>
                  </a:lnTo>
                  <a:lnTo>
                    <a:pt x="14928" y="28887"/>
                  </a:lnTo>
                  <a:lnTo>
                    <a:pt x="13523" y="27763"/>
                  </a:lnTo>
                  <a:lnTo>
                    <a:pt x="12118" y="26576"/>
                  </a:lnTo>
                  <a:lnTo>
                    <a:pt x="10712" y="25327"/>
                  </a:lnTo>
                  <a:lnTo>
                    <a:pt x="9307" y="24047"/>
                  </a:lnTo>
                  <a:lnTo>
                    <a:pt x="7933" y="22704"/>
                  </a:lnTo>
                  <a:lnTo>
                    <a:pt x="6559" y="21330"/>
                  </a:lnTo>
                  <a:lnTo>
                    <a:pt x="5216" y="19893"/>
                  </a:lnTo>
                  <a:lnTo>
                    <a:pt x="5216" y="19893"/>
                  </a:lnTo>
                  <a:lnTo>
                    <a:pt x="4248" y="18800"/>
                  </a:lnTo>
                  <a:lnTo>
                    <a:pt x="3373" y="17770"/>
                  </a:lnTo>
                  <a:lnTo>
                    <a:pt x="2624" y="16802"/>
                  </a:lnTo>
                  <a:lnTo>
                    <a:pt x="1968" y="15865"/>
                  </a:lnTo>
                  <a:lnTo>
                    <a:pt x="1437" y="15021"/>
                  </a:lnTo>
                  <a:lnTo>
                    <a:pt x="969" y="14209"/>
                  </a:lnTo>
                  <a:lnTo>
                    <a:pt x="625" y="13460"/>
                  </a:lnTo>
                  <a:lnTo>
                    <a:pt x="344" y="12773"/>
                  </a:lnTo>
                  <a:lnTo>
                    <a:pt x="157" y="12117"/>
                  </a:lnTo>
                  <a:lnTo>
                    <a:pt x="32" y="11524"/>
                  </a:lnTo>
                  <a:lnTo>
                    <a:pt x="0" y="10993"/>
                  </a:lnTo>
                  <a:lnTo>
                    <a:pt x="32" y="10743"/>
                  </a:lnTo>
                  <a:lnTo>
                    <a:pt x="63" y="10493"/>
                  </a:lnTo>
                  <a:lnTo>
                    <a:pt x="125" y="10275"/>
                  </a:lnTo>
                  <a:lnTo>
                    <a:pt x="188" y="10056"/>
                  </a:lnTo>
                  <a:lnTo>
                    <a:pt x="250" y="9869"/>
                  </a:lnTo>
                  <a:lnTo>
                    <a:pt x="375" y="9681"/>
                  </a:lnTo>
                  <a:lnTo>
                    <a:pt x="469" y="9494"/>
                  </a:lnTo>
                  <a:lnTo>
                    <a:pt x="625" y="9338"/>
                  </a:lnTo>
                  <a:lnTo>
                    <a:pt x="906" y="9025"/>
                  </a:lnTo>
                  <a:lnTo>
                    <a:pt x="1281" y="8776"/>
                  </a:lnTo>
                  <a:lnTo>
                    <a:pt x="1718" y="8557"/>
                  </a:lnTo>
                  <a:lnTo>
                    <a:pt x="2187" y="8401"/>
                  </a:lnTo>
                  <a:lnTo>
                    <a:pt x="2686" y="8276"/>
                  </a:lnTo>
                  <a:lnTo>
                    <a:pt x="3248" y="8182"/>
                  </a:lnTo>
                  <a:lnTo>
                    <a:pt x="3842" y="8151"/>
                  </a:lnTo>
                  <a:lnTo>
                    <a:pt x="4466" y="8151"/>
                  </a:lnTo>
                  <a:lnTo>
                    <a:pt x="5153" y="8213"/>
                  </a:lnTo>
                  <a:lnTo>
                    <a:pt x="5840" y="8276"/>
                  </a:lnTo>
                  <a:lnTo>
                    <a:pt x="6559" y="8401"/>
                  </a:lnTo>
                  <a:lnTo>
                    <a:pt x="7277" y="8557"/>
                  </a:lnTo>
                  <a:lnTo>
                    <a:pt x="8058" y="8744"/>
                  </a:lnTo>
                  <a:lnTo>
                    <a:pt x="8807" y="8963"/>
                  </a:lnTo>
                  <a:lnTo>
                    <a:pt x="9588" y="9213"/>
                  </a:lnTo>
                  <a:lnTo>
                    <a:pt x="10400" y="9494"/>
                  </a:lnTo>
                  <a:lnTo>
                    <a:pt x="11181" y="9837"/>
                  </a:lnTo>
                  <a:lnTo>
                    <a:pt x="11181" y="9837"/>
                  </a:lnTo>
                  <a:lnTo>
                    <a:pt x="12399" y="10306"/>
                  </a:lnTo>
                  <a:lnTo>
                    <a:pt x="13835" y="10899"/>
                  </a:lnTo>
                  <a:lnTo>
                    <a:pt x="17302" y="12180"/>
                  </a:lnTo>
                  <a:lnTo>
                    <a:pt x="21237" y="13616"/>
                  </a:lnTo>
                  <a:lnTo>
                    <a:pt x="25265" y="15053"/>
                  </a:lnTo>
                  <a:lnTo>
                    <a:pt x="29075" y="16364"/>
                  </a:lnTo>
                  <a:lnTo>
                    <a:pt x="32292" y="17395"/>
                  </a:lnTo>
                  <a:lnTo>
                    <a:pt x="33572" y="17801"/>
                  </a:lnTo>
                  <a:lnTo>
                    <a:pt x="34572" y="18082"/>
                  </a:lnTo>
                  <a:lnTo>
                    <a:pt x="35227" y="18269"/>
                  </a:lnTo>
                  <a:lnTo>
                    <a:pt x="35446" y="18301"/>
                  </a:lnTo>
                  <a:lnTo>
                    <a:pt x="35540" y="18301"/>
                  </a:lnTo>
                  <a:lnTo>
                    <a:pt x="35540" y="18301"/>
                  </a:lnTo>
                  <a:lnTo>
                    <a:pt x="35633" y="18238"/>
                  </a:lnTo>
                  <a:lnTo>
                    <a:pt x="35790" y="18051"/>
                  </a:lnTo>
                  <a:lnTo>
                    <a:pt x="36289" y="17457"/>
                  </a:lnTo>
                  <a:lnTo>
                    <a:pt x="37976" y="15334"/>
                  </a:lnTo>
                  <a:lnTo>
                    <a:pt x="40224" y="12398"/>
                  </a:lnTo>
                  <a:lnTo>
                    <a:pt x="42754" y="9057"/>
                  </a:lnTo>
                  <a:lnTo>
                    <a:pt x="47407" y="2811"/>
                  </a:lnTo>
                  <a:lnTo>
                    <a:pt x="4949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4" name="Google Shape;3634;p61"/>
            <p:cNvSpPr/>
            <p:nvPr/>
          </p:nvSpPr>
          <p:spPr>
            <a:xfrm>
              <a:off x="6448875" y="2529575"/>
              <a:ext cx="339650" cy="420825"/>
            </a:xfrm>
            <a:custGeom>
              <a:avLst/>
              <a:gdLst/>
              <a:ahLst/>
              <a:cxnLst/>
              <a:rect l="l" t="t" r="r" b="b"/>
              <a:pathLst>
                <a:path w="13586" h="16833" extrusionOk="0">
                  <a:moveTo>
                    <a:pt x="63" y="0"/>
                  </a:moveTo>
                  <a:lnTo>
                    <a:pt x="32" y="31"/>
                  </a:lnTo>
                  <a:lnTo>
                    <a:pt x="1" y="63"/>
                  </a:lnTo>
                  <a:lnTo>
                    <a:pt x="1" y="94"/>
                  </a:lnTo>
                  <a:lnTo>
                    <a:pt x="1625" y="2249"/>
                  </a:lnTo>
                  <a:lnTo>
                    <a:pt x="3249" y="4372"/>
                  </a:lnTo>
                  <a:lnTo>
                    <a:pt x="4904" y="6465"/>
                  </a:lnTo>
                  <a:lnTo>
                    <a:pt x="6559" y="8588"/>
                  </a:lnTo>
                  <a:lnTo>
                    <a:pt x="7933" y="10243"/>
                  </a:lnTo>
                  <a:lnTo>
                    <a:pt x="9932" y="12711"/>
                  </a:lnTo>
                  <a:lnTo>
                    <a:pt x="11993" y="15146"/>
                  </a:lnTo>
                  <a:lnTo>
                    <a:pt x="13429" y="16833"/>
                  </a:lnTo>
                  <a:lnTo>
                    <a:pt x="13492" y="16833"/>
                  </a:lnTo>
                  <a:lnTo>
                    <a:pt x="13554" y="16802"/>
                  </a:lnTo>
                  <a:lnTo>
                    <a:pt x="13586" y="16739"/>
                  </a:lnTo>
                  <a:lnTo>
                    <a:pt x="13586" y="16708"/>
                  </a:lnTo>
                  <a:lnTo>
                    <a:pt x="10275" y="12367"/>
                  </a:lnTo>
                  <a:lnTo>
                    <a:pt x="8370" y="9900"/>
                  </a:lnTo>
                  <a:lnTo>
                    <a:pt x="7027" y="8213"/>
                  </a:lnTo>
                  <a:lnTo>
                    <a:pt x="5341" y="6152"/>
                  </a:lnTo>
                  <a:lnTo>
                    <a:pt x="3592" y="4091"/>
                  </a:lnTo>
                  <a:lnTo>
                    <a:pt x="1875" y="2061"/>
                  </a:lnTo>
                  <a:lnTo>
                    <a:pt x="94" y="31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5" name="Google Shape;3635;p61"/>
            <p:cNvSpPr/>
            <p:nvPr/>
          </p:nvSpPr>
          <p:spPr>
            <a:xfrm>
              <a:off x="5529950" y="3008150"/>
              <a:ext cx="259225" cy="198350"/>
            </a:xfrm>
            <a:custGeom>
              <a:avLst/>
              <a:gdLst/>
              <a:ahLst/>
              <a:cxnLst/>
              <a:rect l="l" t="t" r="r" b="b"/>
              <a:pathLst>
                <a:path w="10369" h="7934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312" y="1156"/>
                  </a:lnTo>
                  <a:lnTo>
                    <a:pt x="2593" y="2281"/>
                  </a:lnTo>
                  <a:lnTo>
                    <a:pt x="3904" y="3311"/>
                  </a:lnTo>
                  <a:lnTo>
                    <a:pt x="5185" y="4342"/>
                  </a:lnTo>
                  <a:lnTo>
                    <a:pt x="6496" y="5310"/>
                  </a:lnTo>
                  <a:lnTo>
                    <a:pt x="7808" y="6247"/>
                  </a:lnTo>
                  <a:lnTo>
                    <a:pt x="9088" y="7121"/>
                  </a:lnTo>
                  <a:lnTo>
                    <a:pt x="10369" y="7933"/>
                  </a:lnTo>
                  <a:lnTo>
                    <a:pt x="10369" y="7933"/>
                  </a:lnTo>
                  <a:lnTo>
                    <a:pt x="9088" y="7121"/>
                  </a:lnTo>
                  <a:lnTo>
                    <a:pt x="7808" y="6247"/>
                  </a:lnTo>
                  <a:lnTo>
                    <a:pt x="6496" y="5310"/>
                  </a:lnTo>
                  <a:lnTo>
                    <a:pt x="5185" y="4342"/>
                  </a:lnTo>
                  <a:lnTo>
                    <a:pt x="3904" y="3311"/>
                  </a:lnTo>
                  <a:lnTo>
                    <a:pt x="2593" y="2281"/>
                  </a:lnTo>
                  <a:lnTo>
                    <a:pt x="1312" y="11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6" name="Google Shape;3636;p61"/>
            <p:cNvSpPr/>
            <p:nvPr/>
          </p:nvSpPr>
          <p:spPr>
            <a:xfrm>
              <a:off x="5529950" y="3008150"/>
              <a:ext cx="259225" cy="198350"/>
            </a:xfrm>
            <a:custGeom>
              <a:avLst/>
              <a:gdLst/>
              <a:ahLst/>
              <a:cxnLst/>
              <a:rect l="l" t="t" r="r" b="b"/>
              <a:pathLst>
                <a:path w="10369" h="793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312" y="1156"/>
                  </a:lnTo>
                  <a:lnTo>
                    <a:pt x="2593" y="2281"/>
                  </a:lnTo>
                  <a:lnTo>
                    <a:pt x="3904" y="3311"/>
                  </a:lnTo>
                  <a:lnTo>
                    <a:pt x="5185" y="4342"/>
                  </a:lnTo>
                  <a:lnTo>
                    <a:pt x="6496" y="5310"/>
                  </a:lnTo>
                  <a:lnTo>
                    <a:pt x="7808" y="6247"/>
                  </a:lnTo>
                  <a:lnTo>
                    <a:pt x="9088" y="7121"/>
                  </a:lnTo>
                  <a:lnTo>
                    <a:pt x="10369" y="7933"/>
                  </a:lnTo>
                  <a:lnTo>
                    <a:pt x="10369" y="7933"/>
                  </a:lnTo>
                  <a:lnTo>
                    <a:pt x="9088" y="7121"/>
                  </a:lnTo>
                  <a:lnTo>
                    <a:pt x="7808" y="6247"/>
                  </a:lnTo>
                  <a:lnTo>
                    <a:pt x="6496" y="5310"/>
                  </a:lnTo>
                  <a:lnTo>
                    <a:pt x="5185" y="4342"/>
                  </a:lnTo>
                  <a:lnTo>
                    <a:pt x="3904" y="3311"/>
                  </a:lnTo>
                  <a:lnTo>
                    <a:pt x="2593" y="2281"/>
                  </a:lnTo>
                  <a:lnTo>
                    <a:pt x="1312" y="115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7" name="Google Shape;3637;p61"/>
            <p:cNvSpPr/>
            <p:nvPr/>
          </p:nvSpPr>
          <p:spPr>
            <a:xfrm>
              <a:off x="5275425" y="2698200"/>
              <a:ext cx="188200" cy="246750"/>
            </a:xfrm>
            <a:custGeom>
              <a:avLst/>
              <a:gdLst/>
              <a:ahLst/>
              <a:cxnLst/>
              <a:rect l="l" t="t" r="r" b="b"/>
              <a:pathLst>
                <a:path w="7528" h="9870" extrusionOk="0">
                  <a:moveTo>
                    <a:pt x="1" y="1"/>
                  </a:moveTo>
                  <a:lnTo>
                    <a:pt x="188" y="500"/>
                  </a:lnTo>
                  <a:lnTo>
                    <a:pt x="438" y="1031"/>
                  </a:lnTo>
                  <a:lnTo>
                    <a:pt x="219" y="500"/>
                  </a:lnTo>
                  <a:lnTo>
                    <a:pt x="1" y="1"/>
                  </a:lnTo>
                  <a:close/>
                  <a:moveTo>
                    <a:pt x="438" y="1031"/>
                  </a:moveTo>
                  <a:lnTo>
                    <a:pt x="719" y="1593"/>
                  </a:lnTo>
                  <a:lnTo>
                    <a:pt x="1063" y="2156"/>
                  </a:lnTo>
                  <a:lnTo>
                    <a:pt x="1063" y="2156"/>
                  </a:lnTo>
                  <a:lnTo>
                    <a:pt x="719" y="1562"/>
                  </a:lnTo>
                  <a:lnTo>
                    <a:pt x="438" y="1031"/>
                  </a:lnTo>
                  <a:close/>
                  <a:moveTo>
                    <a:pt x="2905" y="4810"/>
                  </a:moveTo>
                  <a:lnTo>
                    <a:pt x="3498" y="5560"/>
                  </a:lnTo>
                  <a:lnTo>
                    <a:pt x="4186" y="6340"/>
                  </a:lnTo>
                  <a:lnTo>
                    <a:pt x="3530" y="5560"/>
                  </a:lnTo>
                  <a:lnTo>
                    <a:pt x="2905" y="4810"/>
                  </a:lnTo>
                  <a:close/>
                  <a:moveTo>
                    <a:pt x="4904" y="7152"/>
                  </a:moveTo>
                  <a:lnTo>
                    <a:pt x="6184" y="8526"/>
                  </a:lnTo>
                  <a:lnTo>
                    <a:pt x="7527" y="9869"/>
                  </a:lnTo>
                  <a:lnTo>
                    <a:pt x="6215" y="8526"/>
                  </a:lnTo>
                  <a:lnTo>
                    <a:pt x="4904" y="7152"/>
                  </a:lnTo>
                  <a:close/>
                </a:path>
              </a:pathLst>
            </a:custGeom>
            <a:solidFill>
              <a:srgbClr val="C2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8" name="Google Shape;3638;p61"/>
            <p:cNvSpPr/>
            <p:nvPr/>
          </p:nvSpPr>
          <p:spPr>
            <a:xfrm>
              <a:off x="5267625" y="2645900"/>
              <a:ext cx="262350" cy="362275"/>
            </a:xfrm>
            <a:custGeom>
              <a:avLst/>
              <a:gdLst/>
              <a:ahLst/>
              <a:cxnLst/>
              <a:rect l="l" t="t" r="r" b="b"/>
              <a:pathLst>
                <a:path w="10494" h="14491" fill="none" extrusionOk="0">
                  <a:moveTo>
                    <a:pt x="32" y="0"/>
                  </a:moveTo>
                  <a:lnTo>
                    <a:pt x="32" y="0"/>
                  </a:lnTo>
                  <a:lnTo>
                    <a:pt x="0" y="344"/>
                  </a:lnTo>
                  <a:lnTo>
                    <a:pt x="32" y="750"/>
                  </a:lnTo>
                  <a:lnTo>
                    <a:pt x="94" y="1156"/>
                  </a:lnTo>
                  <a:lnTo>
                    <a:pt x="188" y="1593"/>
                  </a:lnTo>
                  <a:lnTo>
                    <a:pt x="313" y="2093"/>
                  </a:lnTo>
                  <a:lnTo>
                    <a:pt x="500" y="2592"/>
                  </a:lnTo>
                  <a:lnTo>
                    <a:pt x="750" y="3123"/>
                  </a:lnTo>
                  <a:lnTo>
                    <a:pt x="1031" y="3654"/>
                  </a:lnTo>
                  <a:lnTo>
                    <a:pt x="1375" y="4248"/>
                  </a:lnTo>
                  <a:lnTo>
                    <a:pt x="1749" y="4872"/>
                  </a:lnTo>
                  <a:lnTo>
                    <a:pt x="2187" y="5528"/>
                  </a:lnTo>
                  <a:lnTo>
                    <a:pt x="2686" y="6215"/>
                  </a:lnTo>
                  <a:lnTo>
                    <a:pt x="3217" y="6902"/>
                  </a:lnTo>
                  <a:lnTo>
                    <a:pt x="3810" y="7652"/>
                  </a:lnTo>
                  <a:lnTo>
                    <a:pt x="4498" y="8432"/>
                  </a:lnTo>
                  <a:lnTo>
                    <a:pt x="5216" y="9244"/>
                  </a:lnTo>
                  <a:lnTo>
                    <a:pt x="5216" y="9244"/>
                  </a:lnTo>
                  <a:lnTo>
                    <a:pt x="6496" y="10618"/>
                  </a:lnTo>
                  <a:lnTo>
                    <a:pt x="7839" y="11961"/>
                  </a:lnTo>
                  <a:lnTo>
                    <a:pt x="9151" y="13273"/>
                  </a:lnTo>
                  <a:lnTo>
                    <a:pt x="10494" y="14491"/>
                  </a:lnTo>
                  <a:lnTo>
                    <a:pt x="10494" y="14491"/>
                  </a:lnTo>
                  <a:lnTo>
                    <a:pt x="10494" y="14491"/>
                  </a:lnTo>
                  <a:lnTo>
                    <a:pt x="10494" y="14491"/>
                  </a:lnTo>
                  <a:lnTo>
                    <a:pt x="9151" y="13273"/>
                  </a:lnTo>
                  <a:lnTo>
                    <a:pt x="7839" y="11961"/>
                  </a:lnTo>
                  <a:lnTo>
                    <a:pt x="6527" y="10618"/>
                  </a:lnTo>
                  <a:lnTo>
                    <a:pt x="5216" y="9244"/>
                  </a:lnTo>
                  <a:lnTo>
                    <a:pt x="5216" y="9244"/>
                  </a:lnTo>
                  <a:lnTo>
                    <a:pt x="4498" y="8432"/>
                  </a:lnTo>
                  <a:lnTo>
                    <a:pt x="3842" y="7652"/>
                  </a:lnTo>
                  <a:lnTo>
                    <a:pt x="3217" y="6902"/>
                  </a:lnTo>
                  <a:lnTo>
                    <a:pt x="2686" y="6215"/>
                  </a:lnTo>
                  <a:lnTo>
                    <a:pt x="2187" y="5528"/>
                  </a:lnTo>
                  <a:lnTo>
                    <a:pt x="1749" y="4872"/>
                  </a:lnTo>
                  <a:lnTo>
                    <a:pt x="1375" y="4248"/>
                  </a:lnTo>
                  <a:lnTo>
                    <a:pt x="1031" y="3685"/>
                  </a:lnTo>
                  <a:lnTo>
                    <a:pt x="750" y="3123"/>
                  </a:lnTo>
                  <a:lnTo>
                    <a:pt x="531" y="2592"/>
                  </a:lnTo>
                  <a:lnTo>
                    <a:pt x="313" y="2093"/>
                  </a:lnTo>
                  <a:lnTo>
                    <a:pt x="188" y="1593"/>
                  </a:lnTo>
                  <a:lnTo>
                    <a:pt x="94" y="1156"/>
                  </a:lnTo>
                  <a:lnTo>
                    <a:pt x="32" y="750"/>
                  </a:lnTo>
                  <a:lnTo>
                    <a:pt x="0" y="344"/>
                  </a:lnTo>
                  <a:lnTo>
                    <a:pt x="32" y="0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9" name="Google Shape;3639;p61"/>
            <p:cNvSpPr/>
            <p:nvPr/>
          </p:nvSpPr>
          <p:spPr>
            <a:xfrm>
              <a:off x="5789950" y="3207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0" name="Google Shape;3640;p61"/>
            <p:cNvSpPr/>
            <p:nvPr/>
          </p:nvSpPr>
          <p:spPr>
            <a:xfrm>
              <a:off x="5789950" y="3207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1" name="Google Shape;3641;p61"/>
            <p:cNvSpPr/>
            <p:nvPr/>
          </p:nvSpPr>
          <p:spPr>
            <a:xfrm>
              <a:off x="5267625" y="2645900"/>
              <a:ext cx="1235150" cy="742500"/>
            </a:xfrm>
            <a:custGeom>
              <a:avLst/>
              <a:gdLst/>
              <a:ahLst/>
              <a:cxnLst/>
              <a:rect l="l" t="t" r="r" b="b"/>
              <a:pathLst>
                <a:path w="49406" h="29700" extrusionOk="0">
                  <a:moveTo>
                    <a:pt x="32" y="0"/>
                  </a:moveTo>
                  <a:lnTo>
                    <a:pt x="0" y="344"/>
                  </a:lnTo>
                  <a:lnTo>
                    <a:pt x="32" y="750"/>
                  </a:lnTo>
                  <a:lnTo>
                    <a:pt x="94" y="1156"/>
                  </a:lnTo>
                  <a:lnTo>
                    <a:pt x="188" y="1593"/>
                  </a:lnTo>
                  <a:lnTo>
                    <a:pt x="313" y="2093"/>
                  </a:lnTo>
                  <a:lnTo>
                    <a:pt x="531" y="2592"/>
                  </a:lnTo>
                  <a:lnTo>
                    <a:pt x="750" y="3123"/>
                  </a:lnTo>
                  <a:lnTo>
                    <a:pt x="1031" y="3685"/>
                  </a:lnTo>
                  <a:lnTo>
                    <a:pt x="1375" y="4248"/>
                  </a:lnTo>
                  <a:lnTo>
                    <a:pt x="1749" y="4872"/>
                  </a:lnTo>
                  <a:lnTo>
                    <a:pt x="2187" y="5528"/>
                  </a:lnTo>
                  <a:lnTo>
                    <a:pt x="2686" y="6215"/>
                  </a:lnTo>
                  <a:lnTo>
                    <a:pt x="3217" y="6902"/>
                  </a:lnTo>
                  <a:lnTo>
                    <a:pt x="3842" y="7652"/>
                  </a:lnTo>
                  <a:lnTo>
                    <a:pt x="4498" y="8432"/>
                  </a:lnTo>
                  <a:lnTo>
                    <a:pt x="5216" y="9244"/>
                  </a:lnTo>
                  <a:lnTo>
                    <a:pt x="6527" y="10618"/>
                  </a:lnTo>
                  <a:lnTo>
                    <a:pt x="7839" y="11961"/>
                  </a:lnTo>
                  <a:lnTo>
                    <a:pt x="9151" y="13273"/>
                  </a:lnTo>
                  <a:lnTo>
                    <a:pt x="10494" y="14491"/>
                  </a:lnTo>
                  <a:lnTo>
                    <a:pt x="11805" y="15646"/>
                  </a:lnTo>
                  <a:lnTo>
                    <a:pt x="13086" y="16771"/>
                  </a:lnTo>
                  <a:lnTo>
                    <a:pt x="14397" y="17801"/>
                  </a:lnTo>
                  <a:lnTo>
                    <a:pt x="15678" y="18832"/>
                  </a:lnTo>
                  <a:lnTo>
                    <a:pt x="16989" y="19800"/>
                  </a:lnTo>
                  <a:lnTo>
                    <a:pt x="18301" y="20737"/>
                  </a:lnTo>
                  <a:lnTo>
                    <a:pt x="19581" y="21611"/>
                  </a:lnTo>
                  <a:lnTo>
                    <a:pt x="20862" y="22423"/>
                  </a:lnTo>
                  <a:lnTo>
                    <a:pt x="20893" y="22454"/>
                  </a:lnTo>
                  <a:lnTo>
                    <a:pt x="22330" y="23329"/>
                  </a:lnTo>
                  <a:lnTo>
                    <a:pt x="23735" y="24141"/>
                  </a:lnTo>
                  <a:lnTo>
                    <a:pt x="25140" y="24921"/>
                  </a:lnTo>
                  <a:lnTo>
                    <a:pt x="26546" y="25608"/>
                  </a:lnTo>
                  <a:lnTo>
                    <a:pt x="27888" y="26264"/>
                  </a:lnTo>
                  <a:lnTo>
                    <a:pt x="29231" y="26858"/>
                  </a:lnTo>
                  <a:lnTo>
                    <a:pt x="30543" y="27389"/>
                  </a:lnTo>
                  <a:lnTo>
                    <a:pt x="31823" y="27888"/>
                  </a:lnTo>
                  <a:lnTo>
                    <a:pt x="33073" y="28294"/>
                  </a:lnTo>
                  <a:lnTo>
                    <a:pt x="34322" y="28669"/>
                  </a:lnTo>
                  <a:lnTo>
                    <a:pt x="35477" y="28981"/>
                  </a:lnTo>
                  <a:lnTo>
                    <a:pt x="36633" y="29231"/>
                  </a:lnTo>
                  <a:lnTo>
                    <a:pt x="37726" y="29450"/>
                  </a:lnTo>
                  <a:lnTo>
                    <a:pt x="38788" y="29575"/>
                  </a:lnTo>
                  <a:lnTo>
                    <a:pt x="39818" y="29668"/>
                  </a:lnTo>
                  <a:lnTo>
                    <a:pt x="40786" y="29699"/>
                  </a:lnTo>
                  <a:lnTo>
                    <a:pt x="41692" y="29668"/>
                  </a:lnTo>
                  <a:lnTo>
                    <a:pt x="42566" y="29575"/>
                  </a:lnTo>
                  <a:lnTo>
                    <a:pt x="43378" y="29418"/>
                  </a:lnTo>
                  <a:lnTo>
                    <a:pt x="44128" y="29231"/>
                  </a:lnTo>
                  <a:lnTo>
                    <a:pt x="44690" y="29012"/>
                  </a:lnTo>
                  <a:lnTo>
                    <a:pt x="45283" y="28763"/>
                  </a:lnTo>
                  <a:lnTo>
                    <a:pt x="45908" y="28419"/>
                  </a:lnTo>
                  <a:lnTo>
                    <a:pt x="46564" y="28044"/>
                  </a:lnTo>
                  <a:lnTo>
                    <a:pt x="47251" y="27638"/>
                  </a:lnTo>
                  <a:lnTo>
                    <a:pt x="47938" y="27139"/>
                  </a:lnTo>
                  <a:lnTo>
                    <a:pt x="48687" y="26639"/>
                  </a:lnTo>
                  <a:lnTo>
                    <a:pt x="49406" y="26077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2" name="Google Shape;3642;p61"/>
            <p:cNvSpPr/>
            <p:nvPr/>
          </p:nvSpPr>
          <p:spPr>
            <a:xfrm>
              <a:off x="5267625" y="2645900"/>
              <a:ext cx="1235150" cy="742500"/>
            </a:xfrm>
            <a:custGeom>
              <a:avLst/>
              <a:gdLst/>
              <a:ahLst/>
              <a:cxnLst/>
              <a:rect l="l" t="t" r="r" b="b"/>
              <a:pathLst>
                <a:path w="49406" h="29700" fill="none" extrusionOk="0">
                  <a:moveTo>
                    <a:pt x="32" y="0"/>
                  </a:moveTo>
                  <a:lnTo>
                    <a:pt x="32" y="0"/>
                  </a:lnTo>
                  <a:lnTo>
                    <a:pt x="0" y="344"/>
                  </a:lnTo>
                  <a:lnTo>
                    <a:pt x="32" y="750"/>
                  </a:lnTo>
                  <a:lnTo>
                    <a:pt x="94" y="1156"/>
                  </a:lnTo>
                  <a:lnTo>
                    <a:pt x="188" y="1593"/>
                  </a:lnTo>
                  <a:lnTo>
                    <a:pt x="313" y="2093"/>
                  </a:lnTo>
                  <a:lnTo>
                    <a:pt x="531" y="2592"/>
                  </a:lnTo>
                  <a:lnTo>
                    <a:pt x="750" y="3123"/>
                  </a:lnTo>
                  <a:lnTo>
                    <a:pt x="1031" y="3685"/>
                  </a:lnTo>
                  <a:lnTo>
                    <a:pt x="1375" y="4248"/>
                  </a:lnTo>
                  <a:lnTo>
                    <a:pt x="1749" y="4872"/>
                  </a:lnTo>
                  <a:lnTo>
                    <a:pt x="2187" y="5528"/>
                  </a:lnTo>
                  <a:lnTo>
                    <a:pt x="2686" y="6215"/>
                  </a:lnTo>
                  <a:lnTo>
                    <a:pt x="3217" y="6902"/>
                  </a:lnTo>
                  <a:lnTo>
                    <a:pt x="3842" y="7652"/>
                  </a:lnTo>
                  <a:lnTo>
                    <a:pt x="4498" y="8432"/>
                  </a:lnTo>
                  <a:lnTo>
                    <a:pt x="5216" y="9244"/>
                  </a:lnTo>
                  <a:lnTo>
                    <a:pt x="5216" y="9244"/>
                  </a:lnTo>
                  <a:lnTo>
                    <a:pt x="6527" y="10618"/>
                  </a:lnTo>
                  <a:lnTo>
                    <a:pt x="7839" y="11961"/>
                  </a:lnTo>
                  <a:lnTo>
                    <a:pt x="9151" y="13273"/>
                  </a:lnTo>
                  <a:lnTo>
                    <a:pt x="10494" y="14491"/>
                  </a:lnTo>
                  <a:lnTo>
                    <a:pt x="10494" y="14491"/>
                  </a:lnTo>
                  <a:lnTo>
                    <a:pt x="11805" y="15646"/>
                  </a:lnTo>
                  <a:lnTo>
                    <a:pt x="13086" y="16771"/>
                  </a:lnTo>
                  <a:lnTo>
                    <a:pt x="14397" y="17801"/>
                  </a:lnTo>
                  <a:lnTo>
                    <a:pt x="15678" y="18832"/>
                  </a:lnTo>
                  <a:lnTo>
                    <a:pt x="16989" y="19800"/>
                  </a:lnTo>
                  <a:lnTo>
                    <a:pt x="18301" y="20737"/>
                  </a:lnTo>
                  <a:lnTo>
                    <a:pt x="19581" y="21611"/>
                  </a:lnTo>
                  <a:lnTo>
                    <a:pt x="20862" y="22423"/>
                  </a:lnTo>
                  <a:lnTo>
                    <a:pt x="20862" y="22423"/>
                  </a:lnTo>
                  <a:lnTo>
                    <a:pt x="20893" y="22454"/>
                  </a:lnTo>
                  <a:lnTo>
                    <a:pt x="20893" y="22454"/>
                  </a:lnTo>
                  <a:lnTo>
                    <a:pt x="20893" y="22454"/>
                  </a:lnTo>
                  <a:lnTo>
                    <a:pt x="20893" y="22454"/>
                  </a:lnTo>
                  <a:lnTo>
                    <a:pt x="22330" y="23329"/>
                  </a:lnTo>
                  <a:lnTo>
                    <a:pt x="23735" y="24141"/>
                  </a:lnTo>
                  <a:lnTo>
                    <a:pt x="25140" y="24921"/>
                  </a:lnTo>
                  <a:lnTo>
                    <a:pt x="26546" y="25608"/>
                  </a:lnTo>
                  <a:lnTo>
                    <a:pt x="27888" y="26264"/>
                  </a:lnTo>
                  <a:lnTo>
                    <a:pt x="29231" y="26858"/>
                  </a:lnTo>
                  <a:lnTo>
                    <a:pt x="30543" y="27389"/>
                  </a:lnTo>
                  <a:lnTo>
                    <a:pt x="31823" y="27888"/>
                  </a:lnTo>
                  <a:lnTo>
                    <a:pt x="33073" y="28294"/>
                  </a:lnTo>
                  <a:lnTo>
                    <a:pt x="34322" y="28669"/>
                  </a:lnTo>
                  <a:lnTo>
                    <a:pt x="35477" y="28981"/>
                  </a:lnTo>
                  <a:lnTo>
                    <a:pt x="36633" y="29231"/>
                  </a:lnTo>
                  <a:lnTo>
                    <a:pt x="37726" y="29450"/>
                  </a:lnTo>
                  <a:lnTo>
                    <a:pt x="38788" y="29575"/>
                  </a:lnTo>
                  <a:lnTo>
                    <a:pt x="39818" y="29668"/>
                  </a:lnTo>
                  <a:lnTo>
                    <a:pt x="40786" y="29699"/>
                  </a:lnTo>
                  <a:lnTo>
                    <a:pt x="40786" y="29699"/>
                  </a:lnTo>
                  <a:lnTo>
                    <a:pt x="41692" y="29668"/>
                  </a:lnTo>
                  <a:lnTo>
                    <a:pt x="42566" y="29575"/>
                  </a:lnTo>
                  <a:lnTo>
                    <a:pt x="43378" y="29418"/>
                  </a:lnTo>
                  <a:lnTo>
                    <a:pt x="44128" y="29231"/>
                  </a:lnTo>
                  <a:lnTo>
                    <a:pt x="44128" y="29231"/>
                  </a:lnTo>
                  <a:lnTo>
                    <a:pt x="44690" y="29012"/>
                  </a:lnTo>
                  <a:lnTo>
                    <a:pt x="45283" y="28763"/>
                  </a:lnTo>
                  <a:lnTo>
                    <a:pt x="45908" y="28419"/>
                  </a:lnTo>
                  <a:lnTo>
                    <a:pt x="46564" y="28044"/>
                  </a:lnTo>
                  <a:lnTo>
                    <a:pt x="47251" y="27638"/>
                  </a:lnTo>
                  <a:lnTo>
                    <a:pt x="47938" y="27139"/>
                  </a:lnTo>
                  <a:lnTo>
                    <a:pt x="48687" y="26639"/>
                  </a:lnTo>
                  <a:lnTo>
                    <a:pt x="49406" y="26077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3" name="Google Shape;3643;p61"/>
            <p:cNvSpPr/>
            <p:nvPr/>
          </p:nvSpPr>
          <p:spPr>
            <a:xfrm>
              <a:off x="4515775" y="2532700"/>
              <a:ext cx="1280425" cy="1424850"/>
            </a:xfrm>
            <a:custGeom>
              <a:avLst/>
              <a:gdLst/>
              <a:ahLst/>
              <a:cxnLst/>
              <a:rect l="l" t="t" r="r" b="b"/>
              <a:pathLst>
                <a:path w="51217" h="56994" extrusionOk="0">
                  <a:moveTo>
                    <a:pt x="27451" y="0"/>
                  </a:moveTo>
                  <a:lnTo>
                    <a:pt x="26827" y="31"/>
                  </a:lnTo>
                  <a:lnTo>
                    <a:pt x="26233" y="125"/>
                  </a:lnTo>
                  <a:lnTo>
                    <a:pt x="25577" y="219"/>
                  </a:lnTo>
                  <a:lnTo>
                    <a:pt x="24953" y="406"/>
                  </a:lnTo>
                  <a:lnTo>
                    <a:pt x="24297" y="593"/>
                  </a:lnTo>
                  <a:lnTo>
                    <a:pt x="23641" y="843"/>
                  </a:lnTo>
                  <a:lnTo>
                    <a:pt x="22954" y="1124"/>
                  </a:lnTo>
                  <a:lnTo>
                    <a:pt x="22298" y="1468"/>
                  </a:lnTo>
                  <a:lnTo>
                    <a:pt x="21611" y="1843"/>
                  </a:lnTo>
                  <a:lnTo>
                    <a:pt x="20893" y="2280"/>
                  </a:lnTo>
                  <a:lnTo>
                    <a:pt x="20175" y="2779"/>
                  </a:lnTo>
                  <a:lnTo>
                    <a:pt x="19456" y="3310"/>
                  </a:lnTo>
                  <a:lnTo>
                    <a:pt x="18738" y="3904"/>
                  </a:lnTo>
                  <a:lnTo>
                    <a:pt x="18051" y="4497"/>
                  </a:lnTo>
                  <a:lnTo>
                    <a:pt x="17395" y="5122"/>
                  </a:lnTo>
                  <a:lnTo>
                    <a:pt x="16771" y="5778"/>
                  </a:lnTo>
                  <a:lnTo>
                    <a:pt x="16146" y="6496"/>
                  </a:lnTo>
                  <a:lnTo>
                    <a:pt x="15522" y="7214"/>
                  </a:lnTo>
                  <a:lnTo>
                    <a:pt x="14928" y="7995"/>
                  </a:lnTo>
                  <a:lnTo>
                    <a:pt x="14335" y="8807"/>
                  </a:lnTo>
                  <a:lnTo>
                    <a:pt x="13773" y="9650"/>
                  </a:lnTo>
                  <a:lnTo>
                    <a:pt x="13211" y="10524"/>
                  </a:lnTo>
                  <a:lnTo>
                    <a:pt x="12680" y="11399"/>
                  </a:lnTo>
                  <a:lnTo>
                    <a:pt x="12149" y="12336"/>
                  </a:lnTo>
                  <a:lnTo>
                    <a:pt x="11649" y="13273"/>
                  </a:lnTo>
                  <a:lnTo>
                    <a:pt x="11118" y="14241"/>
                  </a:lnTo>
                  <a:lnTo>
                    <a:pt x="10650" y="15240"/>
                  </a:lnTo>
                  <a:lnTo>
                    <a:pt x="10181" y="16271"/>
                  </a:lnTo>
                  <a:lnTo>
                    <a:pt x="9713" y="17301"/>
                  </a:lnTo>
                  <a:lnTo>
                    <a:pt x="8807" y="19394"/>
                  </a:lnTo>
                  <a:lnTo>
                    <a:pt x="7995" y="21580"/>
                  </a:lnTo>
                  <a:lnTo>
                    <a:pt x="7183" y="23766"/>
                  </a:lnTo>
                  <a:lnTo>
                    <a:pt x="6465" y="26014"/>
                  </a:lnTo>
                  <a:lnTo>
                    <a:pt x="5747" y="28263"/>
                  </a:lnTo>
                  <a:lnTo>
                    <a:pt x="5122" y="30511"/>
                  </a:lnTo>
                  <a:lnTo>
                    <a:pt x="4498" y="32760"/>
                  </a:lnTo>
                  <a:lnTo>
                    <a:pt x="3935" y="34977"/>
                  </a:lnTo>
                  <a:lnTo>
                    <a:pt x="3436" y="37163"/>
                  </a:lnTo>
                  <a:lnTo>
                    <a:pt x="2936" y="39318"/>
                  </a:lnTo>
                  <a:lnTo>
                    <a:pt x="2499" y="41379"/>
                  </a:lnTo>
                  <a:lnTo>
                    <a:pt x="2124" y="43378"/>
                  </a:lnTo>
                  <a:lnTo>
                    <a:pt x="1749" y="45314"/>
                  </a:lnTo>
                  <a:lnTo>
                    <a:pt x="1437" y="47125"/>
                  </a:lnTo>
                  <a:lnTo>
                    <a:pt x="875" y="50404"/>
                  </a:lnTo>
                  <a:lnTo>
                    <a:pt x="469" y="53152"/>
                  </a:lnTo>
                  <a:lnTo>
                    <a:pt x="188" y="55214"/>
                  </a:lnTo>
                  <a:lnTo>
                    <a:pt x="0" y="56994"/>
                  </a:lnTo>
                  <a:lnTo>
                    <a:pt x="51217" y="56994"/>
                  </a:lnTo>
                  <a:lnTo>
                    <a:pt x="45471" y="38631"/>
                  </a:lnTo>
                  <a:lnTo>
                    <a:pt x="45658" y="38350"/>
                  </a:lnTo>
                  <a:lnTo>
                    <a:pt x="46158" y="37663"/>
                  </a:lnTo>
                  <a:lnTo>
                    <a:pt x="46470" y="37132"/>
                  </a:lnTo>
                  <a:lnTo>
                    <a:pt x="46845" y="36538"/>
                  </a:lnTo>
                  <a:lnTo>
                    <a:pt x="47219" y="35851"/>
                  </a:lnTo>
                  <a:lnTo>
                    <a:pt x="47625" y="35102"/>
                  </a:lnTo>
                  <a:lnTo>
                    <a:pt x="48000" y="34259"/>
                  </a:lnTo>
                  <a:lnTo>
                    <a:pt x="48375" y="33384"/>
                  </a:lnTo>
                  <a:lnTo>
                    <a:pt x="48719" y="32447"/>
                  </a:lnTo>
                  <a:lnTo>
                    <a:pt x="49031" y="31479"/>
                  </a:lnTo>
                  <a:lnTo>
                    <a:pt x="49249" y="30449"/>
                  </a:lnTo>
                  <a:lnTo>
                    <a:pt x="49343" y="29949"/>
                  </a:lnTo>
                  <a:lnTo>
                    <a:pt x="49406" y="29418"/>
                  </a:lnTo>
                  <a:lnTo>
                    <a:pt x="49468" y="28887"/>
                  </a:lnTo>
                  <a:lnTo>
                    <a:pt x="49499" y="28356"/>
                  </a:lnTo>
                  <a:lnTo>
                    <a:pt x="49499" y="27825"/>
                  </a:lnTo>
                  <a:lnTo>
                    <a:pt x="49468" y="27295"/>
                  </a:lnTo>
                  <a:lnTo>
                    <a:pt x="49406" y="26670"/>
                  </a:lnTo>
                  <a:lnTo>
                    <a:pt x="49281" y="25983"/>
                  </a:lnTo>
                  <a:lnTo>
                    <a:pt x="49093" y="25265"/>
                  </a:lnTo>
                  <a:lnTo>
                    <a:pt x="48843" y="24515"/>
                  </a:lnTo>
                  <a:lnTo>
                    <a:pt x="48562" y="23703"/>
                  </a:lnTo>
                  <a:lnTo>
                    <a:pt x="48219" y="22891"/>
                  </a:lnTo>
                  <a:lnTo>
                    <a:pt x="47875" y="22048"/>
                  </a:lnTo>
                  <a:lnTo>
                    <a:pt x="47469" y="21174"/>
                  </a:lnTo>
                  <a:lnTo>
                    <a:pt x="47032" y="20268"/>
                  </a:lnTo>
                  <a:lnTo>
                    <a:pt x="46564" y="19362"/>
                  </a:lnTo>
                  <a:lnTo>
                    <a:pt x="45564" y="17520"/>
                  </a:lnTo>
                  <a:lnTo>
                    <a:pt x="44503" y="15677"/>
                  </a:lnTo>
                  <a:lnTo>
                    <a:pt x="43378" y="13866"/>
                  </a:lnTo>
                  <a:lnTo>
                    <a:pt x="42285" y="12117"/>
                  </a:lnTo>
                  <a:lnTo>
                    <a:pt x="41192" y="10493"/>
                  </a:lnTo>
                  <a:lnTo>
                    <a:pt x="40162" y="8963"/>
                  </a:lnTo>
                  <a:lnTo>
                    <a:pt x="39225" y="7620"/>
                  </a:lnTo>
                  <a:lnTo>
                    <a:pt x="38382" y="6433"/>
                  </a:lnTo>
                  <a:lnTo>
                    <a:pt x="37694" y="5528"/>
                  </a:lnTo>
                  <a:lnTo>
                    <a:pt x="37195" y="4841"/>
                  </a:lnTo>
                  <a:lnTo>
                    <a:pt x="36883" y="4497"/>
                  </a:lnTo>
                  <a:lnTo>
                    <a:pt x="36102" y="3685"/>
                  </a:lnTo>
                  <a:lnTo>
                    <a:pt x="35227" y="2936"/>
                  </a:lnTo>
                  <a:lnTo>
                    <a:pt x="34790" y="2592"/>
                  </a:lnTo>
                  <a:lnTo>
                    <a:pt x="34353" y="2249"/>
                  </a:lnTo>
                  <a:lnTo>
                    <a:pt x="33884" y="1936"/>
                  </a:lnTo>
                  <a:lnTo>
                    <a:pt x="33416" y="1624"/>
                  </a:lnTo>
                  <a:lnTo>
                    <a:pt x="32916" y="1343"/>
                  </a:lnTo>
                  <a:lnTo>
                    <a:pt x="32417" y="1093"/>
                  </a:lnTo>
                  <a:lnTo>
                    <a:pt x="31917" y="843"/>
                  </a:lnTo>
                  <a:lnTo>
                    <a:pt x="31386" y="656"/>
                  </a:lnTo>
                  <a:lnTo>
                    <a:pt x="30855" y="469"/>
                  </a:lnTo>
                  <a:lnTo>
                    <a:pt x="30324" y="312"/>
                  </a:lnTo>
                  <a:lnTo>
                    <a:pt x="29762" y="187"/>
                  </a:lnTo>
                  <a:lnTo>
                    <a:pt x="29200" y="94"/>
                  </a:lnTo>
                  <a:lnTo>
                    <a:pt x="28638" y="31"/>
                  </a:lnTo>
                  <a:lnTo>
                    <a:pt x="280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4" name="Google Shape;3644;p61"/>
            <p:cNvSpPr/>
            <p:nvPr/>
          </p:nvSpPr>
          <p:spPr>
            <a:xfrm>
              <a:off x="5600225" y="2881675"/>
              <a:ext cx="155375" cy="328725"/>
            </a:xfrm>
            <a:custGeom>
              <a:avLst/>
              <a:gdLst/>
              <a:ahLst/>
              <a:cxnLst/>
              <a:rect l="l" t="t" r="r" b="b"/>
              <a:pathLst>
                <a:path w="6215" h="13149" extrusionOk="0">
                  <a:moveTo>
                    <a:pt x="0" y="1"/>
                  </a:moveTo>
                  <a:lnTo>
                    <a:pt x="750" y="1219"/>
                  </a:lnTo>
                  <a:lnTo>
                    <a:pt x="1468" y="2468"/>
                  </a:lnTo>
                  <a:lnTo>
                    <a:pt x="2155" y="3748"/>
                  </a:lnTo>
                  <a:lnTo>
                    <a:pt x="2780" y="5029"/>
                  </a:lnTo>
                  <a:lnTo>
                    <a:pt x="3436" y="6278"/>
                  </a:lnTo>
                  <a:lnTo>
                    <a:pt x="4029" y="7527"/>
                  </a:lnTo>
                  <a:lnTo>
                    <a:pt x="4622" y="8807"/>
                  </a:lnTo>
                  <a:lnTo>
                    <a:pt x="5153" y="10119"/>
                  </a:lnTo>
                  <a:lnTo>
                    <a:pt x="5434" y="10868"/>
                  </a:lnTo>
                  <a:lnTo>
                    <a:pt x="5684" y="11618"/>
                  </a:lnTo>
                  <a:lnTo>
                    <a:pt x="6121" y="13117"/>
                  </a:lnTo>
                  <a:lnTo>
                    <a:pt x="6152" y="13148"/>
                  </a:lnTo>
                  <a:lnTo>
                    <a:pt x="6215" y="13117"/>
                  </a:lnTo>
                  <a:lnTo>
                    <a:pt x="6152" y="12430"/>
                  </a:lnTo>
                  <a:lnTo>
                    <a:pt x="6059" y="11743"/>
                  </a:lnTo>
                  <a:lnTo>
                    <a:pt x="5934" y="11056"/>
                  </a:lnTo>
                  <a:lnTo>
                    <a:pt x="5778" y="10369"/>
                  </a:lnTo>
                  <a:lnTo>
                    <a:pt x="5559" y="9682"/>
                  </a:lnTo>
                  <a:lnTo>
                    <a:pt x="5341" y="9026"/>
                  </a:lnTo>
                  <a:lnTo>
                    <a:pt x="5059" y="8401"/>
                  </a:lnTo>
                  <a:lnTo>
                    <a:pt x="4778" y="7745"/>
                  </a:lnTo>
                  <a:lnTo>
                    <a:pt x="4247" y="6715"/>
                  </a:lnTo>
                  <a:lnTo>
                    <a:pt x="3717" y="5716"/>
                  </a:lnTo>
                  <a:lnTo>
                    <a:pt x="3623" y="5247"/>
                  </a:lnTo>
                  <a:lnTo>
                    <a:pt x="3467" y="4779"/>
                  </a:lnTo>
                  <a:lnTo>
                    <a:pt x="3311" y="4279"/>
                  </a:lnTo>
                  <a:lnTo>
                    <a:pt x="3092" y="3811"/>
                  </a:lnTo>
                  <a:lnTo>
                    <a:pt x="2873" y="3342"/>
                  </a:lnTo>
                  <a:lnTo>
                    <a:pt x="2624" y="2905"/>
                  </a:lnTo>
                  <a:lnTo>
                    <a:pt x="2374" y="2468"/>
                  </a:lnTo>
                  <a:lnTo>
                    <a:pt x="2311" y="2468"/>
                  </a:lnTo>
                  <a:lnTo>
                    <a:pt x="2311" y="2499"/>
                  </a:lnTo>
                  <a:lnTo>
                    <a:pt x="2748" y="3436"/>
                  </a:lnTo>
                  <a:lnTo>
                    <a:pt x="3154" y="4373"/>
                  </a:lnTo>
                  <a:lnTo>
                    <a:pt x="3404" y="5153"/>
                  </a:lnTo>
                  <a:lnTo>
                    <a:pt x="3404" y="5153"/>
                  </a:lnTo>
                  <a:lnTo>
                    <a:pt x="2686" y="3936"/>
                  </a:lnTo>
                  <a:lnTo>
                    <a:pt x="1936" y="2718"/>
                  </a:lnTo>
                  <a:lnTo>
                    <a:pt x="1499" y="2031"/>
                  </a:lnTo>
                  <a:lnTo>
                    <a:pt x="1031" y="1343"/>
                  </a:lnTo>
                  <a:lnTo>
                    <a:pt x="531" y="656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5" name="Google Shape;3645;p61"/>
            <p:cNvSpPr/>
            <p:nvPr/>
          </p:nvSpPr>
          <p:spPr>
            <a:xfrm>
              <a:off x="5081025" y="2246950"/>
              <a:ext cx="274850" cy="523100"/>
            </a:xfrm>
            <a:custGeom>
              <a:avLst/>
              <a:gdLst/>
              <a:ahLst/>
              <a:cxnLst/>
              <a:rect l="l" t="t" r="r" b="b"/>
              <a:pathLst>
                <a:path w="10994" h="20924" extrusionOk="0">
                  <a:moveTo>
                    <a:pt x="157" y="0"/>
                  </a:moveTo>
                  <a:lnTo>
                    <a:pt x="32" y="4747"/>
                  </a:lnTo>
                  <a:lnTo>
                    <a:pt x="32" y="5122"/>
                  </a:lnTo>
                  <a:lnTo>
                    <a:pt x="32" y="5559"/>
                  </a:lnTo>
                  <a:lnTo>
                    <a:pt x="1" y="6746"/>
                  </a:lnTo>
                  <a:lnTo>
                    <a:pt x="1" y="7683"/>
                  </a:lnTo>
                  <a:lnTo>
                    <a:pt x="1" y="8651"/>
                  </a:lnTo>
                  <a:lnTo>
                    <a:pt x="1" y="10337"/>
                  </a:lnTo>
                  <a:lnTo>
                    <a:pt x="94" y="12023"/>
                  </a:lnTo>
                  <a:lnTo>
                    <a:pt x="250" y="13710"/>
                  </a:lnTo>
                  <a:lnTo>
                    <a:pt x="438" y="15396"/>
                  </a:lnTo>
                  <a:lnTo>
                    <a:pt x="563" y="15615"/>
                  </a:lnTo>
                  <a:lnTo>
                    <a:pt x="781" y="15896"/>
                  </a:lnTo>
                  <a:lnTo>
                    <a:pt x="1062" y="16271"/>
                  </a:lnTo>
                  <a:lnTo>
                    <a:pt x="1468" y="16708"/>
                  </a:lnTo>
                  <a:lnTo>
                    <a:pt x="1937" y="17176"/>
                  </a:lnTo>
                  <a:lnTo>
                    <a:pt x="2468" y="17676"/>
                  </a:lnTo>
                  <a:lnTo>
                    <a:pt x="3061" y="18176"/>
                  </a:lnTo>
                  <a:lnTo>
                    <a:pt x="3686" y="18707"/>
                  </a:lnTo>
                  <a:lnTo>
                    <a:pt x="4373" y="19206"/>
                  </a:lnTo>
                  <a:lnTo>
                    <a:pt x="5091" y="19643"/>
                  </a:lnTo>
                  <a:lnTo>
                    <a:pt x="5841" y="20049"/>
                  </a:lnTo>
                  <a:lnTo>
                    <a:pt x="6621" y="20393"/>
                  </a:lnTo>
                  <a:lnTo>
                    <a:pt x="6996" y="20549"/>
                  </a:lnTo>
                  <a:lnTo>
                    <a:pt x="7402" y="20674"/>
                  </a:lnTo>
                  <a:lnTo>
                    <a:pt x="7808" y="20768"/>
                  </a:lnTo>
                  <a:lnTo>
                    <a:pt x="8183" y="20830"/>
                  </a:lnTo>
                  <a:lnTo>
                    <a:pt x="8589" y="20893"/>
                  </a:lnTo>
                  <a:lnTo>
                    <a:pt x="8964" y="20924"/>
                  </a:lnTo>
                  <a:lnTo>
                    <a:pt x="9338" y="20893"/>
                  </a:lnTo>
                  <a:lnTo>
                    <a:pt x="9744" y="20861"/>
                  </a:lnTo>
                  <a:lnTo>
                    <a:pt x="9838" y="20799"/>
                  </a:lnTo>
                  <a:lnTo>
                    <a:pt x="9963" y="20736"/>
                  </a:lnTo>
                  <a:lnTo>
                    <a:pt x="10057" y="20612"/>
                  </a:lnTo>
                  <a:lnTo>
                    <a:pt x="10119" y="20455"/>
                  </a:lnTo>
                  <a:lnTo>
                    <a:pt x="10213" y="20299"/>
                  </a:lnTo>
                  <a:lnTo>
                    <a:pt x="10275" y="20081"/>
                  </a:lnTo>
                  <a:lnTo>
                    <a:pt x="10369" y="19581"/>
                  </a:lnTo>
                  <a:lnTo>
                    <a:pt x="10400" y="19019"/>
                  </a:lnTo>
                  <a:lnTo>
                    <a:pt x="10431" y="18394"/>
                  </a:lnTo>
                  <a:lnTo>
                    <a:pt x="10463" y="17738"/>
                  </a:lnTo>
                  <a:lnTo>
                    <a:pt x="10431" y="17051"/>
                  </a:lnTo>
                  <a:lnTo>
                    <a:pt x="10369" y="15709"/>
                  </a:lnTo>
                  <a:lnTo>
                    <a:pt x="10275" y="14522"/>
                  </a:lnTo>
                  <a:lnTo>
                    <a:pt x="10150" y="13398"/>
                  </a:lnTo>
                  <a:lnTo>
                    <a:pt x="10213" y="12835"/>
                  </a:lnTo>
                  <a:lnTo>
                    <a:pt x="10993" y="5184"/>
                  </a:lnTo>
                  <a:lnTo>
                    <a:pt x="1531" y="593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6" name="Google Shape;3646;p61"/>
            <p:cNvSpPr/>
            <p:nvPr/>
          </p:nvSpPr>
          <p:spPr>
            <a:xfrm>
              <a:off x="5081025" y="2246950"/>
              <a:ext cx="274850" cy="321675"/>
            </a:xfrm>
            <a:custGeom>
              <a:avLst/>
              <a:gdLst/>
              <a:ahLst/>
              <a:cxnLst/>
              <a:rect l="l" t="t" r="r" b="b"/>
              <a:pathLst>
                <a:path w="10994" h="12867" extrusionOk="0">
                  <a:moveTo>
                    <a:pt x="157" y="0"/>
                  </a:moveTo>
                  <a:lnTo>
                    <a:pt x="1" y="4747"/>
                  </a:lnTo>
                  <a:lnTo>
                    <a:pt x="407" y="5497"/>
                  </a:lnTo>
                  <a:lnTo>
                    <a:pt x="844" y="6215"/>
                  </a:lnTo>
                  <a:lnTo>
                    <a:pt x="1312" y="6902"/>
                  </a:lnTo>
                  <a:lnTo>
                    <a:pt x="1843" y="7558"/>
                  </a:lnTo>
                  <a:lnTo>
                    <a:pt x="2374" y="8213"/>
                  </a:lnTo>
                  <a:lnTo>
                    <a:pt x="2967" y="8807"/>
                  </a:lnTo>
                  <a:lnTo>
                    <a:pt x="3561" y="9369"/>
                  </a:lnTo>
                  <a:lnTo>
                    <a:pt x="4185" y="9931"/>
                  </a:lnTo>
                  <a:lnTo>
                    <a:pt x="4872" y="10431"/>
                  </a:lnTo>
                  <a:lnTo>
                    <a:pt x="5559" y="10899"/>
                  </a:lnTo>
                  <a:lnTo>
                    <a:pt x="6278" y="11305"/>
                  </a:lnTo>
                  <a:lnTo>
                    <a:pt x="7027" y="11711"/>
                  </a:lnTo>
                  <a:lnTo>
                    <a:pt x="7777" y="12055"/>
                  </a:lnTo>
                  <a:lnTo>
                    <a:pt x="8558" y="12367"/>
                  </a:lnTo>
                  <a:lnTo>
                    <a:pt x="9369" y="12648"/>
                  </a:lnTo>
                  <a:lnTo>
                    <a:pt x="10181" y="12867"/>
                  </a:lnTo>
                  <a:lnTo>
                    <a:pt x="10993" y="5184"/>
                  </a:lnTo>
                  <a:lnTo>
                    <a:pt x="1531" y="593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7" name="Google Shape;3647;p61"/>
            <p:cNvSpPr/>
            <p:nvPr/>
          </p:nvSpPr>
          <p:spPr>
            <a:xfrm>
              <a:off x="4956900" y="1691050"/>
              <a:ext cx="633975" cy="790925"/>
            </a:xfrm>
            <a:custGeom>
              <a:avLst/>
              <a:gdLst/>
              <a:ahLst/>
              <a:cxnLst/>
              <a:rect l="l" t="t" r="r" b="b"/>
              <a:pathLst>
                <a:path w="25359" h="31637" extrusionOk="0">
                  <a:moveTo>
                    <a:pt x="11461" y="1"/>
                  </a:moveTo>
                  <a:lnTo>
                    <a:pt x="10899" y="32"/>
                  </a:lnTo>
                  <a:lnTo>
                    <a:pt x="10306" y="95"/>
                  </a:lnTo>
                  <a:lnTo>
                    <a:pt x="9744" y="188"/>
                  </a:lnTo>
                  <a:lnTo>
                    <a:pt x="9182" y="282"/>
                  </a:lnTo>
                  <a:lnTo>
                    <a:pt x="8619" y="407"/>
                  </a:lnTo>
                  <a:lnTo>
                    <a:pt x="8057" y="563"/>
                  </a:lnTo>
                  <a:lnTo>
                    <a:pt x="7526" y="750"/>
                  </a:lnTo>
                  <a:lnTo>
                    <a:pt x="6996" y="938"/>
                  </a:lnTo>
                  <a:lnTo>
                    <a:pt x="6465" y="1188"/>
                  </a:lnTo>
                  <a:lnTo>
                    <a:pt x="5934" y="1437"/>
                  </a:lnTo>
                  <a:lnTo>
                    <a:pt x="5434" y="1687"/>
                  </a:lnTo>
                  <a:lnTo>
                    <a:pt x="4934" y="2000"/>
                  </a:lnTo>
                  <a:lnTo>
                    <a:pt x="4435" y="2343"/>
                  </a:lnTo>
                  <a:lnTo>
                    <a:pt x="3966" y="2687"/>
                  </a:lnTo>
                  <a:lnTo>
                    <a:pt x="3529" y="3093"/>
                  </a:lnTo>
                  <a:lnTo>
                    <a:pt x="3092" y="3499"/>
                  </a:lnTo>
                  <a:lnTo>
                    <a:pt x="2686" y="3967"/>
                  </a:lnTo>
                  <a:lnTo>
                    <a:pt x="2311" y="4435"/>
                  </a:lnTo>
                  <a:lnTo>
                    <a:pt x="1936" y="4935"/>
                  </a:lnTo>
                  <a:lnTo>
                    <a:pt x="1593" y="5497"/>
                  </a:lnTo>
                  <a:lnTo>
                    <a:pt x="1312" y="6059"/>
                  </a:lnTo>
                  <a:lnTo>
                    <a:pt x="1031" y="6684"/>
                  </a:lnTo>
                  <a:lnTo>
                    <a:pt x="781" y="7308"/>
                  </a:lnTo>
                  <a:lnTo>
                    <a:pt x="562" y="7996"/>
                  </a:lnTo>
                  <a:lnTo>
                    <a:pt x="375" y="8714"/>
                  </a:lnTo>
                  <a:lnTo>
                    <a:pt x="219" y="9463"/>
                  </a:lnTo>
                  <a:lnTo>
                    <a:pt x="125" y="10244"/>
                  </a:lnTo>
                  <a:lnTo>
                    <a:pt x="31" y="11087"/>
                  </a:lnTo>
                  <a:lnTo>
                    <a:pt x="0" y="11930"/>
                  </a:lnTo>
                  <a:lnTo>
                    <a:pt x="31" y="12836"/>
                  </a:lnTo>
                  <a:lnTo>
                    <a:pt x="63" y="13804"/>
                  </a:lnTo>
                  <a:lnTo>
                    <a:pt x="156" y="14772"/>
                  </a:lnTo>
                  <a:lnTo>
                    <a:pt x="312" y="15803"/>
                  </a:lnTo>
                  <a:lnTo>
                    <a:pt x="500" y="16865"/>
                  </a:lnTo>
                  <a:lnTo>
                    <a:pt x="750" y="17958"/>
                  </a:lnTo>
                  <a:lnTo>
                    <a:pt x="1062" y="19113"/>
                  </a:lnTo>
                  <a:lnTo>
                    <a:pt x="1405" y="20300"/>
                  </a:lnTo>
                  <a:lnTo>
                    <a:pt x="1780" y="21487"/>
                  </a:lnTo>
                  <a:lnTo>
                    <a:pt x="2217" y="22580"/>
                  </a:lnTo>
                  <a:lnTo>
                    <a:pt x="2655" y="23579"/>
                  </a:lnTo>
                  <a:lnTo>
                    <a:pt x="3123" y="24516"/>
                  </a:lnTo>
                  <a:lnTo>
                    <a:pt x="3592" y="25390"/>
                  </a:lnTo>
                  <a:lnTo>
                    <a:pt x="4091" y="26171"/>
                  </a:lnTo>
                  <a:lnTo>
                    <a:pt x="4622" y="26889"/>
                  </a:lnTo>
                  <a:lnTo>
                    <a:pt x="5153" y="27545"/>
                  </a:lnTo>
                  <a:lnTo>
                    <a:pt x="5715" y="28170"/>
                  </a:lnTo>
                  <a:lnTo>
                    <a:pt x="6246" y="28701"/>
                  </a:lnTo>
                  <a:lnTo>
                    <a:pt x="6808" y="29169"/>
                  </a:lnTo>
                  <a:lnTo>
                    <a:pt x="7402" y="29606"/>
                  </a:lnTo>
                  <a:lnTo>
                    <a:pt x="7964" y="29981"/>
                  </a:lnTo>
                  <a:lnTo>
                    <a:pt x="8557" y="30325"/>
                  </a:lnTo>
                  <a:lnTo>
                    <a:pt x="9119" y="30606"/>
                  </a:lnTo>
                  <a:lnTo>
                    <a:pt x="9713" y="30855"/>
                  </a:lnTo>
                  <a:lnTo>
                    <a:pt x="10275" y="31074"/>
                  </a:lnTo>
                  <a:lnTo>
                    <a:pt x="10837" y="31230"/>
                  </a:lnTo>
                  <a:lnTo>
                    <a:pt x="11399" y="31355"/>
                  </a:lnTo>
                  <a:lnTo>
                    <a:pt x="11930" y="31480"/>
                  </a:lnTo>
                  <a:lnTo>
                    <a:pt x="12461" y="31542"/>
                  </a:lnTo>
                  <a:lnTo>
                    <a:pt x="12992" y="31605"/>
                  </a:lnTo>
                  <a:lnTo>
                    <a:pt x="13491" y="31605"/>
                  </a:lnTo>
                  <a:lnTo>
                    <a:pt x="13991" y="31636"/>
                  </a:lnTo>
                  <a:lnTo>
                    <a:pt x="14865" y="31605"/>
                  </a:lnTo>
                  <a:lnTo>
                    <a:pt x="15677" y="31511"/>
                  </a:lnTo>
                  <a:lnTo>
                    <a:pt x="16364" y="31418"/>
                  </a:lnTo>
                  <a:lnTo>
                    <a:pt x="16927" y="31293"/>
                  </a:lnTo>
                  <a:lnTo>
                    <a:pt x="17520" y="31168"/>
                  </a:lnTo>
                  <a:lnTo>
                    <a:pt x="18207" y="30949"/>
                  </a:lnTo>
                  <a:lnTo>
                    <a:pt x="18956" y="30668"/>
                  </a:lnTo>
                  <a:lnTo>
                    <a:pt x="19331" y="30481"/>
                  </a:lnTo>
                  <a:lnTo>
                    <a:pt x="19737" y="30293"/>
                  </a:lnTo>
                  <a:lnTo>
                    <a:pt x="20143" y="30043"/>
                  </a:lnTo>
                  <a:lnTo>
                    <a:pt x="20580" y="29794"/>
                  </a:lnTo>
                  <a:lnTo>
                    <a:pt x="20986" y="29513"/>
                  </a:lnTo>
                  <a:lnTo>
                    <a:pt x="21392" y="29200"/>
                  </a:lnTo>
                  <a:lnTo>
                    <a:pt x="21798" y="28857"/>
                  </a:lnTo>
                  <a:lnTo>
                    <a:pt x="22173" y="28451"/>
                  </a:lnTo>
                  <a:lnTo>
                    <a:pt x="22579" y="28045"/>
                  </a:lnTo>
                  <a:lnTo>
                    <a:pt x="22954" y="27608"/>
                  </a:lnTo>
                  <a:lnTo>
                    <a:pt x="23297" y="27108"/>
                  </a:lnTo>
                  <a:lnTo>
                    <a:pt x="23641" y="26577"/>
                  </a:lnTo>
                  <a:lnTo>
                    <a:pt x="23953" y="26015"/>
                  </a:lnTo>
                  <a:lnTo>
                    <a:pt x="24234" y="25422"/>
                  </a:lnTo>
                  <a:lnTo>
                    <a:pt x="24515" y="24766"/>
                  </a:lnTo>
                  <a:lnTo>
                    <a:pt x="24734" y="24047"/>
                  </a:lnTo>
                  <a:lnTo>
                    <a:pt x="24953" y="23329"/>
                  </a:lnTo>
                  <a:lnTo>
                    <a:pt x="25109" y="22517"/>
                  </a:lnTo>
                  <a:lnTo>
                    <a:pt x="25234" y="21705"/>
                  </a:lnTo>
                  <a:lnTo>
                    <a:pt x="25327" y="20800"/>
                  </a:lnTo>
                  <a:lnTo>
                    <a:pt x="25359" y="19863"/>
                  </a:lnTo>
                  <a:lnTo>
                    <a:pt x="25359" y="18863"/>
                  </a:lnTo>
                  <a:lnTo>
                    <a:pt x="25296" y="17833"/>
                  </a:lnTo>
                  <a:lnTo>
                    <a:pt x="25202" y="16740"/>
                  </a:lnTo>
                  <a:lnTo>
                    <a:pt x="25015" y="15553"/>
                  </a:lnTo>
                  <a:lnTo>
                    <a:pt x="24796" y="14335"/>
                  </a:lnTo>
                  <a:lnTo>
                    <a:pt x="24547" y="13148"/>
                  </a:lnTo>
                  <a:lnTo>
                    <a:pt x="24265" y="11993"/>
                  </a:lnTo>
                  <a:lnTo>
                    <a:pt x="23922" y="10900"/>
                  </a:lnTo>
                  <a:lnTo>
                    <a:pt x="23578" y="9869"/>
                  </a:lnTo>
                  <a:lnTo>
                    <a:pt x="23235" y="8901"/>
                  </a:lnTo>
                  <a:lnTo>
                    <a:pt x="22829" y="7996"/>
                  </a:lnTo>
                  <a:lnTo>
                    <a:pt x="22423" y="7152"/>
                  </a:lnTo>
                  <a:lnTo>
                    <a:pt x="21986" y="6340"/>
                  </a:lnTo>
                  <a:lnTo>
                    <a:pt x="21517" y="5622"/>
                  </a:lnTo>
                  <a:lnTo>
                    <a:pt x="21049" y="4935"/>
                  </a:lnTo>
                  <a:lnTo>
                    <a:pt x="20580" y="4279"/>
                  </a:lnTo>
                  <a:lnTo>
                    <a:pt x="20081" y="3717"/>
                  </a:lnTo>
                  <a:lnTo>
                    <a:pt x="19550" y="3155"/>
                  </a:lnTo>
                  <a:lnTo>
                    <a:pt x="19019" y="2687"/>
                  </a:lnTo>
                  <a:lnTo>
                    <a:pt x="18457" y="2249"/>
                  </a:lnTo>
                  <a:lnTo>
                    <a:pt x="17926" y="1843"/>
                  </a:lnTo>
                  <a:lnTo>
                    <a:pt x="17364" y="1469"/>
                  </a:lnTo>
                  <a:lnTo>
                    <a:pt x="16770" y="1156"/>
                  </a:lnTo>
                  <a:lnTo>
                    <a:pt x="16208" y="906"/>
                  </a:lnTo>
                  <a:lnTo>
                    <a:pt x="15615" y="657"/>
                  </a:lnTo>
                  <a:lnTo>
                    <a:pt x="15022" y="469"/>
                  </a:lnTo>
                  <a:lnTo>
                    <a:pt x="14428" y="313"/>
                  </a:lnTo>
                  <a:lnTo>
                    <a:pt x="13835" y="188"/>
                  </a:lnTo>
                  <a:lnTo>
                    <a:pt x="13241" y="95"/>
                  </a:lnTo>
                  <a:lnTo>
                    <a:pt x="12648" y="32"/>
                  </a:lnTo>
                  <a:lnTo>
                    <a:pt x="12055" y="1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8" name="Google Shape;3648;p61"/>
            <p:cNvSpPr/>
            <p:nvPr/>
          </p:nvSpPr>
          <p:spPr>
            <a:xfrm>
              <a:off x="4956900" y="1691050"/>
              <a:ext cx="633975" cy="790925"/>
            </a:xfrm>
            <a:custGeom>
              <a:avLst/>
              <a:gdLst/>
              <a:ahLst/>
              <a:cxnLst/>
              <a:rect l="l" t="t" r="r" b="b"/>
              <a:pathLst>
                <a:path w="25359" h="31637" fill="none" extrusionOk="0">
                  <a:moveTo>
                    <a:pt x="24796" y="14335"/>
                  </a:moveTo>
                  <a:lnTo>
                    <a:pt x="24796" y="14335"/>
                  </a:lnTo>
                  <a:lnTo>
                    <a:pt x="25015" y="15553"/>
                  </a:lnTo>
                  <a:lnTo>
                    <a:pt x="25202" y="16740"/>
                  </a:lnTo>
                  <a:lnTo>
                    <a:pt x="25296" y="17833"/>
                  </a:lnTo>
                  <a:lnTo>
                    <a:pt x="25359" y="18863"/>
                  </a:lnTo>
                  <a:lnTo>
                    <a:pt x="25359" y="19863"/>
                  </a:lnTo>
                  <a:lnTo>
                    <a:pt x="25327" y="20800"/>
                  </a:lnTo>
                  <a:lnTo>
                    <a:pt x="25234" y="21705"/>
                  </a:lnTo>
                  <a:lnTo>
                    <a:pt x="25109" y="22517"/>
                  </a:lnTo>
                  <a:lnTo>
                    <a:pt x="24953" y="23329"/>
                  </a:lnTo>
                  <a:lnTo>
                    <a:pt x="24734" y="24047"/>
                  </a:lnTo>
                  <a:lnTo>
                    <a:pt x="24515" y="24766"/>
                  </a:lnTo>
                  <a:lnTo>
                    <a:pt x="24234" y="25422"/>
                  </a:lnTo>
                  <a:lnTo>
                    <a:pt x="23953" y="26015"/>
                  </a:lnTo>
                  <a:lnTo>
                    <a:pt x="23641" y="26577"/>
                  </a:lnTo>
                  <a:lnTo>
                    <a:pt x="23297" y="27108"/>
                  </a:lnTo>
                  <a:lnTo>
                    <a:pt x="22954" y="27608"/>
                  </a:lnTo>
                  <a:lnTo>
                    <a:pt x="22579" y="28045"/>
                  </a:lnTo>
                  <a:lnTo>
                    <a:pt x="22173" y="28451"/>
                  </a:lnTo>
                  <a:lnTo>
                    <a:pt x="21798" y="28857"/>
                  </a:lnTo>
                  <a:lnTo>
                    <a:pt x="21392" y="29200"/>
                  </a:lnTo>
                  <a:lnTo>
                    <a:pt x="20986" y="29513"/>
                  </a:lnTo>
                  <a:lnTo>
                    <a:pt x="20580" y="29794"/>
                  </a:lnTo>
                  <a:lnTo>
                    <a:pt x="20143" y="30043"/>
                  </a:lnTo>
                  <a:lnTo>
                    <a:pt x="19737" y="30293"/>
                  </a:lnTo>
                  <a:lnTo>
                    <a:pt x="19331" y="30481"/>
                  </a:lnTo>
                  <a:lnTo>
                    <a:pt x="18956" y="30668"/>
                  </a:lnTo>
                  <a:lnTo>
                    <a:pt x="18207" y="30949"/>
                  </a:lnTo>
                  <a:lnTo>
                    <a:pt x="17520" y="31168"/>
                  </a:lnTo>
                  <a:lnTo>
                    <a:pt x="16927" y="31293"/>
                  </a:lnTo>
                  <a:lnTo>
                    <a:pt x="16927" y="31293"/>
                  </a:lnTo>
                  <a:lnTo>
                    <a:pt x="16364" y="31418"/>
                  </a:lnTo>
                  <a:lnTo>
                    <a:pt x="15677" y="31511"/>
                  </a:lnTo>
                  <a:lnTo>
                    <a:pt x="14865" y="31605"/>
                  </a:lnTo>
                  <a:lnTo>
                    <a:pt x="13991" y="31636"/>
                  </a:lnTo>
                  <a:lnTo>
                    <a:pt x="13491" y="31605"/>
                  </a:lnTo>
                  <a:lnTo>
                    <a:pt x="12992" y="31605"/>
                  </a:lnTo>
                  <a:lnTo>
                    <a:pt x="12461" y="31542"/>
                  </a:lnTo>
                  <a:lnTo>
                    <a:pt x="11930" y="31480"/>
                  </a:lnTo>
                  <a:lnTo>
                    <a:pt x="11399" y="31355"/>
                  </a:lnTo>
                  <a:lnTo>
                    <a:pt x="10837" y="31230"/>
                  </a:lnTo>
                  <a:lnTo>
                    <a:pt x="10275" y="31074"/>
                  </a:lnTo>
                  <a:lnTo>
                    <a:pt x="9713" y="30855"/>
                  </a:lnTo>
                  <a:lnTo>
                    <a:pt x="9119" y="30606"/>
                  </a:lnTo>
                  <a:lnTo>
                    <a:pt x="8557" y="30325"/>
                  </a:lnTo>
                  <a:lnTo>
                    <a:pt x="7964" y="29981"/>
                  </a:lnTo>
                  <a:lnTo>
                    <a:pt x="7402" y="29606"/>
                  </a:lnTo>
                  <a:lnTo>
                    <a:pt x="6808" y="29169"/>
                  </a:lnTo>
                  <a:lnTo>
                    <a:pt x="6246" y="28701"/>
                  </a:lnTo>
                  <a:lnTo>
                    <a:pt x="5715" y="28170"/>
                  </a:lnTo>
                  <a:lnTo>
                    <a:pt x="5153" y="27545"/>
                  </a:lnTo>
                  <a:lnTo>
                    <a:pt x="4622" y="26889"/>
                  </a:lnTo>
                  <a:lnTo>
                    <a:pt x="4091" y="26171"/>
                  </a:lnTo>
                  <a:lnTo>
                    <a:pt x="3592" y="25390"/>
                  </a:lnTo>
                  <a:lnTo>
                    <a:pt x="3123" y="24516"/>
                  </a:lnTo>
                  <a:lnTo>
                    <a:pt x="2655" y="23579"/>
                  </a:lnTo>
                  <a:lnTo>
                    <a:pt x="2217" y="22580"/>
                  </a:lnTo>
                  <a:lnTo>
                    <a:pt x="1780" y="21487"/>
                  </a:lnTo>
                  <a:lnTo>
                    <a:pt x="1405" y="20300"/>
                  </a:lnTo>
                  <a:lnTo>
                    <a:pt x="1405" y="20300"/>
                  </a:lnTo>
                  <a:lnTo>
                    <a:pt x="1062" y="19113"/>
                  </a:lnTo>
                  <a:lnTo>
                    <a:pt x="750" y="17958"/>
                  </a:lnTo>
                  <a:lnTo>
                    <a:pt x="500" y="16865"/>
                  </a:lnTo>
                  <a:lnTo>
                    <a:pt x="312" y="15803"/>
                  </a:lnTo>
                  <a:lnTo>
                    <a:pt x="156" y="14772"/>
                  </a:lnTo>
                  <a:lnTo>
                    <a:pt x="63" y="13804"/>
                  </a:lnTo>
                  <a:lnTo>
                    <a:pt x="31" y="12836"/>
                  </a:lnTo>
                  <a:lnTo>
                    <a:pt x="0" y="11930"/>
                  </a:lnTo>
                  <a:lnTo>
                    <a:pt x="31" y="11087"/>
                  </a:lnTo>
                  <a:lnTo>
                    <a:pt x="125" y="10244"/>
                  </a:lnTo>
                  <a:lnTo>
                    <a:pt x="219" y="9463"/>
                  </a:lnTo>
                  <a:lnTo>
                    <a:pt x="375" y="8714"/>
                  </a:lnTo>
                  <a:lnTo>
                    <a:pt x="562" y="7996"/>
                  </a:lnTo>
                  <a:lnTo>
                    <a:pt x="781" y="7308"/>
                  </a:lnTo>
                  <a:lnTo>
                    <a:pt x="1031" y="6684"/>
                  </a:lnTo>
                  <a:lnTo>
                    <a:pt x="1312" y="6059"/>
                  </a:lnTo>
                  <a:lnTo>
                    <a:pt x="1593" y="5497"/>
                  </a:lnTo>
                  <a:lnTo>
                    <a:pt x="1936" y="4935"/>
                  </a:lnTo>
                  <a:lnTo>
                    <a:pt x="2311" y="4435"/>
                  </a:lnTo>
                  <a:lnTo>
                    <a:pt x="2686" y="3967"/>
                  </a:lnTo>
                  <a:lnTo>
                    <a:pt x="3092" y="3499"/>
                  </a:lnTo>
                  <a:lnTo>
                    <a:pt x="3529" y="3093"/>
                  </a:lnTo>
                  <a:lnTo>
                    <a:pt x="3966" y="2687"/>
                  </a:lnTo>
                  <a:lnTo>
                    <a:pt x="4435" y="2343"/>
                  </a:lnTo>
                  <a:lnTo>
                    <a:pt x="4934" y="2000"/>
                  </a:lnTo>
                  <a:lnTo>
                    <a:pt x="5434" y="1687"/>
                  </a:lnTo>
                  <a:lnTo>
                    <a:pt x="5934" y="1437"/>
                  </a:lnTo>
                  <a:lnTo>
                    <a:pt x="6465" y="1188"/>
                  </a:lnTo>
                  <a:lnTo>
                    <a:pt x="6996" y="938"/>
                  </a:lnTo>
                  <a:lnTo>
                    <a:pt x="7526" y="750"/>
                  </a:lnTo>
                  <a:lnTo>
                    <a:pt x="8057" y="563"/>
                  </a:lnTo>
                  <a:lnTo>
                    <a:pt x="8619" y="407"/>
                  </a:lnTo>
                  <a:lnTo>
                    <a:pt x="8619" y="407"/>
                  </a:lnTo>
                  <a:lnTo>
                    <a:pt x="9182" y="282"/>
                  </a:lnTo>
                  <a:lnTo>
                    <a:pt x="9744" y="188"/>
                  </a:lnTo>
                  <a:lnTo>
                    <a:pt x="10306" y="95"/>
                  </a:lnTo>
                  <a:lnTo>
                    <a:pt x="10899" y="32"/>
                  </a:lnTo>
                  <a:lnTo>
                    <a:pt x="11461" y="1"/>
                  </a:lnTo>
                  <a:lnTo>
                    <a:pt x="12055" y="1"/>
                  </a:lnTo>
                  <a:lnTo>
                    <a:pt x="12648" y="32"/>
                  </a:lnTo>
                  <a:lnTo>
                    <a:pt x="13241" y="95"/>
                  </a:lnTo>
                  <a:lnTo>
                    <a:pt x="13835" y="188"/>
                  </a:lnTo>
                  <a:lnTo>
                    <a:pt x="14428" y="313"/>
                  </a:lnTo>
                  <a:lnTo>
                    <a:pt x="15022" y="469"/>
                  </a:lnTo>
                  <a:lnTo>
                    <a:pt x="15615" y="657"/>
                  </a:lnTo>
                  <a:lnTo>
                    <a:pt x="16208" y="906"/>
                  </a:lnTo>
                  <a:lnTo>
                    <a:pt x="16770" y="1156"/>
                  </a:lnTo>
                  <a:lnTo>
                    <a:pt x="17364" y="1469"/>
                  </a:lnTo>
                  <a:lnTo>
                    <a:pt x="17926" y="1843"/>
                  </a:lnTo>
                  <a:lnTo>
                    <a:pt x="18457" y="2249"/>
                  </a:lnTo>
                  <a:lnTo>
                    <a:pt x="19019" y="2687"/>
                  </a:lnTo>
                  <a:lnTo>
                    <a:pt x="19550" y="3155"/>
                  </a:lnTo>
                  <a:lnTo>
                    <a:pt x="20081" y="3717"/>
                  </a:lnTo>
                  <a:lnTo>
                    <a:pt x="20580" y="4279"/>
                  </a:lnTo>
                  <a:lnTo>
                    <a:pt x="21049" y="4935"/>
                  </a:lnTo>
                  <a:lnTo>
                    <a:pt x="21517" y="5622"/>
                  </a:lnTo>
                  <a:lnTo>
                    <a:pt x="21986" y="6340"/>
                  </a:lnTo>
                  <a:lnTo>
                    <a:pt x="22423" y="7152"/>
                  </a:lnTo>
                  <a:lnTo>
                    <a:pt x="22829" y="7996"/>
                  </a:lnTo>
                  <a:lnTo>
                    <a:pt x="23235" y="8901"/>
                  </a:lnTo>
                  <a:lnTo>
                    <a:pt x="23578" y="9869"/>
                  </a:lnTo>
                  <a:lnTo>
                    <a:pt x="23922" y="10900"/>
                  </a:lnTo>
                  <a:lnTo>
                    <a:pt x="24265" y="11993"/>
                  </a:lnTo>
                  <a:lnTo>
                    <a:pt x="24547" y="13148"/>
                  </a:lnTo>
                  <a:lnTo>
                    <a:pt x="24796" y="143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9" name="Google Shape;3649;p61"/>
            <p:cNvSpPr/>
            <p:nvPr/>
          </p:nvSpPr>
          <p:spPr>
            <a:xfrm>
              <a:off x="5463600" y="1961200"/>
              <a:ext cx="63250" cy="32800"/>
            </a:xfrm>
            <a:custGeom>
              <a:avLst/>
              <a:gdLst/>
              <a:ahLst/>
              <a:cxnLst/>
              <a:rect l="l" t="t" r="r" b="b"/>
              <a:pathLst>
                <a:path w="2530" h="1312" extrusionOk="0">
                  <a:moveTo>
                    <a:pt x="999" y="0"/>
                  </a:moveTo>
                  <a:lnTo>
                    <a:pt x="843" y="31"/>
                  </a:lnTo>
                  <a:lnTo>
                    <a:pt x="687" y="63"/>
                  </a:lnTo>
                  <a:lnTo>
                    <a:pt x="562" y="125"/>
                  </a:lnTo>
                  <a:lnTo>
                    <a:pt x="406" y="188"/>
                  </a:lnTo>
                  <a:lnTo>
                    <a:pt x="281" y="281"/>
                  </a:lnTo>
                  <a:lnTo>
                    <a:pt x="156" y="375"/>
                  </a:lnTo>
                  <a:lnTo>
                    <a:pt x="63" y="500"/>
                  </a:lnTo>
                  <a:lnTo>
                    <a:pt x="0" y="656"/>
                  </a:lnTo>
                  <a:lnTo>
                    <a:pt x="0" y="812"/>
                  </a:lnTo>
                  <a:lnTo>
                    <a:pt x="63" y="968"/>
                  </a:lnTo>
                  <a:lnTo>
                    <a:pt x="156" y="1093"/>
                  </a:lnTo>
                  <a:lnTo>
                    <a:pt x="375" y="1187"/>
                  </a:lnTo>
                  <a:lnTo>
                    <a:pt x="625" y="1281"/>
                  </a:lnTo>
                  <a:lnTo>
                    <a:pt x="875" y="1312"/>
                  </a:lnTo>
                  <a:lnTo>
                    <a:pt x="1124" y="1281"/>
                  </a:lnTo>
                  <a:lnTo>
                    <a:pt x="1593" y="1312"/>
                  </a:lnTo>
                  <a:lnTo>
                    <a:pt x="2061" y="1312"/>
                  </a:lnTo>
                  <a:lnTo>
                    <a:pt x="2217" y="1281"/>
                  </a:lnTo>
                  <a:lnTo>
                    <a:pt x="2374" y="1156"/>
                  </a:lnTo>
                  <a:lnTo>
                    <a:pt x="2436" y="1093"/>
                  </a:lnTo>
                  <a:lnTo>
                    <a:pt x="2498" y="1000"/>
                  </a:lnTo>
                  <a:lnTo>
                    <a:pt x="2530" y="906"/>
                  </a:lnTo>
                  <a:lnTo>
                    <a:pt x="2530" y="812"/>
                  </a:lnTo>
                  <a:lnTo>
                    <a:pt x="2530" y="718"/>
                  </a:lnTo>
                  <a:lnTo>
                    <a:pt x="2498" y="625"/>
                  </a:lnTo>
                  <a:lnTo>
                    <a:pt x="2436" y="531"/>
                  </a:lnTo>
                  <a:lnTo>
                    <a:pt x="2374" y="437"/>
                  </a:lnTo>
                  <a:lnTo>
                    <a:pt x="2092" y="250"/>
                  </a:lnTo>
                  <a:lnTo>
                    <a:pt x="1811" y="125"/>
                  </a:lnTo>
                  <a:lnTo>
                    <a:pt x="1499" y="31"/>
                  </a:lnTo>
                  <a:lnTo>
                    <a:pt x="1187" y="31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0" name="Google Shape;3650;p61"/>
            <p:cNvSpPr/>
            <p:nvPr/>
          </p:nvSpPr>
          <p:spPr>
            <a:xfrm>
              <a:off x="5283250" y="1999450"/>
              <a:ext cx="59350" cy="41400"/>
            </a:xfrm>
            <a:custGeom>
              <a:avLst/>
              <a:gdLst/>
              <a:ahLst/>
              <a:cxnLst/>
              <a:rect l="l" t="t" r="r" b="b"/>
              <a:pathLst>
                <a:path w="2374" h="1656" extrusionOk="0">
                  <a:moveTo>
                    <a:pt x="1468" y="0"/>
                  </a:moveTo>
                  <a:lnTo>
                    <a:pt x="1312" y="32"/>
                  </a:lnTo>
                  <a:lnTo>
                    <a:pt x="1156" y="63"/>
                  </a:lnTo>
                  <a:lnTo>
                    <a:pt x="1031" y="125"/>
                  </a:lnTo>
                  <a:lnTo>
                    <a:pt x="718" y="250"/>
                  </a:lnTo>
                  <a:lnTo>
                    <a:pt x="469" y="438"/>
                  </a:lnTo>
                  <a:lnTo>
                    <a:pt x="219" y="656"/>
                  </a:lnTo>
                  <a:lnTo>
                    <a:pt x="31" y="937"/>
                  </a:lnTo>
                  <a:lnTo>
                    <a:pt x="0" y="1031"/>
                  </a:lnTo>
                  <a:lnTo>
                    <a:pt x="0" y="1125"/>
                  </a:lnTo>
                  <a:lnTo>
                    <a:pt x="0" y="1218"/>
                  </a:lnTo>
                  <a:lnTo>
                    <a:pt x="0" y="1312"/>
                  </a:lnTo>
                  <a:lnTo>
                    <a:pt x="63" y="1406"/>
                  </a:lnTo>
                  <a:lnTo>
                    <a:pt x="125" y="1499"/>
                  </a:lnTo>
                  <a:lnTo>
                    <a:pt x="187" y="1562"/>
                  </a:lnTo>
                  <a:lnTo>
                    <a:pt x="281" y="1624"/>
                  </a:lnTo>
                  <a:lnTo>
                    <a:pt x="469" y="1656"/>
                  </a:lnTo>
                  <a:lnTo>
                    <a:pt x="656" y="1656"/>
                  </a:lnTo>
                  <a:lnTo>
                    <a:pt x="1093" y="1499"/>
                  </a:lnTo>
                  <a:lnTo>
                    <a:pt x="1499" y="1312"/>
                  </a:lnTo>
                  <a:lnTo>
                    <a:pt x="1749" y="1218"/>
                  </a:lnTo>
                  <a:lnTo>
                    <a:pt x="1968" y="1093"/>
                  </a:lnTo>
                  <a:lnTo>
                    <a:pt x="2155" y="969"/>
                  </a:lnTo>
                  <a:lnTo>
                    <a:pt x="2342" y="781"/>
                  </a:lnTo>
                  <a:lnTo>
                    <a:pt x="2374" y="625"/>
                  </a:lnTo>
                  <a:lnTo>
                    <a:pt x="2374" y="469"/>
                  </a:lnTo>
                  <a:lnTo>
                    <a:pt x="2311" y="313"/>
                  </a:lnTo>
                  <a:lnTo>
                    <a:pt x="2217" y="188"/>
                  </a:lnTo>
                  <a:lnTo>
                    <a:pt x="2092" y="125"/>
                  </a:lnTo>
                  <a:lnTo>
                    <a:pt x="1936" y="63"/>
                  </a:lnTo>
                  <a:lnTo>
                    <a:pt x="17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1" name="Google Shape;3651;p61"/>
            <p:cNvSpPr/>
            <p:nvPr/>
          </p:nvSpPr>
          <p:spPr>
            <a:xfrm>
              <a:off x="5349600" y="2116550"/>
              <a:ext cx="18775" cy="64050"/>
            </a:xfrm>
            <a:custGeom>
              <a:avLst/>
              <a:gdLst/>
              <a:ahLst/>
              <a:cxnLst/>
              <a:rect l="l" t="t" r="r" b="b"/>
              <a:pathLst>
                <a:path w="751" h="2562" extrusionOk="0">
                  <a:moveTo>
                    <a:pt x="500" y="1"/>
                  </a:moveTo>
                  <a:lnTo>
                    <a:pt x="469" y="32"/>
                  </a:lnTo>
                  <a:lnTo>
                    <a:pt x="438" y="95"/>
                  </a:lnTo>
                  <a:lnTo>
                    <a:pt x="531" y="438"/>
                  </a:lnTo>
                  <a:lnTo>
                    <a:pt x="563" y="782"/>
                  </a:lnTo>
                  <a:lnTo>
                    <a:pt x="594" y="1125"/>
                  </a:lnTo>
                  <a:lnTo>
                    <a:pt x="594" y="1469"/>
                  </a:lnTo>
                  <a:lnTo>
                    <a:pt x="531" y="1781"/>
                  </a:lnTo>
                  <a:lnTo>
                    <a:pt x="407" y="2062"/>
                  </a:lnTo>
                  <a:lnTo>
                    <a:pt x="344" y="2218"/>
                  </a:lnTo>
                  <a:lnTo>
                    <a:pt x="250" y="2312"/>
                  </a:lnTo>
                  <a:lnTo>
                    <a:pt x="126" y="2437"/>
                  </a:lnTo>
                  <a:lnTo>
                    <a:pt x="1" y="2530"/>
                  </a:lnTo>
                  <a:lnTo>
                    <a:pt x="1" y="2562"/>
                  </a:lnTo>
                  <a:lnTo>
                    <a:pt x="188" y="2499"/>
                  </a:lnTo>
                  <a:lnTo>
                    <a:pt x="313" y="2405"/>
                  </a:lnTo>
                  <a:lnTo>
                    <a:pt x="438" y="2281"/>
                  </a:lnTo>
                  <a:lnTo>
                    <a:pt x="531" y="2156"/>
                  </a:lnTo>
                  <a:lnTo>
                    <a:pt x="625" y="2000"/>
                  </a:lnTo>
                  <a:lnTo>
                    <a:pt x="688" y="1812"/>
                  </a:lnTo>
                  <a:lnTo>
                    <a:pt x="750" y="1469"/>
                  </a:lnTo>
                  <a:lnTo>
                    <a:pt x="750" y="1094"/>
                  </a:lnTo>
                  <a:lnTo>
                    <a:pt x="719" y="688"/>
                  </a:lnTo>
                  <a:lnTo>
                    <a:pt x="625" y="344"/>
                  </a:lnTo>
                  <a:lnTo>
                    <a:pt x="50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2" name="Google Shape;3652;p61"/>
            <p:cNvSpPr/>
            <p:nvPr/>
          </p:nvSpPr>
          <p:spPr>
            <a:xfrm>
              <a:off x="5314475" y="2097825"/>
              <a:ext cx="52325" cy="73400"/>
            </a:xfrm>
            <a:custGeom>
              <a:avLst/>
              <a:gdLst/>
              <a:ahLst/>
              <a:cxnLst/>
              <a:rect l="l" t="t" r="r" b="b"/>
              <a:pathLst>
                <a:path w="2093" h="2936" extrusionOk="0">
                  <a:moveTo>
                    <a:pt x="937" y="0"/>
                  </a:moveTo>
                  <a:lnTo>
                    <a:pt x="656" y="63"/>
                  </a:lnTo>
                  <a:lnTo>
                    <a:pt x="469" y="188"/>
                  </a:lnTo>
                  <a:lnTo>
                    <a:pt x="281" y="344"/>
                  </a:lnTo>
                  <a:lnTo>
                    <a:pt x="156" y="562"/>
                  </a:lnTo>
                  <a:lnTo>
                    <a:pt x="63" y="781"/>
                  </a:lnTo>
                  <a:lnTo>
                    <a:pt x="31" y="1062"/>
                  </a:lnTo>
                  <a:lnTo>
                    <a:pt x="0" y="1312"/>
                  </a:lnTo>
                  <a:lnTo>
                    <a:pt x="31" y="1593"/>
                  </a:lnTo>
                  <a:lnTo>
                    <a:pt x="94" y="1874"/>
                  </a:lnTo>
                  <a:lnTo>
                    <a:pt x="188" y="2124"/>
                  </a:lnTo>
                  <a:lnTo>
                    <a:pt x="313" y="2374"/>
                  </a:lnTo>
                  <a:lnTo>
                    <a:pt x="437" y="2592"/>
                  </a:lnTo>
                  <a:lnTo>
                    <a:pt x="625" y="2749"/>
                  </a:lnTo>
                  <a:lnTo>
                    <a:pt x="812" y="2873"/>
                  </a:lnTo>
                  <a:lnTo>
                    <a:pt x="1031" y="2936"/>
                  </a:lnTo>
                  <a:lnTo>
                    <a:pt x="1281" y="2936"/>
                  </a:lnTo>
                  <a:lnTo>
                    <a:pt x="1531" y="2873"/>
                  </a:lnTo>
                  <a:lnTo>
                    <a:pt x="1718" y="2749"/>
                  </a:lnTo>
                  <a:lnTo>
                    <a:pt x="1874" y="2592"/>
                  </a:lnTo>
                  <a:lnTo>
                    <a:pt x="1968" y="2374"/>
                  </a:lnTo>
                  <a:lnTo>
                    <a:pt x="2061" y="2155"/>
                  </a:lnTo>
                  <a:lnTo>
                    <a:pt x="2093" y="1905"/>
                  </a:lnTo>
                  <a:lnTo>
                    <a:pt x="2093" y="1624"/>
                  </a:lnTo>
                  <a:lnTo>
                    <a:pt x="2093" y="1343"/>
                  </a:lnTo>
                  <a:lnTo>
                    <a:pt x="2030" y="1062"/>
                  </a:lnTo>
                  <a:lnTo>
                    <a:pt x="1936" y="812"/>
                  </a:lnTo>
                  <a:lnTo>
                    <a:pt x="1843" y="562"/>
                  </a:lnTo>
                  <a:lnTo>
                    <a:pt x="1687" y="344"/>
                  </a:lnTo>
                  <a:lnTo>
                    <a:pt x="1531" y="188"/>
                  </a:lnTo>
                  <a:lnTo>
                    <a:pt x="1343" y="63"/>
                  </a:lnTo>
                  <a:lnTo>
                    <a:pt x="115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3" name="Google Shape;3653;p61"/>
            <p:cNvSpPr/>
            <p:nvPr/>
          </p:nvSpPr>
          <p:spPr>
            <a:xfrm>
              <a:off x="5280125" y="2102500"/>
              <a:ext cx="48425" cy="33600"/>
            </a:xfrm>
            <a:custGeom>
              <a:avLst/>
              <a:gdLst/>
              <a:ahLst/>
              <a:cxnLst/>
              <a:rect l="l" t="t" r="r" b="b"/>
              <a:pathLst>
                <a:path w="1937" h="1344" extrusionOk="0">
                  <a:moveTo>
                    <a:pt x="1811" y="1"/>
                  </a:moveTo>
                  <a:lnTo>
                    <a:pt x="1749" y="32"/>
                  </a:lnTo>
                  <a:lnTo>
                    <a:pt x="1405" y="375"/>
                  </a:lnTo>
                  <a:lnTo>
                    <a:pt x="1218" y="563"/>
                  </a:lnTo>
                  <a:lnTo>
                    <a:pt x="1093" y="625"/>
                  </a:lnTo>
                  <a:lnTo>
                    <a:pt x="1000" y="657"/>
                  </a:lnTo>
                  <a:lnTo>
                    <a:pt x="750" y="657"/>
                  </a:lnTo>
                  <a:lnTo>
                    <a:pt x="625" y="625"/>
                  </a:lnTo>
                  <a:lnTo>
                    <a:pt x="500" y="563"/>
                  </a:lnTo>
                  <a:lnTo>
                    <a:pt x="281" y="407"/>
                  </a:lnTo>
                  <a:lnTo>
                    <a:pt x="31" y="219"/>
                  </a:lnTo>
                  <a:lnTo>
                    <a:pt x="0" y="188"/>
                  </a:lnTo>
                  <a:lnTo>
                    <a:pt x="0" y="251"/>
                  </a:lnTo>
                  <a:lnTo>
                    <a:pt x="31" y="469"/>
                  </a:lnTo>
                  <a:lnTo>
                    <a:pt x="94" y="657"/>
                  </a:lnTo>
                  <a:lnTo>
                    <a:pt x="188" y="844"/>
                  </a:lnTo>
                  <a:lnTo>
                    <a:pt x="312" y="1000"/>
                  </a:lnTo>
                  <a:lnTo>
                    <a:pt x="437" y="1156"/>
                  </a:lnTo>
                  <a:lnTo>
                    <a:pt x="594" y="1250"/>
                  </a:lnTo>
                  <a:lnTo>
                    <a:pt x="781" y="1312"/>
                  </a:lnTo>
                  <a:lnTo>
                    <a:pt x="1000" y="1344"/>
                  </a:lnTo>
                  <a:lnTo>
                    <a:pt x="1218" y="1312"/>
                  </a:lnTo>
                  <a:lnTo>
                    <a:pt x="1405" y="1250"/>
                  </a:lnTo>
                  <a:lnTo>
                    <a:pt x="1562" y="1125"/>
                  </a:lnTo>
                  <a:lnTo>
                    <a:pt x="1687" y="969"/>
                  </a:lnTo>
                  <a:lnTo>
                    <a:pt x="1780" y="813"/>
                  </a:lnTo>
                  <a:lnTo>
                    <a:pt x="1874" y="625"/>
                  </a:lnTo>
                  <a:lnTo>
                    <a:pt x="1905" y="407"/>
                  </a:lnTo>
                  <a:lnTo>
                    <a:pt x="1936" y="188"/>
                  </a:lnTo>
                  <a:lnTo>
                    <a:pt x="1936" y="94"/>
                  </a:lnTo>
                  <a:lnTo>
                    <a:pt x="1874" y="32"/>
                  </a:lnTo>
                  <a:lnTo>
                    <a:pt x="18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4" name="Google Shape;3654;p61"/>
            <p:cNvSpPr/>
            <p:nvPr/>
          </p:nvSpPr>
          <p:spPr>
            <a:xfrm>
              <a:off x="5485450" y="2085325"/>
              <a:ext cx="34375" cy="56250"/>
            </a:xfrm>
            <a:custGeom>
              <a:avLst/>
              <a:gdLst/>
              <a:ahLst/>
              <a:cxnLst/>
              <a:rect l="l" t="t" r="r" b="b"/>
              <a:pathLst>
                <a:path w="1375" h="2250" extrusionOk="0">
                  <a:moveTo>
                    <a:pt x="1" y="1"/>
                  </a:moveTo>
                  <a:lnTo>
                    <a:pt x="1" y="344"/>
                  </a:lnTo>
                  <a:lnTo>
                    <a:pt x="63" y="719"/>
                  </a:lnTo>
                  <a:lnTo>
                    <a:pt x="125" y="1094"/>
                  </a:lnTo>
                  <a:lnTo>
                    <a:pt x="282" y="1468"/>
                  </a:lnTo>
                  <a:lnTo>
                    <a:pt x="469" y="1781"/>
                  </a:lnTo>
                  <a:lnTo>
                    <a:pt x="563" y="1906"/>
                  </a:lnTo>
                  <a:lnTo>
                    <a:pt x="688" y="2031"/>
                  </a:lnTo>
                  <a:lnTo>
                    <a:pt x="844" y="2124"/>
                  </a:lnTo>
                  <a:lnTo>
                    <a:pt x="1000" y="2187"/>
                  </a:lnTo>
                  <a:lnTo>
                    <a:pt x="1156" y="2249"/>
                  </a:lnTo>
                  <a:lnTo>
                    <a:pt x="1343" y="2249"/>
                  </a:lnTo>
                  <a:lnTo>
                    <a:pt x="1375" y="2218"/>
                  </a:lnTo>
                  <a:lnTo>
                    <a:pt x="1343" y="2187"/>
                  </a:lnTo>
                  <a:lnTo>
                    <a:pt x="1187" y="2155"/>
                  </a:lnTo>
                  <a:lnTo>
                    <a:pt x="1031" y="2093"/>
                  </a:lnTo>
                  <a:lnTo>
                    <a:pt x="906" y="1999"/>
                  </a:lnTo>
                  <a:lnTo>
                    <a:pt x="781" y="1906"/>
                  </a:lnTo>
                  <a:lnTo>
                    <a:pt x="594" y="1687"/>
                  </a:lnTo>
                  <a:lnTo>
                    <a:pt x="438" y="1406"/>
                  </a:lnTo>
                  <a:lnTo>
                    <a:pt x="313" y="1094"/>
                  </a:lnTo>
                  <a:lnTo>
                    <a:pt x="188" y="750"/>
                  </a:lnTo>
                  <a:lnTo>
                    <a:pt x="125" y="407"/>
                  </a:lnTo>
                  <a:lnTo>
                    <a:pt x="94" y="63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5" name="Google Shape;3655;p61"/>
            <p:cNvSpPr/>
            <p:nvPr/>
          </p:nvSpPr>
          <p:spPr>
            <a:xfrm>
              <a:off x="5485450" y="2058000"/>
              <a:ext cx="52325" cy="73425"/>
            </a:xfrm>
            <a:custGeom>
              <a:avLst/>
              <a:gdLst/>
              <a:ahLst/>
              <a:cxnLst/>
              <a:rect l="l" t="t" r="r" b="b"/>
              <a:pathLst>
                <a:path w="2093" h="2937" extrusionOk="0">
                  <a:moveTo>
                    <a:pt x="656" y="1"/>
                  </a:moveTo>
                  <a:lnTo>
                    <a:pt x="469" y="94"/>
                  </a:lnTo>
                  <a:lnTo>
                    <a:pt x="282" y="219"/>
                  </a:lnTo>
                  <a:lnTo>
                    <a:pt x="157" y="407"/>
                  </a:lnTo>
                  <a:lnTo>
                    <a:pt x="63" y="625"/>
                  </a:lnTo>
                  <a:lnTo>
                    <a:pt x="1" y="875"/>
                  </a:lnTo>
                  <a:lnTo>
                    <a:pt x="1" y="1125"/>
                  </a:lnTo>
                  <a:lnTo>
                    <a:pt x="1" y="1406"/>
                  </a:lnTo>
                  <a:lnTo>
                    <a:pt x="32" y="1687"/>
                  </a:lnTo>
                  <a:lnTo>
                    <a:pt x="125" y="1968"/>
                  </a:lnTo>
                  <a:lnTo>
                    <a:pt x="219" y="2218"/>
                  </a:lnTo>
                  <a:lnTo>
                    <a:pt x="344" y="2437"/>
                  </a:lnTo>
                  <a:lnTo>
                    <a:pt x="500" y="2624"/>
                  </a:lnTo>
                  <a:lnTo>
                    <a:pt x="688" y="2780"/>
                  </a:lnTo>
                  <a:lnTo>
                    <a:pt x="875" y="2905"/>
                  </a:lnTo>
                  <a:lnTo>
                    <a:pt x="1094" y="2936"/>
                  </a:lnTo>
                  <a:lnTo>
                    <a:pt x="1343" y="2905"/>
                  </a:lnTo>
                  <a:lnTo>
                    <a:pt x="1562" y="2842"/>
                  </a:lnTo>
                  <a:lnTo>
                    <a:pt x="1749" y="2686"/>
                  </a:lnTo>
                  <a:lnTo>
                    <a:pt x="1906" y="2499"/>
                  </a:lnTo>
                  <a:lnTo>
                    <a:pt x="1999" y="2280"/>
                  </a:lnTo>
                  <a:lnTo>
                    <a:pt x="2062" y="2031"/>
                  </a:lnTo>
                  <a:lnTo>
                    <a:pt x="2093" y="1781"/>
                  </a:lnTo>
                  <a:lnTo>
                    <a:pt x="2093" y="1500"/>
                  </a:lnTo>
                  <a:lnTo>
                    <a:pt x="2062" y="1219"/>
                  </a:lnTo>
                  <a:lnTo>
                    <a:pt x="1968" y="969"/>
                  </a:lnTo>
                  <a:lnTo>
                    <a:pt x="1874" y="719"/>
                  </a:lnTo>
                  <a:lnTo>
                    <a:pt x="1749" y="469"/>
                  </a:lnTo>
                  <a:lnTo>
                    <a:pt x="1562" y="282"/>
                  </a:lnTo>
                  <a:lnTo>
                    <a:pt x="1375" y="126"/>
                  </a:lnTo>
                  <a:lnTo>
                    <a:pt x="1156" y="32"/>
                  </a:lnTo>
                  <a:lnTo>
                    <a:pt x="9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6" name="Google Shape;3656;p61"/>
            <p:cNvSpPr/>
            <p:nvPr/>
          </p:nvSpPr>
          <p:spPr>
            <a:xfrm>
              <a:off x="5515900" y="2049425"/>
              <a:ext cx="42175" cy="35925"/>
            </a:xfrm>
            <a:custGeom>
              <a:avLst/>
              <a:gdLst/>
              <a:ahLst/>
              <a:cxnLst/>
              <a:rect l="l" t="t" r="r" b="b"/>
              <a:pathLst>
                <a:path w="1687" h="1437" extrusionOk="0">
                  <a:moveTo>
                    <a:pt x="1562" y="0"/>
                  </a:moveTo>
                  <a:lnTo>
                    <a:pt x="1437" y="250"/>
                  </a:lnTo>
                  <a:lnTo>
                    <a:pt x="1312" y="500"/>
                  </a:lnTo>
                  <a:lnTo>
                    <a:pt x="1125" y="656"/>
                  </a:lnTo>
                  <a:lnTo>
                    <a:pt x="1031" y="718"/>
                  </a:lnTo>
                  <a:lnTo>
                    <a:pt x="937" y="750"/>
                  </a:lnTo>
                  <a:lnTo>
                    <a:pt x="812" y="750"/>
                  </a:lnTo>
                  <a:lnTo>
                    <a:pt x="719" y="718"/>
                  </a:lnTo>
                  <a:lnTo>
                    <a:pt x="500" y="656"/>
                  </a:lnTo>
                  <a:lnTo>
                    <a:pt x="94" y="437"/>
                  </a:lnTo>
                  <a:lnTo>
                    <a:pt x="32" y="437"/>
                  </a:lnTo>
                  <a:lnTo>
                    <a:pt x="0" y="500"/>
                  </a:lnTo>
                  <a:lnTo>
                    <a:pt x="0" y="562"/>
                  </a:lnTo>
                  <a:lnTo>
                    <a:pt x="0" y="625"/>
                  </a:lnTo>
                  <a:lnTo>
                    <a:pt x="125" y="843"/>
                  </a:lnTo>
                  <a:lnTo>
                    <a:pt x="219" y="999"/>
                  </a:lnTo>
                  <a:lnTo>
                    <a:pt x="344" y="1156"/>
                  </a:lnTo>
                  <a:lnTo>
                    <a:pt x="500" y="1281"/>
                  </a:lnTo>
                  <a:lnTo>
                    <a:pt x="656" y="1374"/>
                  </a:lnTo>
                  <a:lnTo>
                    <a:pt x="812" y="1437"/>
                  </a:lnTo>
                  <a:lnTo>
                    <a:pt x="1000" y="1437"/>
                  </a:lnTo>
                  <a:lnTo>
                    <a:pt x="1187" y="1374"/>
                  </a:lnTo>
                  <a:lnTo>
                    <a:pt x="1343" y="1281"/>
                  </a:lnTo>
                  <a:lnTo>
                    <a:pt x="1468" y="1156"/>
                  </a:lnTo>
                  <a:lnTo>
                    <a:pt x="1562" y="999"/>
                  </a:lnTo>
                  <a:lnTo>
                    <a:pt x="1624" y="812"/>
                  </a:lnTo>
                  <a:lnTo>
                    <a:pt x="1656" y="625"/>
                  </a:lnTo>
                  <a:lnTo>
                    <a:pt x="1687" y="437"/>
                  </a:lnTo>
                  <a:lnTo>
                    <a:pt x="1656" y="219"/>
                  </a:lnTo>
                  <a:lnTo>
                    <a:pt x="16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7" name="Google Shape;3657;p61"/>
            <p:cNvSpPr/>
            <p:nvPr/>
          </p:nvSpPr>
          <p:spPr>
            <a:xfrm>
              <a:off x="5382400" y="2300025"/>
              <a:ext cx="47650" cy="19550"/>
            </a:xfrm>
            <a:custGeom>
              <a:avLst/>
              <a:gdLst/>
              <a:ahLst/>
              <a:cxnLst/>
              <a:rect l="l" t="t" r="r" b="b"/>
              <a:pathLst>
                <a:path w="1906" h="782" extrusionOk="0">
                  <a:moveTo>
                    <a:pt x="0" y="1"/>
                  </a:moveTo>
                  <a:lnTo>
                    <a:pt x="0" y="32"/>
                  </a:lnTo>
                  <a:lnTo>
                    <a:pt x="63" y="188"/>
                  </a:lnTo>
                  <a:lnTo>
                    <a:pt x="125" y="313"/>
                  </a:lnTo>
                  <a:lnTo>
                    <a:pt x="188" y="438"/>
                  </a:lnTo>
                  <a:lnTo>
                    <a:pt x="281" y="532"/>
                  </a:lnTo>
                  <a:lnTo>
                    <a:pt x="406" y="625"/>
                  </a:lnTo>
                  <a:lnTo>
                    <a:pt x="531" y="688"/>
                  </a:lnTo>
                  <a:lnTo>
                    <a:pt x="656" y="750"/>
                  </a:lnTo>
                  <a:lnTo>
                    <a:pt x="812" y="781"/>
                  </a:lnTo>
                  <a:lnTo>
                    <a:pt x="968" y="750"/>
                  </a:lnTo>
                  <a:lnTo>
                    <a:pt x="1156" y="719"/>
                  </a:lnTo>
                  <a:lnTo>
                    <a:pt x="1312" y="688"/>
                  </a:lnTo>
                  <a:lnTo>
                    <a:pt x="1468" y="594"/>
                  </a:lnTo>
                  <a:lnTo>
                    <a:pt x="1593" y="532"/>
                  </a:lnTo>
                  <a:lnTo>
                    <a:pt x="1718" y="407"/>
                  </a:lnTo>
                  <a:lnTo>
                    <a:pt x="1812" y="282"/>
                  </a:lnTo>
                  <a:lnTo>
                    <a:pt x="1905" y="126"/>
                  </a:lnTo>
                  <a:lnTo>
                    <a:pt x="1905" y="94"/>
                  </a:lnTo>
                  <a:lnTo>
                    <a:pt x="1874" y="94"/>
                  </a:lnTo>
                  <a:lnTo>
                    <a:pt x="1655" y="219"/>
                  </a:lnTo>
                  <a:lnTo>
                    <a:pt x="1406" y="313"/>
                  </a:lnTo>
                  <a:lnTo>
                    <a:pt x="1156" y="375"/>
                  </a:lnTo>
                  <a:lnTo>
                    <a:pt x="906" y="438"/>
                  </a:lnTo>
                  <a:lnTo>
                    <a:pt x="781" y="438"/>
                  </a:lnTo>
                  <a:lnTo>
                    <a:pt x="687" y="407"/>
                  </a:lnTo>
                  <a:lnTo>
                    <a:pt x="469" y="282"/>
                  </a:lnTo>
                  <a:lnTo>
                    <a:pt x="281" y="157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8" name="Google Shape;3658;p61"/>
            <p:cNvSpPr/>
            <p:nvPr/>
          </p:nvSpPr>
          <p:spPr>
            <a:xfrm>
              <a:off x="5389425" y="1972900"/>
              <a:ext cx="114800" cy="277975"/>
            </a:xfrm>
            <a:custGeom>
              <a:avLst/>
              <a:gdLst/>
              <a:ahLst/>
              <a:cxnLst/>
              <a:rect l="l" t="t" r="r" b="b"/>
              <a:pathLst>
                <a:path w="4592" h="11119" extrusionOk="0">
                  <a:moveTo>
                    <a:pt x="1093" y="1"/>
                  </a:moveTo>
                  <a:lnTo>
                    <a:pt x="1031" y="63"/>
                  </a:lnTo>
                  <a:lnTo>
                    <a:pt x="1031" y="126"/>
                  </a:lnTo>
                  <a:lnTo>
                    <a:pt x="1343" y="1156"/>
                  </a:lnTo>
                  <a:lnTo>
                    <a:pt x="1687" y="2187"/>
                  </a:lnTo>
                  <a:lnTo>
                    <a:pt x="2405" y="4217"/>
                  </a:lnTo>
                  <a:lnTo>
                    <a:pt x="3154" y="6278"/>
                  </a:lnTo>
                  <a:lnTo>
                    <a:pt x="3498" y="7308"/>
                  </a:lnTo>
                  <a:lnTo>
                    <a:pt x="3842" y="8339"/>
                  </a:lnTo>
                  <a:lnTo>
                    <a:pt x="3467" y="8276"/>
                  </a:lnTo>
                  <a:lnTo>
                    <a:pt x="3061" y="8245"/>
                  </a:lnTo>
                  <a:lnTo>
                    <a:pt x="2311" y="8245"/>
                  </a:lnTo>
                  <a:lnTo>
                    <a:pt x="2311" y="8276"/>
                  </a:lnTo>
                  <a:lnTo>
                    <a:pt x="2311" y="8370"/>
                  </a:lnTo>
                  <a:lnTo>
                    <a:pt x="2374" y="8620"/>
                  </a:lnTo>
                  <a:lnTo>
                    <a:pt x="2624" y="9369"/>
                  </a:lnTo>
                  <a:lnTo>
                    <a:pt x="2873" y="10150"/>
                  </a:lnTo>
                  <a:lnTo>
                    <a:pt x="2998" y="10587"/>
                  </a:lnTo>
                  <a:lnTo>
                    <a:pt x="2624" y="10650"/>
                  </a:lnTo>
                  <a:lnTo>
                    <a:pt x="2249" y="10681"/>
                  </a:lnTo>
                  <a:lnTo>
                    <a:pt x="1874" y="10681"/>
                  </a:lnTo>
                  <a:lnTo>
                    <a:pt x="1531" y="10650"/>
                  </a:lnTo>
                  <a:lnTo>
                    <a:pt x="1156" y="10587"/>
                  </a:lnTo>
                  <a:lnTo>
                    <a:pt x="781" y="10494"/>
                  </a:lnTo>
                  <a:lnTo>
                    <a:pt x="438" y="10369"/>
                  </a:lnTo>
                  <a:lnTo>
                    <a:pt x="94" y="10213"/>
                  </a:lnTo>
                  <a:lnTo>
                    <a:pt x="32" y="10213"/>
                  </a:lnTo>
                  <a:lnTo>
                    <a:pt x="0" y="10244"/>
                  </a:lnTo>
                  <a:lnTo>
                    <a:pt x="0" y="10275"/>
                  </a:lnTo>
                  <a:lnTo>
                    <a:pt x="0" y="10306"/>
                  </a:lnTo>
                  <a:lnTo>
                    <a:pt x="281" y="10525"/>
                  </a:lnTo>
                  <a:lnTo>
                    <a:pt x="562" y="10712"/>
                  </a:lnTo>
                  <a:lnTo>
                    <a:pt x="843" y="10837"/>
                  </a:lnTo>
                  <a:lnTo>
                    <a:pt x="1156" y="10931"/>
                  </a:lnTo>
                  <a:lnTo>
                    <a:pt x="1437" y="11025"/>
                  </a:lnTo>
                  <a:lnTo>
                    <a:pt x="1749" y="11087"/>
                  </a:lnTo>
                  <a:lnTo>
                    <a:pt x="2311" y="11118"/>
                  </a:lnTo>
                  <a:lnTo>
                    <a:pt x="2811" y="11118"/>
                  </a:lnTo>
                  <a:lnTo>
                    <a:pt x="3217" y="11087"/>
                  </a:lnTo>
                  <a:lnTo>
                    <a:pt x="3498" y="11025"/>
                  </a:lnTo>
                  <a:lnTo>
                    <a:pt x="3592" y="10993"/>
                  </a:lnTo>
                  <a:lnTo>
                    <a:pt x="3436" y="10369"/>
                  </a:lnTo>
                  <a:lnTo>
                    <a:pt x="3248" y="9651"/>
                  </a:lnTo>
                  <a:lnTo>
                    <a:pt x="2998" y="8807"/>
                  </a:lnTo>
                  <a:lnTo>
                    <a:pt x="3373" y="8870"/>
                  </a:lnTo>
                  <a:lnTo>
                    <a:pt x="3935" y="8932"/>
                  </a:lnTo>
                  <a:lnTo>
                    <a:pt x="4185" y="8963"/>
                  </a:lnTo>
                  <a:lnTo>
                    <a:pt x="4404" y="8932"/>
                  </a:lnTo>
                  <a:lnTo>
                    <a:pt x="4497" y="8901"/>
                  </a:lnTo>
                  <a:lnTo>
                    <a:pt x="4560" y="8870"/>
                  </a:lnTo>
                  <a:lnTo>
                    <a:pt x="4591" y="8839"/>
                  </a:lnTo>
                  <a:lnTo>
                    <a:pt x="4591" y="8776"/>
                  </a:lnTo>
                  <a:lnTo>
                    <a:pt x="3873" y="6590"/>
                  </a:lnTo>
                  <a:lnTo>
                    <a:pt x="3498" y="5466"/>
                  </a:lnTo>
                  <a:lnTo>
                    <a:pt x="3123" y="4342"/>
                  </a:lnTo>
                  <a:lnTo>
                    <a:pt x="2686" y="3217"/>
                  </a:lnTo>
                  <a:lnTo>
                    <a:pt x="2218" y="2124"/>
                  </a:lnTo>
                  <a:lnTo>
                    <a:pt x="1749" y="1062"/>
                  </a:lnTo>
                  <a:lnTo>
                    <a:pt x="1187" y="32"/>
                  </a:lnTo>
                  <a:lnTo>
                    <a:pt x="11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9" name="Google Shape;3659;p61"/>
            <p:cNvSpPr/>
            <p:nvPr/>
          </p:nvSpPr>
          <p:spPr>
            <a:xfrm>
              <a:off x="5385525" y="2229775"/>
              <a:ext cx="79650" cy="57000"/>
            </a:xfrm>
            <a:custGeom>
              <a:avLst/>
              <a:gdLst/>
              <a:ahLst/>
              <a:cxnLst/>
              <a:rect l="l" t="t" r="r" b="b"/>
              <a:pathLst>
                <a:path w="3186" h="2280" extrusionOk="0">
                  <a:moveTo>
                    <a:pt x="156" y="0"/>
                  </a:moveTo>
                  <a:lnTo>
                    <a:pt x="63" y="469"/>
                  </a:lnTo>
                  <a:lnTo>
                    <a:pt x="0" y="937"/>
                  </a:lnTo>
                  <a:lnTo>
                    <a:pt x="0" y="1156"/>
                  </a:lnTo>
                  <a:lnTo>
                    <a:pt x="31" y="1405"/>
                  </a:lnTo>
                  <a:lnTo>
                    <a:pt x="63" y="1624"/>
                  </a:lnTo>
                  <a:lnTo>
                    <a:pt x="156" y="1811"/>
                  </a:lnTo>
                  <a:lnTo>
                    <a:pt x="250" y="1999"/>
                  </a:lnTo>
                  <a:lnTo>
                    <a:pt x="406" y="2124"/>
                  </a:lnTo>
                  <a:lnTo>
                    <a:pt x="625" y="2217"/>
                  </a:lnTo>
                  <a:lnTo>
                    <a:pt x="875" y="2280"/>
                  </a:lnTo>
                  <a:lnTo>
                    <a:pt x="1156" y="2280"/>
                  </a:lnTo>
                  <a:lnTo>
                    <a:pt x="1405" y="2249"/>
                  </a:lnTo>
                  <a:lnTo>
                    <a:pt x="1655" y="2155"/>
                  </a:lnTo>
                  <a:lnTo>
                    <a:pt x="1874" y="2030"/>
                  </a:lnTo>
                  <a:lnTo>
                    <a:pt x="2280" y="1749"/>
                  </a:lnTo>
                  <a:lnTo>
                    <a:pt x="2623" y="1405"/>
                  </a:lnTo>
                  <a:lnTo>
                    <a:pt x="2936" y="1031"/>
                  </a:lnTo>
                  <a:lnTo>
                    <a:pt x="3186" y="625"/>
                  </a:lnTo>
                  <a:lnTo>
                    <a:pt x="2780" y="656"/>
                  </a:lnTo>
                  <a:lnTo>
                    <a:pt x="2405" y="656"/>
                  </a:lnTo>
                  <a:lnTo>
                    <a:pt x="1999" y="625"/>
                  </a:lnTo>
                  <a:lnTo>
                    <a:pt x="1624" y="562"/>
                  </a:lnTo>
                  <a:lnTo>
                    <a:pt x="1249" y="469"/>
                  </a:lnTo>
                  <a:lnTo>
                    <a:pt x="875" y="344"/>
                  </a:lnTo>
                  <a:lnTo>
                    <a:pt x="500" y="187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0" name="Google Shape;3660;p61"/>
            <p:cNvSpPr/>
            <p:nvPr/>
          </p:nvSpPr>
          <p:spPr>
            <a:xfrm>
              <a:off x="5385525" y="2253175"/>
              <a:ext cx="46850" cy="33600"/>
            </a:xfrm>
            <a:custGeom>
              <a:avLst/>
              <a:gdLst/>
              <a:ahLst/>
              <a:cxnLst/>
              <a:rect l="l" t="t" r="r" b="b"/>
              <a:pathLst>
                <a:path w="1874" h="1344" extrusionOk="0">
                  <a:moveTo>
                    <a:pt x="0" y="1"/>
                  </a:moveTo>
                  <a:lnTo>
                    <a:pt x="0" y="220"/>
                  </a:lnTo>
                  <a:lnTo>
                    <a:pt x="31" y="469"/>
                  </a:lnTo>
                  <a:lnTo>
                    <a:pt x="63" y="688"/>
                  </a:lnTo>
                  <a:lnTo>
                    <a:pt x="156" y="875"/>
                  </a:lnTo>
                  <a:lnTo>
                    <a:pt x="250" y="1063"/>
                  </a:lnTo>
                  <a:lnTo>
                    <a:pt x="406" y="1188"/>
                  </a:lnTo>
                  <a:lnTo>
                    <a:pt x="625" y="1281"/>
                  </a:lnTo>
                  <a:lnTo>
                    <a:pt x="875" y="1344"/>
                  </a:lnTo>
                  <a:lnTo>
                    <a:pt x="1156" y="1344"/>
                  </a:lnTo>
                  <a:lnTo>
                    <a:pt x="1405" y="1313"/>
                  </a:lnTo>
                  <a:lnTo>
                    <a:pt x="1655" y="1219"/>
                  </a:lnTo>
                  <a:lnTo>
                    <a:pt x="1874" y="1094"/>
                  </a:lnTo>
                  <a:lnTo>
                    <a:pt x="1780" y="844"/>
                  </a:lnTo>
                  <a:lnTo>
                    <a:pt x="1624" y="594"/>
                  </a:lnTo>
                  <a:lnTo>
                    <a:pt x="1405" y="407"/>
                  </a:lnTo>
                  <a:lnTo>
                    <a:pt x="1187" y="251"/>
                  </a:lnTo>
                  <a:lnTo>
                    <a:pt x="906" y="126"/>
                  </a:lnTo>
                  <a:lnTo>
                    <a:pt x="594" y="3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1" name="Google Shape;3661;p61"/>
            <p:cNvSpPr/>
            <p:nvPr/>
          </p:nvSpPr>
          <p:spPr>
            <a:xfrm>
              <a:off x="4922550" y="1681700"/>
              <a:ext cx="634750" cy="523100"/>
            </a:xfrm>
            <a:custGeom>
              <a:avLst/>
              <a:gdLst/>
              <a:ahLst/>
              <a:cxnLst/>
              <a:rect l="l" t="t" r="r" b="b"/>
              <a:pathLst>
                <a:path w="25390" h="20924" extrusionOk="0">
                  <a:moveTo>
                    <a:pt x="13273" y="0"/>
                  </a:moveTo>
                  <a:lnTo>
                    <a:pt x="12710" y="63"/>
                  </a:lnTo>
                  <a:lnTo>
                    <a:pt x="12148" y="125"/>
                  </a:lnTo>
                  <a:lnTo>
                    <a:pt x="11586" y="219"/>
                  </a:lnTo>
                  <a:lnTo>
                    <a:pt x="10993" y="344"/>
                  </a:lnTo>
                  <a:lnTo>
                    <a:pt x="10649" y="406"/>
                  </a:lnTo>
                  <a:lnTo>
                    <a:pt x="10243" y="500"/>
                  </a:lnTo>
                  <a:lnTo>
                    <a:pt x="9712" y="625"/>
                  </a:lnTo>
                  <a:lnTo>
                    <a:pt x="9057" y="843"/>
                  </a:lnTo>
                  <a:lnTo>
                    <a:pt x="8338" y="1093"/>
                  </a:lnTo>
                  <a:lnTo>
                    <a:pt x="7526" y="1405"/>
                  </a:lnTo>
                  <a:lnTo>
                    <a:pt x="6683" y="1811"/>
                  </a:lnTo>
                  <a:lnTo>
                    <a:pt x="5809" y="2280"/>
                  </a:lnTo>
                  <a:lnTo>
                    <a:pt x="5372" y="2530"/>
                  </a:lnTo>
                  <a:lnTo>
                    <a:pt x="4934" y="2842"/>
                  </a:lnTo>
                  <a:lnTo>
                    <a:pt x="4497" y="3154"/>
                  </a:lnTo>
                  <a:lnTo>
                    <a:pt x="4060" y="3467"/>
                  </a:lnTo>
                  <a:lnTo>
                    <a:pt x="3654" y="3841"/>
                  </a:lnTo>
                  <a:lnTo>
                    <a:pt x="3248" y="4216"/>
                  </a:lnTo>
                  <a:lnTo>
                    <a:pt x="2842" y="4622"/>
                  </a:lnTo>
                  <a:lnTo>
                    <a:pt x="2467" y="5059"/>
                  </a:lnTo>
                  <a:lnTo>
                    <a:pt x="2092" y="5528"/>
                  </a:lnTo>
                  <a:lnTo>
                    <a:pt x="1749" y="6027"/>
                  </a:lnTo>
                  <a:lnTo>
                    <a:pt x="1437" y="6527"/>
                  </a:lnTo>
                  <a:lnTo>
                    <a:pt x="1124" y="7089"/>
                  </a:lnTo>
                  <a:lnTo>
                    <a:pt x="874" y="7651"/>
                  </a:lnTo>
                  <a:lnTo>
                    <a:pt x="625" y="8276"/>
                  </a:lnTo>
                  <a:lnTo>
                    <a:pt x="437" y="8900"/>
                  </a:lnTo>
                  <a:lnTo>
                    <a:pt x="281" y="9525"/>
                  </a:lnTo>
                  <a:lnTo>
                    <a:pt x="156" y="10118"/>
                  </a:lnTo>
                  <a:lnTo>
                    <a:pt x="63" y="10743"/>
                  </a:lnTo>
                  <a:lnTo>
                    <a:pt x="31" y="11336"/>
                  </a:lnTo>
                  <a:lnTo>
                    <a:pt x="0" y="11930"/>
                  </a:lnTo>
                  <a:lnTo>
                    <a:pt x="0" y="12492"/>
                  </a:lnTo>
                  <a:lnTo>
                    <a:pt x="31" y="13054"/>
                  </a:lnTo>
                  <a:lnTo>
                    <a:pt x="94" y="13616"/>
                  </a:lnTo>
                  <a:lnTo>
                    <a:pt x="187" y="14147"/>
                  </a:lnTo>
                  <a:lnTo>
                    <a:pt x="281" y="14678"/>
                  </a:lnTo>
                  <a:lnTo>
                    <a:pt x="406" y="15209"/>
                  </a:lnTo>
                  <a:lnTo>
                    <a:pt x="687" y="16177"/>
                  </a:lnTo>
                  <a:lnTo>
                    <a:pt x="999" y="17083"/>
                  </a:lnTo>
                  <a:lnTo>
                    <a:pt x="1374" y="17926"/>
                  </a:lnTo>
                  <a:lnTo>
                    <a:pt x="1718" y="18675"/>
                  </a:lnTo>
                  <a:lnTo>
                    <a:pt x="2092" y="19331"/>
                  </a:lnTo>
                  <a:lnTo>
                    <a:pt x="2405" y="19893"/>
                  </a:lnTo>
                  <a:lnTo>
                    <a:pt x="2936" y="20643"/>
                  </a:lnTo>
                  <a:lnTo>
                    <a:pt x="3123" y="20924"/>
                  </a:lnTo>
                  <a:lnTo>
                    <a:pt x="3342" y="20893"/>
                  </a:lnTo>
                  <a:lnTo>
                    <a:pt x="3529" y="20861"/>
                  </a:lnTo>
                  <a:lnTo>
                    <a:pt x="3685" y="20799"/>
                  </a:lnTo>
                  <a:lnTo>
                    <a:pt x="3873" y="20705"/>
                  </a:lnTo>
                  <a:lnTo>
                    <a:pt x="4029" y="20611"/>
                  </a:lnTo>
                  <a:lnTo>
                    <a:pt x="4154" y="20487"/>
                  </a:lnTo>
                  <a:lnTo>
                    <a:pt x="4435" y="20174"/>
                  </a:lnTo>
                  <a:lnTo>
                    <a:pt x="4653" y="19799"/>
                  </a:lnTo>
                  <a:lnTo>
                    <a:pt x="4841" y="19394"/>
                  </a:lnTo>
                  <a:lnTo>
                    <a:pt x="4997" y="18988"/>
                  </a:lnTo>
                  <a:lnTo>
                    <a:pt x="5122" y="18550"/>
                  </a:lnTo>
                  <a:lnTo>
                    <a:pt x="5215" y="18082"/>
                  </a:lnTo>
                  <a:lnTo>
                    <a:pt x="5309" y="17676"/>
                  </a:lnTo>
                  <a:lnTo>
                    <a:pt x="5403" y="16926"/>
                  </a:lnTo>
                  <a:lnTo>
                    <a:pt x="5434" y="16395"/>
                  </a:lnTo>
                  <a:lnTo>
                    <a:pt x="5465" y="16177"/>
                  </a:lnTo>
                  <a:lnTo>
                    <a:pt x="5653" y="16146"/>
                  </a:lnTo>
                  <a:lnTo>
                    <a:pt x="5871" y="16083"/>
                  </a:lnTo>
                  <a:lnTo>
                    <a:pt x="6183" y="16021"/>
                  </a:lnTo>
                  <a:lnTo>
                    <a:pt x="6527" y="15896"/>
                  </a:lnTo>
                  <a:lnTo>
                    <a:pt x="6933" y="15708"/>
                  </a:lnTo>
                  <a:lnTo>
                    <a:pt x="7370" y="15459"/>
                  </a:lnTo>
                  <a:lnTo>
                    <a:pt x="7807" y="15146"/>
                  </a:lnTo>
                  <a:lnTo>
                    <a:pt x="8307" y="14772"/>
                  </a:lnTo>
                  <a:lnTo>
                    <a:pt x="8744" y="14272"/>
                  </a:lnTo>
                  <a:lnTo>
                    <a:pt x="8994" y="14022"/>
                  </a:lnTo>
                  <a:lnTo>
                    <a:pt x="9213" y="13710"/>
                  </a:lnTo>
                  <a:lnTo>
                    <a:pt x="9431" y="13397"/>
                  </a:lnTo>
                  <a:lnTo>
                    <a:pt x="9650" y="13054"/>
                  </a:lnTo>
                  <a:lnTo>
                    <a:pt x="9837" y="12648"/>
                  </a:lnTo>
                  <a:lnTo>
                    <a:pt x="10025" y="12242"/>
                  </a:lnTo>
                  <a:lnTo>
                    <a:pt x="10212" y="11805"/>
                  </a:lnTo>
                  <a:lnTo>
                    <a:pt x="10368" y="11336"/>
                  </a:lnTo>
                  <a:lnTo>
                    <a:pt x="10524" y="10837"/>
                  </a:lnTo>
                  <a:lnTo>
                    <a:pt x="10649" y="10306"/>
                  </a:lnTo>
                  <a:lnTo>
                    <a:pt x="10774" y="9744"/>
                  </a:lnTo>
                  <a:lnTo>
                    <a:pt x="10868" y="9150"/>
                  </a:lnTo>
                  <a:lnTo>
                    <a:pt x="10868" y="9869"/>
                  </a:lnTo>
                  <a:lnTo>
                    <a:pt x="10805" y="10618"/>
                  </a:lnTo>
                  <a:lnTo>
                    <a:pt x="10681" y="11336"/>
                  </a:lnTo>
                  <a:lnTo>
                    <a:pt x="10524" y="12023"/>
                  </a:lnTo>
                  <a:lnTo>
                    <a:pt x="10306" y="12742"/>
                  </a:lnTo>
                  <a:lnTo>
                    <a:pt x="10025" y="13397"/>
                  </a:lnTo>
                  <a:lnTo>
                    <a:pt x="9712" y="14053"/>
                  </a:lnTo>
                  <a:lnTo>
                    <a:pt x="9369" y="14709"/>
                  </a:lnTo>
                  <a:lnTo>
                    <a:pt x="9712" y="14615"/>
                  </a:lnTo>
                  <a:lnTo>
                    <a:pt x="10118" y="14522"/>
                  </a:lnTo>
                  <a:lnTo>
                    <a:pt x="10618" y="14334"/>
                  </a:lnTo>
                  <a:lnTo>
                    <a:pt x="11274" y="14116"/>
                  </a:lnTo>
                  <a:lnTo>
                    <a:pt x="11992" y="13835"/>
                  </a:lnTo>
                  <a:lnTo>
                    <a:pt x="12804" y="13491"/>
                  </a:lnTo>
                  <a:lnTo>
                    <a:pt x="13647" y="13054"/>
                  </a:lnTo>
                  <a:lnTo>
                    <a:pt x="14522" y="12523"/>
                  </a:lnTo>
                  <a:lnTo>
                    <a:pt x="14990" y="12242"/>
                  </a:lnTo>
                  <a:lnTo>
                    <a:pt x="15427" y="11930"/>
                  </a:lnTo>
                  <a:lnTo>
                    <a:pt x="15865" y="11586"/>
                  </a:lnTo>
                  <a:lnTo>
                    <a:pt x="16302" y="11211"/>
                  </a:lnTo>
                  <a:lnTo>
                    <a:pt x="16739" y="10837"/>
                  </a:lnTo>
                  <a:lnTo>
                    <a:pt x="17176" y="10431"/>
                  </a:lnTo>
                  <a:lnTo>
                    <a:pt x="17582" y="9993"/>
                  </a:lnTo>
                  <a:lnTo>
                    <a:pt x="17988" y="9525"/>
                  </a:lnTo>
                  <a:lnTo>
                    <a:pt x="18394" y="9025"/>
                  </a:lnTo>
                  <a:lnTo>
                    <a:pt x="18738" y="8526"/>
                  </a:lnTo>
                  <a:lnTo>
                    <a:pt x="19113" y="7964"/>
                  </a:lnTo>
                  <a:lnTo>
                    <a:pt x="19425" y="7401"/>
                  </a:lnTo>
                  <a:lnTo>
                    <a:pt x="19737" y="6777"/>
                  </a:lnTo>
                  <a:lnTo>
                    <a:pt x="19987" y="6152"/>
                  </a:lnTo>
                  <a:lnTo>
                    <a:pt x="19831" y="6714"/>
                  </a:lnTo>
                  <a:lnTo>
                    <a:pt x="19612" y="7339"/>
                  </a:lnTo>
                  <a:lnTo>
                    <a:pt x="19331" y="8088"/>
                  </a:lnTo>
                  <a:lnTo>
                    <a:pt x="19019" y="8869"/>
                  </a:lnTo>
                  <a:lnTo>
                    <a:pt x="18644" y="9681"/>
                  </a:lnTo>
                  <a:lnTo>
                    <a:pt x="18457" y="10056"/>
                  </a:lnTo>
                  <a:lnTo>
                    <a:pt x="18238" y="10399"/>
                  </a:lnTo>
                  <a:lnTo>
                    <a:pt x="18051" y="10712"/>
                  </a:lnTo>
                  <a:lnTo>
                    <a:pt x="17832" y="10993"/>
                  </a:lnTo>
                  <a:lnTo>
                    <a:pt x="17957" y="10930"/>
                  </a:lnTo>
                  <a:lnTo>
                    <a:pt x="18363" y="10743"/>
                  </a:lnTo>
                  <a:lnTo>
                    <a:pt x="18925" y="10462"/>
                  </a:lnTo>
                  <a:lnTo>
                    <a:pt x="19612" y="10025"/>
                  </a:lnTo>
                  <a:lnTo>
                    <a:pt x="19987" y="9744"/>
                  </a:lnTo>
                  <a:lnTo>
                    <a:pt x="20393" y="9431"/>
                  </a:lnTo>
                  <a:lnTo>
                    <a:pt x="20768" y="9119"/>
                  </a:lnTo>
                  <a:lnTo>
                    <a:pt x="21142" y="8744"/>
                  </a:lnTo>
                  <a:lnTo>
                    <a:pt x="21517" y="8338"/>
                  </a:lnTo>
                  <a:lnTo>
                    <a:pt x="21861" y="7901"/>
                  </a:lnTo>
                  <a:lnTo>
                    <a:pt x="22173" y="7401"/>
                  </a:lnTo>
                  <a:lnTo>
                    <a:pt x="22454" y="6902"/>
                  </a:lnTo>
                  <a:lnTo>
                    <a:pt x="22766" y="7495"/>
                  </a:lnTo>
                  <a:lnTo>
                    <a:pt x="23079" y="8120"/>
                  </a:lnTo>
                  <a:lnTo>
                    <a:pt x="23485" y="8869"/>
                  </a:lnTo>
                  <a:lnTo>
                    <a:pt x="23953" y="9681"/>
                  </a:lnTo>
                  <a:lnTo>
                    <a:pt x="24422" y="10431"/>
                  </a:lnTo>
                  <a:lnTo>
                    <a:pt x="24671" y="10774"/>
                  </a:lnTo>
                  <a:lnTo>
                    <a:pt x="24921" y="11086"/>
                  </a:lnTo>
                  <a:lnTo>
                    <a:pt x="25171" y="11368"/>
                  </a:lnTo>
                  <a:lnTo>
                    <a:pt x="25390" y="11586"/>
                  </a:lnTo>
                  <a:lnTo>
                    <a:pt x="25296" y="10993"/>
                  </a:lnTo>
                  <a:lnTo>
                    <a:pt x="25140" y="10306"/>
                  </a:lnTo>
                  <a:lnTo>
                    <a:pt x="24921" y="9431"/>
                  </a:lnTo>
                  <a:lnTo>
                    <a:pt x="24609" y="8432"/>
                  </a:lnTo>
                  <a:lnTo>
                    <a:pt x="24422" y="7870"/>
                  </a:lnTo>
                  <a:lnTo>
                    <a:pt x="24203" y="7308"/>
                  </a:lnTo>
                  <a:lnTo>
                    <a:pt x="23953" y="6746"/>
                  </a:lnTo>
                  <a:lnTo>
                    <a:pt x="23672" y="6152"/>
                  </a:lnTo>
                  <a:lnTo>
                    <a:pt x="23328" y="5559"/>
                  </a:lnTo>
                  <a:lnTo>
                    <a:pt x="22985" y="4966"/>
                  </a:lnTo>
                  <a:lnTo>
                    <a:pt x="22579" y="4372"/>
                  </a:lnTo>
                  <a:lnTo>
                    <a:pt x="22142" y="3810"/>
                  </a:lnTo>
                  <a:lnTo>
                    <a:pt x="21673" y="3248"/>
                  </a:lnTo>
                  <a:lnTo>
                    <a:pt x="21174" y="2717"/>
                  </a:lnTo>
                  <a:lnTo>
                    <a:pt x="20612" y="2217"/>
                  </a:lnTo>
                  <a:lnTo>
                    <a:pt x="19987" y="1749"/>
                  </a:lnTo>
                  <a:lnTo>
                    <a:pt x="19331" y="1343"/>
                  </a:lnTo>
                  <a:lnTo>
                    <a:pt x="18644" y="968"/>
                  </a:lnTo>
                  <a:lnTo>
                    <a:pt x="17895" y="625"/>
                  </a:lnTo>
                  <a:lnTo>
                    <a:pt x="17489" y="500"/>
                  </a:lnTo>
                  <a:lnTo>
                    <a:pt x="17083" y="375"/>
                  </a:lnTo>
                  <a:lnTo>
                    <a:pt x="16645" y="281"/>
                  </a:lnTo>
                  <a:lnTo>
                    <a:pt x="16208" y="187"/>
                  </a:lnTo>
                  <a:lnTo>
                    <a:pt x="15740" y="94"/>
                  </a:lnTo>
                  <a:lnTo>
                    <a:pt x="15271" y="31"/>
                  </a:lnTo>
                  <a:lnTo>
                    <a:pt x="14803" y="0"/>
                  </a:lnTo>
                  <a:close/>
                </a:path>
              </a:pathLst>
            </a:custGeom>
            <a:solidFill>
              <a:srgbClr val="D856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2" name="Google Shape;3662;p61"/>
            <p:cNvSpPr/>
            <p:nvPr/>
          </p:nvSpPr>
          <p:spPr>
            <a:xfrm>
              <a:off x="4922550" y="1681700"/>
              <a:ext cx="634750" cy="523100"/>
            </a:xfrm>
            <a:custGeom>
              <a:avLst/>
              <a:gdLst/>
              <a:ahLst/>
              <a:cxnLst/>
              <a:rect l="l" t="t" r="r" b="b"/>
              <a:pathLst>
                <a:path w="25390" h="20924" fill="none" extrusionOk="0">
                  <a:moveTo>
                    <a:pt x="3123" y="20924"/>
                  </a:moveTo>
                  <a:lnTo>
                    <a:pt x="3123" y="20924"/>
                  </a:lnTo>
                  <a:lnTo>
                    <a:pt x="3342" y="20893"/>
                  </a:lnTo>
                  <a:lnTo>
                    <a:pt x="3529" y="20861"/>
                  </a:lnTo>
                  <a:lnTo>
                    <a:pt x="3685" y="20799"/>
                  </a:lnTo>
                  <a:lnTo>
                    <a:pt x="3873" y="20705"/>
                  </a:lnTo>
                  <a:lnTo>
                    <a:pt x="4029" y="20611"/>
                  </a:lnTo>
                  <a:lnTo>
                    <a:pt x="4154" y="20487"/>
                  </a:lnTo>
                  <a:lnTo>
                    <a:pt x="4435" y="20174"/>
                  </a:lnTo>
                  <a:lnTo>
                    <a:pt x="4653" y="19799"/>
                  </a:lnTo>
                  <a:lnTo>
                    <a:pt x="4841" y="19394"/>
                  </a:lnTo>
                  <a:lnTo>
                    <a:pt x="4997" y="18988"/>
                  </a:lnTo>
                  <a:lnTo>
                    <a:pt x="5122" y="18550"/>
                  </a:lnTo>
                  <a:lnTo>
                    <a:pt x="5215" y="18082"/>
                  </a:lnTo>
                  <a:lnTo>
                    <a:pt x="5309" y="17676"/>
                  </a:lnTo>
                  <a:lnTo>
                    <a:pt x="5403" y="16926"/>
                  </a:lnTo>
                  <a:lnTo>
                    <a:pt x="5434" y="16395"/>
                  </a:lnTo>
                  <a:lnTo>
                    <a:pt x="5465" y="16177"/>
                  </a:lnTo>
                  <a:lnTo>
                    <a:pt x="5465" y="16177"/>
                  </a:lnTo>
                  <a:lnTo>
                    <a:pt x="5653" y="16146"/>
                  </a:lnTo>
                  <a:lnTo>
                    <a:pt x="5871" y="16083"/>
                  </a:lnTo>
                  <a:lnTo>
                    <a:pt x="6183" y="16021"/>
                  </a:lnTo>
                  <a:lnTo>
                    <a:pt x="6527" y="15896"/>
                  </a:lnTo>
                  <a:lnTo>
                    <a:pt x="6933" y="15708"/>
                  </a:lnTo>
                  <a:lnTo>
                    <a:pt x="7370" y="15459"/>
                  </a:lnTo>
                  <a:lnTo>
                    <a:pt x="7807" y="15146"/>
                  </a:lnTo>
                  <a:lnTo>
                    <a:pt x="8307" y="14772"/>
                  </a:lnTo>
                  <a:lnTo>
                    <a:pt x="8744" y="14272"/>
                  </a:lnTo>
                  <a:lnTo>
                    <a:pt x="8994" y="14022"/>
                  </a:lnTo>
                  <a:lnTo>
                    <a:pt x="9213" y="13710"/>
                  </a:lnTo>
                  <a:lnTo>
                    <a:pt x="9431" y="13397"/>
                  </a:lnTo>
                  <a:lnTo>
                    <a:pt x="9650" y="13054"/>
                  </a:lnTo>
                  <a:lnTo>
                    <a:pt x="9837" y="12648"/>
                  </a:lnTo>
                  <a:lnTo>
                    <a:pt x="10025" y="12242"/>
                  </a:lnTo>
                  <a:lnTo>
                    <a:pt x="10212" y="11805"/>
                  </a:lnTo>
                  <a:lnTo>
                    <a:pt x="10368" y="11336"/>
                  </a:lnTo>
                  <a:lnTo>
                    <a:pt x="10524" y="10837"/>
                  </a:lnTo>
                  <a:lnTo>
                    <a:pt x="10649" y="10306"/>
                  </a:lnTo>
                  <a:lnTo>
                    <a:pt x="10774" y="9744"/>
                  </a:lnTo>
                  <a:lnTo>
                    <a:pt x="10868" y="9150"/>
                  </a:lnTo>
                  <a:lnTo>
                    <a:pt x="10868" y="9150"/>
                  </a:lnTo>
                  <a:lnTo>
                    <a:pt x="10868" y="9869"/>
                  </a:lnTo>
                  <a:lnTo>
                    <a:pt x="10805" y="10618"/>
                  </a:lnTo>
                  <a:lnTo>
                    <a:pt x="10681" y="11336"/>
                  </a:lnTo>
                  <a:lnTo>
                    <a:pt x="10524" y="12023"/>
                  </a:lnTo>
                  <a:lnTo>
                    <a:pt x="10306" y="12742"/>
                  </a:lnTo>
                  <a:lnTo>
                    <a:pt x="10025" y="13397"/>
                  </a:lnTo>
                  <a:lnTo>
                    <a:pt x="9712" y="14053"/>
                  </a:lnTo>
                  <a:lnTo>
                    <a:pt x="9369" y="14709"/>
                  </a:lnTo>
                  <a:lnTo>
                    <a:pt x="9369" y="14709"/>
                  </a:lnTo>
                  <a:lnTo>
                    <a:pt x="9712" y="14615"/>
                  </a:lnTo>
                  <a:lnTo>
                    <a:pt x="10118" y="14522"/>
                  </a:lnTo>
                  <a:lnTo>
                    <a:pt x="10618" y="14334"/>
                  </a:lnTo>
                  <a:lnTo>
                    <a:pt x="11274" y="14116"/>
                  </a:lnTo>
                  <a:lnTo>
                    <a:pt x="11992" y="13835"/>
                  </a:lnTo>
                  <a:lnTo>
                    <a:pt x="12804" y="13491"/>
                  </a:lnTo>
                  <a:lnTo>
                    <a:pt x="13647" y="13054"/>
                  </a:lnTo>
                  <a:lnTo>
                    <a:pt x="14522" y="12523"/>
                  </a:lnTo>
                  <a:lnTo>
                    <a:pt x="14990" y="12242"/>
                  </a:lnTo>
                  <a:lnTo>
                    <a:pt x="15427" y="11930"/>
                  </a:lnTo>
                  <a:lnTo>
                    <a:pt x="15865" y="11586"/>
                  </a:lnTo>
                  <a:lnTo>
                    <a:pt x="16302" y="11211"/>
                  </a:lnTo>
                  <a:lnTo>
                    <a:pt x="16739" y="10837"/>
                  </a:lnTo>
                  <a:lnTo>
                    <a:pt x="17176" y="10431"/>
                  </a:lnTo>
                  <a:lnTo>
                    <a:pt x="17582" y="9993"/>
                  </a:lnTo>
                  <a:lnTo>
                    <a:pt x="17988" y="9525"/>
                  </a:lnTo>
                  <a:lnTo>
                    <a:pt x="18394" y="9025"/>
                  </a:lnTo>
                  <a:lnTo>
                    <a:pt x="18738" y="8526"/>
                  </a:lnTo>
                  <a:lnTo>
                    <a:pt x="19113" y="7964"/>
                  </a:lnTo>
                  <a:lnTo>
                    <a:pt x="19425" y="7401"/>
                  </a:lnTo>
                  <a:lnTo>
                    <a:pt x="19737" y="6777"/>
                  </a:lnTo>
                  <a:lnTo>
                    <a:pt x="19987" y="6152"/>
                  </a:lnTo>
                  <a:lnTo>
                    <a:pt x="19987" y="6152"/>
                  </a:lnTo>
                  <a:lnTo>
                    <a:pt x="19831" y="6714"/>
                  </a:lnTo>
                  <a:lnTo>
                    <a:pt x="19612" y="7339"/>
                  </a:lnTo>
                  <a:lnTo>
                    <a:pt x="19331" y="8088"/>
                  </a:lnTo>
                  <a:lnTo>
                    <a:pt x="19019" y="8869"/>
                  </a:lnTo>
                  <a:lnTo>
                    <a:pt x="18644" y="9681"/>
                  </a:lnTo>
                  <a:lnTo>
                    <a:pt x="18457" y="10056"/>
                  </a:lnTo>
                  <a:lnTo>
                    <a:pt x="18238" y="10399"/>
                  </a:lnTo>
                  <a:lnTo>
                    <a:pt x="18051" y="10712"/>
                  </a:lnTo>
                  <a:lnTo>
                    <a:pt x="17832" y="10993"/>
                  </a:lnTo>
                  <a:lnTo>
                    <a:pt x="17832" y="10993"/>
                  </a:lnTo>
                  <a:lnTo>
                    <a:pt x="17957" y="10930"/>
                  </a:lnTo>
                  <a:lnTo>
                    <a:pt x="18363" y="10743"/>
                  </a:lnTo>
                  <a:lnTo>
                    <a:pt x="18925" y="10462"/>
                  </a:lnTo>
                  <a:lnTo>
                    <a:pt x="19612" y="10025"/>
                  </a:lnTo>
                  <a:lnTo>
                    <a:pt x="19987" y="9744"/>
                  </a:lnTo>
                  <a:lnTo>
                    <a:pt x="20393" y="9431"/>
                  </a:lnTo>
                  <a:lnTo>
                    <a:pt x="20768" y="9119"/>
                  </a:lnTo>
                  <a:lnTo>
                    <a:pt x="21142" y="8744"/>
                  </a:lnTo>
                  <a:lnTo>
                    <a:pt x="21517" y="8338"/>
                  </a:lnTo>
                  <a:lnTo>
                    <a:pt x="21861" y="7901"/>
                  </a:lnTo>
                  <a:lnTo>
                    <a:pt x="22173" y="7401"/>
                  </a:lnTo>
                  <a:lnTo>
                    <a:pt x="22454" y="6902"/>
                  </a:lnTo>
                  <a:lnTo>
                    <a:pt x="22454" y="6902"/>
                  </a:lnTo>
                  <a:lnTo>
                    <a:pt x="22766" y="7495"/>
                  </a:lnTo>
                  <a:lnTo>
                    <a:pt x="23079" y="8120"/>
                  </a:lnTo>
                  <a:lnTo>
                    <a:pt x="23485" y="8869"/>
                  </a:lnTo>
                  <a:lnTo>
                    <a:pt x="23953" y="9681"/>
                  </a:lnTo>
                  <a:lnTo>
                    <a:pt x="24422" y="10431"/>
                  </a:lnTo>
                  <a:lnTo>
                    <a:pt x="24671" y="10774"/>
                  </a:lnTo>
                  <a:lnTo>
                    <a:pt x="24921" y="11086"/>
                  </a:lnTo>
                  <a:lnTo>
                    <a:pt x="25171" y="11368"/>
                  </a:lnTo>
                  <a:lnTo>
                    <a:pt x="25390" y="11586"/>
                  </a:lnTo>
                  <a:lnTo>
                    <a:pt x="25390" y="11586"/>
                  </a:lnTo>
                  <a:lnTo>
                    <a:pt x="25296" y="10993"/>
                  </a:lnTo>
                  <a:lnTo>
                    <a:pt x="25140" y="10306"/>
                  </a:lnTo>
                  <a:lnTo>
                    <a:pt x="24921" y="9431"/>
                  </a:lnTo>
                  <a:lnTo>
                    <a:pt x="24609" y="8432"/>
                  </a:lnTo>
                  <a:lnTo>
                    <a:pt x="24422" y="7870"/>
                  </a:lnTo>
                  <a:lnTo>
                    <a:pt x="24203" y="7308"/>
                  </a:lnTo>
                  <a:lnTo>
                    <a:pt x="23953" y="6746"/>
                  </a:lnTo>
                  <a:lnTo>
                    <a:pt x="23672" y="6152"/>
                  </a:lnTo>
                  <a:lnTo>
                    <a:pt x="23328" y="5559"/>
                  </a:lnTo>
                  <a:lnTo>
                    <a:pt x="22985" y="4966"/>
                  </a:lnTo>
                  <a:lnTo>
                    <a:pt x="22579" y="4372"/>
                  </a:lnTo>
                  <a:lnTo>
                    <a:pt x="22142" y="3810"/>
                  </a:lnTo>
                  <a:lnTo>
                    <a:pt x="21673" y="3248"/>
                  </a:lnTo>
                  <a:lnTo>
                    <a:pt x="21174" y="2717"/>
                  </a:lnTo>
                  <a:lnTo>
                    <a:pt x="20612" y="2217"/>
                  </a:lnTo>
                  <a:lnTo>
                    <a:pt x="19987" y="1749"/>
                  </a:lnTo>
                  <a:lnTo>
                    <a:pt x="19331" y="1343"/>
                  </a:lnTo>
                  <a:lnTo>
                    <a:pt x="18644" y="968"/>
                  </a:lnTo>
                  <a:lnTo>
                    <a:pt x="17895" y="625"/>
                  </a:lnTo>
                  <a:lnTo>
                    <a:pt x="17489" y="500"/>
                  </a:lnTo>
                  <a:lnTo>
                    <a:pt x="17083" y="375"/>
                  </a:lnTo>
                  <a:lnTo>
                    <a:pt x="16645" y="281"/>
                  </a:lnTo>
                  <a:lnTo>
                    <a:pt x="16208" y="187"/>
                  </a:lnTo>
                  <a:lnTo>
                    <a:pt x="15740" y="94"/>
                  </a:lnTo>
                  <a:lnTo>
                    <a:pt x="15271" y="31"/>
                  </a:lnTo>
                  <a:lnTo>
                    <a:pt x="14803" y="0"/>
                  </a:lnTo>
                  <a:lnTo>
                    <a:pt x="14303" y="0"/>
                  </a:lnTo>
                  <a:lnTo>
                    <a:pt x="13803" y="0"/>
                  </a:lnTo>
                  <a:lnTo>
                    <a:pt x="13273" y="0"/>
                  </a:lnTo>
                  <a:lnTo>
                    <a:pt x="12710" y="63"/>
                  </a:lnTo>
                  <a:lnTo>
                    <a:pt x="12148" y="125"/>
                  </a:lnTo>
                  <a:lnTo>
                    <a:pt x="11586" y="219"/>
                  </a:lnTo>
                  <a:lnTo>
                    <a:pt x="10993" y="344"/>
                  </a:lnTo>
                  <a:lnTo>
                    <a:pt x="10993" y="344"/>
                  </a:lnTo>
                  <a:lnTo>
                    <a:pt x="10649" y="406"/>
                  </a:lnTo>
                  <a:lnTo>
                    <a:pt x="10243" y="500"/>
                  </a:lnTo>
                  <a:lnTo>
                    <a:pt x="9712" y="625"/>
                  </a:lnTo>
                  <a:lnTo>
                    <a:pt x="9057" y="843"/>
                  </a:lnTo>
                  <a:lnTo>
                    <a:pt x="8338" y="1093"/>
                  </a:lnTo>
                  <a:lnTo>
                    <a:pt x="7526" y="1405"/>
                  </a:lnTo>
                  <a:lnTo>
                    <a:pt x="6683" y="1811"/>
                  </a:lnTo>
                  <a:lnTo>
                    <a:pt x="5809" y="2280"/>
                  </a:lnTo>
                  <a:lnTo>
                    <a:pt x="5372" y="2530"/>
                  </a:lnTo>
                  <a:lnTo>
                    <a:pt x="4934" y="2842"/>
                  </a:lnTo>
                  <a:lnTo>
                    <a:pt x="4497" y="3154"/>
                  </a:lnTo>
                  <a:lnTo>
                    <a:pt x="4060" y="3467"/>
                  </a:lnTo>
                  <a:lnTo>
                    <a:pt x="3654" y="3841"/>
                  </a:lnTo>
                  <a:lnTo>
                    <a:pt x="3248" y="4216"/>
                  </a:lnTo>
                  <a:lnTo>
                    <a:pt x="2842" y="4622"/>
                  </a:lnTo>
                  <a:lnTo>
                    <a:pt x="2467" y="5059"/>
                  </a:lnTo>
                  <a:lnTo>
                    <a:pt x="2092" y="5528"/>
                  </a:lnTo>
                  <a:lnTo>
                    <a:pt x="1749" y="6027"/>
                  </a:lnTo>
                  <a:lnTo>
                    <a:pt x="1437" y="6527"/>
                  </a:lnTo>
                  <a:lnTo>
                    <a:pt x="1124" y="7089"/>
                  </a:lnTo>
                  <a:lnTo>
                    <a:pt x="874" y="7651"/>
                  </a:lnTo>
                  <a:lnTo>
                    <a:pt x="625" y="8276"/>
                  </a:lnTo>
                  <a:lnTo>
                    <a:pt x="625" y="8276"/>
                  </a:lnTo>
                  <a:lnTo>
                    <a:pt x="437" y="8900"/>
                  </a:lnTo>
                  <a:lnTo>
                    <a:pt x="281" y="9525"/>
                  </a:lnTo>
                  <a:lnTo>
                    <a:pt x="156" y="10118"/>
                  </a:lnTo>
                  <a:lnTo>
                    <a:pt x="63" y="10743"/>
                  </a:lnTo>
                  <a:lnTo>
                    <a:pt x="31" y="11336"/>
                  </a:lnTo>
                  <a:lnTo>
                    <a:pt x="0" y="11930"/>
                  </a:lnTo>
                  <a:lnTo>
                    <a:pt x="0" y="12492"/>
                  </a:lnTo>
                  <a:lnTo>
                    <a:pt x="31" y="13054"/>
                  </a:lnTo>
                  <a:lnTo>
                    <a:pt x="94" y="13616"/>
                  </a:lnTo>
                  <a:lnTo>
                    <a:pt x="187" y="14147"/>
                  </a:lnTo>
                  <a:lnTo>
                    <a:pt x="281" y="14678"/>
                  </a:lnTo>
                  <a:lnTo>
                    <a:pt x="406" y="15209"/>
                  </a:lnTo>
                  <a:lnTo>
                    <a:pt x="687" y="16177"/>
                  </a:lnTo>
                  <a:lnTo>
                    <a:pt x="999" y="17083"/>
                  </a:lnTo>
                  <a:lnTo>
                    <a:pt x="1374" y="17926"/>
                  </a:lnTo>
                  <a:lnTo>
                    <a:pt x="1718" y="18675"/>
                  </a:lnTo>
                  <a:lnTo>
                    <a:pt x="2092" y="19331"/>
                  </a:lnTo>
                  <a:lnTo>
                    <a:pt x="2405" y="19893"/>
                  </a:lnTo>
                  <a:lnTo>
                    <a:pt x="2936" y="20643"/>
                  </a:lnTo>
                  <a:lnTo>
                    <a:pt x="3123" y="209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3" name="Google Shape;3663;p61"/>
            <p:cNvSpPr/>
            <p:nvPr/>
          </p:nvSpPr>
          <p:spPr>
            <a:xfrm>
              <a:off x="4905375" y="2142325"/>
              <a:ext cx="172550" cy="201450"/>
            </a:xfrm>
            <a:custGeom>
              <a:avLst/>
              <a:gdLst/>
              <a:ahLst/>
              <a:cxnLst/>
              <a:rect l="l" t="t" r="r" b="b"/>
              <a:pathLst>
                <a:path w="6902" h="8058" extrusionOk="0">
                  <a:moveTo>
                    <a:pt x="1093" y="0"/>
                  </a:moveTo>
                  <a:lnTo>
                    <a:pt x="906" y="63"/>
                  </a:lnTo>
                  <a:lnTo>
                    <a:pt x="750" y="125"/>
                  </a:lnTo>
                  <a:lnTo>
                    <a:pt x="562" y="219"/>
                  </a:lnTo>
                  <a:lnTo>
                    <a:pt x="406" y="375"/>
                  </a:lnTo>
                  <a:lnTo>
                    <a:pt x="281" y="531"/>
                  </a:lnTo>
                  <a:lnTo>
                    <a:pt x="187" y="687"/>
                  </a:lnTo>
                  <a:lnTo>
                    <a:pt x="94" y="906"/>
                  </a:lnTo>
                  <a:lnTo>
                    <a:pt x="62" y="1125"/>
                  </a:lnTo>
                  <a:lnTo>
                    <a:pt x="31" y="1374"/>
                  </a:lnTo>
                  <a:lnTo>
                    <a:pt x="0" y="1624"/>
                  </a:lnTo>
                  <a:lnTo>
                    <a:pt x="31" y="1874"/>
                  </a:lnTo>
                  <a:lnTo>
                    <a:pt x="94" y="2468"/>
                  </a:lnTo>
                  <a:lnTo>
                    <a:pt x="250" y="3061"/>
                  </a:lnTo>
                  <a:lnTo>
                    <a:pt x="468" y="3685"/>
                  </a:lnTo>
                  <a:lnTo>
                    <a:pt x="750" y="4341"/>
                  </a:lnTo>
                  <a:lnTo>
                    <a:pt x="1062" y="4966"/>
                  </a:lnTo>
                  <a:lnTo>
                    <a:pt x="1405" y="5559"/>
                  </a:lnTo>
                  <a:lnTo>
                    <a:pt x="1811" y="6153"/>
                  </a:lnTo>
                  <a:lnTo>
                    <a:pt x="2217" y="6652"/>
                  </a:lnTo>
                  <a:lnTo>
                    <a:pt x="2655" y="7121"/>
                  </a:lnTo>
                  <a:lnTo>
                    <a:pt x="3092" y="7495"/>
                  </a:lnTo>
                  <a:lnTo>
                    <a:pt x="3342" y="7652"/>
                  </a:lnTo>
                  <a:lnTo>
                    <a:pt x="3560" y="7777"/>
                  </a:lnTo>
                  <a:lnTo>
                    <a:pt x="3779" y="7870"/>
                  </a:lnTo>
                  <a:lnTo>
                    <a:pt x="3997" y="7933"/>
                  </a:lnTo>
                  <a:lnTo>
                    <a:pt x="4216" y="7995"/>
                  </a:lnTo>
                  <a:lnTo>
                    <a:pt x="4435" y="8026"/>
                  </a:lnTo>
                  <a:lnTo>
                    <a:pt x="4684" y="8058"/>
                  </a:lnTo>
                  <a:lnTo>
                    <a:pt x="4903" y="8026"/>
                  </a:lnTo>
                  <a:lnTo>
                    <a:pt x="5122" y="7995"/>
                  </a:lnTo>
                  <a:lnTo>
                    <a:pt x="5340" y="7964"/>
                  </a:lnTo>
                  <a:lnTo>
                    <a:pt x="5559" y="7870"/>
                  </a:lnTo>
                  <a:lnTo>
                    <a:pt x="5746" y="7808"/>
                  </a:lnTo>
                  <a:lnTo>
                    <a:pt x="5934" y="7683"/>
                  </a:lnTo>
                  <a:lnTo>
                    <a:pt x="6121" y="7558"/>
                  </a:lnTo>
                  <a:lnTo>
                    <a:pt x="6277" y="7402"/>
                  </a:lnTo>
                  <a:lnTo>
                    <a:pt x="6433" y="7246"/>
                  </a:lnTo>
                  <a:lnTo>
                    <a:pt x="6589" y="7089"/>
                  </a:lnTo>
                  <a:lnTo>
                    <a:pt x="6683" y="6871"/>
                  </a:lnTo>
                  <a:lnTo>
                    <a:pt x="6808" y="6683"/>
                  </a:lnTo>
                  <a:lnTo>
                    <a:pt x="6870" y="6465"/>
                  </a:lnTo>
                  <a:lnTo>
                    <a:pt x="6902" y="6371"/>
                  </a:lnTo>
                  <a:lnTo>
                    <a:pt x="5777" y="2842"/>
                  </a:lnTo>
                  <a:lnTo>
                    <a:pt x="5621" y="2686"/>
                  </a:lnTo>
                  <a:lnTo>
                    <a:pt x="5215" y="2280"/>
                  </a:lnTo>
                  <a:lnTo>
                    <a:pt x="4591" y="1687"/>
                  </a:lnTo>
                  <a:lnTo>
                    <a:pt x="4216" y="1374"/>
                  </a:lnTo>
                  <a:lnTo>
                    <a:pt x="3841" y="1062"/>
                  </a:lnTo>
                  <a:lnTo>
                    <a:pt x="3435" y="781"/>
                  </a:lnTo>
                  <a:lnTo>
                    <a:pt x="2998" y="500"/>
                  </a:lnTo>
                  <a:lnTo>
                    <a:pt x="2561" y="281"/>
                  </a:lnTo>
                  <a:lnTo>
                    <a:pt x="2124" y="125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4" name="Google Shape;3664;p61"/>
            <p:cNvSpPr/>
            <p:nvPr/>
          </p:nvSpPr>
          <p:spPr>
            <a:xfrm>
              <a:off x="4905375" y="2142325"/>
              <a:ext cx="172550" cy="201450"/>
            </a:xfrm>
            <a:custGeom>
              <a:avLst/>
              <a:gdLst/>
              <a:ahLst/>
              <a:cxnLst/>
              <a:rect l="l" t="t" r="r" b="b"/>
              <a:pathLst>
                <a:path w="6902" h="8058" fill="none" extrusionOk="0">
                  <a:moveTo>
                    <a:pt x="5777" y="2842"/>
                  </a:moveTo>
                  <a:lnTo>
                    <a:pt x="5777" y="2842"/>
                  </a:lnTo>
                  <a:lnTo>
                    <a:pt x="5621" y="2686"/>
                  </a:lnTo>
                  <a:lnTo>
                    <a:pt x="5215" y="2280"/>
                  </a:lnTo>
                  <a:lnTo>
                    <a:pt x="4591" y="1687"/>
                  </a:lnTo>
                  <a:lnTo>
                    <a:pt x="4216" y="1374"/>
                  </a:lnTo>
                  <a:lnTo>
                    <a:pt x="3841" y="1062"/>
                  </a:lnTo>
                  <a:lnTo>
                    <a:pt x="3435" y="781"/>
                  </a:lnTo>
                  <a:lnTo>
                    <a:pt x="2998" y="500"/>
                  </a:lnTo>
                  <a:lnTo>
                    <a:pt x="2561" y="281"/>
                  </a:lnTo>
                  <a:lnTo>
                    <a:pt x="2124" y="125"/>
                  </a:lnTo>
                  <a:lnTo>
                    <a:pt x="1718" y="0"/>
                  </a:lnTo>
                  <a:lnTo>
                    <a:pt x="1499" y="0"/>
                  </a:lnTo>
                  <a:lnTo>
                    <a:pt x="1312" y="0"/>
                  </a:lnTo>
                  <a:lnTo>
                    <a:pt x="1093" y="0"/>
                  </a:lnTo>
                  <a:lnTo>
                    <a:pt x="906" y="63"/>
                  </a:lnTo>
                  <a:lnTo>
                    <a:pt x="750" y="125"/>
                  </a:lnTo>
                  <a:lnTo>
                    <a:pt x="562" y="219"/>
                  </a:lnTo>
                  <a:lnTo>
                    <a:pt x="562" y="219"/>
                  </a:lnTo>
                  <a:lnTo>
                    <a:pt x="406" y="375"/>
                  </a:lnTo>
                  <a:lnTo>
                    <a:pt x="281" y="531"/>
                  </a:lnTo>
                  <a:lnTo>
                    <a:pt x="187" y="687"/>
                  </a:lnTo>
                  <a:lnTo>
                    <a:pt x="94" y="906"/>
                  </a:lnTo>
                  <a:lnTo>
                    <a:pt x="62" y="1125"/>
                  </a:lnTo>
                  <a:lnTo>
                    <a:pt x="31" y="1374"/>
                  </a:lnTo>
                  <a:lnTo>
                    <a:pt x="0" y="1624"/>
                  </a:lnTo>
                  <a:lnTo>
                    <a:pt x="31" y="1874"/>
                  </a:lnTo>
                  <a:lnTo>
                    <a:pt x="94" y="2468"/>
                  </a:lnTo>
                  <a:lnTo>
                    <a:pt x="250" y="3061"/>
                  </a:lnTo>
                  <a:lnTo>
                    <a:pt x="468" y="3685"/>
                  </a:lnTo>
                  <a:lnTo>
                    <a:pt x="750" y="4341"/>
                  </a:lnTo>
                  <a:lnTo>
                    <a:pt x="1062" y="4966"/>
                  </a:lnTo>
                  <a:lnTo>
                    <a:pt x="1405" y="5559"/>
                  </a:lnTo>
                  <a:lnTo>
                    <a:pt x="1811" y="6153"/>
                  </a:lnTo>
                  <a:lnTo>
                    <a:pt x="2217" y="6652"/>
                  </a:lnTo>
                  <a:lnTo>
                    <a:pt x="2655" y="7121"/>
                  </a:lnTo>
                  <a:lnTo>
                    <a:pt x="3092" y="7495"/>
                  </a:lnTo>
                  <a:lnTo>
                    <a:pt x="3342" y="7652"/>
                  </a:lnTo>
                  <a:lnTo>
                    <a:pt x="3560" y="7777"/>
                  </a:lnTo>
                  <a:lnTo>
                    <a:pt x="3779" y="7870"/>
                  </a:lnTo>
                  <a:lnTo>
                    <a:pt x="3997" y="7933"/>
                  </a:lnTo>
                  <a:lnTo>
                    <a:pt x="3997" y="7933"/>
                  </a:lnTo>
                  <a:lnTo>
                    <a:pt x="4216" y="7995"/>
                  </a:lnTo>
                  <a:lnTo>
                    <a:pt x="4435" y="8026"/>
                  </a:lnTo>
                  <a:lnTo>
                    <a:pt x="4684" y="8058"/>
                  </a:lnTo>
                  <a:lnTo>
                    <a:pt x="4903" y="8026"/>
                  </a:lnTo>
                  <a:lnTo>
                    <a:pt x="5122" y="7995"/>
                  </a:lnTo>
                  <a:lnTo>
                    <a:pt x="5340" y="7964"/>
                  </a:lnTo>
                  <a:lnTo>
                    <a:pt x="5559" y="7870"/>
                  </a:lnTo>
                  <a:lnTo>
                    <a:pt x="5746" y="7808"/>
                  </a:lnTo>
                  <a:lnTo>
                    <a:pt x="5934" y="7683"/>
                  </a:lnTo>
                  <a:lnTo>
                    <a:pt x="6121" y="7558"/>
                  </a:lnTo>
                  <a:lnTo>
                    <a:pt x="6277" y="7402"/>
                  </a:lnTo>
                  <a:lnTo>
                    <a:pt x="6433" y="7246"/>
                  </a:lnTo>
                  <a:lnTo>
                    <a:pt x="6589" y="7089"/>
                  </a:lnTo>
                  <a:lnTo>
                    <a:pt x="6683" y="6871"/>
                  </a:lnTo>
                  <a:lnTo>
                    <a:pt x="6808" y="6683"/>
                  </a:lnTo>
                  <a:lnTo>
                    <a:pt x="6870" y="6465"/>
                  </a:lnTo>
                  <a:lnTo>
                    <a:pt x="6870" y="6465"/>
                  </a:lnTo>
                  <a:lnTo>
                    <a:pt x="6902" y="6371"/>
                  </a:lnTo>
                  <a:lnTo>
                    <a:pt x="5777" y="28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5" name="Google Shape;3665;p61"/>
            <p:cNvSpPr/>
            <p:nvPr/>
          </p:nvSpPr>
          <p:spPr>
            <a:xfrm>
              <a:off x="4940500" y="2189950"/>
              <a:ext cx="107750" cy="120250"/>
            </a:xfrm>
            <a:custGeom>
              <a:avLst/>
              <a:gdLst/>
              <a:ahLst/>
              <a:cxnLst/>
              <a:rect l="l" t="t" r="r" b="b"/>
              <a:pathLst>
                <a:path w="4310" h="4810" extrusionOk="0">
                  <a:moveTo>
                    <a:pt x="32" y="0"/>
                  </a:moveTo>
                  <a:lnTo>
                    <a:pt x="0" y="32"/>
                  </a:lnTo>
                  <a:lnTo>
                    <a:pt x="32" y="32"/>
                  </a:lnTo>
                  <a:lnTo>
                    <a:pt x="344" y="125"/>
                  </a:lnTo>
                  <a:lnTo>
                    <a:pt x="625" y="250"/>
                  </a:lnTo>
                  <a:lnTo>
                    <a:pt x="875" y="375"/>
                  </a:lnTo>
                  <a:lnTo>
                    <a:pt x="1156" y="531"/>
                  </a:lnTo>
                  <a:lnTo>
                    <a:pt x="1406" y="719"/>
                  </a:lnTo>
                  <a:lnTo>
                    <a:pt x="1624" y="906"/>
                  </a:lnTo>
                  <a:lnTo>
                    <a:pt x="2061" y="1312"/>
                  </a:lnTo>
                  <a:lnTo>
                    <a:pt x="2436" y="1780"/>
                  </a:lnTo>
                  <a:lnTo>
                    <a:pt x="2811" y="2249"/>
                  </a:lnTo>
                  <a:lnTo>
                    <a:pt x="3123" y="2780"/>
                  </a:lnTo>
                  <a:lnTo>
                    <a:pt x="3404" y="3311"/>
                  </a:lnTo>
                  <a:lnTo>
                    <a:pt x="3217" y="3123"/>
                  </a:lnTo>
                  <a:lnTo>
                    <a:pt x="2998" y="2998"/>
                  </a:lnTo>
                  <a:lnTo>
                    <a:pt x="2749" y="2873"/>
                  </a:lnTo>
                  <a:lnTo>
                    <a:pt x="2530" y="2811"/>
                  </a:lnTo>
                  <a:lnTo>
                    <a:pt x="2280" y="2811"/>
                  </a:lnTo>
                  <a:lnTo>
                    <a:pt x="2030" y="2873"/>
                  </a:lnTo>
                  <a:lnTo>
                    <a:pt x="1749" y="2998"/>
                  </a:lnTo>
                  <a:lnTo>
                    <a:pt x="1499" y="3186"/>
                  </a:lnTo>
                  <a:lnTo>
                    <a:pt x="1468" y="3217"/>
                  </a:lnTo>
                  <a:lnTo>
                    <a:pt x="1468" y="3248"/>
                  </a:lnTo>
                  <a:lnTo>
                    <a:pt x="1499" y="3279"/>
                  </a:lnTo>
                  <a:lnTo>
                    <a:pt x="1531" y="3279"/>
                  </a:lnTo>
                  <a:lnTo>
                    <a:pt x="1749" y="3186"/>
                  </a:lnTo>
                  <a:lnTo>
                    <a:pt x="1968" y="3155"/>
                  </a:lnTo>
                  <a:lnTo>
                    <a:pt x="2186" y="3155"/>
                  </a:lnTo>
                  <a:lnTo>
                    <a:pt x="2405" y="3186"/>
                  </a:lnTo>
                  <a:lnTo>
                    <a:pt x="2592" y="3217"/>
                  </a:lnTo>
                  <a:lnTo>
                    <a:pt x="2780" y="3311"/>
                  </a:lnTo>
                  <a:lnTo>
                    <a:pt x="2967" y="3436"/>
                  </a:lnTo>
                  <a:lnTo>
                    <a:pt x="3155" y="3592"/>
                  </a:lnTo>
                  <a:lnTo>
                    <a:pt x="3373" y="3842"/>
                  </a:lnTo>
                  <a:lnTo>
                    <a:pt x="3623" y="4154"/>
                  </a:lnTo>
                  <a:lnTo>
                    <a:pt x="3842" y="4435"/>
                  </a:lnTo>
                  <a:lnTo>
                    <a:pt x="4029" y="4747"/>
                  </a:lnTo>
                  <a:lnTo>
                    <a:pt x="4060" y="4778"/>
                  </a:lnTo>
                  <a:lnTo>
                    <a:pt x="4123" y="4810"/>
                  </a:lnTo>
                  <a:lnTo>
                    <a:pt x="4216" y="4778"/>
                  </a:lnTo>
                  <a:lnTo>
                    <a:pt x="4279" y="4716"/>
                  </a:lnTo>
                  <a:lnTo>
                    <a:pt x="4310" y="4685"/>
                  </a:lnTo>
                  <a:lnTo>
                    <a:pt x="4279" y="4622"/>
                  </a:lnTo>
                  <a:lnTo>
                    <a:pt x="4279" y="4591"/>
                  </a:lnTo>
                  <a:lnTo>
                    <a:pt x="4216" y="4216"/>
                  </a:lnTo>
                  <a:lnTo>
                    <a:pt x="4123" y="3810"/>
                  </a:lnTo>
                  <a:lnTo>
                    <a:pt x="3998" y="3404"/>
                  </a:lnTo>
                  <a:lnTo>
                    <a:pt x="3842" y="3030"/>
                  </a:lnTo>
                  <a:lnTo>
                    <a:pt x="3654" y="2624"/>
                  </a:lnTo>
                  <a:lnTo>
                    <a:pt x="3404" y="2249"/>
                  </a:lnTo>
                  <a:lnTo>
                    <a:pt x="3155" y="1874"/>
                  </a:lnTo>
                  <a:lnTo>
                    <a:pt x="2905" y="1531"/>
                  </a:lnTo>
                  <a:lnTo>
                    <a:pt x="2592" y="1187"/>
                  </a:lnTo>
                  <a:lnTo>
                    <a:pt x="2280" y="906"/>
                  </a:lnTo>
                  <a:lnTo>
                    <a:pt x="1937" y="625"/>
                  </a:lnTo>
                  <a:lnTo>
                    <a:pt x="1593" y="406"/>
                  </a:lnTo>
                  <a:lnTo>
                    <a:pt x="1218" y="219"/>
                  </a:lnTo>
                  <a:lnTo>
                    <a:pt x="812" y="9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6" name="Google Shape;3666;p61"/>
            <p:cNvSpPr/>
            <p:nvPr/>
          </p:nvSpPr>
          <p:spPr>
            <a:xfrm>
              <a:off x="5242650" y="2180575"/>
              <a:ext cx="11725" cy="11750"/>
            </a:xfrm>
            <a:custGeom>
              <a:avLst/>
              <a:gdLst/>
              <a:ahLst/>
              <a:cxnLst/>
              <a:rect l="l" t="t" r="r" b="b"/>
              <a:pathLst>
                <a:path w="469" h="470" extrusionOk="0">
                  <a:moveTo>
                    <a:pt x="219" y="1"/>
                  </a:moveTo>
                  <a:lnTo>
                    <a:pt x="156" y="32"/>
                  </a:lnTo>
                  <a:lnTo>
                    <a:pt x="63" y="94"/>
                  </a:lnTo>
                  <a:lnTo>
                    <a:pt x="31" y="157"/>
                  </a:lnTo>
                  <a:lnTo>
                    <a:pt x="0" y="250"/>
                  </a:lnTo>
                  <a:lnTo>
                    <a:pt x="31" y="344"/>
                  </a:lnTo>
                  <a:lnTo>
                    <a:pt x="63" y="407"/>
                  </a:lnTo>
                  <a:lnTo>
                    <a:pt x="156" y="469"/>
                  </a:lnTo>
                  <a:lnTo>
                    <a:pt x="312" y="469"/>
                  </a:lnTo>
                  <a:lnTo>
                    <a:pt x="406" y="407"/>
                  </a:lnTo>
                  <a:lnTo>
                    <a:pt x="437" y="344"/>
                  </a:lnTo>
                  <a:lnTo>
                    <a:pt x="469" y="250"/>
                  </a:lnTo>
                  <a:lnTo>
                    <a:pt x="437" y="157"/>
                  </a:lnTo>
                  <a:lnTo>
                    <a:pt x="406" y="94"/>
                  </a:lnTo>
                  <a:lnTo>
                    <a:pt x="312" y="32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7" name="Google Shape;3667;p61"/>
            <p:cNvSpPr/>
            <p:nvPr/>
          </p:nvSpPr>
          <p:spPr>
            <a:xfrm>
              <a:off x="5242650" y="2180575"/>
              <a:ext cx="11725" cy="11750"/>
            </a:xfrm>
            <a:custGeom>
              <a:avLst/>
              <a:gdLst/>
              <a:ahLst/>
              <a:cxnLst/>
              <a:rect l="l" t="t" r="r" b="b"/>
              <a:pathLst>
                <a:path w="469" h="470" fill="none" extrusionOk="0">
                  <a:moveTo>
                    <a:pt x="219" y="1"/>
                  </a:moveTo>
                  <a:lnTo>
                    <a:pt x="219" y="1"/>
                  </a:lnTo>
                  <a:lnTo>
                    <a:pt x="156" y="32"/>
                  </a:lnTo>
                  <a:lnTo>
                    <a:pt x="63" y="94"/>
                  </a:lnTo>
                  <a:lnTo>
                    <a:pt x="31" y="157"/>
                  </a:lnTo>
                  <a:lnTo>
                    <a:pt x="0" y="250"/>
                  </a:lnTo>
                  <a:lnTo>
                    <a:pt x="0" y="250"/>
                  </a:lnTo>
                  <a:lnTo>
                    <a:pt x="31" y="344"/>
                  </a:lnTo>
                  <a:lnTo>
                    <a:pt x="63" y="407"/>
                  </a:lnTo>
                  <a:lnTo>
                    <a:pt x="156" y="469"/>
                  </a:lnTo>
                  <a:lnTo>
                    <a:pt x="219" y="469"/>
                  </a:lnTo>
                  <a:lnTo>
                    <a:pt x="219" y="469"/>
                  </a:lnTo>
                  <a:lnTo>
                    <a:pt x="312" y="469"/>
                  </a:lnTo>
                  <a:lnTo>
                    <a:pt x="406" y="407"/>
                  </a:lnTo>
                  <a:lnTo>
                    <a:pt x="437" y="344"/>
                  </a:lnTo>
                  <a:lnTo>
                    <a:pt x="469" y="250"/>
                  </a:lnTo>
                  <a:lnTo>
                    <a:pt x="469" y="250"/>
                  </a:lnTo>
                  <a:lnTo>
                    <a:pt x="437" y="157"/>
                  </a:lnTo>
                  <a:lnTo>
                    <a:pt x="406" y="94"/>
                  </a:lnTo>
                  <a:lnTo>
                    <a:pt x="312" y="32"/>
                  </a:lnTo>
                  <a:lnTo>
                    <a:pt x="21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8" name="Google Shape;3668;p61"/>
            <p:cNvSpPr/>
            <p:nvPr/>
          </p:nvSpPr>
          <p:spPr>
            <a:xfrm>
              <a:off x="5228600" y="2218050"/>
              <a:ext cx="10950" cy="11750"/>
            </a:xfrm>
            <a:custGeom>
              <a:avLst/>
              <a:gdLst/>
              <a:ahLst/>
              <a:cxnLst/>
              <a:rect l="l" t="t" r="r" b="b"/>
              <a:pathLst>
                <a:path w="438" h="470" extrusionOk="0">
                  <a:moveTo>
                    <a:pt x="219" y="1"/>
                  </a:moveTo>
                  <a:lnTo>
                    <a:pt x="125" y="32"/>
                  </a:lnTo>
                  <a:lnTo>
                    <a:pt x="62" y="63"/>
                  </a:lnTo>
                  <a:lnTo>
                    <a:pt x="0" y="157"/>
                  </a:lnTo>
                  <a:lnTo>
                    <a:pt x="0" y="250"/>
                  </a:lnTo>
                  <a:lnTo>
                    <a:pt x="0" y="344"/>
                  </a:lnTo>
                  <a:lnTo>
                    <a:pt x="62" y="407"/>
                  </a:lnTo>
                  <a:lnTo>
                    <a:pt x="125" y="438"/>
                  </a:lnTo>
                  <a:lnTo>
                    <a:pt x="219" y="469"/>
                  </a:lnTo>
                  <a:lnTo>
                    <a:pt x="312" y="438"/>
                  </a:lnTo>
                  <a:lnTo>
                    <a:pt x="375" y="407"/>
                  </a:lnTo>
                  <a:lnTo>
                    <a:pt x="437" y="313"/>
                  </a:lnTo>
                  <a:lnTo>
                    <a:pt x="437" y="219"/>
                  </a:lnTo>
                  <a:lnTo>
                    <a:pt x="437" y="157"/>
                  </a:lnTo>
                  <a:lnTo>
                    <a:pt x="375" y="63"/>
                  </a:lnTo>
                  <a:lnTo>
                    <a:pt x="312" y="32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9" name="Google Shape;3669;p61"/>
            <p:cNvSpPr/>
            <p:nvPr/>
          </p:nvSpPr>
          <p:spPr>
            <a:xfrm>
              <a:off x="5228600" y="2218050"/>
              <a:ext cx="10950" cy="11750"/>
            </a:xfrm>
            <a:custGeom>
              <a:avLst/>
              <a:gdLst/>
              <a:ahLst/>
              <a:cxnLst/>
              <a:rect l="l" t="t" r="r" b="b"/>
              <a:pathLst>
                <a:path w="438" h="470" fill="none" extrusionOk="0">
                  <a:moveTo>
                    <a:pt x="219" y="1"/>
                  </a:moveTo>
                  <a:lnTo>
                    <a:pt x="219" y="1"/>
                  </a:lnTo>
                  <a:lnTo>
                    <a:pt x="219" y="1"/>
                  </a:lnTo>
                  <a:lnTo>
                    <a:pt x="125" y="32"/>
                  </a:lnTo>
                  <a:lnTo>
                    <a:pt x="62" y="63"/>
                  </a:lnTo>
                  <a:lnTo>
                    <a:pt x="0" y="157"/>
                  </a:lnTo>
                  <a:lnTo>
                    <a:pt x="0" y="250"/>
                  </a:lnTo>
                  <a:lnTo>
                    <a:pt x="0" y="250"/>
                  </a:lnTo>
                  <a:lnTo>
                    <a:pt x="0" y="344"/>
                  </a:lnTo>
                  <a:lnTo>
                    <a:pt x="62" y="407"/>
                  </a:lnTo>
                  <a:lnTo>
                    <a:pt x="125" y="438"/>
                  </a:lnTo>
                  <a:lnTo>
                    <a:pt x="219" y="469"/>
                  </a:lnTo>
                  <a:lnTo>
                    <a:pt x="219" y="469"/>
                  </a:lnTo>
                  <a:lnTo>
                    <a:pt x="219" y="469"/>
                  </a:lnTo>
                  <a:lnTo>
                    <a:pt x="219" y="469"/>
                  </a:lnTo>
                  <a:lnTo>
                    <a:pt x="312" y="438"/>
                  </a:lnTo>
                  <a:lnTo>
                    <a:pt x="375" y="407"/>
                  </a:lnTo>
                  <a:lnTo>
                    <a:pt x="437" y="313"/>
                  </a:lnTo>
                  <a:lnTo>
                    <a:pt x="437" y="219"/>
                  </a:lnTo>
                  <a:lnTo>
                    <a:pt x="437" y="219"/>
                  </a:lnTo>
                  <a:lnTo>
                    <a:pt x="437" y="157"/>
                  </a:lnTo>
                  <a:lnTo>
                    <a:pt x="375" y="63"/>
                  </a:lnTo>
                  <a:lnTo>
                    <a:pt x="312" y="32"/>
                  </a:lnTo>
                  <a:lnTo>
                    <a:pt x="21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0" name="Google Shape;3670;p61"/>
            <p:cNvSpPr/>
            <p:nvPr/>
          </p:nvSpPr>
          <p:spPr>
            <a:xfrm>
              <a:off x="5301200" y="2235225"/>
              <a:ext cx="11725" cy="11750"/>
            </a:xfrm>
            <a:custGeom>
              <a:avLst/>
              <a:gdLst/>
              <a:ahLst/>
              <a:cxnLst/>
              <a:rect l="l" t="t" r="r" b="b"/>
              <a:pathLst>
                <a:path w="469" h="470" extrusionOk="0">
                  <a:moveTo>
                    <a:pt x="219" y="1"/>
                  </a:moveTo>
                  <a:lnTo>
                    <a:pt x="125" y="32"/>
                  </a:lnTo>
                  <a:lnTo>
                    <a:pt x="63" y="63"/>
                  </a:lnTo>
                  <a:lnTo>
                    <a:pt x="0" y="157"/>
                  </a:lnTo>
                  <a:lnTo>
                    <a:pt x="0" y="251"/>
                  </a:lnTo>
                  <a:lnTo>
                    <a:pt x="0" y="313"/>
                  </a:lnTo>
                  <a:lnTo>
                    <a:pt x="63" y="407"/>
                  </a:lnTo>
                  <a:lnTo>
                    <a:pt x="125" y="438"/>
                  </a:lnTo>
                  <a:lnTo>
                    <a:pt x="219" y="469"/>
                  </a:lnTo>
                  <a:lnTo>
                    <a:pt x="313" y="438"/>
                  </a:lnTo>
                  <a:lnTo>
                    <a:pt x="406" y="407"/>
                  </a:lnTo>
                  <a:lnTo>
                    <a:pt x="438" y="313"/>
                  </a:lnTo>
                  <a:lnTo>
                    <a:pt x="469" y="251"/>
                  </a:lnTo>
                  <a:lnTo>
                    <a:pt x="469" y="219"/>
                  </a:lnTo>
                  <a:lnTo>
                    <a:pt x="438" y="157"/>
                  </a:lnTo>
                  <a:lnTo>
                    <a:pt x="406" y="63"/>
                  </a:lnTo>
                  <a:lnTo>
                    <a:pt x="313" y="32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1" name="Google Shape;3671;p61"/>
            <p:cNvSpPr/>
            <p:nvPr/>
          </p:nvSpPr>
          <p:spPr>
            <a:xfrm>
              <a:off x="5301200" y="2235225"/>
              <a:ext cx="11725" cy="11750"/>
            </a:xfrm>
            <a:custGeom>
              <a:avLst/>
              <a:gdLst/>
              <a:ahLst/>
              <a:cxnLst/>
              <a:rect l="l" t="t" r="r" b="b"/>
              <a:pathLst>
                <a:path w="469" h="470" fill="none" extrusionOk="0">
                  <a:moveTo>
                    <a:pt x="219" y="1"/>
                  </a:moveTo>
                  <a:lnTo>
                    <a:pt x="219" y="1"/>
                  </a:lnTo>
                  <a:lnTo>
                    <a:pt x="125" y="32"/>
                  </a:lnTo>
                  <a:lnTo>
                    <a:pt x="63" y="63"/>
                  </a:lnTo>
                  <a:lnTo>
                    <a:pt x="0" y="157"/>
                  </a:lnTo>
                  <a:lnTo>
                    <a:pt x="0" y="251"/>
                  </a:lnTo>
                  <a:lnTo>
                    <a:pt x="0" y="251"/>
                  </a:lnTo>
                  <a:lnTo>
                    <a:pt x="0" y="313"/>
                  </a:lnTo>
                  <a:lnTo>
                    <a:pt x="63" y="407"/>
                  </a:lnTo>
                  <a:lnTo>
                    <a:pt x="125" y="438"/>
                  </a:lnTo>
                  <a:lnTo>
                    <a:pt x="219" y="469"/>
                  </a:lnTo>
                  <a:lnTo>
                    <a:pt x="219" y="469"/>
                  </a:lnTo>
                  <a:lnTo>
                    <a:pt x="313" y="438"/>
                  </a:lnTo>
                  <a:lnTo>
                    <a:pt x="406" y="407"/>
                  </a:lnTo>
                  <a:lnTo>
                    <a:pt x="438" y="313"/>
                  </a:lnTo>
                  <a:lnTo>
                    <a:pt x="469" y="251"/>
                  </a:lnTo>
                  <a:lnTo>
                    <a:pt x="469" y="219"/>
                  </a:lnTo>
                  <a:lnTo>
                    <a:pt x="469" y="219"/>
                  </a:lnTo>
                  <a:lnTo>
                    <a:pt x="438" y="157"/>
                  </a:lnTo>
                  <a:lnTo>
                    <a:pt x="406" y="63"/>
                  </a:lnTo>
                  <a:lnTo>
                    <a:pt x="313" y="32"/>
                  </a:lnTo>
                  <a:lnTo>
                    <a:pt x="219" y="1"/>
                  </a:lnTo>
                  <a:lnTo>
                    <a:pt x="21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2" name="Google Shape;3672;p61"/>
            <p:cNvSpPr/>
            <p:nvPr/>
          </p:nvSpPr>
          <p:spPr>
            <a:xfrm>
              <a:off x="5545575" y="2154025"/>
              <a:ext cx="11725" cy="10975"/>
            </a:xfrm>
            <a:custGeom>
              <a:avLst/>
              <a:gdLst/>
              <a:ahLst/>
              <a:cxnLst/>
              <a:rect l="l" t="t" r="r" b="b"/>
              <a:pathLst>
                <a:path w="469" h="439" extrusionOk="0">
                  <a:moveTo>
                    <a:pt x="125" y="1"/>
                  </a:moveTo>
                  <a:lnTo>
                    <a:pt x="63" y="63"/>
                  </a:lnTo>
                  <a:lnTo>
                    <a:pt x="0" y="126"/>
                  </a:lnTo>
                  <a:lnTo>
                    <a:pt x="0" y="219"/>
                  </a:lnTo>
                  <a:lnTo>
                    <a:pt x="0" y="313"/>
                  </a:lnTo>
                  <a:lnTo>
                    <a:pt x="63" y="376"/>
                  </a:lnTo>
                  <a:lnTo>
                    <a:pt x="125" y="438"/>
                  </a:lnTo>
                  <a:lnTo>
                    <a:pt x="312" y="438"/>
                  </a:lnTo>
                  <a:lnTo>
                    <a:pt x="406" y="376"/>
                  </a:lnTo>
                  <a:lnTo>
                    <a:pt x="437" y="313"/>
                  </a:lnTo>
                  <a:lnTo>
                    <a:pt x="469" y="219"/>
                  </a:lnTo>
                  <a:lnTo>
                    <a:pt x="437" y="126"/>
                  </a:lnTo>
                  <a:lnTo>
                    <a:pt x="406" y="63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3" name="Google Shape;3673;p61"/>
            <p:cNvSpPr/>
            <p:nvPr/>
          </p:nvSpPr>
          <p:spPr>
            <a:xfrm>
              <a:off x="5545575" y="2154025"/>
              <a:ext cx="11725" cy="10975"/>
            </a:xfrm>
            <a:custGeom>
              <a:avLst/>
              <a:gdLst/>
              <a:ahLst/>
              <a:cxnLst/>
              <a:rect l="l" t="t" r="r" b="b"/>
              <a:pathLst>
                <a:path w="469" h="439" fill="none" extrusionOk="0">
                  <a:moveTo>
                    <a:pt x="219" y="1"/>
                  </a:moveTo>
                  <a:lnTo>
                    <a:pt x="219" y="1"/>
                  </a:lnTo>
                  <a:lnTo>
                    <a:pt x="219" y="1"/>
                  </a:lnTo>
                  <a:lnTo>
                    <a:pt x="125" y="1"/>
                  </a:lnTo>
                  <a:lnTo>
                    <a:pt x="63" y="63"/>
                  </a:lnTo>
                  <a:lnTo>
                    <a:pt x="0" y="126"/>
                  </a:lnTo>
                  <a:lnTo>
                    <a:pt x="0" y="219"/>
                  </a:lnTo>
                  <a:lnTo>
                    <a:pt x="0" y="219"/>
                  </a:lnTo>
                  <a:lnTo>
                    <a:pt x="0" y="313"/>
                  </a:lnTo>
                  <a:lnTo>
                    <a:pt x="63" y="376"/>
                  </a:lnTo>
                  <a:lnTo>
                    <a:pt x="125" y="438"/>
                  </a:lnTo>
                  <a:lnTo>
                    <a:pt x="219" y="438"/>
                  </a:lnTo>
                  <a:lnTo>
                    <a:pt x="219" y="438"/>
                  </a:lnTo>
                  <a:lnTo>
                    <a:pt x="219" y="438"/>
                  </a:lnTo>
                  <a:lnTo>
                    <a:pt x="219" y="438"/>
                  </a:lnTo>
                  <a:lnTo>
                    <a:pt x="312" y="438"/>
                  </a:lnTo>
                  <a:lnTo>
                    <a:pt x="406" y="376"/>
                  </a:lnTo>
                  <a:lnTo>
                    <a:pt x="437" y="313"/>
                  </a:lnTo>
                  <a:lnTo>
                    <a:pt x="469" y="219"/>
                  </a:lnTo>
                  <a:lnTo>
                    <a:pt x="469" y="219"/>
                  </a:lnTo>
                  <a:lnTo>
                    <a:pt x="437" y="126"/>
                  </a:lnTo>
                  <a:lnTo>
                    <a:pt x="406" y="63"/>
                  </a:lnTo>
                  <a:lnTo>
                    <a:pt x="312" y="1"/>
                  </a:lnTo>
                  <a:lnTo>
                    <a:pt x="21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4" name="Google Shape;3674;p61"/>
            <p:cNvSpPr/>
            <p:nvPr/>
          </p:nvSpPr>
          <p:spPr>
            <a:xfrm>
              <a:off x="5571325" y="2167300"/>
              <a:ext cx="13300" cy="11750"/>
            </a:xfrm>
            <a:custGeom>
              <a:avLst/>
              <a:gdLst/>
              <a:ahLst/>
              <a:cxnLst/>
              <a:rect l="l" t="t" r="r" b="b"/>
              <a:pathLst>
                <a:path w="532" h="470" extrusionOk="0">
                  <a:moveTo>
                    <a:pt x="219" y="1"/>
                  </a:moveTo>
                  <a:lnTo>
                    <a:pt x="157" y="32"/>
                  </a:lnTo>
                  <a:lnTo>
                    <a:pt x="63" y="63"/>
                  </a:lnTo>
                  <a:lnTo>
                    <a:pt x="32" y="126"/>
                  </a:lnTo>
                  <a:lnTo>
                    <a:pt x="1" y="219"/>
                  </a:lnTo>
                  <a:lnTo>
                    <a:pt x="1" y="313"/>
                  </a:lnTo>
                  <a:lnTo>
                    <a:pt x="32" y="375"/>
                  </a:lnTo>
                  <a:lnTo>
                    <a:pt x="94" y="438"/>
                  </a:lnTo>
                  <a:lnTo>
                    <a:pt x="157" y="469"/>
                  </a:lnTo>
                  <a:lnTo>
                    <a:pt x="282" y="469"/>
                  </a:lnTo>
                  <a:lnTo>
                    <a:pt x="376" y="438"/>
                  </a:lnTo>
                  <a:lnTo>
                    <a:pt x="438" y="407"/>
                  </a:lnTo>
                  <a:lnTo>
                    <a:pt x="500" y="313"/>
                  </a:lnTo>
                  <a:lnTo>
                    <a:pt x="532" y="251"/>
                  </a:lnTo>
                  <a:lnTo>
                    <a:pt x="500" y="157"/>
                  </a:lnTo>
                  <a:lnTo>
                    <a:pt x="438" y="94"/>
                  </a:lnTo>
                  <a:lnTo>
                    <a:pt x="376" y="32"/>
                  </a:lnTo>
                  <a:lnTo>
                    <a:pt x="282" y="32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5" name="Google Shape;3675;p61"/>
            <p:cNvSpPr/>
            <p:nvPr/>
          </p:nvSpPr>
          <p:spPr>
            <a:xfrm>
              <a:off x="5571325" y="2167300"/>
              <a:ext cx="13300" cy="11750"/>
            </a:xfrm>
            <a:custGeom>
              <a:avLst/>
              <a:gdLst/>
              <a:ahLst/>
              <a:cxnLst/>
              <a:rect l="l" t="t" r="r" b="b"/>
              <a:pathLst>
                <a:path w="532" h="470" fill="none" extrusionOk="0">
                  <a:moveTo>
                    <a:pt x="219" y="1"/>
                  </a:moveTo>
                  <a:lnTo>
                    <a:pt x="219" y="1"/>
                  </a:lnTo>
                  <a:lnTo>
                    <a:pt x="157" y="32"/>
                  </a:lnTo>
                  <a:lnTo>
                    <a:pt x="157" y="32"/>
                  </a:lnTo>
                  <a:lnTo>
                    <a:pt x="63" y="63"/>
                  </a:lnTo>
                  <a:lnTo>
                    <a:pt x="32" y="126"/>
                  </a:lnTo>
                  <a:lnTo>
                    <a:pt x="1" y="219"/>
                  </a:lnTo>
                  <a:lnTo>
                    <a:pt x="1" y="313"/>
                  </a:lnTo>
                  <a:lnTo>
                    <a:pt x="1" y="313"/>
                  </a:lnTo>
                  <a:lnTo>
                    <a:pt x="32" y="375"/>
                  </a:lnTo>
                  <a:lnTo>
                    <a:pt x="94" y="438"/>
                  </a:lnTo>
                  <a:lnTo>
                    <a:pt x="157" y="469"/>
                  </a:lnTo>
                  <a:lnTo>
                    <a:pt x="219" y="469"/>
                  </a:lnTo>
                  <a:lnTo>
                    <a:pt x="219" y="469"/>
                  </a:lnTo>
                  <a:lnTo>
                    <a:pt x="282" y="469"/>
                  </a:lnTo>
                  <a:lnTo>
                    <a:pt x="282" y="469"/>
                  </a:lnTo>
                  <a:lnTo>
                    <a:pt x="376" y="438"/>
                  </a:lnTo>
                  <a:lnTo>
                    <a:pt x="438" y="407"/>
                  </a:lnTo>
                  <a:lnTo>
                    <a:pt x="500" y="313"/>
                  </a:lnTo>
                  <a:lnTo>
                    <a:pt x="532" y="251"/>
                  </a:lnTo>
                  <a:lnTo>
                    <a:pt x="532" y="251"/>
                  </a:lnTo>
                  <a:lnTo>
                    <a:pt x="500" y="157"/>
                  </a:lnTo>
                  <a:lnTo>
                    <a:pt x="438" y="94"/>
                  </a:lnTo>
                  <a:lnTo>
                    <a:pt x="376" y="32"/>
                  </a:lnTo>
                  <a:lnTo>
                    <a:pt x="282" y="32"/>
                  </a:lnTo>
                  <a:lnTo>
                    <a:pt x="282" y="32"/>
                  </a:lnTo>
                  <a:lnTo>
                    <a:pt x="282" y="32"/>
                  </a:lnTo>
                  <a:lnTo>
                    <a:pt x="282" y="32"/>
                  </a:lnTo>
                  <a:lnTo>
                    <a:pt x="21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6" name="Google Shape;3676;p61"/>
            <p:cNvSpPr/>
            <p:nvPr/>
          </p:nvSpPr>
          <p:spPr>
            <a:xfrm>
              <a:off x="5513550" y="2159500"/>
              <a:ext cx="11750" cy="11725"/>
            </a:xfrm>
            <a:custGeom>
              <a:avLst/>
              <a:gdLst/>
              <a:ahLst/>
              <a:cxnLst/>
              <a:rect l="l" t="t" r="r" b="b"/>
              <a:pathLst>
                <a:path w="470" h="469" extrusionOk="0">
                  <a:moveTo>
                    <a:pt x="157" y="0"/>
                  </a:moveTo>
                  <a:lnTo>
                    <a:pt x="63" y="63"/>
                  </a:lnTo>
                  <a:lnTo>
                    <a:pt x="32" y="125"/>
                  </a:lnTo>
                  <a:lnTo>
                    <a:pt x="1" y="219"/>
                  </a:lnTo>
                  <a:lnTo>
                    <a:pt x="32" y="313"/>
                  </a:lnTo>
                  <a:lnTo>
                    <a:pt x="63" y="406"/>
                  </a:lnTo>
                  <a:lnTo>
                    <a:pt x="157" y="438"/>
                  </a:lnTo>
                  <a:lnTo>
                    <a:pt x="251" y="469"/>
                  </a:lnTo>
                  <a:lnTo>
                    <a:pt x="344" y="438"/>
                  </a:lnTo>
                  <a:lnTo>
                    <a:pt x="407" y="406"/>
                  </a:lnTo>
                  <a:lnTo>
                    <a:pt x="469" y="313"/>
                  </a:lnTo>
                  <a:lnTo>
                    <a:pt x="469" y="219"/>
                  </a:lnTo>
                  <a:lnTo>
                    <a:pt x="469" y="125"/>
                  </a:lnTo>
                  <a:lnTo>
                    <a:pt x="407" y="63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7" name="Google Shape;3677;p61"/>
            <p:cNvSpPr/>
            <p:nvPr/>
          </p:nvSpPr>
          <p:spPr>
            <a:xfrm>
              <a:off x="5513550" y="2159500"/>
              <a:ext cx="11750" cy="11725"/>
            </a:xfrm>
            <a:custGeom>
              <a:avLst/>
              <a:gdLst/>
              <a:ahLst/>
              <a:cxnLst/>
              <a:rect l="l" t="t" r="r" b="b"/>
              <a:pathLst>
                <a:path w="470" h="469" fill="none" extrusionOk="0">
                  <a:moveTo>
                    <a:pt x="251" y="0"/>
                  </a:moveTo>
                  <a:lnTo>
                    <a:pt x="251" y="0"/>
                  </a:lnTo>
                  <a:lnTo>
                    <a:pt x="251" y="0"/>
                  </a:lnTo>
                  <a:lnTo>
                    <a:pt x="251" y="0"/>
                  </a:lnTo>
                  <a:lnTo>
                    <a:pt x="157" y="0"/>
                  </a:lnTo>
                  <a:lnTo>
                    <a:pt x="63" y="63"/>
                  </a:lnTo>
                  <a:lnTo>
                    <a:pt x="32" y="125"/>
                  </a:lnTo>
                  <a:lnTo>
                    <a:pt x="1" y="219"/>
                  </a:lnTo>
                  <a:lnTo>
                    <a:pt x="1" y="219"/>
                  </a:lnTo>
                  <a:lnTo>
                    <a:pt x="32" y="313"/>
                  </a:lnTo>
                  <a:lnTo>
                    <a:pt x="63" y="406"/>
                  </a:lnTo>
                  <a:lnTo>
                    <a:pt x="157" y="438"/>
                  </a:lnTo>
                  <a:lnTo>
                    <a:pt x="251" y="469"/>
                  </a:lnTo>
                  <a:lnTo>
                    <a:pt x="251" y="469"/>
                  </a:lnTo>
                  <a:lnTo>
                    <a:pt x="344" y="438"/>
                  </a:lnTo>
                  <a:lnTo>
                    <a:pt x="407" y="406"/>
                  </a:lnTo>
                  <a:lnTo>
                    <a:pt x="469" y="313"/>
                  </a:lnTo>
                  <a:lnTo>
                    <a:pt x="469" y="219"/>
                  </a:lnTo>
                  <a:lnTo>
                    <a:pt x="469" y="219"/>
                  </a:lnTo>
                  <a:lnTo>
                    <a:pt x="469" y="219"/>
                  </a:lnTo>
                  <a:lnTo>
                    <a:pt x="469" y="125"/>
                  </a:lnTo>
                  <a:lnTo>
                    <a:pt x="407" y="63"/>
                  </a:lnTo>
                  <a:lnTo>
                    <a:pt x="344" y="0"/>
                  </a:lnTo>
                  <a:lnTo>
                    <a:pt x="25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8" name="Google Shape;3678;p61"/>
            <p:cNvSpPr/>
            <p:nvPr/>
          </p:nvSpPr>
          <p:spPr>
            <a:xfrm>
              <a:off x="5383175" y="2181350"/>
              <a:ext cx="11725" cy="10975"/>
            </a:xfrm>
            <a:custGeom>
              <a:avLst/>
              <a:gdLst/>
              <a:ahLst/>
              <a:cxnLst/>
              <a:rect l="l" t="t" r="r" b="b"/>
              <a:pathLst>
                <a:path w="469" h="439" extrusionOk="0">
                  <a:moveTo>
                    <a:pt x="125" y="1"/>
                  </a:moveTo>
                  <a:lnTo>
                    <a:pt x="63" y="63"/>
                  </a:lnTo>
                  <a:lnTo>
                    <a:pt x="0" y="126"/>
                  </a:lnTo>
                  <a:lnTo>
                    <a:pt x="0" y="219"/>
                  </a:lnTo>
                  <a:lnTo>
                    <a:pt x="0" y="313"/>
                  </a:lnTo>
                  <a:lnTo>
                    <a:pt x="63" y="376"/>
                  </a:lnTo>
                  <a:lnTo>
                    <a:pt x="125" y="438"/>
                  </a:lnTo>
                  <a:lnTo>
                    <a:pt x="313" y="438"/>
                  </a:lnTo>
                  <a:lnTo>
                    <a:pt x="375" y="376"/>
                  </a:lnTo>
                  <a:lnTo>
                    <a:pt x="438" y="313"/>
                  </a:lnTo>
                  <a:lnTo>
                    <a:pt x="469" y="219"/>
                  </a:lnTo>
                  <a:lnTo>
                    <a:pt x="438" y="126"/>
                  </a:lnTo>
                  <a:lnTo>
                    <a:pt x="375" y="63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9" name="Google Shape;3679;p61"/>
            <p:cNvSpPr/>
            <p:nvPr/>
          </p:nvSpPr>
          <p:spPr>
            <a:xfrm>
              <a:off x="5383175" y="2181350"/>
              <a:ext cx="11725" cy="10975"/>
            </a:xfrm>
            <a:custGeom>
              <a:avLst/>
              <a:gdLst/>
              <a:ahLst/>
              <a:cxnLst/>
              <a:rect l="l" t="t" r="r" b="b"/>
              <a:pathLst>
                <a:path w="469" h="439" fill="none" extrusionOk="0">
                  <a:moveTo>
                    <a:pt x="219" y="1"/>
                  </a:moveTo>
                  <a:lnTo>
                    <a:pt x="219" y="1"/>
                  </a:lnTo>
                  <a:lnTo>
                    <a:pt x="219" y="1"/>
                  </a:lnTo>
                  <a:lnTo>
                    <a:pt x="125" y="1"/>
                  </a:lnTo>
                  <a:lnTo>
                    <a:pt x="63" y="63"/>
                  </a:lnTo>
                  <a:lnTo>
                    <a:pt x="0" y="126"/>
                  </a:lnTo>
                  <a:lnTo>
                    <a:pt x="0" y="219"/>
                  </a:lnTo>
                  <a:lnTo>
                    <a:pt x="0" y="219"/>
                  </a:lnTo>
                  <a:lnTo>
                    <a:pt x="0" y="313"/>
                  </a:lnTo>
                  <a:lnTo>
                    <a:pt x="63" y="376"/>
                  </a:lnTo>
                  <a:lnTo>
                    <a:pt x="125" y="438"/>
                  </a:lnTo>
                  <a:lnTo>
                    <a:pt x="219" y="438"/>
                  </a:lnTo>
                  <a:lnTo>
                    <a:pt x="219" y="438"/>
                  </a:lnTo>
                  <a:lnTo>
                    <a:pt x="313" y="438"/>
                  </a:lnTo>
                  <a:lnTo>
                    <a:pt x="375" y="376"/>
                  </a:lnTo>
                  <a:lnTo>
                    <a:pt x="438" y="313"/>
                  </a:lnTo>
                  <a:lnTo>
                    <a:pt x="469" y="219"/>
                  </a:lnTo>
                  <a:lnTo>
                    <a:pt x="469" y="219"/>
                  </a:lnTo>
                  <a:lnTo>
                    <a:pt x="469" y="219"/>
                  </a:lnTo>
                  <a:lnTo>
                    <a:pt x="438" y="126"/>
                  </a:lnTo>
                  <a:lnTo>
                    <a:pt x="375" y="63"/>
                  </a:lnTo>
                  <a:lnTo>
                    <a:pt x="313" y="1"/>
                  </a:lnTo>
                  <a:lnTo>
                    <a:pt x="21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0" name="Google Shape;3680;p61"/>
            <p:cNvSpPr/>
            <p:nvPr/>
          </p:nvSpPr>
          <p:spPr>
            <a:xfrm>
              <a:off x="5566650" y="2122800"/>
              <a:ext cx="11725" cy="10950"/>
            </a:xfrm>
            <a:custGeom>
              <a:avLst/>
              <a:gdLst/>
              <a:ahLst/>
              <a:cxnLst/>
              <a:rect l="l" t="t" r="r" b="b"/>
              <a:pathLst>
                <a:path w="469" h="438" extrusionOk="0">
                  <a:moveTo>
                    <a:pt x="157" y="1"/>
                  </a:moveTo>
                  <a:lnTo>
                    <a:pt x="63" y="63"/>
                  </a:lnTo>
                  <a:lnTo>
                    <a:pt x="32" y="126"/>
                  </a:lnTo>
                  <a:lnTo>
                    <a:pt x="0" y="219"/>
                  </a:lnTo>
                  <a:lnTo>
                    <a:pt x="32" y="313"/>
                  </a:lnTo>
                  <a:lnTo>
                    <a:pt x="63" y="375"/>
                  </a:lnTo>
                  <a:lnTo>
                    <a:pt x="157" y="438"/>
                  </a:lnTo>
                  <a:lnTo>
                    <a:pt x="344" y="438"/>
                  </a:lnTo>
                  <a:lnTo>
                    <a:pt x="406" y="375"/>
                  </a:lnTo>
                  <a:lnTo>
                    <a:pt x="469" y="313"/>
                  </a:lnTo>
                  <a:lnTo>
                    <a:pt x="469" y="219"/>
                  </a:lnTo>
                  <a:lnTo>
                    <a:pt x="469" y="126"/>
                  </a:lnTo>
                  <a:lnTo>
                    <a:pt x="406" y="63"/>
                  </a:lnTo>
                  <a:lnTo>
                    <a:pt x="344" y="1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1" name="Google Shape;3681;p61"/>
            <p:cNvSpPr/>
            <p:nvPr/>
          </p:nvSpPr>
          <p:spPr>
            <a:xfrm>
              <a:off x="5566650" y="2122800"/>
              <a:ext cx="11725" cy="10950"/>
            </a:xfrm>
            <a:custGeom>
              <a:avLst/>
              <a:gdLst/>
              <a:ahLst/>
              <a:cxnLst/>
              <a:rect l="l" t="t" r="r" b="b"/>
              <a:pathLst>
                <a:path w="469" h="438" fill="none" extrusionOk="0">
                  <a:moveTo>
                    <a:pt x="250" y="1"/>
                  </a:moveTo>
                  <a:lnTo>
                    <a:pt x="250" y="1"/>
                  </a:lnTo>
                  <a:lnTo>
                    <a:pt x="250" y="1"/>
                  </a:lnTo>
                  <a:lnTo>
                    <a:pt x="250" y="1"/>
                  </a:lnTo>
                  <a:lnTo>
                    <a:pt x="157" y="1"/>
                  </a:lnTo>
                  <a:lnTo>
                    <a:pt x="63" y="63"/>
                  </a:lnTo>
                  <a:lnTo>
                    <a:pt x="32" y="126"/>
                  </a:lnTo>
                  <a:lnTo>
                    <a:pt x="0" y="219"/>
                  </a:lnTo>
                  <a:lnTo>
                    <a:pt x="0" y="219"/>
                  </a:lnTo>
                  <a:lnTo>
                    <a:pt x="32" y="313"/>
                  </a:lnTo>
                  <a:lnTo>
                    <a:pt x="63" y="375"/>
                  </a:lnTo>
                  <a:lnTo>
                    <a:pt x="157" y="438"/>
                  </a:lnTo>
                  <a:lnTo>
                    <a:pt x="250" y="438"/>
                  </a:lnTo>
                  <a:lnTo>
                    <a:pt x="250" y="438"/>
                  </a:lnTo>
                  <a:lnTo>
                    <a:pt x="344" y="438"/>
                  </a:lnTo>
                  <a:lnTo>
                    <a:pt x="406" y="375"/>
                  </a:lnTo>
                  <a:lnTo>
                    <a:pt x="469" y="313"/>
                  </a:lnTo>
                  <a:lnTo>
                    <a:pt x="469" y="219"/>
                  </a:lnTo>
                  <a:lnTo>
                    <a:pt x="469" y="219"/>
                  </a:lnTo>
                  <a:lnTo>
                    <a:pt x="469" y="219"/>
                  </a:lnTo>
                  <a:lnTo>
                    <a:pt x="469" y="126"/>
                  </a:lnTo>
                  <a:lnTo>
                    <a:pt x="406" y="63"/>
                  </a:lnTo>
                  <a:lnTo>
                    <a:pt x="344" y="1"/>
                  </a:lnTo>
                  <a:lnTo>
                    <a:pt x="25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2" name="Google Shape;3682;p61"/>
            <p:cNvSpPr/>
            <p:nvPr/>
          </p:nvSpPr>
          <p:spPr>
            <a:xfrm>
              <a:off x="5337100" y="2207900"/>
              <a:ext cx="11750" cy="11750"/>
            </a:xfrm>
            <a:custGeom>
              <a:avLst/>
              <a:gdLst/>
              <a:ahLst/>
              <a:cxnLst/>
              <a:rect l="l" t="t" r="r" b="b"/>
              <a:pathLst>
                <a:path w="470" h="470" extrusionOk="0">
                  <a:moveTo>
                    <a:pt x="220" y="1"/>
                  </a:moveTo>
                  <a:lnTo>
                    <a:pt x="126" y="32"/>
                  </a:lnTo>
                  <a:lnTo>
                    <a:pt x="63" y="63"/>
                  </a:lnTo>
                  <a:lnTo>
                    <a:pt x="32" y="157"/>
                  </a:lnTo>
                  <a:lnTo>
                    <a:pt x="1" y="251"/>
                  </a:lnTo>
                  <a:lnTo>
                    <a:pt x="32" y="313"/>
                  </a:lnTo>
                  <a:lnTo>
                    <a:pt x="63" y="407"/>
                  </a:lnTo>
                  <a:lnTo>
                    <a:pt x="157" y="438"/>
                  </a:lnTo>
                  <a:lnTo>
                    <a:pt x="220" y="469"/>
                  </a:lnTo>
                  <a:lnTo>
                    <a:pt x="251" y="469"/>
                  </a:lnTo>
                  <a:lnTo>
                    <a:pt x="313" y="438"/>
                  </a:lnTo>
                  <a:lnTo>
                    <a:pt x="407" y="407"/>
                  </a:lnTo>
                  <a:lnTo>
                    <a:pt x="438" y="313"/>
                  </a:lnTo>
                  <a:lnTo>
                    <a:pt x="469" y="219"/>
                  </a:lnTo>
                  <a:lnTo>
                    <a:pt x="438" y="126"/>
                  </a:lnTo>
                  <a:lnTo>
                    <a:pt x="407" y="63"/>
                  </a:lnTo>
                  <a:lnTo>
                    <a:pt x="313" y="3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3" name="Google Shape;3683;p61"/>
            <p:cNvSpPr/>
            <p:nvPr/>
          </p:nvSpPr>
          <p:spPr>
            <a:xfrm>
              <a:off x="5337100" y="2207900"/>
              <a:ext cx="11750" cy="11750"/>
            </a:xfrm>
            <a:custGeom>
              <a:avLst/>
              <a:gdLst/>
              <a:ahLst/>
              <a:cxnLst/>
              <a:rect l="l" t="t" r="r" b="b"/>
              <a:pathLst>
                <a:path w="470" h="470" fill="none" extrusionOk="0">
                  <a:moveTo>
                    <a:pt x="251" y="1"/>
                  </a:moveTo>
                  <a:lnTo>
                    <a:pt x="220" y="1"/>
                  </a:lnTo>
                  <a:lnTo>
                    <a:pt x="220" y="1"/>
                  </a:lnTo>
                  <a:lnTo>
                    <a:pt x="126" y="32"/>
                  </a:lnTo>
                  <a:lnTo>
                    <a:pt x="63" y="63"/>
                  </a:lnTo>
                  <a:lnTo>
                    <a:pt x="32" y="157"/>
                  </a:lnTo>
                  <a:lnTo>
                    <a:pt x="1" y="251"/>
                  </a:lnTo>
                  <a:lnTo>
                    <a:pt x="1" y="251"/>
                  </a:lnTo>
                  <a:lnTo>
                    <a:pt x="32" y="313"/>
                  </a:lnTo>
                  <a:lnTo>
                    <a:pt x="63" y="407"/>
                  </a:lnTo>
                  <a:lnTo>
                    <a:pt x="157" y="438"/>
                  </a:lnTo>
                  <a:lnTo>
                    <a:pt x="220" y="469"/>
                  </a:lnTo>
                  <a:lnTo>
                    <a:pt x="220" y="469"/>
                  </a:lnTo>
                  <a:lnTo>
                    <a:pt x="251" y="469"/>
                  </a:lnTo>
                  <a:lnTo>
                    <a:pt x="251" y="469"/>
                  </a:lnTo>
                  <a:lnTo>
                    <a:pt x="313" y="438"/>
                  </a:lnTo>
                  <a:lnTo>
                    <a:pt x="407" y="407"/>
                  </a:lnTo>
                  <a:lnTo>
                    <a:pt x="438" y="313"/>
                  </a:lnTo>
                  <a:lnTo>
                    <a:pt x="469" y="219"/>
                  </a:lnTo>
                  <a:lnTo>
                    <a:pt x="469" y="219"/>
                  </a:lnTo>
                  <a:lnTo>
                    <a:pt x="438" y="126"/>
                  </a:lnTo>
                  <a:lnTo>
                    <a:pt x="407" y="63"/>
                  </a:lnTo>
                  <a:lnTo>
                    <a:pt x="313" y="32"/>
                  </a:lnTo>
                  <a:lnTo>
                    <a:pt x="25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4" name="Google Shape;3684;p61"/>
            <p:cNvSpPr/>
            <p:nvPr/>
          </p:nvSpPr>
          <p:spPr>
            <a:xfrm>
              <a:off x="4837450" y="1646550"/>
              <a:ext cx="452850" cy="504375"/>
            </a:xfrm>
            <a:custGeom>
              <a:avLst/>
              <a:gdLst/>
              <a:ahLst/>
              <a:cxnLst/>
              <a:rect l="l" t="t" r="r" b="b"/>
              <a:pathLst>
                <a:path w="18114" h="20175" extrusionOk="0">
                  <a:moveTo>
                    <a:pt x="11680" y="1"/>
                  </a:moveTo>
                  <a:lnTo>
                    <a:pt x="11087" y="32"/>
                  </a:lnTo>
                  <a:lnTo>
                    <a:pt x="10431" y="94"/>
                  </a:lnTo>
                  <a:lnTo>
                    <a:pt x="9712" y="188"/>
                  </a:lnTo>
                  <a:lnTo>
                    <a:pt x="8151" y="438"/>
                  </a:lnTo>
                  <a:lnTo>
                    <a:pt x="7308" y="594"/>
                  </a:lnTo>
                  <a:lnTo>
                    <a:pt x="6465" y="781"/>
                  </a:lnTo>
                  <a:lnTo>
                    <a:pt x="5653" y="969"/>
                  </a:lnTo>
                  <a:lnTo>
                    <a:pt x="4841" y="1187"/>
                  </a:lnTo>
                  <a:lnTo>
                    <a:pt x="4060" y="1437"/>
                  </a:lnTo>
                  <a:lnTo>
                    <a:pt x="3342" y="1656"/>
                  </a:lnTo>
                  <a:lnTo>
                    <a:pt x="2686" y="1937"/>
                  </a:lnTo>
                  <a:lnTo>
                    <a:pt x="2124" y="2218"/>
                  </a:lnTo>
                  <a:lnTo>
                    <a:pt x="1686" y="2499"/>
                  </a:lnTo>
                  <a:lnTo>
                    <a:pt x="1468" y="2624"/>
                  </a:lnTo>
                  <a:lnTo>
                    <a:pt x="1312" y="2780"/>
                  </a:lnTo>
                  <a:lnTo>
                    <a:pt x="1187" y="2936"/>
                  </a:lnTo>
                  <a:lnTo>
                    <a:pt x="1062" y="3124"/>
                  </a:lnTo>
                  <a:lnTo>
                    <a:pt x="937" y="3342"/>
                  </a:lnTo>
                  <a:lnTo>
                    <a:pt x="812" y="3592"/>
                  </a:lnTo>
                  <a:lnTo>
                    <a:pt x="625" y="4154"/>
                  </a:lnTo>
                  <a:lnTo>
                    <a:pt x="468" y="4748"/>
                  </a:lnTo>
                  <a:lnTo>
                    <a:pt x="312" y="5435"/>
                  </a:lnTo>
                  <a:lnTo>
                    <a:pt x="219" y="6153"/>
                  </a:lnTo>
                  <a:lnTo>
                    <a:pt x="125" y="6902"/>
                  </a:lnTo>
                  <a:lnTo>
                    <a:pt x="62" y="7652"/>
                  </a:lnTo>
                  <a:lnTo>
                    <a:pt x="0" y="9120"/>
                  </a:lnTo>
                  <a:lnTo>
                    <a:pt x="0" y="10431"/>
                  </a:lnTo>
                  <a:lnTo>
                    <a:pt x="31" y="11431"/>
                  </a:lnTo>
                  <a:lnTo>
                    <a:pt x="31" y="12055"/>
                  </a:lnTo>
                  <a:lnTo>
                    <a:pt x="125" y="12649"/>
                  </a:lnTo>
                  <a:lnTo>
                    <a:pt x="281" y="13554"/>
                  </a:lnTo>
                  <a:lnTo>
                    <a:pt x="531" y="14710"/>
                  </a:lnTo>
                  <a:lnTo>
                    <a:pt x="687" y="15334"/>
                  </a:lnTo>
                  <a:lnTo>
                    <a:pt x="906" y="15990"/>
                  </a:lnTo>
                  <a:lnTo>
                    <a:pt x="1124" y="16646"/>
                  </a:lnTo>
                  <a:lnTo>
                    <a:pt x="1343" y="17271"/>
                  </a:lnTo>
                  <a:lnTo>
                    <a:pt x="1624" y="17895"/>
                  </a:lnTo>
                  <a:lnTo>
                    <a:pt x="1936" y="18457"/>
                  </a:lnTo>
                  <a:lnTo>
                    <a:pt x="2249" y="18988"/>
                  </a:lnTo>
                  <a:lnTo>
                    <a:pt x="2592" y="19425"/>
                  </a:lnTo>
                  <a:lnTo>
                    <a:pt x="2811" y="19644"/>
                  </a:lnTo>
                  <a:lnTo>
                    <a:pt x="2998" y="19800"/>
                  </a:lnTo>
                  <a:lnTo>
                    <a:pt x="3185" y="19956"/>
                  </a:lnTo>
                  <a:lnTo>
                    <a:pt x="3404" y="20081"/>
                  </a:lnTo>
                  <a:lnTo>
                    <a:pt x="3591" y="20175"/>
                  </a:lnTo>
                  <a:lnTo>
                    <a:pt x="3810" y="20175"/>
                  </a:lnTo>
                  <a:lnTo>
                    <a:pt x="3966" y="20144"/>
                  </a:lnTo>
                  <a:lnTo>
                    <a:pt x="4122" y="20050"/>
                  </a:lnTo>
                  <a:lnTo>
                    <a:pt x="4278" y="19894"/>
                  </a:lnTo>
                  <a:lnTo>
                    <a:pt x="4403" y="19706"/>
                  </a:lnTo>
                  <a:lnTo>
                    <a:pt x="4528" y="19457"/>
                  </a:lnTo>
                  <a:lnTo>
                    <a:pt x="4653" y="19176"/>
                  </a:lnTo>
                  <a:lnTo>
                    <a:pt x="4841" y="18457"/>
                  </a:lnTo>
                  <a:lnTo>
                    <a:pt x="5028" y="17645"/>
                  </a:lnTo>
                  <a:lnTo>
                    <a:pt x="5215" y="16708"/>
                  </a:lnTo>
                  <a:lnTo>
                    <a:pt x="5372" y="15678"/>
                  </a:lnTo>
                  <a:lnTo>
                    <a:pt x="5746" y="13492"/>
                  </a:lnTo>
                  <a:lnTo>
                    <a:pt x="5965" y="12368"/>
                  </a:lnTo>
                  <a:lnTo>
                    <a:pt x="6246" y="11275"/>
                  </a:lnTo>
                  <a:lnTo>
                    <a:pt x="6558" y="10213"/>
                  </a:lnTo>
                  <a:lnTo>
                    <a:pt x="6746" y="9713"/>
                  </a:lnTo>
                  <a:lnTo>
                    <a:pt x="6933" y="9245"/>
                  </a:lnTo>
                  <a:lnTo>
                    <a:pt x="7152" y="8776"/>
                  </a:lnTo>
                  <a:lnTo>
                    <a:pt x="7370" y="8370"/>
                  </a:lnTo>
                  <a:lnTo>
                    <a:pt x="7620" y="7964"/>
                  </a:lnTo>
                  <a:lnTo>
                    <a:pt x="7901" y="7589"/>
                  </a:lnTo>
                  <a:lnTo>
                    <a:pt x="8213" y="7246"/>
                  </a:lnTo>
                  <a:lnTo>
                    <a:pt x="8526" y="6934"/>
                  </a:lnTo>
                  <a:lnTo>
                    <a:pt x="9213" y="6278"/>
                  </a:lnTo>
                  <a:lnTo>
                    <a:pt x="9962" y="5622"/>
                  </a:lnTo>
                  <a:lnTo>
                    <a:pt x="10774" y="5029"/>
                  </a:lnTo>
                  <a:lnTo>
                    <a:pt x="11617" y="4467"/>
                  </a:lnTo>
                  <a:lnTo>
                    <a:pt x="12461" y="3936"/>
                  </a:lnTo>
                  <a:lnTo>
                    <a:pt x="13304" y="3436"/>
                  </a:lnTo>
                  <a:lnTo>
                    <a:pt x="14147" y="2999"/>
                  </a:lnTo>
                  <a:lnTo>
                    <a:pt x="14928" y="2562"/>
                  </a:lnTo>
                  <a:lnTo>
                    <a:pt x="15677" y="2218"/>
                  </a:lnTo>
                  <a:lnTo>
                    <a:pt x="16958" y="1625"/>
                  </a:lnTo>
                  <a:lnTo>
                    <a:pt x="17801" y="1250"/>
                  </a:lnTo>
                  <a:lnTo>
                    <a:pt x="18113" y="1125"/>
                  </a:lnTo>
                  <a:lnTo>
                    <a:pt x="17395" y="906"/>
                  </a:lnTo>
                  <a:lnTo>
                    <a:pt x="16645" y="688"/>
                  </a:lnTo>
                  <a:lnTo>
                    <a:pt x="15927" y="500"/>
                  </a:lnTo>
                  <a:lnTo>
                    <a:pt x="15178" y="344"/>
                  </a:lnTo>
                  <a:lnTo>
                    <a:pt x="14428" y="219"/>
                  </a:lnTo>
                  <a:lnTo>
                    <a:pt x="13679" y="126"/>
                  </a:lnTo>
                  <a:lnTo>
                    <a:pt x="12929" y="32"/>
                  </a:lnTo>
                  <a:lnTo>
                    <a:pt x="121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5" name="Google Shape;3685;p61"/>
            <p:cNvSpPr/>
            <p:nvPr/>
          </p:nvSpPr>
          <p:spPr>
            <a:xfrm>
              <a:off x="4837450" y="1646550"/>
              <a:ext cx="452850" cy="504375"/>
            </a:xfrm>
            <a:custGeom>
              <a:avLst/>
              <a:gdLst/>
              <a:ahLst/>
              <a:cxnLst/>
              <a:rect l="l" t="t" r="r" b="b"/>
              <a:pathLst>
                <a:path w="18114" h="20175" fill="none" extrusionOk="0">
                  <a:moveTo>
                    <a:pt x="18113" y="1125"/>
                  </a:moveTo>
                  <a:lnTo>
                    <a:pt x="18113" y="1125"/>
                  </a:lnTo>
                  <a:lnTo>
                    <a:pt x="17395" y="906"/>
                  </a:lnTo>
                  <a:lnTo>
                    <a:pt x="16645" y="688"/>
                  </a:lnTo>
                  <a:lnTo>
                    <a:pt x="15927" y="500"/>
                  </a:lnTo>
                  <a:lnTo>
                    <a:pt x="15178" y="344"/>
                  </a:lnTo>
                  <a:lnTo>
                    <a:pt x="14428" y="219"/>
                  </a:lnTo>
                  <a:lnTo>
                    <a:pt x="13679" y="126"/>
                  </a:lnTo>
                  <a:lnTo>
                    <a:pt x="12929" y="32"/>
                  </a:lnTo>
                  <a:lnTo>
                    <a:pt x="12148" y="1"/>
                  </a:lnTo>
                  <a:lnTo>
                    <a:pt x="12148" y="1"/>
                  </a:lnTo>
                  <a:lnTo>
                    <a:pt x="11680" y="1"/>
                  </a:lnTo>
                  <a:lnTo>
                    <a:pt x="11087" y="32"/>
                  </a:lnTo>
                  <a:lnTo>
                    <a:pt x="10431" y="94"/>
                  </a:lnTo>
                  <a:lnTo>
                    <a:pt x="9712" y="188"/>
                  </a:lnTo>
                  <a:lnTo>
                    <a:pt x="8151" y="438"/>
                  </a:lnTo>
                  <a:lnTo>
                    <a:pt x="7308" y="594"/>
                  </a:lnTo>
                  <a:lnTo>
                    <a:pt x="6465" y="781"/>
                  </a:lnTo>
                  <a:lnTo>
                    <a:pt x="5653" y="969"/>
                  </a:lnTo>
                  <a:lnTo>
                    <a:pt x="4841" y="1187"/>
                  </a:lnTo>
                  <a:lnTo>
                    <a:pt x="4060" y="1437"/>
                  </a:lnTo>
                  <a:lnTo>
                    <a:pt x="3342" y="1656"/>
                  </a:lnTo>
                  <a:lnTo>
                    <a:pt x="2686" y="1937"/>
                  </a:lnTo>
                  <a:lnTo>
                    <a:pt x="2124" y="2218"/>
                  </a:lnTo>
                  <a:lnTo>
                    <a:pt x="1686" y="2499"/>
                  </a:lnTo>
                  <a:lnTo>
                    <a:pt x="1468" y="2624"/>
                  </a:lnTo>
                  <a:lnTo>
                    <a:pt x="1312" y="2780"/>
                  </a:lnTo>
                  <a:lnTo>
                    <a:pt x="1312" y="2780"/>
                  </a:lnTo>
                  <a:lnTo>
                    <a:pt x="1187" y="2936"/>
                  </a:lnTo>
                  <a:lnTo>
                    <a:pt x="1062" y="3124"/>
                  </a:lnTo>
                  <a:lnTo>
                    <a:pt x="937" y="3342"/>
                  </a:lnTo>
                  <a:lnTo>
                    <a:pt x="812" y="3592"/>
                  </a:lnTo>
                  <a:lnTo>
                    <a:pt x="625" y="4154"/>
                  </a:lnTo>
                  <a:lnTo>
                    <a:pt x="468" y="4748"/>
                  </a:lnTo>
                  <a:lnTo>
                    <a:pt x="312" y="5435"/>
                  </a:lnTo>
                  <a:lnTo>
                    <a:pt x="219" y="6153"/>
                  </a:lnTo>
                  <a:lnTo>
                    <a:pt x="125" y="6902"/>
                  </a:lnTo>
                  <a:lnTo>
                    <a:pt x="62" y="7652"/>
                  </a:lnTo>
                  <a:lnTo>
                    <a:pt x="0" y="9120"/>
                  </a:lnTo>
                  <a:lnTo>
                    <a:pt x="0" y="10431"/>
                  </a:lnTo>
                  <a:lnTo>
                    <a:pt x="31" y="11431"/>
                  </a:lnTo>
                  <a:lnTo>
                    <a:pt x="31" y="12055"/>
                  </a:lnTo>
                  <a:lnTo>
                    <a:pt x="31" y="12055"/>
                  </a:lnTo>
                  <a:lnTo>
                    <a:pt x="125" y="12649"/>
                  </a:lnTo>
                  <a:lnTo>
                    <a:pt x="281" y="13554"/>
                  </a:lnTo>
                  <a:lnTo>
                    <a:pt x="531" y="14710"/>
                  </a:lnTo>
                  <a:lnTo>
                    <a:pt x="687" y="15334"/>
                  </a:lnTo>
                  <a:lnTo>
                    <a:pt x="906" y="15990"/>
                  </a:lnTo>
                  <a:lnTo>
                    <a:pt x="1124" y="16646"/>
                  </a:lnTo>
                  <a:lnTo>
                    <a:pt x="1343" y="17271"/>
                  </a:lnTo>
                  <a:lnTo>
                    <a:pt x="1624" y="17895"/>
                  </a:lnTo>
                  <a:lnTo>
                    <a:pt x="1936" y="18457"/>
                  </a:lnTo>
                  <a:lnTo>
                    <a:pt x="2249" y="18988"/>
                  </a:lnTo>
                  <a:lnTo>
                    <a:pt x="2592" y="19425"/>
                  </a:lnTo>
                  <a:lnTo>
                    <a:pt x="2811" y="19644"/>
                  </a:lnTo>
                  <a:lnTo>
                    <a:pt x="2998" y="19800"/>
                  </a:lnTo>
                  <a:lnTo>
                    <a:pt x="3185" y="19956"/>
                  </a:lnTo>
                  <a:lnTo>
                    <a:pt x="3404" y="20081"/>
                  </a:lnTo>
                  <a:lnTo>
                    <a:pt x="3404" y="20081"/>
                  </a:lnTo>
                  <a:lnTo>
                    <a:pt x="3591" y="20175"/>
                  </a:lnTo>
                  <a:lnTo>
                    <a:pt x="3810" y="20175"/>
                  </a:lnTo>
                  <a:lnTo>
                    <a:pt x="3966" y="20144"/>
                  </a:lnTo>
                  <a:lnTo>
                    <a:pt x="4122" y="20050"/>
                  </a:lnTo>
                  <a:lnTo>
                    <a:pt x="4278" y="19894"/>
                  </a:lnTo>
                  <a:lnTo>
                    <a:pt x="4403" y="19706"/>
                  </a:lnTo>
                  <a:lnTo>
                    <a:pt x="4528" y="19457"/>
                  </a:lnTo>
                  <a:lnTo>
                    <a:pt x="4653" y="19176"/>
                  </a:lnTo>
                  <a:lnTo>
                    <a:pt x="4841" y="18457"/>
                  </a:lnTo>
                  <a:lnTo>
                    <a:pt x="5028" y="17645"/>
                  </a:lnTo>
                  <a:lnTo>
                    <a:pt x="5215" y="16708"/>
                  </a:lnTo>
                  <a:lnTo>
                    <a:pt x="5372" y="15678"/>
                  </a:lnTo>
                  <a:lnTo>
                    <a:pt x="5746" y="13492"/>
                  </a:lnTo>
                  <a:lnTo>
                    <a:pt x="5965" y="12368"/>
                  </a:lnTo>
                  <a:lnTo>
                    <a:pt x="6246" y="11275"/>
                  </a:lnTo>
                  <a:lnTo>
                    <a:pt x="6558" y="10213"/>
                  </a:lnTo>
                  <a:lnTo>
                    <a:pt x="6746" y="9713"/>
                  </a:lnTo>
                  <a:lnTo>
                    <a:pt x="6933" y="9245"/>
                  </a:lnTo>
                  <a:lnTo>
                    <a:pt x="7152" y="8776"/>
                  </a:lnTo>
                  <a:lnTo>
                    <a:pt x="7370" y="8370"/>
                  </a:lnTo>
                  <a:lnTo>
                    <a:pt x="7620" y="7964"/>
                  </a:lnTo>
                  <a:lnTo>
                    <a:pt x="7901" y="7589"/>
                  </a:lnTo>
                  <a:lnTo>
                    <a:pt x="7901" y="7589"/>
                  </a:lnTo>
                  <a:lnTo>
                    <a:pt x="8213" y="7246"/>
                  </a:lnTo>
                  <a:lnTo>
                    <a:pt x="8526" y="6934"/>
                  </a:lnTo>
                  <a:lnTo>
                    <a:pt x="9213" y="6278"/>
                  </a:lnTo>
                  <a:lnTo>
                    <a:pt x="9962" y="5622"/>
                  </a:lnTo>
                  <a:lnTo>
                    <a:pt x="10774" y="5029"/>
                  </a:lnTo>
                  <a:lnTo>
                    <a:pt x="11617" y="4467"/>
                  </a:lnTo>
                  <a:lnTo>
                    <a:pt x="12461" y="3936"/>
                  </a:lnTo>
                  <a:lnTo>
                    <a:pt x="13304" y="3436"/>
                  </a:lnTo>
                  <a:lnTo>
                    <a:pt x="14147" y="2999"/>
                  </a:lnTo>
                  <a:lnTo>
                    <a:pt x="14928" y="2562"/>
                  </a:lnTo>
                  <a:lnTo>
                    <a:pt x="15677" y="2218"/>
                  </a:lnTo>
                  <a:lnTo>
                    <a:pt x="16958" y="1625"/>
                  </a:lnTo>
                  <a:lnTo>
                    <a:pt x="17801" y="1250"/>
                  </a:lnTo>
                  <a:lnTo>
                    <a:pt x="18113" y="11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6" name="Google Shape;3686;p61"/>
            <p:cNvSpPr/>
            <p:nvPr/>
          </p:nvSpPr>
          <p:spPr>
            <a:xfrm>
              <a:off x="5279325" y="1674675"/>
              <a:ext cx="10975" cy="4700"/>
            </a:xfrm>
            <a:custGeom>
              <a:avLst/>
              <a:gdLst/>
              <a:ahLst/>
              <a:cxnLst/>
              <a:rect l="l" t="t" r="r" b="b"/>
              <a:pathLst>
                <a:path w="439" h="188" extrusionOk="0">
                  <a:moveTo>
                    <a:pt x="438" y="0"/>
                  </a:moveTo>
                  <a:lnTo>
                    <a:pt x="438" y="0"/>
                  </a:lnTo>
                  <a:lnTo>
                    <a:pt x="1" y="187"/>
                  </a:lnTo>
                  <a:lnTo>
                    <a:pt x="1" y="187"/>
                  </a:lnTo>
                  <a:lnTo>
                    <a:pt x="1" y="187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7" name="Google Shape;3687;p61"/>
            <p:cNvSpPr/>
            <p:nvPr/>
          </p:nvSpPr>
          <p:spPr>
            <a:xfrm>
              <a:off x="5279325" y="1674675"/>
              <a:ext cx="10975" cy="4700"/>
            </a:xfrm>
            <a:custGeom>
              <a:avLst/>
              <a:gdLst/>
              <a:ahLst/>
              <a:cxnLst/>
              <a:rect l="l" t="t" r="r" b="b"/>
              <a:pathLst>
                <a:path w="439" h="188" fill="none" extrusionOk="0">
                  <a:moveTo>
                    <a:pt x="438" y="0"/>
                  </a:moveTo>
                  <a:lnTo>
                    <a:pt x="438" y="0"/>
                  </a:lnTo>
                  <a:lnTo>
                    <a:pt x="1" y="187"/>
                  </a:lnTo>
                  <a:lnTo>
                    <a:pt x="1" y="187"/>
                  </a:lnTo>
                  <a:lnTo>
                    <a:pt x="1" y="187"/>
                  </a:lnTo>
                  <a:lnTo>
                    <a:pt x="43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8" name="Google Shape;3688;p61"/>
            <p:cNvSpPr/>
            <p:nvPr/>
          </p:nvSpPr>
          <p:spPr>
            <a:xfrm>
              <a:off x="5274650" y="1679350"/>
              <a:ext cx="4700" cy="2375"/>
            </a:xfrm>
            <a:custGeom>
              <a:avLst/>
              <a:gdLst/>
              <a:ahLst/>
              <a:cxnLst/>
              <a:rect l="l" t="t" r="r" b="b"/>
              <a:pathLst>
                <a:path w="188" h="95" extrusionOk="0">
                  <a:moveTo>
                    <a:pt x="188" y="0"/>
                  </a:moveTo>
                  <a:lnTo>
                    <a:pt x="188" y="0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188" y="0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9" name="Google Shape;3689;p61"/>
            <p:cNvSpPr/>
            <p:nvPr/>
          </p:nvSpPr>
          <p:spPr>
            <a:xfrm>
              <a:off x="5274650" y="1679350"/>
              <a:ext cx="4700" cy="2375"/>
            </a:xfrm>
            <a:custGeom>
              <a:avLst/>
              <a:gdLst/>
              <a:ahLst/>
              <a:cxnLst/>
              <a:rect l="l" t="t" r="r" b="b"/>
              <a:pathLst>
                <a:path w="188" h="95" fill="none" extrusionOk="0">
                  <a:moveTo>
                    <a:pt x="188" y="0"/>
                  </a:moveTo>
                  <a:lnTo>
                    <a:pt x="188" y="0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188" y="0"/>
                  </a:lnTo>
                  <a:lnTo>
                    <a:pt x="18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0" name="Google Shape;3690;p61"/>
            <p:cNvSpPr/>
            <p:nvPr/>
          </p:nvSpPr>
          <p:spPr>
            <a:xfrm>
              <a:off x="4870225" y="2075175"/>
              <a:ext cx="79675" cy="72625"/>
            </a:xfrm>
            <a:custGeom>
              <a:avLst/>
              <a:gdLst/>
              <a:ahLst/>
              <a:cxnLst/>
              <a:rect l="l" t="t" r="r" b="b"/>
              <a:pathLst>
                <a:path w="3187" h="2905" extrusionOk="0">
                  <a:moveTo>
                    <a:pt x="3186" y="2374"/>
                  </a:moveTo>
                  <a:lnTo>
                    <a:pt x="2999" y="2686"/>
                  </a:lnTo>
                  <a:lnTo>
                    <a:pt x="3030" y="2686"/>
                  </a:lnTo>
                  <a:lnTo>
                    <a:pt x="3186" y="2374"/>
                  </a:lnTo>
                  <a:close/>
                  <a:moveTo>
                    <a:pt x="1" y="1"/>
                  </a:moveTo>
                  <a:lnTo>
                    <a:pt x="188" y="532"/>
                  </a:lnTo>
                  <a:lnTo>
                    <a:pt x="407" y="1000"/>
                  </a:lnTo>
                  <a:lnTo>
                    <a:pt x="625" y="1437"/>
                  </a:lnTo>
                  <a:lnTo>
                    <a:pt x="844" y="1812"/>
                  </a:lnTo>
                  <a:lnTo>
                    <a:pt x="1094" y="2155"/>
                  </a:lnTo>
                  <a:lnTo>
                    <a:pt x="1344" y="2437"/>
                  </a:lnTo>
                  <a:lnTo>
                    <a:pt x="1656" y="2686"/>
                  </a:lnTo>
                  <a:lnTo>
                    <a:pt x="1999" y="2905"/>
                  </a:lnTo>
                  <a:lnTo>
                    <a:pt x="1687" y="2686"/>
                  </a:lnTo>
                  <a:lnTo>
                    <a:pt x="1406" y="2405"/>
                  </a:lnTo>
                  <a:lnTo>
                    <a:pt x="1125" y="2093"/>
                  </a:lnTo>
                  <a:lnTo>
                    <a:pt x="875" y="1750"/>
                  </a:lnTo>
                  <a:lnTo>
                    <a:pt x="625" y="1344"/>
                  </a:lnTo>
                  <a:lnTo>
                    <a:pt x="407" y="906"/>
                  </a:lnTo>
                  <a:lnTo>
                    <a:pt x="188" y="4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1" name="Google Shape;3691;p61"/>
            <p:cNvSpPr/>
            <p:nvPr/>
          </p:nvSpPr>
          <p:spPr>
            <a:xfrm>
              <a:off x="4945175" y="2124375"/>
              <a:ext cx="8625" cy="17975"/>
            </a:xfrm>
            <a:custGeom>
              <a:avLst/>
              <a:gdLst/>
              <a:ahLst/>
              <a:cxnLst/>
              <a:rect l="l" t="t" r="r" b="b"/>
              <a:pathLst>
                <a:path w="345" h="719" fill="none" extrusionOk="0">
                  <a:moveTo>
                    <a:pt x="344" y="0"/>
                  </a:moveTo>
                  <a:lnTo>
                    <a:pt x="344" y="0"/>
                  </a:lnTo>
                  <a:lnTo>
                    <a:pt x="188" y="406"/>
                  </a:lnTo>
                  <a:lnTo>
                    <a:pt x="1" y="718"/>
                  </a:lnTo>
                  <a:lnTo>
                    <a:pt x="1" y="718"/>
                  </a:lnTo>
                  <a:lnTo>
                    <a:pt x="32" y="718"/>
                  </a:lnTo>
                  <a:lnTo>
                    <a:pt x="32" y="718"/>
                  </a:lnTo>
                  <a:lnTo>
                    <a:pt x="188" y="406"/>
                  </a:lnTo>
                  <a:lnTo>
                    <a:pt x="344" y="0"/>
                  </a:lnTo>
                  <a:lnTo>
                    <a:pt x="344" y="0"/>
                  </a:lnTo>
                  <a:lnTo>
                    <a:pt x="34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2" name="Google Shape;3692;p61"/>
            <p:cNvSpPr/>
            <p:nvPr/>
          </p:nvSpPr>
          <p:spPr>
            <a:xfrm>
              <a:off x="4870225" y="2075175"/>
              <a:ext cx="50000" cy="72625"/>
            </a:xfrm>
            <a:custGeom>
              <a:avLst/>
              <a:gdLst/>
              <a:ahLst/>
              <a:cxnLst/>
              <a:rect l="l" t="t" r="r" b="b"/>
              <a:pathLst>
                <a:path w="2000" h="290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88" y="532"/>
                  </a:lnTo>
                  <a:lnTo>
                    <a:pt x="407" y="1000"/>
                  </a:lnTo>
                  <a:lnTo>
                    <a:pt x="625" y="1437"/>
                  </a:lnTo>
                  <a:lnTo>
                    <a:pt x="844" y="1812"/>
                  </a:lnTo>
                  <a:lnTo>
                    <a:pt x="1094" y="2155"/>
                  </a:lnTo>
                  <a:lnTo>
                    <a:pt x="1344" y="2437"/>
                  </a:lnTo>
                  <a:lnTo>
                    <a:pt x="1656" y="2686"/>
                  </a:lnTo>
                  <a:lnTo>
                    <a:pt x="1999" y="2905"/>
                  </a:lnTo>
                  <a:lnTo>
                    <a:pt x="1999" y="2905"/>
                  </a:lnTo>
                  <a:lnTo>
                    <a:pt x="1999" y="2905"/>
                  </a:lnTo>
                  <a:lnTo>
                    <a:pt x="1999" y="2905"/>
                  </a:lnTo>
                  <a:lnTo>
                    <a:pt x="1687" y="2686"/>
                  </a:lnTo>
                  <a:lnTo>
                    <a:pt x="1406" y="2405"/>
                  </a:lnTo>
                  <a:lnTo>
                    <a:pt x="1125" y="2093"/>
                  </a:lnTo>
                  <a:lnTo>
                    <a:pt x="875" y="1750"/>
                  </a:lnTo>
                  <a:lnTo>
                    <a:pt x="625" y="1344"/>
                  </a:lnTo>
                  <a:lnTo>
                    <a:pt x="407" y="906"/>
                  </a:lnTo>
                  <a:lnTo>
                    <a:pt x="188" y="46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3" name="Google Shape;3693;p61"/>
            <p:cNvSpPr/>
            <p:nvPr/>
          </p:nvSpPr>
          <p:spPr>
            <a:xfrm>
              <a:off x="4995925" y="1681700"/>
              <a:ext cx="278750" cy="238925"/>
            </a:xfrm>
            <a:custGeom>
              <a:avLst/>
              <a:gdLst/>
              <a:ahLst/>
              <a:cxnLst/>
              <a:rect l="l" t="t" r="r" b="b"/>
              <a:pathLst>
                <a:path w="11150" h="9557" extrusionOk="0">
                  <a:moveTo>
                    <a:pt x="11150" y="0"/>
                  </a:moveTo>
                  <a:lnTo>
                    <a:pt x="10306" y="344"/>
                  </a:lnTo>
                  <a:lnTo>
                    <a:pt x="9245" y="843"/>
                  </a:lnTo>
                  <a:lnTo>
                    <a:pt x="7964" y="1499"/>
                  </a:lnTo>
                  <a:lnTo>
                    <a:pt x="6621" y="2249"/>
                  </a:lnTo>
                  <a:lnTo>
                    <a:pt x="7995" y="1499"/>
                  </a:lnTo>
                  <a:lnTo>
                    <a:pt x="9245" y="874"/>
                  </a:lnTo>
                  <a:lnTo>
                    <a:pt x="10338" y="344"/>
                  </a:lnTo>
                  <a:lnTo>
                    <a:pt x="11150" y="0"/>
                  </a:lnTo>
                  <a:close/>
                  <a:moveTo>
                    <a:pt x="6621" y="2249"/>
                  </a:moveTo>
                  <a:lnTo>
                    <a:pt x="5903" y="2655"/>
                  </a:lnTo>
                  <a:lnTo>
                    <a:pt x="5216" y="3092"/>
                  </a:lnTo>
                  <a:lnTo>
                    <a:pt x="4529" y="3560"/>
                  </a:lnTo>
                  <a:lnTo>
                    <a:pt x="3873" y="4060"/>
                  </a:lnTo>
                  <a:lnTo>
                    <a:pt x="4529" y="3591"/>
                  </a:lnTo>
                  <a:lnTo>
                    <a:pt x="5216" y="3123"/>
                  </a:lnTo>
                  <a:lnTo>
                    <a:pt x="5903" y="2686"/>
                  </a:lnTo>
                  <a:lnTo>
                    <a:pt x="6621" y="2249"/>
                  </a:lnTo>
                  <a:close/>
                  <a:moveTo>
                    <a:pt x="3873" y="4060"/>
                  </a:moveTo>
                  <a:lnTo>
                    <a:pt x="3217" y="4560"/>
                  </a:lnTo>
                  <a:lnTo>
                    <a:pt x="2624" y="5090"/>
                  </a:lnTo>
                  <a:lnTo>
                    <a:pt x="3217" y="4591"/>
                  </a:lnTo>
                  <a:lnTo>
                    <a:pt x="3873" y="4060"/>
                  </a:lnTo>
                  <a:close/>
                  <a:moveTo>
                    <a:pt x="2624" y="5090"/>
                  </a:moveTo>
                  <a:lnTo>
                    <a:pt x="2062" y="5621"/>
                  </a:lnTo>
                  <a:lnTo>
                    <a:pt x="1562" y="6183"/>
                  </a:lnTo>
                  <a:lnTo>
                    <a:pt x="1375" y="6465"/>
                  </a:lnTo>
                  <a:lnTo>
                    <a:pt x="1562" y="6215"/>
                  </a:lnTo>
                  <a:lnTo>
                    <a:pt x="2062" y="5653"/>
                  </a:lnTo>
                  <a:lnTo>
                    <a:pt x="2624" y="5090"/>
                  </a:lnTo>
                  <a:close/>
                  <a:moveTo>
                    <a:pt x="500" y="8057"/>
                  </a:moveTo>
                  <a:lnTo>
                    <a:pt x="219" y="8776"/>
                  </a:lnTo>
                  <a:lnTo>
                    <a:pt x="1" y="9556"/>
                  </a:lnTo>
                  <a:lnTo>
                    <a:pt x="219" y="8807"/>
                  </a:lnTo>
                  <a:lnTo>
                    <a:pt x="500" y="8057"/>
                  </a:lnTo>
                  <a:close/>
                </a:path>
              </a:pathLst>
            </a:custGeom>
            <a:solidFill>
              <a:srgbClr val="C2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4" name="Google Shape;3694;p61"/>
            <p:cNvSpPr/>
            <p:nvPr/>
          </p:nvSpPr>
          <p:spPr>
            <a:xfrm>
              <a:off x="4953775" y="1681700"/>
              <a:ext cx="320900" cy="442700"/>
            </a:xfrm>
            <a:custGeom>
              <a:avLst/>
              <a:gdLst/>
              <a:ahLst/>
              <a:cxnLst/>
              <a:rect l="l" t="t" r="r" b="b"/>
              <a:pathLst>
                <a:path w="12836" h="17708" fill="none" extrusionOk="0">
                  <a:moveTo>
                    <a:pt x="12836" y="0"/>
                  </a:moveTo>
                  <a:lnTo>
                    <a:pt x="12836" y="0"/>
                  </a:lnTo>
                  <a:lnTo>
                    <a:pt x="12836" y="0"/>
                  </a:lnTo>
                  <a:lnTo>
                    <a:pt x="12836" y="0"/>
                  </a:lnTo>
                  <a:lnTo>
                    <a:pt x="11992" y="344"/>
                  </a:lnTo>
                  <a:lnTo>
                    <a:pt x="10931" y="843"/>
                  </a:lnTo>
                  <a:lnTo>
                    <a:pt x="9650" y="1499"/>
                  </a:lnTo>
                  <a:lnTo>
                    <a:pt x="8307" y="2249"/>
                  </a:lnTo>
                  <a:lnTo>
                    <a:pt x="7589" y="2655"/>
                  </a:lnTo>
                  <a:lnTo>
                    <a:pt x="6902" y="3092"/>
                  </a:lnTo>
                  <a:lnTo>
                    <a:pt x="6215" y="3560"/>
                  </a:lnTo>
                  <a:lnTo>
                    <a:pt x="5559" y="4060"/>
                  </a:lnTo>
                  <a:lnTo>
                    <a:pt x="4903" y="4560"/>
                  </a:lnTo>
                  <a:lnTo>
                    <a:pt x="4310" y="5090"/>
                  </a:lnTo>
                  <a:lnTo>
                    <a:pt x="3748" y="5621"/>
                  </a:lnTo>
                  <a:lnTo>
                    <a:pt x="3248" y="6183"/>
                  </a:lnTo>
                  <a:lnTo>
                    <a:pt x="3248" y="6183"/>
                  </a:lnTo>
                  <a:lnTo>
                    <a:pt x="3061" y="6465"/>
                  </a:lnTo>
                  <a:lnTo>
                    <a:pt x="2842" y="6746"/>
                  </a:lnTo>
                  <a:lnTo>
                    <a:pt x="2499" y="7370"/>
                  </a:lnTo>
                  <a:lnTo>
                    <a:pt x="2186" y="8057"/>
                  </a:lnTo>
                  <a:lnTo>
                    <a:pt x="1905" y="8776"/>
                  </a:lnTo>
                  <a:lnTo>
                    <a:pt x="1687" y="9556"/>
                  </a:lnTo>
                  <a:lnTo>
                    <a:pt x="1468" y="10368"/>
                  </a:lnTo>
                  <a:lnTo>
                    <a:pt x="1281" y="11180"/>
                  </a:lnTo>
                  <a:lnTo>
                    <a:pt x="1093" y="12023"/>
                  </a:lnTo>
                  <a:lnTo>
                    <a:pt x="812" y="13679"/>
                  </a:lnTo>
                  <a:lnTo>
                    <a:pt x="562" y="15209"/>
                  </a:lnTo>
                  <a:lnTo>
                    <a:pt x="313" y="16583"/>
                  </a:lnTo>
                  <a:lnTo>
                    <a:pt x="156" y="17176"/>
                  </a:lnTo>
                  <a:lnTo>
                    <a:pt x="0" y="17707"/>
                  </a:lnTo>
                  <a:lnTo>
                    <a:pt x="0" y="17707"/>
                  </a:lnTo>
                  <a:lnTo>
                    <a:pt x="0" y="17707"/>
                  </a:lnTo>
                  <a:lnTo>
                    <a:pt x="0" y="17707"/>
                  </a:lnTo>
                  <a:lnTo>
                    <a:pt x="156" y="17176"/>
                  </a:lnTo>
                  <a:lnTo>
                    <a:pt x="313" y="16583"/>
                  </a:lnTo>
                  <a:lnTo>
                    <a:pt x="562" y="15209"/>
                  </a:lnTo>
                  <a:lnTo>
                    <a:pt x="812" y="13679"/>
                  </a:lnTo>
                  <a:lnTo>
                    <a:pt x="1093" y="12023"/>
                  </a:lnTo>
                  <a:lnTo>
                    <a:pt x="1281" y="11180"/>
                  </a:lnTo>
                  <a:lnTo>
                    <a:pt x="1468" y="10368"/>
                  </a:lnTo>
                  <a:lnTo>
                    <a:pt x="1687" y="9556"/>
                  </a:lnTo>
                  <a:lnTo>
                    <a:pt x="1905" y="8807"/>
                  </a:lnTo>
                  <a:lnTo>
                    <a:pt x="2186" y="8057"/>
                  </a:lnTo>
                  <a:lnTo>
                    <a:pt x="2499" y="7370"/>
                  </a:lnTo>
                  <a:lnTo>
                    <a:pt x="2842" y="6746"/>
                  </a:lnTo>
                  <a:lnTo>
                    <a:pt x="3061" y="6465"/>
                  </a:lnTo>
                  <a:lnTo>
                    <a:pt x="3248" y="6215"/>
                  </a:lnTo>
                  <a:lnTo>
                    <a:pt x="3248" y="6215"/>
                  </a:lnTo>
                  <a:lnTo>
                    <a:pt x="3748" y="5653"/>
                  </a:lnTo>
                  <a:lnTo>
                    <a:pt x="4310" y="5090"/>
                  </a:lnTo>
                  <a:lnTo>
                    <a:pt x="4903" y="4591"/>
                  </a:lnTo>
                  <a:lnTo>
                    <a:pt x="5559" y="4060"/>
                  </a:lnTo>
                  <a:lnTo>
                    <a:pt x="6215" y="3591"/>
                  </a:lnTo>
                  <a:lnTo>
                    <a:pt x="6902" y="3123"/>
                  </a:lnTo>
                  <a:lnTo>
                    <a:pt x="7589" y="2686"/>
                  </a:lnTo>
                  <a:lnTo>
                    <a:pt x="8307" y="2249"/>
                  </a:lnTo>
                  <a:lnTo>
                    <a:pt x="9681" y="1499"/>
                  </a:lnTo>
                  <a:lnTo>
                    <a:pt x="10931" y="874"/>
                  </a:lnTo>
                  <a:lnTo>
                    <a:pt x="12024" y="344"/>
                  </a:lnTo>
                  <a:lnTo>
                    <a:pt x="128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5" name="Google Shape;3695;p61"/>
            <p:cNvSpPr/>
            <p:nvPr/>
          </p:nvSpPr>
          <p:spPr>
            <a:xfrm>
              <a:off x="4920200" y="2142325"/>
              <a:ext cx="25775" cy="9400"/>
            </a:xfrm>
            <a:custGeom>
              <a:avLst/>
              <a:gdLst/>
              <a:ahLst/>
              <a:cxnLst/>
              <a:rect l="l" t="t" r="r" b="b"/>
              <a:pathLst>
                <a:path w="1031" h="376" extrusionOk="0">
                  <a:moveTo>
                    <a:pt x="1000" y="0"/>
                  </a:moveTo>
                  <a:lnTo>
                    <a:pt x="875" y="157"/>
                  </a:lnTo>
                  <a:lnTo>
                    <a:pt x="1031" y="0"/>
                  </a:lnTo>
                  <a:close/>
                  <a:moveTo>
                    <a:pt x="875" y="157"/>
                  </a:moveTo>
                  <a:lnTo>
                    <a:pt x="750" y="250"/>
                  </a:lnTo>
                  <a:lnTo>
                    <a:pt x="594" y="344"/>
                  </a:lnTo>
                  <a:lnTo>
                    <a:pt x="750" y="281"/>
                  </a:lnTo>
                  <a:lnTo>
                    <a:pt x="875" y="157"/>
                  </a:lnTo>
                  <a:close/>
                  <a:moveTo>
                    <a:pt x="0" y="219"/>
                  </a:moveTo>
                  <a:lnTo>
                    <a:pt x="94" y="281"/>
                  </a:lnTo>
                  <a:lnTo>
                    <a:pt x="281" y="344"/>
                  </a:lnTo>
                  <a:lnTo>
                    <a:pt x="94" y="250"/>
                  </a:lnTo>
                  <a:lnTo>
                    <a:pt x="0" y="219"/>
                  </a:lnTo>
                  <a:close/>
                  <a:moveTo>
                    <a:pt x="281" y="344"/>
                  </a:moveTo>
                  <a:lnTo>
                    <a:pt x="438" y="375"/>
                  </a:lnTo>
                  <a:lnTo>
                    <a:pt x="594" y="344"/>
                  </a:lnTo>
                  <a:close/>
                </a:path>
              </a:pathLst>
            </a:custGeom>
            <a:solidFill>
              <a:srgbClr val="E5B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6" name="Google Shape;3696;p61"/>
            <p:cNvSpPr/>
            <p:nvPr/>
          </p:nvSpPr>
          <p:spPr>
            <a:xfrm>
              <a:off x="4920200" y="2142325"/>
              <a:ext cx="25775" cy="9400"/>
            </a:xfrm>
            <a:custGeom>
              <a:avLst/>
              <a:gdLst/>
              <a:ahLst/>
              <a:cxnLst/>
              <a:rect l="l" t="t" r="r" b="b"/>
              <a:pathLst>
                <a:path w="1031" h="376" fill="none" extrusionOk="0">
                  <a:moveTo>
                    <a:pt x="1000" y="0"/>
                  </a:moveTo>
                  <a:lnTo>
                    <a:pt x="1000" y="0"/>
                  </a:lnTo>
                  <a:lnTo>
                    <a:pt x="875" y="157"/>
                  </a:lnTo>
                  <a:lnTo>
                    <a:pt x="750" y="250"/>
                  </a:lnTo>
                  <a:lnTo>
                    <a:pt x="594" y="344"/>
                  </a:lnTo>
                  <a:lnTo>
                    <a:pt x="438" y="344"/>
                  </a:lnTo>
                  <a:lnTo>
                    <a:pt x="438" y="344"/>
                  </a:lnTo>
                  <a:lnTo>
                    <a:pt x="281" y="344"/>
                  </a:lnTo>
                  <a:lnTo>
                    <a:pt x="94" y="250"/>
                  </a:lnTo>
                  <a:lnTo>
                    <a:pt x="94" y="250"/>
                  </a:lnTo>
                  <a:lnTo>
                    <a:pt x="0" y="219"/>
                  </a:lnTo>
                  <a:lnTo>
                    <a:pt x="0" y="219"/>
                  </a:lnTo>
                  <a:lnTo>
                    <a:pt x="0" y="219"/>
                  </a:lnTo>
                  <a:lnTo>
                    <a:pt x="0" y="219"/>
                  </a:lnTo>
                  <a:lnTo>
                    <a:pt x="94" y="281"/>
                  </a:lnTo>
                  <a:lnTo>
                    <a:pt x="94" y="281"/>
                  </a:lnTo>
                  <a:lnTo>
                    <a:pt x="281" y="344"/>
                  </a:lnTo>
                  <a:lnTo>
                    <a:pt x="438" y="375"/>
                  </a:lnTo>
                  <a:lnTo>
                    <a:pt x="438" y="375"/>
                  </a:lnTo>
                  <a:lnTo>
                    <a:pt x="594" y="344"/>
                  </a:lnTo>
                  <a:lnTo>
                    <a:pt x="750" y="281"/>
                  </a:lnTo>
                  <a:lnTo>
                    <a:pt x="875" y="157"/>
                  </a:lnTo>
                  <a:lnTo>
                    <a:pt x="1031" y="0"/>
                  </a:lnTo>
                  <a:lnTo>
                    <a:pt x="1031" y="0"/>
                  </a:lnTo>
                  <a:lnTo>
                    <a:pt x="10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7" name="Google Shape;3697;p61"/>
            <p:cNvSpPr/>
            <p:nvPr/>
          </p:nvSpPr>
          <p:spPr>
            <a:xfrm>
              <a:off x="4870225" y="1651250"/>
              <a:ext cx="420075" cy="499675"/>
            </a:xfrm>
            <a:custGeom>
              <a:avLst/>
              <a:gdLst/>
              <a:ahLst/>
              <a:cxnLst/>
              <a:rect l="l" t="t" r="r" b="b"/>
              <a:pathLst>
                <a:path w="16803" h="19987" extrusionOk="0">
                  <a:moveTo>
                    <a:pt x="12898" y="0"/>
                  </a:moveTo>
                  <a:lnTo>
                    <a:pt x="12118" y="187"/>
                  </a:lnTo>
                  <a:lnTo>
                    <a:pt x="11368" y="406"/>
                  </a:lnTo>
                  <a:lnTo>
                    <a:pt x="10619" y="625"/>
                  </a:lnTo>
                  <a:lnTo>
                    <a:pt x="9869" y="875"/>
                  </a:lnTo>
                  <a:lnTo>
                    <a:pt x="9151" y="1156"/>
                  </a:lnTo>
                  <a:lnTo>
                    <a:pt x="8464" y="1437"/>
                  </a:lnTo>
                  <a:lnTo>
                    <a:pt x="7777" y="1780"/>
                  </a:lnTo>
                  <a:lnTo>
                    <a:pt x="7121" y="2124"/>
                  </a:lnTo>
                  <a:lnTo>
                    <a:pt x="6496" y="2498"/>
                  </a:lnTo>
                  <a:lnTo>
                    <a:pt x="5903" y="2904"/>
                  </a:lnTo>
                  <a:lnTo>
                    <a:pt x="5341" y="3342"/>
                  </a:lnTo>
                  <a:lnTo>
                    <a:pt x="4779" y="3810"/>
                  </a:lnTo>
                  <a:lnTo>
                    <a:pt x="4279" y="4310"/>
                  </a:lnTo>
                  <a:lnTo>
                    <a:pt x="3811" y="4841"/>
                  </a:lnTo>
                  <a:lnTo>
                    <a:pt x="3373" y="5372"/>
                  </a:lnTo>
                  <a:lnTo>
                    <a:pt x="2999" y="5965"/>
                  </a:lnTo>
                  <a:lnTo>
                    <a:pt x="2624" y="6621"/>
                  </a:lnTo>
                  <a:lnTo>
                    <a:pt x="2249" y="7277"/>
                  </a:lnTo>
                  <a:lnTo>
                    <a:pt x="1937" y="7995"/>
                  </a:lnTo>
                  <a:lnTo>
                    <a:pt x="1656" y="8682"/>
                  </a:lnTo>
                  <a:lnTo>
                    <a:pt x="1406" y="9400"/>
                  </a:lnTo>
                  <a:lnTo>
                    <a:pt x="1156" y="10150"/>
                  </a:lnTo>
                  <a:lnTo>
                    <a:pt x="938" y="10868"/>
                  </a:lnTo>
                  <a:lnTo>
                    <a:pt x="750" y="11617"/>
                  </a:lnTo>
                  <a:lnTo>
                    <a:pt x="594" y="12336"/>
                  </a:lnTo>
                  <a:lnTo>
                    <a:pt x="469" y="13085"/>
                  </a:lnTo>
                  <a:lnTo>
                    <a:pt x="219" y="14459"/>
                  </a:lnTo>
                  <a:lnTo>
                    <a:pt x="94" y="15771"/>
                  </a:lnTo>
                  <a:lnTo>
                    <a:pt x="1" y="16958"/>
                  </a:lnTo>
                  <a:lnTo>
                    <a:pt x="188" y="17426"/>
                  </a:lnTo>
                  <a:lnTo>
                    <a:pt x="407" y="17863"/>
                  </a:lnTo>
                  <a:lnTo>
                    <a:pt x="625" y="18301"/>
                  </a:lnTo>
                  <a:lnTo>
                    <a:pt x="875" y="18707"/>
                  </a:lnTo>
                  <a:lnTo>
                    <a:pt x="1125" y="19050"/>
                  </a:lnTo>
                  <a:lnTo>
                    <a:pt x="1406" y="19362"/>
                  </a:lnTo>
                  <a:lnTo>
                    <a:pt x="1687" y="19643"/>
                  </a:lnTo>
                  <a:lnTo>
                    <a:pt x="1999" y="19862"/>
                  </a:lnTo>
                  <a:lnTo>
                    <a:pt x="2093" y="19893"/>
                  </a:lnTo>
                  <a:lnTo>
                    <a:pt x="2280" y="19987"/>
                  </a:lnTo>
                  <a:lnTo>
                    <a:pt x="2593" y="19987"/>
                  </a:lnTo>
                  <a:lnTo>
                    <a:pt x="2749" y="19893"/>
                  </a:lnTo>
                  <a:lnTo>
                    <a:pt x="2874" y="19800"/>
                  </a:lnTo>
                  <a:lnTo>
                    <a:pt x="2999" y="19643"/>
                  </a:lnTo>
                  <a:lnTo>
                    <a:pt x="3186" y="19331"/>
                  </a:lnTo>
                  <a:lnTo>
                    <a:pt x="3342" y="18925"/>
                  </a:lnTo>
                  <a:lnTo>
                    <a:pt x="3498" y="18394"/>
                  </a:lnTo>
                  <a:lnTo>
                    <a:pt x="3655" y="17801"/>
                  </a:lnTo>
                  <a:lnTo>
                    <a:pt x="3904" y="16427"/>
                  </a:lnTo>
                  <a:lnTo>
                    <a:pt x="4154" y="14897"/>
                  </a:lnTo>
                  <a:lnTo>
                    <a:pt x="4435" y="13241"/>
                  </a:lnTo>
                  <a:lnTo>
                    <a:pt x="4623" y="12398"/>
                  </a:lnTo>
                  <a:lnTo>
                    <a:pt x="4810" y="11586"/>
                  </a:lnTo>
                  <a:lnTo>
                    <a:pt x="5029" y="10774"/>
                  </a:lnTo>
                  <a:lnTo>
                    <a:pt x="5247" y="9994"/>
                  </a:lnTo>
                  <a:lnTo>
                    <a:pt x="5528" y="9275"/>
                  </a:lnTo>
                  <a:lnTo>
                    <a:pt x="5841" y="8588"/>
                  </a:lnTo>
                  <a:lnTo>
                    <a:pt x="6184" y="7964"/>
                  </a:lnTo>
                  <a:lnTo>
                    <a:pt x="6403" y="7683"/>
                  </a:lnTo>
                  <a:lnTo>
                    <a:pt x="6590" y="7401"/>
                  </a:lnTo>
                  <a:lnTo>
                    <a:pt x="7090" y="6839"/>
                  </a:lnTo>
                  <a:lnTo>
                    <a:pt x="7652" y="6308"/>
                  </a:lnTo>
                  <a:lnTo>
                    <a:pt x="8245" y="5778"/>
                  </a:lnTo>
                  <a:lnTo>
                    <a:pt x="8901" y="5278"/>
                  </a:lnTo>
                  <a:lnTo>
                    <a:pt x="9557" y="4778"/>
                  </a:lnTo>
                  <a:lnTo>
                    <a:pt x="10244" y="4310"/>
                  </a:lnTo>
                  <a:lnTo>
                    <a:pt x="10931" y="3873"/>
                  </a:lnTo>
                  <a:lnTo>
                    <a:pt x="11649" y="3467"/>
                  </a:lnTo>
                  <a:lnTo>
                    <a:pt x="12992" y="2717"/>
                  </a:lnTo>
                  <a:lnTo>
                    <a:pt x="14273" y="2061"/>
                  </a:lnTo>
                  <a:lnTo>
                    <a:pt x="15334" y="1562"/>
                  </a:lnTo>
                  <a:lnTo>
                    <a:pt x="16178" y="1218"/>
                  </a:lnTo>
                  <a:lnTo>
                    <a:pt x="16365" y="1124"/>
                  </a:lnTo>
                  <a:lnTo>
                    <a:pt x="16802" y="937"/>
                  </a:lnTo>
                  <a:lnTo>
                    <a:pt x="15834" y="656"/>
                  </a:lnTo>
                  <a:lnTo>
                    <a:pt x="14866" y="406"/>
                  </a:lnTo>
                  <a:lnTo>
                    <a:pt x="13898" y="187"/>
                  </a:lnTo>
                  <a:lnTo>
                    <a:pt x="128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8" name="Google Shape;3698;p61"/>
            <p:cNvSpPr/>
            <p:nvPr/>
          </p:nvSpPr>
          <p:spPr>
            <a:xfrm>
              <a:off x="4870225" y="1651250"/>
              <a:ext cx="420075" cy="499675"/>
            </a:xfrm>
            <a:custGeom>
              <a:avLst/>
              <a:gdLst/>
              <a:ahLst/>
              <a:cxnLst/>
              <a:rect l="l" t="t" r="r" b="b"/>
              <a:pathLst>
                <a:path w="16803" h="19987" fill="none" extrusionOk="0">
                  <a:moveTo>
                    <a:pt x="12898" y="0"/>
                  </a:moveTo>
                  <a:lnTo>
                    <a:pt x="12898" y="0"/>
                  </a:lnTo>
                  <a:lnTo>
                    <a:pt x="12118" y="187"/>
                  </a:lnTo>
                  <a:lnTo>
                    <a:pt x="11368" y="406"/>
                  </a:lnTo>
                  <a:lnTo>
                    <a:pt x="10619" y="625"/>
                  </a:lnTo>
                  <a:lnTo>
                    <a:pt x="9869" y="875"/>
                  </a:lnTo>
                  <a:lnTo>
                    <a:pt x="9151" y="1156"/>
                  </a:lnTo>
                  <a:lnTo>
                    <a:pt x="8464" y="1437"/>
                  </a:lnTo>
                  <a:lnTo>
                    <a:pt x="7777" y="1780"/>
                  </a:lnTo>
                  <a:lnTo>
                    <a:pt x="7121" y="2124"/>
                  </a:lnTo>
                  <a:lnTo>
                    <a:pt x="6496" y="2498"/>
                  </a:lnTo>
                  <a:lnTo>
                    <a:pt x="5903" y="2904"/>
                  </a:lnTo>
                  <a:lnTo>
                    <a:pt x="5341" y="3342"/>
                  </a:lnTo>
                  <a:lnTo>
                    <a:pt x="4779" y="3810"/>
                  </a:lnTo>
                  <a:lnTo>
                    <a:pt x="4279" y="4310"/>
                  </a:lnTo>
                  <a:lnTo>
                    <a:pt x="3811" y="4841"/>
                  </a:lnTo>
                  <a:lnTo>
                    <a:pt x="3373" y="5372"/>
                  </a:lnTo>
                  <a:lnTo>
                    <a:pt x="2999" y="5965"/>
                  </a:lnTo>
                  <a:lnTo>
                    <a:pt x="2999" y="5965"/>
                  </a:lnTo>
                  <a:lnTo>
                    <a:pt x="2624" y="6621"/>
                  </a:lnTo>
                  <a:lnTo>
                    <a:pt x="2249" y="7277"/>
                  </a:lnTo>
                  <a:lnTo>
                    <a:pt x="1937" y="7995"/>
                  </a:lnTo>
                  <a:lnTo>
                    <a:pt x="1656" y="8682"/>
                  </a:lnTo>
                  <a:lnTo>
                    <a:pt x="1406" y="9400"/>
                  </a:lnTo>
                  <a:lnTo>
                    <a:pt x="1156" y="10150"/>
                  </a:lnTo>
                  <a:lnTo>
                    <a:pt x="938" y="10868"/>
                  </a:lnTo>
                  <a:lnTo>
                    <a:pt x="750" y="11617"/>
                  </a:lnTo>
                  <a:lnTo>
                    <a:pt x="594" y="12336"/>
                  </a:lnTo>
                  <a:lnTo>
                    <a:pt x="469" y="13085"/>
                  </a:lnTo>
                  <a:lnTo>
                    <a:pt x="219" y="14459"/>
                  </a:lnTo>
                  <a:lnTo>
                    <a:pt x="94" y="15771"/>
                  </a:lnTo>
                  <a:lnTo>
                    <a:pt x="1" y="16958"/>
                  </a:lnTo>
                  <a:lnTo>
                    <a:pt x="1" y="16958"/>
                  </a:lnTo>
                  <a:lnTo>
                    <a:pt x="188" y="17426"/>
                  </a:lnTo>
                  <a:lnTo>
                    <a:pt x="407" y="17863"/>
                  </a:lnTo>
                  <a:lnTo>
                    <a:pt x="625" y="18301"/>
                  </a:lnTo>
                  <a:lnTo>
                    <a:pt x="875" y="18707"/>
                  </a:lnTo>
                  <a:lnTo>
                    <a:pt x="1125" y="19050"/>
                  </a:lnTo>
                  <a:lnTo>
                    <a:pt x="1406" y="19362"/>
                  </a:lnTo>
                  <a:lnTo>
                    <a:pt x="1687" y="19643"/>
                  </a:lnTo>
                  <a:lnTo>
                    <a:pt x="1999" y="19862"/>
                  </a:lnTo>
                  <a:lnTo>
                    <a:pt x="1999" y="19862"/>
                  </a:lnTo>
                  <a:lnTo>
                    <a:pt x="2093" y="19893"/>
                  </a:lnTo>
                  <a:lnTo>
                    <a:pt x="2093" y="19893"/>
                  </a:lnTo>
                  <a:lnTo>
                    <a:pt x="2280" y="19987"/>
                  </a:lnTo>
                  <a:lnTo>
                    <a:pt x="2437" y="19987"/>
                  </a:lnTo>
                  <a:lnTo>
                    <a:pt x="2437" y="19987"/>
                  </a:lnTo>
                  <a:lnTo>
                    <a:pt x="2593" y="19987"/>
                  </a:lnTo>
                  <a:lnTo>
                    <a:pt x="2749" y="19893"/>
                  </a:lnTo>
                  <a:lnTo>
                    <a:pt x="2874" y="19800"/>
                  </a:lnTo>
                  <a:lnTo>
                    <a:pt x="2999" y="19643"/>
                  </a:lnTo>
                  <a:lnTo>
                    <a:pt x="2999" y="19643"/>
                  </a:lnTo>
                  <a:lnTo>
                    <a:pt x="3186" y="19331"/>
                  </a:lnTo>
                  <a:lnTo>
                    <a:pt x="3342" y="18925"/>
                  </a:lnTo>
                  <a:lnTo>
                    <a:pt x="3342" y="18925"/>
                  </a:lnTo>
                  <a:lnTo>
                    <a:pt x="3498" y="18394"/>
                  </a:lnTo>
                  <a:lnTo>
                    <a:pt x="3655" y="17801"/>
                  </a:lnTo>
                  <a:lnTo>
                    <a:pt x="3904" y="16427"/>
                  </a:lnTo>
                  <a:lnTo>
                    <a:pt x="4154" y="14897"/>
                  </a:lnTo>
                  <a:lnTo>
                    <a:pt x="4435" y="13241"/>
                  </a:lnTo>
                  <a:lnTo>
                    <a:pt x="4623" y="12398"/>
                  </a:lnTo>
                  <a:lnTo>
                    <a:pt x="4810" y="11586"/>
                  </a:lnTo>
                  <a:lnTo>
                    <a:pt x="5029" y="10774"/>
                  </a:lnTo>
                  <a:lnTo>
                    <a:pt x="5247" y="9994"/>
                  </a:lnTo>
                  <a:lnTo>
                    <a:pt x="5528" y="9275"/>
                  </a:lnTo>
                  <a:lnTo>
                    <a:pt x="5841" y="8588"/>
                  </a:lnTo>
                  <a:lnTo>
                    <a:pt x="6184" y="7964"/>
                  </a:lnTo>
                  <a:lnTo>
                    <a:pt x="6403" y="7683"/>
                  </a:lnTo>
                  <a:lnTo>
                    <a:pt x="6590" y="7401"/>
                  </a:lnTo>
                  <a:lnTo>
                    <a:pt x="6590" y="7401"/>
                  </a:lnTo>
                  <a:lnTo>
                    <a:pt x="7090" y="6839"/>
                  </a:lnTo>
                  <a:lnTo>
                    <a:pt x="7652" y="6308"/>
                  </a:lnTo>
                  <a:lnTo>
                    <a:pt x="8245" y="5778"/>
                  </a:lnTo>
                  <a:lnTo>
                    <a:pt x="8901" y="5278"/>
                  </a:lnTo>
                  <a:lnTo>
                    <a:pt x="9557" y="4778"/>
                  </a:lnTo>
                  <a:lnTo>
                    <a:pt x="10244" y="4310"/>
                  </a:lnTo>
                  <a:lnTo>
                    <a:pt x="10931" y="3873"/>
                  </a:lnTo>
                  <a:lnTo>
                    <a:pt x="11649" y="3467"/>
                  </a:lnTo>
                  <a:lnTo>
                    <a:pt x="12992" y="2717"/>
                  </a:lnTo>
                  <a:lnTo>
                    <a:pt x="14273" y="2061"/>
                  </a:lnTo>
                  <a:lnTo>
                    <a:pt x="15334" y="1562"/>
                  </a:lnTo>
                  <a:lnTo>
                    <a:pt x="16178" y="1218"/>
                  </a:lnTo>
                  <a:lnTo>
                    <a:pt x="16178" y="1218"/>
                  </a:lnTo>
                  <a:lnTo>
                    <a:pt x="16365" y="1124"/>
                  </a:lnTo>
                  <a:lnTo>
                    <a:pt x="16365" y="1124"/>
                  </a:lnTo>
                  <a:lnTo>
                    <a:pt x="16802" y="937"/>
                  </a:lnTo>
                  <a:lnTo>
                    <a:pt x="16802" y="937"/>
                  </a:lnTo>
                  <a:lnTo>
                    <a:pt x="16802" y="937"/>
                  </a:lnTo>
                  <a:lnTo>
                    <a:pt x="16802" y="937"/>
                  </a:lnTo>
                  <a:lnTo>
                    <a:pt x="16802" y="937"/>
                  </a:lnTo>
                  <a:lnTo>
                    <a:pt x="15834" y="656"/>
                  </a:lnTo>
                  <a:lnTo>
                    <a:pt x="14866" y="406"/>
                  </a:lnTo>
                  <a:lnTo>
                    <a:pt x="13898" y="187"/>
                  </a:lnTo>
                  <a:lnTo>
                    <a:pt x="1289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9" name="Google Shape;3699;p61"/>
            <p:cNvSpPr/>
            <p:nvPr/>
          </p:nvSpPr>
          <p:spPr>
            <a:xfrm>
              <a:off x="4867875" y="1658275"/>
              <a:ext cx="594950" cy="639450"/>
            </a:xfrm>
            <a:custGeom>
              <a:avLst/>
              <a:gdLst/>
              <a:ahLst/>
              <a:cxnLst/>
              <a:rect l="l" t="t" r="r" b="b"/>
              <a:pathLst>
                <a:path w="23798" h="25578" extrusionOk="0">
                  <a:moveTo>
                    <a:pt x="15834" y="0"/>
                  </a:moveTo>
                  <a:lnTo>
                    <a:pt x="15116" y="125"/>
                  </a:lnTo>
                  <a:lnTo>
                    <a:pt x="13929" y="406"/>
                  </a:lnTo>
                  <a:lnTo>
                    <a:pt x="13211" y="562"/>
                  </a:lnTo>
                  <a:lnTo>
                    <a:pt x="12399" y="781"/>
                  </a:lnTo>
                  <a:lnTo>
                    <a:pt x="11587" y="1062"/>
                  </a:lnTo>
                  <a:lnTo>
                    <a:pt x="10713" y="1343"/>
                  </a:lnTo>
                  <a:lnTo>
                    <a:pt x="9838" y="1687"/>
                  </a:lnTo>
                  <a:lnTo>
                    <a:pt x="8933" y="2061"/>
                  </a:lnTo>
                  <a:lnTo>
                    <a:pt x="8089" y="2467"/>
                  </a:lnTo>
                  <a:lnTo>
                    <a:pt x="7246" y="2936"/>
                  </a:lnTo>
                  <a:lnTo>
                    <a:pt x="6497" y="3435"/>
                  </a:lnTo>
                  <a:lnTo>
                    <a:pt x="6122" y="3716"/>
                  </a:lnTo>
                  <a:lnTo>
                    <a:pt x="5778" y="3998"/>
                  </a:lnTo>
                  <a:lnTo>
                    <a:pt x="5466" y="4279"/>
                  </a:lnTo>
                  <a:lnTo>
                    <a:pt x="5154" y="4591"/>
                  </a:lnTo>
                  <a:lnTo>
                    <a:pt x="4904" y="4903"/>
                  </a:lnTo>
                  <a:lnTo>
                    <a:pt x="4654" y="5215"/>
                  </a:lnTo>
                  <a:lnTo>
                    <a:pt x="4186" y="5934"/>
                  </a:lnTo>
                  <a:lnTo>
                    <a:pt x="3717" y="6777"/>
                  </a:lnTo>
                  <a:lnTo>
                    <a:pt x="3249" y="7745"/>
                  </a:lnTo>
                  <a:lnTo>
                    <a:pt x="2780" y="8776"/>
                  </a:lnTo>
                  <a:lnTo>
                    <a:pt x="2343" y="9869"/>
                  </a:lnTo>
                  <a:lnTo>
                    <a:pt x="1906" y="10993"/>
                  </a:lnTo>
                  <a:lnTo>
                    <a:pt x="1500" y="12148"/>
                  </a:lnTo>
                  <a:lnTo>
                    <a:pt x="1156" y="13304"/>
                  </a:lnTo>
                  <a:lnTo>
                    <a:pt x="813" y="14459"/>
                  </a:lnTo>
                  <a:lnTo>
                    <a:pt x="532" y="15584"/>
                  </a:lnTo>
                  <a:lnTo>
                    <a:pt x="313" y="16645"/>
                  </a:lnTo>
                  <a:lnTo>
                    <a:pt x="126" y="17645"/>
                  </a:lnTo>
                  <a:lnTo>
                    <a:pt x="32" y="18519"/>
                  </a:lnTo>
                  <a:lnTo>
                    <a:pt x="1" y="19300"/>
                  </a:lnTo>
                  <a:lnTo>
                    <a:pt x="32" y="19675"/>
                  </a:lnTo>
                  <a:lnTo>
                    <a:pt x="63" y="19956"/>
                  </a:lnTo>
                  <a:lnTo>
                    <a:pt x="126" y="20237"/>
                  </a:lnTo>
                  <a:lnTo>
                    <a:pt x="188" y="20487"/>
                  </a:lnTo>
                  <a:lnTo>
                    <a:pt x="313" y="20674"/>
                  </a:lnTo>
                  <a:lnTo>
                    <a:pt x="438" y="20830"/>
                  </a:lnTo>
                  <a:lnTo>
                    <a:pt x="813" y="21174"/>
                  </a:lnTo>
                  <a:lnTo>
                    <a:pt x="1032" y="21361"/>
                  </a:lnTo>
                  <a:lnTo>
                    <a:pt x="1219" y="21580"/>
                  </a:lnTo>
                  <a:lnTo>
                    <a:pt x="1375" y="21798"/>
                  </a:lnTo>
                  <a:lnTo>
                    <a:pt x="1531" y="22079"/>
                  </a:lnTo>
                  <a:lnTo>
                    <a:pt x="1844" y="22860"/>
                  </a:lnTo>
                  <a:lnTo>
                    <a:pt x="2125" y="23610"/>
                  </a:lnTo>
                  <a:lnTo>
                    <a:pt x="2374" y="24359"/>
                  </a:lnTo>
                  <a:lnTo>
                    <a:pt x="2531" y="24671"/>
                  </a:lnTo>
                  <a:lnTo>
                    <a:pt x="2687" y="24952"/>
                  </a:lnTo>
                  <a:lnTo>
                    <a:pt x="2780" y="25140"/>
                  </a:lnTo>
                  <a:lnTo>
                    <a:pt x="2905" y="25296"/>
                  </a:lnTo>
                  <a:lnTo>
                    <a:pt x="3030" y="25421"/>
                  </a:lnTo>
                  <a:lnTo>
                    <a:pt x="3124" y="25515"/>
                  </a:lnTo>
                  <a:lnTo>
                    <a:pt x="3218" y="25577"/>
                  </a:lnTo>
                  <a:lnTo>
                    <a:pt x="3311" y="25577"/>
                  </a:lnTo>
                  <a:lnTo>
                    <a:pt x="3343" y="25546"/>
                  </a:lnTo>
                  <a:lnTo>
                    <a:pt x="3374" y="25483"/>
                  </a:lnTo>
                  <a:lnTo>
                    <a:pt x="3374" y="24952"/>
                  </a:lnTo>
                  <a:lnTo>
                    <a:pt x="3436" y="24297"/>
                  </a:lnTo>
                  <a:lnTo>
                    <a:pt x="3530" y="23547"/>
                  </a:lnTo>
                  <a:lnTo>
                    <a:pt x="3686" y="22704"/>
                  </a:lnTo>
                  <a:lnTo>
                    <a:pt x="3842" y="21830"/>
                  </a:lnTo>
                  <a:lnTo>
                    <a:pt x="4061" y="20893"/>
                  </a:lnTo>
                  <a:lnTo>
                    <a:pt x="4311" y="19925"/>
                  </a:lnTo>
                  <a:lnTo>
                    <a:pt x="4592" y="18894"/>
                  </a:lnTo>
                  <a:lnTo>
                    <a:pt x="4904" y="17863"/>
                  </a:lnTo>
                  <a:lnTo>
                    <a:pt x="5248" y="16833"/>
                  </a:lnTo>
                  <a:lnTo>
                    <a:pt x="5622" y="15771"/>
                  </a:lnTo>
                  <a:lnTo>
                    <a:pt x="5997" y="14740"/>
                  </a:lnTo>
                  <a:lnTo>
                    <a:pt x="6403" y="13741"/>
                  </a:lnTo>
                  <a:lnTo>
                    <a:pt x="6840" y="12804"/>
                  </a:lnTo>
                  <a:lnTo>
                    <a:pt x="7277" y="11867"/>
                  </a:lnTo>
                  <a:lnTo>
                    <a:pt x="7715" y="11024"/>
                  </a:lnTo>
                  <a:lnTo>
                    <a:pt x="7965" y="10618"/>
                  </a:lnTo>
                  <a:lnTo>
                    <a:pt x="8246" y="10212"/>
                  </a:lnTo>
                  <a:lnTo>
                    <a:pt x="8527" y="9806"/>
                  </a:lnTo>
                  <a:lnTo>
                    <a:pt x="8870" y="9431"/>
                  </a:lnTo>
                  <a:lnTo>
                    <a:pt x="9214" y="9057"/>
                  </a:lnTo>
                  <a:lnTo>
                    <a:pt x="9588" y="8682"/>
                  </a:lnTo>
                  <a:lnTo>
                    <a:pt x="10400" y="7995"/>
                  </a:lnTo>
                  <a:lnTo>
                    <a:pt x="11275" y="7308"/>
                  </a:lnTo>
                  <a:lnTo>
                    <a:pt x="12180" y="6683"/>
                  </a:lnTo>
                  <a:lnTo>
                    <a:pt x="13117" y="6090"/>
                  </a:lnTo>
                  <a:lnTo>
                    <a:pt x="14054" y="5559"/>
                  </a:lnTo>
                  <a:lnTo>
                    <a:pt x="14960" y="5091"/>
                  </a:lnTo>
                  <a:lnTo>
                    <a:pt x="15834" y="4653"/>
                  </a:lnTo>
                  <a:lnTo>
                    <a:pt x="16678" y="4279"/>
                  </a:lnTo>
                  <a:lnTo>
                    <a:pt x="17458" y="3966"/>
                  </a:lnTo>
                  <a:lnTo>
                    <a:pt x="18114" y="3716"/>
                  </a:lnTo>
                  <a:lnTo>
                    <a:pt x="18707" y="3529"/>
                  </a:lnTo>
                  <a:lnTo>
                    <a:pt x="19145" y="3404"/>
                  </a:lnTo>
                  <a:lnTo>
                    <a:pt x="19426" y="3373"/>
                  </a:lnTo>
                  <a:lnTo>
                    <a:pt x="20425" y="3342"/>
                  </a:lnTo>
                  <a:lnTo>
                    <a:pt x="21268" y="3404"/>
                  </a:lnTo>
                  <a:lnTo>
                    <a:pt x="21955" y="3498"/>
                  </a:lnTo>
                  <a:lnTo>
                    <a:pt x="22517" y="3592"/>
                  </a:lnTo>
                  <a:lnTo>
                    <a:pt x="22955" y="3685"/>
                  </a:lnTo>
                  <a:lnTo>
                    <a:pt x="23298" y="3748"/>
                  </a:lnTo>
                  <a:lnTo>
                    <a:pt x="23579" y="3779"/>
                  </a:lnTo>
                  <a:lnTo>
                    <a:pt x="23673" y="3748"/>
                  </a:lnTo>
                  <a:lnTo>
                    <a:pt x="23767" y="3716"/>
                  </a:lnTo>
                  <a:lnTo>
                    <a:pt x="23798" y="3654"/>
                  </a:lnTo>
                  <a:lnTo>
                    <a:pt x="23798" y="3623"/>
                  </a:lnTo>
                  <a:lnTo>
                    <a:pt x="23767" y="3529"/>
                  </a:lnTo>
                  <a:lnTo>
                    <a:pt x="23673" y="3404"/>
                  </a:lnTo>
                  <a:lnTo>
                    <a:pt x="23486" y="3248"/>
                  </a:lnTo>
                  <a:lnTo>
                    <a:pt x="23048" y="2873"/>
                  </a:lnTo>
                  <a:lnTo>
                    <a:pt x="22455" y="2467"/>
                  </a:lnTo>
                  <a:lnTo>
                    <a:pt x="21799" y="2061"/>
                  </a:lnTo>
                  <a:lnTo>
                    <a:pt x="21175" y="1687"/>
                  </a:lnTo>
                  <a:lnTo>
                    <a:pt x="20612" y="1374"/>
                  </a:lnTo>
                  <a:lnTo>
                    <a:pt x="20175" y="1156"/>
                  </a:lnTo>
                  <a:lnTo>
                    <a:pt x="19332" y="812"/>
                  </a:lnTo>
                  <a:lnTo>
                    <a:pt x="18770" y="594"/>
                  </a:lnTo>
                  <a:lnTo>
                    <a:pt x="18145" y="375"/>
                  </a:lnTo>
                  <a:lnTo>
                    <a:pt x="17521" y="219"/>
                  </a:lnTo>
                  <a:lnTo>
                    <a:pt x="16927" y="63"/>
                  </a:lnTo>
                  <a:lnTo>
                    <a:pt x="163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0" name="Google Shape;3700;p61"/>
            <p:cNvSpPr/>
            <p:nvPr/>
          </p:nvSpPr>
          <p:spPr>
            <a:xfrm>
              <a:off x="4977200" y="1818325"/>
              <a:ext cx="96050" cy="71850"/>
            </a:xfrm>
            <a:custGeom>
              <a:avLst/>
              <a:gdLst/>
              <a:ahLst/>
              <a:cxnLst/>
              <a:rect l="l" t="t" r="r" b="b"/>
              <a:pathLst>
                <a:path w="3842" h="2874" extrusionOk="0">
                  <a:moveTo>
                    <a:pt x="63" y="0"/>
                  </a:moveTo>
                  <a:lnTo>
                    <a:pt x="31" y="31"/>
                  </a:lnTo>
                  <a:lnTo>
                    <a:pt x="0" y="31"/>
                  </a:lnTo>
                  <a:lnTo>
                    <a:pt x="0" y="94"/>
                  </a:lnTo>
                  <a:lnTo>
                    <a:pt x="375" y="562"/>
                  </a:lnTo>
                  <a:lnTo>
                    <a:pt x="750" y="1031"/>
                  </a:lnTo>
                  <a:lnTo>
                    <a:pt x="1187" y="1437"/>
                  </a:lnTo>
                  <a:lnTo>
                    <a:pt x="1624" y="1812"/>
                  </a:lnTo>
                  <a:lnTo>
                    <a:pt x="2124" y="2155"/>
                  </a:lnTo>
                  <a:lnTo>
                    <a:pt x="2655" y="2436"/>
                  </a:lnTo>
                  <a:lnTo>
                    <a:pt x="3186" y="2686"/>
                  </a:lnTo>
                  <a:lnTo>
                    <a:pt x="3748" y="2873"/>
                  </a:lnTo>
                  <a:lnTo>
                    <a:pt x="3810" y="2842"/>
                  </a:lnTo>
                  <a:lnTo>
                    <a:pt x="3841" y="2811"/>
                  </a:lnTo>
                  <a:lnTo>
                    <a:pt x="3841" y="2748"/>
                  </a:lnTo>
                  <a:lnTo>
                    <a:pt x="3810" y="2717"/>
                  </a:lnTo>
                  <a:lnTo>
                    <a:pt x="3279" y="2467"/>
                  </a:lnTo>
                  <a:lnTo>
                    <a:pt x="2780" y="2186"/>
                  </a:lnTo>
                  <a:lnTo>
                    <a:pt x="2311" y="1874"/>
                  </a:lnTo>
                  <a:lnTo>
                    <a:pt x="1843" y="1562"/>
                  </a:lnTo>
                  <a:lnTo>
                    <a:pt x="1343" y="1218"/>
                  </a:lnTo>
                  <a:lnTo>
                    <a:pt x="906" y="843"/>
                  </a:lnTo>
                  <a:lnTo>
                    <a:pt x="469" y="437"/>
                  </a:lnTo>
                  <a:lnTo>
                    <a:pt x="94" y="31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1" name="Google Shape;3701;p61"/>
            <p:cNvSpPr/>
            <p:nvPr/>
          </p:nvSpPr>
          <p:spPr>
            <a:xfrm>
              <a:off x="4881150" y="2121250"/>
              <a:ext cx="64050" cy="110100"/>
            </a:xfrm>
            <a:custGeom>
              <a:avLst/>
              <a:gdLst/>
              <a:ahLst/>
              <a:cxnLst/>
              <a:rect l="l" t="t" r="r" b="b"/>
              <a:pathLst>
                <a:path w="2562" h="4404" extrusionOk="0">
                  <a:moveTo>
                    <a:pt x="1" y="0"/>
                  </a:moveTo>
                  <a:lnTo>
                    <a:pt x="1" y="31"/>
                  </a:lnTo>
                  <a:lnTo>
                    <a:pt x="63" y="344"/>
                  </a:lnTo>
                  <a:lnTo>
                    <a:pt x="157" y="594"/>
                  </a:lnTo>
                  <a:lnTo>
                    <a:pt x="282" y="875"/>
                  </a:lnTo>
                  <a:lnTo>
                    <a:pt x="407" y="1093"/>
                  </a:lnTo>
                  <a:lnTo>
                    <a:pt x="750" y="1562"/>
                  </a:lnTo>
                  <a:lnTo>
                    <a:pt x="1094" y="2030"/>
                  </a:lnTo>
                  <a:lnTo>
                    <a:pt x="1375" y="2686"/>
                  </a:lnTo>
                  <a:lnTo>
                    <a:pt x="1594" y="3373"/>
                  </a:lnTo>
                  <a:lnTo>
                    <a:pt x="1750" y="3654"/>
                  </a:lnTo>
                  <a:lnTo>
                    <a:pt x="1937" y="3935"/>
                  </a:lnTo>
                  <a:lnTo>
                    <a:pt x="2156" y="4185"/>
                  </a:lnTo>
                  <a:lnTo>
                    <a:pt x="2406" y="4404"/>
                  </a:lnTo>
                  <a:lnTo>
                    <a:pt x="2530" y="4404"/>
                  </a:lnTo>
                  <a:lnTo>
                    <a:pt x="2562" y="4372"/>
                  </a:lnTo>
                  <a:lnTo>
                    <a:pt x="2530" y="4310"/>
                  </a:lnTo>
                  <a:lnTo>
                    <a:pt x="2374" y="4060"/>
                  </a:lnTo>
                  <a:lnTo>
                    <a:pt x="2187" y="3810"/>
                  </a:lnTo>
                  <a:lnTo>
                    <a:pt x="2031" y="3498"/>
                  </a:lnTo>
                  <a:lnTo>
                    <a:pt x="1875" y="3154"/>
                  </a:lnTo>
                  <a:lnTo>
                    <a:pt x="1687" y="2530"/>
                  </a:lnTo>
                  <a:lnTo>
                    <a:pt x="1437" y="1905"/>
                  </a:lnTo>
                  <a:lnTo>
                    <a:pt x="1094" y="1468"/>
                  </a:lnTo>
                  <a:lnTo>
                    <a:pt x="719" y="1062"/>
                  </a:lnTo>
                  <a:lnTo>
                    <a:pt x="501" y="875"/>
                  </a:lnTo>
                  <a:lnTo>
                    <a:pt x="313" y="625"/>
                  </a:lnTo>
                  <a:lnTo>
                    <a:pt x="188" y="344"/>
                  </a:lnTo>
                  <a:lnTo>
                    <a:pt x="95" y="31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2" name="Google Shape;3702;p61"/>
            <p:cNvSpPr/>
            <p:nvPr/>
          </p:nvSpPr>
          <p:spPr>
            <a:xfrm>
              <a:off x="4888175" y="2057225"/>
              <a:ext cx="72650" cy="98400"/>
            </a:xfrm>
            <a:custGeom>
              <a:avLst/>
              <a:gdLst/>
              <a:ahLst/>
              <a:cxnLst/>
              <a:rect l="l" t="t" r="r" b="b"/>
              <a:pathLst>
                <a:path w="2906" h="3936" extrusionOk="0">
                  <a:moveTo>
                    <a:pt x="32" y="0"/>
                  </a:moveTo>
                  <a:lnTo>
                    <a:pt x="1" y="32"/>
                  </a:lnTo>
                  <a:lnTo>
                    <a:pt x="1" y="63"/>
                  </a:lnTo>
                  <a:lnTo>
                    <a:pt x="157" y="375"/>
                  </a:lnTo>
                  <a:lnTo>
                    <a:pt x="313" y="687"/>
                  </a:lnTo>
                  <a:lnTo>
                    <a:pt x="594" y="1343"/>
                  </a:lnTo>
                  <a:lnTo>
                    <a:pt x="875" y="1874"/>
                  </a:lnTo>
                  <a:lnTo>
                    <a:pt x="1219" y="2374"/>
                  </a:lnTo>
                  <a:lnTo>
                    <a:pt x="1531" y="2842"/>
                  </a:lnTo>
                  <a:lnTo>
                    <a:pt x="1937" y="3279"/>
                  </a:lnTo>
                  <a:lnTo>
                    <a:pt x="2125" y="3467"/>
                  </a:lnTo>
                  <a:lnTo>
                    <a:pt x="2374" y="3654"/>
                  </a:lnTo>
                  <a:lnTo>
                    <a:pt x="2593" y="3810"/>
                  </a:lnTo>
                  <a:lnTo>
                    <a:pt x="2874" y="3935"/>
                  </a:lnTo>
                  <a:lnTo>
                    <a:pt x="2905" y="3935"/>
                  </a:lnTo>
                  <a:lnTo>
                    <a:pt x="2905" y="3904"/>
                  </a:lnTo>
                  <a:lnTo>
                    <a:pt x="2468" y="3498"/>
                  </a:lnTo>
                  <a:lnTo>
                    <a:pt x="2249" y="3279"/>
                  </a:lnTo>
                  <a:lnTo>
                    <a:pt x="2062" y="3061"/>
                  </a:lnTo>
                  <a:lnTo>
                    <a:pt x="1687" y="2624"/>
                  </a:lnTo>
                  <a:lnTo>
                    <a:pt x="1375" y="2124"/>
                  </a:lnTo>
                  <a:lnTo>
                    <a:pt x="813" y="1156"/>
                  </a:lnTo>
                  <a:lnTo>
                    <a:pt x="438" y="594"/>
                  </a:lnTo>
                  <a:lnTo>
                    <a:pt x="251" y="313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3" name="Google Shape;3703;p61"/>
            <p:cNvSpPr/>
            <p:nvPr/>
          </p:nvSpPr>
          <p:spPr>
            <a:xfrm>
              <a:off x="4903800" y="2005700"/>
              <a:ext cx="74975" cy="83550"/>
            </a:xfrm>
            <a:custGeom>
              <a:avLst/>
              <a:gdLst/>
              <a:ahLst/>
              <a:cxnLst/>
              <a:rect l="l" t="t" r="r" b="b"/>
              <a:pathLst>
                <a:path w="2999" h="3342" extrusionOk="0">
                  <a:moveTo>
                    <a:pt x="32" y="0"/>
                  </a:moveTo>
                  <a:lnTo>
                    <a:pt x="1" y="31"/>
                  </a:lnTo>
                  <a:lnTo>
                    <a:pt x="1" y="63"/>
                  </a:lnTo>
                  <a:lnTo>
                    <a:pt x="250" y="562"/>
                  </a:lnTo>
                  <a:lnTo>
                    <a:pt x="500" y="1062"/>
                  </a:lnTo>
                  <a:lnTo>
                    <a:pt x="813" y="1530"/>
                  </a:lnTo>
                  <a:lnTo>
                    <a:pt x="1125" y="1999"/>
                  </a:lnTo>
                  <a:lnTo>
                    <a:pt x="1500" y="2405"/>
                  </a:lnTo>
                  <a:lnTo>
                    <a:pt x="1906" y="2780"/>
                  </a:lnTo>
                  <a:lnTo>
                    <a:pt x="2405" y="3092"/>
                  </a:lnTo>
                  <a:lnTo>
                    <a:pt x="2936" y="3342"/>
                  </a:lnTo>
                  <a:lnTo>
                    <a:pt x="2967" y="3342"/>
                  </a:lnTo>
                  <a:lnTo>
                    <a:pt x="2967" y="3311"/>
                  </a:lnTo>
                  <a:lnTo>
                    <a:pt x="2999" y="3279"/>
                  </a:lnTo>
                  <a:lnTo>
                    <a:pt x="2967" y="3248"/>
                  </a:lnTo>
                  <a:lnTo>
                    <a:pt x="2530" y="2936"/>
                  </a:lnTo>
                  <a:lnTo>
                    <a:pt x="2124" y="2561"/>
                  </a:lnTo>
                  <a:lnTo>
                    <a:pt x="1718" y="2186"/>
                  </a:lnTo>
                  <a:lnTo>
                    <a:pt x="1343" y="1780"/>
                  </a:lnTo>
                  <a:lnTo>
                    <a:pt x="719" y="906"/>
                  </a:lnTo>
                  <a:lnTo>
                    <a:pt x="94" y="31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4" name="Google Shape;3704;p61"/>
            <p:cNvSpPr/>
            <p:nvPr/>
          </p:nvSpPr>
          <p:spPr>
            <a:xfrm>
              <a:off x="4925650" y="1940100"/>
              <a:ext cx="73425" cy="85125"/>
            </a:xfrm>
            <a:custGeom>
              <a:avLst/>
              <a:gdLst/>
              <a:ahLst/>
              <a:cxnLst/>
              <a:rect l="l" t="t" r="r" b="b"/>
              <a:pathLst>
                <a:path w="2937" h="3405" extrusionOk="0">
                  <a:moveTo>
                    <a:pt x="1" y="1"/>
                  </a:moveTo>
                  <a:lnTo>
                    <a:pt x="1" y="63"/>
                  </a:lnTo>
                  <a:lnTo>
                    <a:pt x="63" y="313"/>
                  </a:lnTo>
                  <a:lnTo>
                    <a:pt x="126" y="594"/>
                  </a:lnTo>
                  <a:lnTo>
                    <a:pt x="251" y="844"/>
                  </a:lnTo>
                  <a:lnTo>
                    <a:pt x="407" y="1063"/>
                  </a:lnTo>
                  <a:lnTo>
                    <a:pt x="719" y="1562"/>
                  </a:lnTo>
                  <a:lnTo>
                    <a:pt x="1094" y="2031"/>
                  </a:lnTo>
                  <a:lnTo>
                    <a:pt x="1500" y="2499"/>
                  </a:lnTo>
                  <a:lnTo>
                    <a:pt x="1937" y="2905"/>
                  </a:lnTo>
                  <a:lnTo>
                    <a:pt x="2156" y="3061"/>
                  </a:lnTo>
                  <a:lnTo>
                    <a:pt x="2374" y="3218"/>
                  </a:lnTo>
                  <a:lnTo>
                    <a:pt x="2593" y="3343"/>
                  </a:lnTo>
                  <a:lnTo>
                    <a:pt x="2874" y="3405"/>
                  </a:lnTo>
                  <a:lnTo>
                    <a:pt x="2905" y="3374"/>
                  </a:lnTo>
                  <a:lnTo>
                    <a:pt x="2937" y="3343"/>
                  </a:lnTo>
                  <a:lnTo>
                    <a:pt x="2937" y="3311"/>
                  </a:lnTo>
                  <a:lnTo>
                    <a:pt x="2905" y="3280"/>
                  </a:lnTo>
                  <a:lnTo>
                    <a:pt x="2687" y="3155"/>
                  </a:lnTo>
                  <a:lnTo>
                    <a:pt x="2468" y="2999"/>
                  </a:lnTo>
                  <a:lnTo>
                    <a:pt x="2281" y="2843"/>
                  </a:lnTo>
                  <a:lnTo>
                    <a:pt x="2125" y="2624"/>
                  </a:lnTo>
                  <a:lnTo>
                    <a:pt x="1375" y="1781"/>
                  </a:lnTo>
                  <a:lnTo>
                    <a:pt x="657" y="969"/>
                  </a:lnTo>
                  <a:lnTo>
                    <a:pt x="469" y="750"/>
                  </a:lnTo>
                  <a:lnTo>
                    <a:pt x="313" y="532"/>
                  </a:lnTo>
                  <a:lnTo>
                    <a:pt x="188" y="282"/>
                  </a:lnTo>
                  <a:lnTo>
                    <a:pt x="63" y="3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5" name="Google Shape;3705;p61"/>
            <p:cNvSpPr/>
            <p:nvPr/>
          </p:nvSpPr>
          <p:spPr>
            <a:xfrm>
              <a:off x="4950650" y="1885450"/>
              <a:ext cx="78875" cy="74975"/>
            </a:xfrm>
            <a:custGeom>
              <a:avLst/>
              <a:gdLst/>
              <a:ahLst/>
              <a:cxnLst/>
              <a:rect l="l" t="t" r="r" b="b"/>
              <a:pathLst>
                <a:path w="3155" h="2999" extrusionOk="0">
                  <a:moveTo>
                    <a:pt x="32" y="1"/>
                  </a:moveTo>
                  <a:lnTo>
                    <a:pt x="0" y="32"/>
                  </a:lnTo>
                  <a:lnTo>
                    <a:pt x="0" y="63"/>
                  </a:lnTo>
                  <a:lnTo>
                    <a:pt x="281" y="532"/>
                  </a:lnTo>
                  <a:lnTo>
                    <a:pt x="594" y="1000"/>
                  </a:lnTo>
                  <a:lnTo>
                    <a:pt x="937" y="1406"/>
                  </a:lnTo>
                  <a:lnTo>
                    <a:pt x="1343" y="1781"/>
                  </a:lnTo>
                  <a:lnTo>
                    <a:pt x="1718" y="2156"/>
                  </a:lnTo>
                  <a:lnTo>
                    <a:pt x="2155" y="2468"/>
                  </a:lnTo>
                  <a:lnTo>
                    <a:pt x="2343" y="2655"/>
                  </a:lnTo>
                  <a:lnTo>
                    <a:pt x="2592" y="2780"/>
                  </a:lnTo>
                  <a:lnTo>
                    <a:pt x="2811" y="2905"/>
                  </a:lnTo>
                  <a:lnTo>
                    <a:pt x="3061" y="2999"/>
                  </a:lnTo>
                  <a:lnTo>
                    <a:pt x="3123" y="2968"/>
                  </a:lnTo>
                  <a:lnTo>
                    <a:pt x="3154" y="2936"/>
                  </a:lnTo>
                  <a:lnTo>
                    <a:pt x="3123" y="2905"/>
                  </a:lnTo>
                  <a:lnTo>
                    <a:pt x="2749" y="2562"/>
                  </a:lnTo>
                  <a:lnTo>
                    <a:pt x="2343" y="2249"/>
                  </a:lnTo>
                  <a:lnTo>
                    <a:pt x="1562" y="1562"/>
                  </a:lnTo>
                  <a:lnTo>
                    <a:pt x="1187" y="1219"/>
                  </a:lnTo>
                  <a:lnTo>
                    <a:pt x="812" y="813"/>
                  </a:lnTo>
                  <a:lnTo>
                    <a:pt x="438" y="438"/>
                  </a:lnTo>
                  <a:lnTo>
                    <a:pt x="94" y="32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6" name="Google Shape;3706;p61"/>
            <p:cNvSpPr/>
            <p:nvPr/>
          </p:nvSpPr>
          <p:spPr>
            <a:xfrm>
              <a:off x="5013875" y="1773025"/>
              <a:ext cx="106225" cy="71850"/>
            </a:xfrm>
            <a:custGeom>
              <a:avLst/>
              <a:gdLst/>
              <a:ahLst/>
              <a:cxnLst/>
              <a:rect l="l" t="t" r="r" b="b"/>
              <a:pathLst>
                <a:path w="4249" h="2874" extrusionOk="0">
                  <a:moveTo>
                    <a:pt x="32" y="1"/>
                  </a:moveTo>
                  <a:lnTo>
                    <a:pt x="1" y="32"/>
                  </a:lnTo>
                  <a:lnTo>
                    <a:pt x="32" y="63"/>
                  </a:lnTo>
                  <a:lnTo>
                    <a:pt x="2093" y="1469"/>
                  </a:lnTo>
                  <a:lnTo>
                    <a:pt x="3124" y="2156"/>
                  </a:lnTo>
                  <a:lnTo>
                    <a:pt x="4154" y="2874"/>
                  </a:lnTo>
                  <a:lnTo>
                    <a:pt x="4248" y="2874"/>
                  </a:lnTo>
                  <a:lnTo>
                    <a:pt x="4248" y="2843"/>
                  </a:lnTo>
                  <a:lnTo>
                    <a:pt x="4217" y="2812"/>
                  </a:lnTo>
                  <a:lnTo>
                    <a:pt x="3780" y="2374"/>
                  </a:lnTo>
                  <a:lnTo>
                    <a:pt x="3342" y="1937"/>
                  </a:lnTo>
                  <a:lnTo>
                    <a:pt x="2843" y="1531"/>
                  </a:lnTo>
                  <a:lnTo>
                    <a:pt x="2312" y="1188"/>
                  </a:lnTo>
                  <a:lnTo>
                    <a:pt x="1781" y="844"/>
                  </a:lnTo>
                  <a:lnTo>
                    <a:pt x="1219" y="532"/>
                  </a:lnTo>
                  <a:lnTo>
                    <a:pt x="657" y="251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7" name="Google Shape;3707;p61"/>
            <p:cNvSpPr/>
            <p:nvPr/>
          </p:nvSpPr>
          <p:spPr>
            <a:xfrm>
              <a:off x="5067750" y="1737125"/>
              <a:ext cx="104650" cy="69500"/>
            </a:xfrm>
            <a:custGeom>
              <a:avLst/>
              <a:gdLst/>
              <a:ahLst/>
              <a:cxnLst/>
              <a:rect l="l" t="t" r="r" b="b"/>
              <a:pathLst>
                <a:path w="4186" h="2780" extrusionOk="0">
                  <a:moveTo>
                    <a:pt x="32" y="0"/>
                  </a:moveTo>
                  <a:lnTo>
                    <a:pt x="1" y="32"/>
                  </a:lnTo>
                  <a:lnTo>
                    <a:pt x="32" y="63"/>
                  </a:lnTo>
                  <a:lnTo>
                    <a:pt x="1125" y="656"/>
                  </a:lnTo>
                  <a:lnTo>
                    <a:pt x="1656" y="968"/>
                  </a:lnTo>
                  <a:lnTo>
                    <a:pt x="2218" y="1281"/>
                  </a:lnTo>
                  <a:lnTo>
                    <a:pt x="2749" y="1593"/>
                  </a:lnTo>
                  <a:lnTo>
                    <a:pt x="3249" y="1968"/>
                  </a:lnTo>
                  <a:lnTo>
                    <a:pt x="3467" y="2155"/>
                  </a:lnTo>
                  <a:lnTo>
                    <a:pt x="3686" y="2374"/>
                  </a:lnTo>
                  <a:lnTo>
                    <a:pt x="4123" y="2780"/>
                  </a:lnTo>
                  <a:lnTo>
                    <a:pt x="4185" y="2780"/>
                  </a:lnTo>
                  <a:lnTo>
                    <a:pt x="4185" y="2749"/>
                  </a:lnTo>
                  <a:lnTo>
                    <a:pt x="4029" y="2499"/>
                  </a:lnTo>
                  <a:lnTo>
                    <a:pt x="3873" y="2249"/>
                  </a:lnTo>
                  <a:lnTo>
                    <a:pt x="3686" y="1999"/>
                  </a:lnTo>
                  <a:lnTo>
                    <a:pt x="3467" y="1812"/>
                  </a:lnTo>
                  <a:lnTo>
                    <a:pt x="2968" y="1374"/>
                  </a:lnTo>
                  <a:lnTo>
                    <a:pt x="2468" y="1031"/>
                  </a:lnTo>
                  <a:lnTo>
                    <a:pt x="1875" y="719"/>
                  </a:lnTo>
                  <a:lnTo>
                    <a:pt x="1281" y="438"/>
                  </a:lnTo>
                  <a:lnTo>
                    <a:pt x="688" y="219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8" name="Google Shape;3708;p61"/>
            <p:cNvSpPr/>
            <p:nvPr/>
          </p:nvSpPr>
          <p:spPr>
            <a:xfrm>
              <a:off x="3970998" y="1707450"/>
              <a:ext cx="96050" cy="66400"/>
            </a:xfrm>
            <a:custGeom>
              <a:avLst/>
              <a:gdLst/>
              <a:ahLst/>
              <a:cxnLst/>
              <a:rect l="l" t="t" r="r" b="b"/>
              <a:pathLst>
                <a:path w="3842" h="2656" extrusionOk="0">
                  <a:moveTo>
                    <a:pt x="32" y="1"/>
                  </a:moveTo>
                  <a:lnTo>
                    <a:pt x="0" y="32"/>
                  </a:lnTo>
                  <a:lnTo>
                    <a:pt x="0" y="63"/>
                  </a:lnTo>
                  <a:lnTo>
                    <a:pt x="32" y="63"/>
                  </a:lnTo>
                  <a:lnTo>
                    <a:pt x="531" y="344"/>
                  </a:lnTo>
                  <a:lnTo>
                    <a:pt x="1031" y="594"/>
                  </a:lnTo>
                  <a:lnTo>
                    <a:pt x="1531" y="906"/>
                  </a:lnTo>
                  <a:lnTo>
                    <a:pt x="1999" y="1219"/>
                  </a:lnTo>
                  <a:lnTo>
                    <a:pt x="2467" y="1562"/>
                  </a:lnTo>
                  <a:lnTo>
                    <a:pt x="2905" y="1906"/>
                  </a:lnTo>
                  <a:lnTo>
                    <a:pt x="3342" y="2280"/>
                  </a:lnTo>
                  <a:lnTo>
                    <a:pt x="3810" y="2655"/>
                  </a:lnTo>
                  <a:lnTo>
                    <a:pt x="3842" y="2624"/>
                  </a:lnTo>
                  <a:lnTo>
                    <a:pt x="3842" y="2593"/>
                  </a:lnTo>
                  <a:lnTo>
                    <a:pt x="3467" y="2124"/>
                  </a:lnTo>
                  <a:lnTo>
                    <a:pt x="3030" y="1718"/>
                  </a:lnTo>
                  <a:lnTo>
                    <a:pt x="2592" y="1312"/>
                  </a:lnTo>
                  <a:lnTo>
                    <a:pt x="2124" y="938"/>
                  </a:lnTo>
                  <a:lnTo>
                    <a:pt x="1624" y="656"/>
                  </a:lnTo>
                  <a:lnTo>
                    <a:pt x="1125" y="375"/>
                  </a:lnTo>
                  <a:lnTo>
                    <a:pt x="594" y="157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9" name="Google Shape;3709;p61"/>
            <p:cNvSpPr/>
            <p:nvPr/>
          </p:nvSpPr>
          <p:spPr>
            <a:xfrm>
              <a:off x="5195025" y="1688725"/>
              <a:ext cx="80425" cy="64025"/>
            </a:xfrm>
            <a:custGeom>
              <a:avLst/>
              <a:gdLst/>
              <a:ahLst/>
              <a:cxnLst/>
              <a:rect l="l" t="t" r="r" b="b"/>
              <a:pathLst>
                <a:path w="3217" h="2561" extrusionOk="0">
                  <a:moveTo>
                    <a:pt x="0" y="0"/>
                  </a:moveTo>
                  <a:lnTo>
                    <a:pt x="0" y="31"/>
                  </a:lnTo>
                  <a:lnTo>
                    <a:pt x="0" y="63"/>
                  </a:lnTo>
                  <a:lnTo>
                    <a:pt x="1780" y="1249"/>
                  </a:lnTo>
                  <a:lnTo>
                    <a:pt x="2155" y="1530"/>
                  </a:lnTo>
                  <a:lnTo>
                    <a:pt x="2499" y="1874"/>
                  </a:lnTo>
                  <a:lnTo>
                    <a:pt x="2842" y="2217"/>
                  </a:lnTo>
                  <a:lnTo>
                    <a:pt x="3154" y="2561"/>
                  </a:lnTo>
                  <a:lnTo>
                    <a:pt x="3217" y="2561"/>
                  </a:lnTo>
                  <a:lnTo>
                    <a:pt x="3217" y="2530"/>
                  </a:lnTo>
                  <a:lnTo>
                    <a:pt x="3092" y="2311"/>
                  </a:lnTo>
                  <a:lnTo>
                    <a:pt x="2998" y="2093"/>
                  </a:lnTo>
                  <a:lnTo>
                    <a:pt x="2686" y="1655"/>
                  </a:lnTo>
                  <a:lnTo>
                    <a:pt x="2342" y="1312"/>
                  </a:lnTo>
                  <a:lnTo>
                    <a:pt x="2155" y="1124"/>
                  </a:lnTo>
                  <a:lnTo>
                    <a:pt x="1936" y="968"/>
                  </a:lnTo>
                  <a:lnTo>
                    <a:pt x="1499" y="687"/>
                  </a:lnTo>
                  <a:lnTo>
                    <a:pt x="1031" y="406"/>
                  </a:lnTo>
                  <a:lnTo>
                    <a:pt x="781" y="281"/>
                  </a:lnTo>
                  <a:lnTo>
                    <a:pt x="562" y="156"/>
                  </a:lnTo>
                  <a:lnTo>
                    <a:pt x="312" y="6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0" name="Google Shape;3710;p61"/>
            <p:cNvSpPr/>
            <p:nvPr/>
          </p:nvSpPr>
          <p:spPr>
            <a:xfrm>
              <a:off x="5244200" y="1673875"/>
              <a:ext cx="82000" cy="64825"/>
            </a:xfrm>
            <a:custGeom>
              <a:avLst/>
              <a:gdLst/>
              <a:ahLst/>
              <a:cxnLst/>
              <a:rect l="l" t="t" r="r" b="b"/>
              <a:pathLst>
                <a:path w="3280" h="2593" extrusionOk="0">
                  <a:moveTo>
                    <a:pt x="63" y="1"/>
                  </a:moveTo>
                  <a:lnTo>
                    <a:pt x="32" y="32"/>
                  </a:lnTo>
                  <a:lnTo>
                    <a:pt x="1" y="63"/>
                  </a:lnTo>
                  <a:lnTo>
                    <a:pt x="32" y="94"/>
                  </a:lnTo>
                  <a:lnTo>
                    <a:pt x="500" y="313"/>
                  </a:lnTo>
                  <a:lnTo>
                    <a:pt x="937" y="563"/>
                  </a:lnTo>
                  <a:lnTo>
                    <a:pt x="1375" y="844"/>
                  </a:lnTo>
                  <a:lnTo>
                    <a:pt x="1781" y="1156"/>
                  </a:lnTo>
                  <a:lnTo>
                    <a:pt x="2155" y="1469"/>
                  </a:lnTo>
                  <a:lnTo>
                    <a:pt x="2530" y="1843"/>
                  </a:lnTo>
                  <a:lnTo>
                    <a:pt x="2874" y="2218"/>
                  </a:lnTo>
                  <a:lnTo>
                    <a:pt x="3217" y="2593"/>
                  </a:lnTo>
                  <a:lnTo>
                    <a:pt x="3248" y="2593"/>
                  </a:lnTo>
                  <a:lnTo>
                    <a:pt x="3280" y="2562"/>
                  </a:lnTo>
                  <a:lnTo>
                    <a:pt x="2999" y="2124"/>
                  </a:lnTo>
                  <a:lnTo>
                    <a:pt x="2718" y="1687"/>
                  </a:lnTo>
                  <a:lnTo>
                    <a:pt x="2343" y="1281"/>
                  </a:lnTo>
                  <a:lnTo>
                    <a:pt x="1937" y="938"/>
                  </a:lnTo>
                  <a:lnTo>
                    <a:pt x="1500" y="657"/>
                  </a:lnTo>
                  <a:lnTo>
                    <a:pt x="1062" y="376"/>
                  </a:lnTo>
                  <a:lnTo>
                    <a:pt x="563" y="188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1" name="Google Shape;3711;p61"/>
            <p:cNvSpPr/>
            <p:nvPr/>
          </p:nvSpPr>
          <p:spPr>
            <a:xfrm>
              <a:off x="5295725" y="1669200"/>
              <a:ext cx="70300" cy="62475"/>
            </a:xfrm>
            <a:custGeom>
              <a:avLst/>
              <a:gdLst/>
              <a:ahLst/>
              <a:cxnLst/>
              <a:rect l="l" t="t" r="r" b="b"/>
              <a:pathLst>
                <a:path w="2812" h="2499" extrusionOk="0">
                  <a:moveTo>
                    <a:pt x="32" y="0"/>
                  </a:moveTo>
                  <a:lnTo>
                    <a:pt x="1" y="32"/>
                  </a:lnTo>
                  <a:lnTo>
                    <a:pt x="1" y="63"/>
                  </a:lnTo>
                  <a:lnTo>
                    <a:pt x="1" y="94"/>
                  </a:lnTo>
                  <a:lnTo>
                    <a:pt x="407" y="313"/>
                  </a:lnTo>
                  <a:lnTo>
                    <a:pt x="813" y="563"/>
                  </a:lnTo>
                  <a:lnTo>
                    <a:pt x="1187" y="844"/>
                  </a:lnTo>
                  <a:lnTo>
                    <a:pt x="1562" y="1125"/>
                  </a:lnTo>
                  <a:lnTo>
                    <a:pt x="1875" y="1437"/>
                  </a:lnTo>
                  <a:lnTo>
                    <a:pt x="2187" y="1780"/>
                  </a:lnTo>
                  <a:lnTo>
                    <a:pt x="2468" y="2124"/>
                  </a:lnTo>
                  <a:lnTo>
                    <a:pt x="2593" y="2311"/>
                  </a:lnTo>
                  <a:lnTo>
                    <a:pt x="2718" y="2499"/>
                  </a:lnTo>
                  <a:lnTo>
                    <a:pt x="2780" y="2499"/>
                  </a:lnTo>
                  <a:lnTo>
                    <a:pt x="2811" y="2468"/>
                  </a:lnTo>
                  <a:lnTo>
                    <a:pt x="2718" y="2249"/>
                  </a:lnTo>
                  <a:lnTo>
                    <a:pt x="2624" y="2062"/>
                  </a:lnTo>
                  <a:lnTo>
                    <a:pt x="2343" y="1687"/>
                  </a:lnTo>
                  <a:lnTo>
                    <a:pt x="2031" y="1312"/>
                  </a:lnTo>
                  <a:lnTo>
                    <a:pt x="1687" y="1000"/>
                  </a:lnTo>
                  <a:lnTo>
                    <a:pt x="1281" y="719"/>
                  </a:lnTo>
                  <a:lnTo>
                    <a:pt x="906" y="469"/>
                  </a:lnTo>
                  <a:lnTo>
                    <a:pt x="469" y="219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2" name="Google Shape;3712;p61"/>
            <p:cNvSpPr/>
            <p:nvPr/>
          </p:nvSpPr>
          <p:spPr>
            <a:xfrm>
              <a:off x="5354275" y="1683250"/>
              <a:ext cx="59375" cy="53125"/>
            </a:xfrm>
            <a:custGeom>
              <a:avLst/>
              <a:gdLst/>
              <a:ahLst/>
              <a:cxnLst/>
              <a:rect l="l" t="t" r="r" b="b"/>
              <a:pathLst>
                <a:path w="2375" h="2125" extrusionOk="0">
                  <a:moveTo>
                    <a:pt x="32" y="1"/>
                  </a:moveTo>
                  <a:lnTo>
                    <a:pt x="1" y="32"/>
                  </a:lnTo>
                  <a:lnTo>
                    <a:pt x="1" y="63"/>
                  </a:lnTo>
                  <a:lnTo>
                    <a:pt x="32" y="63"/>
                  </a:lnTo>
                  <a:lnTo>
                    <a:pt x="344" y="313"/>
                  </a:lnTo>
                  <a:lnTo>
                    <a:pt x="657" y="594"/>
                  </a:lnTo>
                  <a:lnTo>
                    <a:pt x="1219" y="1094"/>
                  </a:lnTo>
                  <a:lnTo>
                    <a:pt x="1750" y="1593"/>
                  </a:lnTo>
                  <a:lnTo>
                    <a:pt x="2031" y="1874"/>
                  </a:lnTo>
                  <a:lnTo>
                    <a:pt x="2312" y="2124"/>
                  </a:lnTo>
                  <a:lnTo>
                    <a:pt x="2374" y="2124"/>
                  </a:lnTo>
                  <a:lnTo>
                    <a:pt x="2374" y="2093"/>
                  </a:lnTo>
                  <a:lnTo>
                    <a:pt x="2374" y="2062"/>
                  </a:lnTo>
                  <a:lnTo>
                    <a:pt x="2156" y="1749"/>
                  </a:lnTo>
                  <a:lnTo>
                    <a:pt x="1906" y="1468"/>
                  </a:lnTo>
                  <a:lnTo>
                    <a:pt x="1625" y="1187"/>
                  </a:lnTo>
                  <a:lnTo>
                    <a:pt x="1344" y="937"/>
                  </a:lnTo>
                  <a:lnTo>
                    <a:pt x="1063" y="688"/>
                  </a:lnTo>
                  <a:lnTo>
                    <a:pt x="750" y="43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3" name="Google Shape;3713;p61"/>
            <p:cNvSpPr/>
            <p:nvPr/>
          </p:nvSpPr>
          <p:spPr>
            <a:xfrm>
              <a:off x="3866975" y="1518525"/>
              <a:ext cx="1267175" cy="1425625"/>
            </a:xfrm>
            <a:custGeom>
              <a:avLst/>
              <a:gdLst/>
              <a:ahLst/>
              <a:cxnLst/>
              <a:rect l="l" t="t" r="r" b="b"/>
              <a:pathLst>
                <a:path w="50687" h="57025" extrusionOk="0">
                  <a:moveTo>
                    <a:pt x="16021" y="0"/>
                  </a:moveTo>
                  <a:lnTo>
                    <a:pt x="15210" y="31"/>
                  </a:lnTo>
                  <a:lnTo>
                    <a:pt x="13429" y="125"/>
                  </a:lnTo>
                  <a:lnTo>
                    <a:pt x="11587" y="281"/>
                  </a:lnTo>
                  <a:lnTo>
                    <a:pt x="9682" y="531"/>
                  </a:lnTo>
                  <a:lnTo>
                    <a:pt x="7808" y="812"/>
                  </a:lnTo>
                  <a:lnTo>
                    <a:pt x="5997" y="1156"/>
                  </a:lnTo>
                  <a:lnTo>
                    <a:pt x="4310" y="1562"/>
                  </a:lnTo>
                  <a:lnTo>
                    <a:pt x="3561" y="1780"/>
                  </a:lnTo>
                  <a:lnTo>
                    <a:pt x="2843" y="1968"/>
                  </a:lnTo>
                  <a:lnTo>
                    <a:pt x="2187" y="2186"/>
                  </a:lnTo>
                  <a:lnTo>
                    <a:pt x="1625" y="2436"/>
                  </a:lnTo>
                  <a:lnTo>
                    <a:pt x="1094" y="2655"/>
                  </a:lnTo>
                  <a:lnTo>
                    <a:pt x="688" y="2904"/>
                  </a:lnTo>
                  <a:lnTo>
                    <a:pt x="376" y="3123"/>
                  </a:lnTo>
                  <a:lnTo>
                    <a:pt x="126" y="3373"/>
                  </a:lnTo>
                  <a:lnTo>
                    <a:pt x="63" y="3498"/>
                  </a:lnTo>
                  <a:lnTo>
                    <a:pt x="1" y="3592"/>
                  </a:lnTo>
                  <a:lnTo>
                    <a:pt x="1" y="3716"/>
                  </a:lnTo>
                  <a:lnTo>
                    <a:pt x="1" y="3841"/>
                  </a:lnTo>
                  <a:lnTo>
                    <a:pt x="500" y="6059"/>
                  </a:lnTo>
                  <a:lnTo>
                    <a:pt x="1063" y="8432"/>
                  </a:lnTo>
                  <a:lnTo>
                    <a:pt x="1656" y="10868"/>
                  </a:lnTo>
                  <a:lnTo>
                    <a:pt x="2312" y="13398"/>
                  </a:lnTo>
                  <a:lnTo>
                    <a:pt x="3030" y="15958"/>
                  </a:lnTo>
                  <a:lnTo>
                    <a:pt x="3811" y="18519"/>
                  </a:lnTo>
                  <a:lnTo>
                    <a:pt x="4591" y="21049"/>
                  </a:lnTo>
                  <a:lnTo>
                    <a:pt x="5435" y="23547"/>
                  </a:lnTo>
                  <a:lnTo>
                    <a:pt x="6278" y="25952"/>
                  </a:lnTo>
                  <a:lnTo>
                    <a:pt x="7184" y="28231"/>
                  </a:lnTo>
                  <a:lnTo>
                    <a:pt x="7652" y="29325"/>
                  </a:lnTo>
                  <a:lnTo>
                    <a:pt x="8089" y="30386"/>
                  </a:lnTo>
                  <a:lnTo>
                    <a:pt x="8558" y="31386"/>
                  </a:lnTo>
                  <a:lnTo>
                    <a:pt x="9026" y="32354"/>
                  </a:lnTo>
                  <a:lnTo>
                    <a:pt x="9495" y="33259"/>
                  </a:lnTo>
                  <a:lnTo>
                    <a:pt x="9994" y="34134"/>
                  </a:lnTo>
                  <a:lnTo>
                    <a:pt x="10463" y="34946"/>
                  </a:lnTo>
                  <a:lnTo>
                    <a:pt x="10931" y="35664"/>
                  </a:lnTo>
                  <a:lnTo>
                    <a:pt x="11431" y="36351"/>
                  </a:lnTo>
                  <a:lnTo>
                    <a:pt x="11899" y="36944"/>
                  </a:lnTo>
                  <a:lnTo>
                    <a:pt x="12399" y="37475"/>
                  </a:lnTo>
                  <a:lnTo>
                    <a:pt x="12867" y="37944"/>
                  </a:lnTo>
                  <a:lnTo>
                    <a:pt x="13867" y="38756"/>
                  </a:lnTo>
                  <a:lnTo>
                    <a:pt x="15022" y="39693"/>
                  </a:lnTo>
                  <a:lnTo>
                    <a:pt x="16396" y="40723"/>
                  </a:lnTo>
                  <a:lnTo>
                    <a:pt x="17926" y="41879"/>
                  </a:lnTo>
                  <a:lnTo>
                    <a:pt x="19613" y="43097"/>
                  </a:lnTo>
                  <a:lnTo>
                    <a:pt x="21424" y="44377"/>
                  </a:lnTo>
                  <a:lnTo>
                    <a:pt x="23329" y="45689"/>
                  </a:lnTo>
                  <a:lnTo>
                    <a:pt x="25328" y="47032"/>
                  </a:lnTo>
                  <a:lnTo>
                    <a:pt x="27420" y="48374"/>
                  </a:lnTo>
                  <a:lnTo>
                    <a:pt x="29544" y="49686"/>
                  </a:lnTo>
                  <a:lnTo>
                    <a:pt x="31730" y="50998"/>
                  </a:lnTo>
                  <a:lnTo>
                    <a:pt x="33916" y="52247"/>
                  </a:lnTo>
                  <a:lnTo>
                    <a:pt x="36102" y="53465"/>
                  </a:lnTo>
                  <a:lnTo>
                    <a:pt x="38257" y="54558"/>
                  </a:lnTo>
                  <a:lnTo>
                    <a:pt x="39350" y="55089"/>
                  </a:lnTo>
                  <a:lnTo>
                    <a:pt x="40381" y="55588"/>
                  </a:lnTo>
                  <a:lnTo>
                    <a:pt x="41442" y="56057"/>
                  </a:lnTo>
                  <a:lnTo>
                    <a:pt x="42473" y="56494"/>
                  </a:lnTo>
                  <a:lnTo>
                    <a:pt x="43066" y="56713"/>
                  </a:lnTo>
                  <a:lnTo>
                    <a:pt x="43691" y="56869"/>
                  </a:lnTo>
                  <a:lnTo>
                    <a:pt x="44284" y="56994"/>
                  </a:lnTo>
                  <a:lnTo>
                    <a:pt x="44846" y="57025"/>
                  </a:lnTo>
                  <a:lnTo>
                    <a:pt x="45440" y="57025"/>
                  </a:lnTo>
                  <a:lnTo>
                    <a:pt x="45971" y="56963"/>
                  </a:lnTo>
                  <a:lnTo>
                    <a:pt x="46533" y="56869"/>
                  </a:lnTo>
                  <a:lnTo>
                    <a:pt x="47032" y="56713"/>
                  </a:lnTo>
                  <a:lnTo>
                    <a:pt x="47532" y="56494"/>
                  </a:lnTo>
                  <a:lnTo>
                    <a:pt x="48001" y="56244"/>
                  </a:lnTo>
                  <a:lnTo>
                    <a:pt x="48438" y="55963"/>
                  </a:lnTo>
                  <a:lnTo>
                    <a:pt x="48844" y="55620"/>
                  </a:lnTo>
                  <a:lnTo>
                    <a:pt x="49218" y="55245"/>
                  </a:lnTo>
                  <a:lnTo>
                    <a:pt x="49531" y="54839"/>
                  </a:lnTo>
                  <a:lnTo>
                    <a:pt x="49843" y="54402"/>
                  </a:lnTo>
                  <a:lnTo>
                    <a:pt x="50093" y="53933"/>
                  </a:lnTo>
                  <a:lnTo>
                    <a:pt x="50311" y="53434"/>
                  </a:lnTo>
                  <a:lnTo>
                    <a:pt x="50468" y="52871"/>
                  </a:lnTo>
                  <a:lnTo>
                    <a:pt x="50593" y="52309"/>
                  </a:lnTo>
                  <a:lnTo>
                    <a:pt x="50686" y="51716"/>
                  </a:lnTo>
                  <a:lnTo>
                    <a:pt x="50686" y="51123"/>
                  </a:lnTo>
                  <a:lnTo>
                    <a:pt x="50655" y="50467"/>
                  </a:lnTo>
                  <a:lnTo>
                    <a:pt x="50561" y="49811"/>
                  </a:lnTo>
                  <a:lnTo>
                    <a:pt x="50405" y="49155"/>
                  </a:lnTo>
                  <a:lnTo>
                    <a:pt x="50187" y="48468"/>
                  </a:lnTo>
                  <a:lnTo>
                    <a:pt x="49906" y="47750"/>
                  </a:lnTo>
                  <a:lnTo>
                    <a:pt x="49562" y="47032"/>
                  </a:lnTo>
                  <a:lnTo>
                    <a:pt x="49125" y="46313"/>
                  </a:lnTo>
                  <a:lnTo>
                    <a:pt x="48625" y="45564"/>
                  </a:lnTo>
                  <a:lnTo>
                    <a:pt x="48063" y="44846"/>
                  </a:lnTo>
                  <a:lnTo>
                    <a:pt x="47407" y="44096"/>
                  </a:lnTo>
                  <a:lnTo>
                    <a:pt x="46689" y="43346"/>
                  </a:lnTo>
                  <a:lnTo>
                    <a:pt x="45408" y="42129"/>
                  </a:lnTo>
                  <a:lnTo>
                    <a:pt x="44034" y="40848"/>
                  </a:lnTo>
                  <a:lnTo>
                    <a:pt x="42598" y="39568"/>
                  </a:lnTo>
                  <a:lnTo>
                    <a:pt x="41099" y="38287"/>
                  </a:lnTo>
                  <a:lnTo>
                    <a:pt x="38101" y="35727"/>
                  </a:lnTo>
                  <a:lnTo>
                    <a:pt x="35165" y="33228"/>
                  </a:lnTo>
                  <a:lnTo>
                    <a:pt x="32448" y="30948"/>
                  </a:lnTo>
                  <a:lnTo>
                    <a:pt x="31230" y="29887"/>
                  </a:lnTo>
                  <a:lnTo>
                    <a:pt x="30168" y="28919"/>
                  </a:lnTo>
                  <a:lnTo>
                    <a:pt x="29232" y="28044"/>
                  </a:lnTo>
                  <a:lnTo>
                    <a:pt x="28451" y="27295"/>
                  </a:lnTo>
                  <a:lnTo>
                    <a:pt x="27889" y="26639"/>
                  </a:lnTo>
                  <a:lnTo>
                    <a:pt x="27670" y="26358"/>
                  </a:lnTo>
                  <a:lnTo>
                    <a:pt x="27514" y="26108"/>
                  </a:lnTo>
                  <a:lnTo>
                    <a:pt x="27295" y="25733"/>
                  </a:lnTo>
                  <a:lnTo>
                    <a:pt x="27108" y="25265"/>
                  </a:lnTo>
                  <a:lnTo>
                    <a:pt x="26702" y="24203"/>
                  </a:lnTo>
                  <a:lnTo>
                    <a:pt x="26265" y="22922"/>
                  </a:lnTo>
                  <a:lnTo>
                    <a:pt x="25859" y="21455"/>
                  </a:lnTo>
                  <a:lnTo>
                    <a:pt x="25422" y="19831"/>
                  </a:lnTo>
                  <a:lnTo>
                    <a:pt x="24953" y="18113"/>
                  </a:lnTo>
                  <a:lnTo>
                    <a:pt x="24079" y="14397"/>
                  </a:lnTo>
                  <a:lnTo>
                    <a:pt x="23173" y="10587"/>
                  </a:lnTo>
                  <a:lnTo>
                    <a:pt x="22267" y="6933"/>
                  </a:lnTo>
                  <a:lnTo>
                    <a:pt x="21799" y="5247"/>
                  </a:lnTo>
                  <a:lnTo>
                    <a:pt x="21362" y="3654"/>
                  </a:lnTo>
                  <a:lnTo>
                    <a:pt x="20925" y="2249"/>
                  </a:lnTo>
                  <a:lnTo>
                    <a:pt x="20487" y="999"/>
                  </a:lnTo>
                  <a:lnTo>
                    <a:pt x="20425" y="906"/>
                  </a:lnTo>
                  <a:lnTo>
                    <a:pt x="20331" y="781"/>
                  </a:lnTo>
                  <a:lnTo>
                    <a:pt x="20237" y="687"/>
                  </a:lnTo>
                  <a:lnTo>
                    <a:pt x="20081" y="593"/>
                  </a:lnTo>
                  <a:lnTo>
                    <a:pt x="19738" y="437"/>
                  </a:lnTo>
                  <a:lnTo>
                    <a:pt x="19301" y="281"/>
                  </a:lnTo>
                  <a:lnTo>
                    <a:pt x="18801" y="188"/>
                  </a:lnTo>
                  <a:lnTo>
                    <a:pt x="18208" y="94"/>
                  </a:lnTo>
                  <a:lnTo>
                    <a:pt x="17521" y="63"/>
                  </a:lnTo>
                  <a:lnTo>
                    <a:pt x="16802" y="31"/>
                  </a:lnTo>
                  <a:lnTo>
                    <a:pt x="16021" y="0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4" name="Google Shape;3714;p61"/>
            <p:cNvSpPr/>
            <p:nvPr/>
          </p:nvSpPr>
          <p:spPr>
            <a:xfrm>
              <a:off x="3840425" y="833800"/>
              <a:ext cx="563725" cy="797950"/>
            </a:xfrm>
            <a:custGeom>
              <a:avLst/>
              <a:gdLst/>
              <a:ahLst/>
              <a:cxnLst/>
              <a:rect l="l" t="t" r="r" b="b"/>
              <a:pathLst>
                <a:path w="22549" h="31918" extrusionOk="0">
                  <a:moveTo>
                    <a:pt x="11119" y="1"/>
                  </a:moveTo>
                  <a:lnTo>
                    <a:pt x="10900" y="32"/>
                  </a:lnTo>
                  <a:lnTo>
                    <a:pt x="10681" y="63"/>
                  </a:lnTo>
                  <a:lnTo>
                    <a:pt x="10275" y="188"/>
                  </a:lnTo>
                  <a:lnTo>
                    <a:pt x="9901" y="376"/>
                  </a:lnTo>
                  <a:lnTo>
                    <a:pt x="9526" y="626"/>
                  </a:lnTo>
                  <a:lnTo>
                    <a:pt x="9214" y="907"/>
                  </a:lnTo>
                  <a:lnTo>
                    <a:pt x="8901" y="1188"/>
                  </a:lnTo>
                  <a:lnTo>
                    <a:pt x="8620" y="1531"/>
                  </a:lnTo>
                  <a:lnTo>
                    <a:pt x="8370" y="1844"/>
                  </a:lnTo>
                  <a:lnTo>
                    <a:pt x="8152" y="2156"/>
                  </a:lnTo>
                  <a:lnTo>
                    <a:pt x="7808" y="2749"/>
                  </a:lnTo>
                  <a:lnTo>
                    <a:pt x="7590" y="3155"/>
                  </a:lnTo>
                  <a:lnTo>
                    <a:pt x="7527" y="3311"/>
                  </a:lnTo>
                  <a:lnTo>
                    <a:pt x="7527" y="3186"/>
                  </a:lnTo>
                  <a:lnTo>
                    <a:pt x="7558" y="2874"/>
                  </a:lnTo>
                  <a:lnTo>
                    <a:pt x="7527" y="2437"/>
                  </a:lnTo>
                  <a:lnTo>
                    <a:pt x="7496" y="2187"/>
                  </a:lnTo>
                  <a:lnTo>
                    <a:pt x="7434" y="1937"/>
                  </a:lnTo>
                  <a:lnTo>
                    <a:pt x="7340" y="1656"/>
                  </a:lnTo>
                  <a:lnTo>
                    <a:pt x="7215" y="1406"/>
                  </a:lnTo>
                  <a:lnTo>
                    <a:pt x="7059" y="1156"/>
                  </a:lnTo>
                  <a:lnTo>
                    <a:pt x="6840" y="938"/>
                  </a:lnTo>
                  <a:lnTo>
                    <a:pt x="6590" y="750"/>
                  </a:lnTo>
                  <a:lnTo>
                    <a:pt x="6278" y="594"/>
                  </a:lnTo>
                  <a:lnTo>
                    <a:pt x="5903" y="469"/>
                  </a:lnTo>
                  <a:lnTo>
                    <a:pt x="5497" y="407"/>
                  </a:lnTo>
                  <a:lnTo>
                    <a:pt x="5248" y="438"/>
                  </a:lnTo>
                  <a:lnTo>
                    <a:pt x="5029" y="501"/>
                  </a:lnTo>
                  <a:lnTo>
                    <a:pt x="4779" y="594"/>
                  </a:lnTo>
                  <a:lnTo>
                    <a:pt x="4560" y="750"/>
                  </a:lnTo>
                  <a:lnTo>
                    <a:pt x="4342" y="969"/>
                  </a:lnTo>
                  <a:lnTo>
                    <a:pt x="4123" y="1188"/>
                  </a:lnTo>
                  <a:lnTo>
                    <a:pt x="3905" y="1469"/>
                  </a:lnTo>
                  <a:lnTo>
                    <a:pt x="3686" y="1781"/>
                  </a:lnTo>
                  <a:lnTo>
                    <a:pt x="3249" y="2499"/>
                  </a:lnTo>
                  <a:lnTo>
                    <a:pt x="2843" y="3343"/>
                  </a:lnTo>
                  <a:lnTo>
                    <a:pt x="2468" y="4248"/>
                  </a:lnTo>
                  <a:lnTo>
                    <a:pt x="2093" y="5216"/>
                  </a:lnTo>
                  <a:lnTo>
                    <a:pt x="1750" y="6216"/>
                  </a:lnTo>
                  <a:lnTo>
                    <a:pt x="1406" y="7246"/>
                  </a:lnTo>
                  <a:lnTo>
                    <a:pt x="1125" y="8277"/>
                  </a:lnTo>
                  <a:lnTo>
                    <a:pt x="875" y="9276"/>
                  </a:lnTo>
                  <a:lnTo>
                    <a:pt x="438" y="11087"/>
                  </a:lnTo>
                  <a:lnTo>
                    <a:pt x="157" y="12524"/>
                  </a:lnTo>
                  <a:lnTo>
                    <a:pt x="63" y="13242"/>
                  </a:lnTo>
                  <a:lnTo>
                    <a:pt x="32" y="14148"/>
                  </a:lnTo>
                  <a:lnTo>
                    <a:pt x="1" y="15241"/>
                  </a:lnTo>
                  <a:lnTo>
                    <a:pt x="1" y="16459"/>
                  </a:lnTo>
                  <a:lnTo>
                    <a:pt x="63" y="17802"/>
                  </a:lnTo>
                  <a:lnTo>
                    <a:pt x="95" y="19207"/>
                  </a:lnTo>
                  <a:lnTo>
                    <a:pt x="282" y="22174"/>
                  </a:lnTo>
                  <a:lnTo>
                    <a:pt x="469" y="25078"/>
                  </a:lnTo>
                  <a:lnTo>
                    <a:pt x="688" y="27733"/>
                  </a:lnTo>
                  <a:lnTo>
                    <a:pt x="875" y="29856"/>
                  </a:lnTo>
                  <a:lnTo>
                    <a:pt x="1032" y="31230"/>
                  </a:lnTo>
                  <a:lnTo>
                    <a:pt x="19644" y="31917"/>
                  </a:lnTo>
                  <a:lnTo>
                    <a:pt x="19832" y="23923"/>
                  </a:lnTo>
                  <a:lnTo>
                    <a:pt x="19988" y="18239"/>
                  </a:lnTo>
                  <a:lnTo>
                    <a:pt x="20082" y="15303"/>
                  </a:lnTo>
                  <a:lnTo>
                    <a:pt x="20175" y="14616"/>
                  </a:lnTo>
                  <a:lnTo>
                    <a:pt x="20363" y="13867"/>
                  </a:lnTo>
                  <a:lnTo>
                    <a:pt x="20581" y="13086"/>
                  </a:lnTo>
                  <a:lnTo>
                    <a:pt x="20831" y="12274"/>
                  </a:lnTo>
                  <a:lnTo>
                    <a:pt x="21393" y="10619"/>
                  </a:lnTo>
                  <a:lnTo>
                    <a:pt x="21924" y="8995"/>
                  </a:lnTo>
                  <a:lnTo>
                    <a:pt x="22174" y="8183"/>
                  </a:lnTo>
                  <a:lnTo>
                    <a:pt x="22361" y="7434"/>
                  </a:lnTo>
                  <a:lnTo>
                    <a:pt x="22486" y="6715"/>
                  </a:lnTo>
                  <a:lnTo>
                    <a:pt x="22549" y="6059"/>
                  </a:lnTo>
                  <a:lnTo>
                    <a:pt x="22549" y="5747"/>
                  </a:lnTo>
                  <a:lnTo>
                    <a:pt x="22549" y="5466"/>
                  </a:lnTo>
                  <a:lnTo>
                    <a:pt x="22486" y="5185"/>
                  </a:lnTo>
                  <a:lnTo>
                    <a:pt x="22424" y="4935"/>
                  </a:lnTo>
                  <a:lnTo>
                    <a:pt x="22330" y="4685"/>
                  </a:lnTo>
                  <a:lnTo>
                    <a:pt x="22205" y="4467"/>
                  </a:lnTo>
                  <a:lnTo>
                    <a:pt x="22049" y="4279"/>
                  </a:lnTo>
                  <a:lnTo>
                    <a:pt x="21862" y="4123"/>
                  </a:lnTo>
                  <a:lnTo>
                    <a:pt x="21705" y="4030"/>
                  </a:lnTo>
                  <a:lnTo>
                    <a:pt x="21518" y="3936"/>
                  </a:lnTo>
                  <a:lnTo>
                    <a:pt x="21362" y="3873"/>
                  </a:lnTo>
                  <a:lnTo>
                    <a:pt x="21206" y="3842"/>
                  </a:lnTo>
                  <a:lnTo>
                    <a:pt x="21018" y="3811"/>
                  </a:lnTo>
                  <a:lnTo>
                    <a:pt x="20862" y="3842"/>
                  </a:lnTo>
                  <a:lnTo>
                    <a:pt x="20550" y="3905"/>
                  </a:lnTo>
                  <a:lnTo>
                    <a:pt x="20269" y="4030"/>
                  </a:lnTo>
                  <a:lnTo>
                    <a:pt x="19988" y="4217"/>
                  </a:lnTo>
                  <a:lnTo>
                    <a:pt x="19738" y="4436"/>
                  </a:lnTo>
                  <a:lnTo>
                    <a:pt x="19488" y="4685"/>
                  </a:lnTo>
                  <a:lnTo>
                    <a:pt x="19270" y="4935"/>
                  </a:lnTo>
                  <a:lnTo>
                    <a:pt x="19051" y="5216"/>
                  </a:lnTo>
                  <a:lnTo>
                    <a:pt x="18739" y="5716"/>
                  </a:lnTo>
                  <a:lnTo>
                    <a:pt x="18551" y="6091"/>
                  </a:lnTo>
                  <a:lnTo>
                    <a:pt x="18458" y="6216"/>
                  </a:lnTo>
                  <a:lnTo>
                    <a:pt x="18520" y="6059"/>
                  </a:lnTo>
                  <a:lnTo>
                    <a:pt x="18676" y="5591"/>
                  </a:lnTo>
                  <a:lnTo>
                    <a:pt x="18832" y="4904"/>
                  </a:lnTo>
                  <a:lnTo>
                    <a:pt x="18895" y="4529"/>
                  </a:lnTo>
                  <a:lnTo>
                    <a:pt x="18957" y="4123"/>
                  </a:lnTo>
                  <a:lnTo>
                    <a:pt x="18957" y="3717"/>
                  </a:lnTo>
                  <a:lnTo>
                    <a:pt x="18957" y="3280"/>
                  </a:lnTo>
                  <a:lnTo>
                    <a:pt x="18864" y="2905"/>
                  </a:lnTo>
                  <a:lnTo>
                    <a:pt x="18770" y="2531"/>
                  </a:lnTo>
                  <a:lnTo>
                    <a:pt x="18676" y="2374"/>
                  </a:lnTo>
                  <a:lnTo>
                    <a:pt x="18583" y="2218"/>
                  </a:lnTo>
                  <a:lnTo>
                    <a:pt x="18458" y="2062"/>
                  </a:lnTo>
                  <a:lnTo>
                    <a:pt x="18333" y="1937"/>
                  </a:lnTo>
                  <a:lnTo>
                    <a:pt x="18177" y="1812"/>
                  </a:lnTo>
                  <a:lnTo>
                    <a:pt x="17989" y="1719"/>
                  </a:lnTo>
                  <a:lnTo>
                    <a:pt x="17802" y="1625"/>
                  </a:lnTo>
                  <a:lnTo>
                    <a:pt x="17583" y="1562"/>
                  </a:lnTo>
                  <a:lnTo>
                    <a:pt x="17365" y="1531"/>
                  </a:lnTo>
                  <a:lnTo>
                    <a:pt x="17115" y="1500"/>
                  </a:lnTo>
                  <a:lnTo>
                    <a:pt x="16896" y="1500"/>
                  </a:lnTo>
                  <a:lnTo>
                    <a:pt x="16678" y="1531"/>
                  </a:lnTo>
                  <a:lnTo>
                    <a:pt x="16272" y="1625"/>
                  </a:lnTo>
                  <a:lnTo>
                    <a:pt x="15866" y="1781"/>
                  </a:lnTo>
                  <a:lnTo>
                    <a:pt x="15491" y="2031"/>
                  </a:lnTo>
                  <a:lnTo>
                    <a:pt x="15116" y="2281"/>
                  </a:lnTo>
                  <a:lnTo>
                    <a:pt x="14804" y="2562"/>
                  </a:lnTo>
                  <a:lnTo>
                    <a:pt x="14491" y="2874"/>
                  </a:lnTo>
                  <a:lnTo>
                    <a:pt x="14210" y="3186"/>
                  </a:lnTo>
                  <a:lnTo>
                    <a:pt x="13961" y="3499"/>
                  </a:lnTo>
                  <a:lnTo>
                    <a:pt x="13555" y="4092"/>
                  </a:lnTo>
                  <a:lnTo>
                    <a:pt x="13336" y="4498"/>
                  </a:lnTo>
                  <a:lnTo>
                    <a:pt x="13242" y="4654"/>
                  </a:lnTo>
                  <a:lnTo>
                    <a:pt x="13273" y="4467"/>
                  </a:lnTo>
                  <a:lnTo>
                    <a:pt x="13336" y="3967"/>
                  </a:lnTo>
                  <a:lnTo>
                    <a:pt x="13367" y="3280"/>
                  </a:lnTo>
                  <a:lnTo>
                    <a:pt x="13367" y="2905"/>
                  </a:lnTo>
                  <a:lnTo>
                    <a:pt x="13336" y="2499"/>
                  </a:lnTo>
                  <a:lnTo>
                    <a:pt x="13305" y="2093"/>
                  </a:lnTo>
                  <a:lnTo>
                    <a:pt x="13211" y="1687"/>
                  </a:lnTo>
                  <a:lnTo>
                    <a:pt x="13086" y="1281"/>
                  </a:lnTo>
                  <a:lnTo>
                    <a:pt x="12899" y="938"/>
                  </a:lnTo>
                  <a:lnTo>
                    <a:pt x="12774" y="750"/>
                  </a:lnTo>
                  <a:lnTo>
                    <a:pt x="12649" y="626"/>
                  </a:lnTo>
                  <a:lnTo>
                    <a:pt x="12524" y="469"/>
                  </a:lnTo>
                  <a:lnTo>
                    <a:pt x="12368" y="344"/>
                  </a:lnTo>
                  <a:lnTo>
                    <a:pt x="12212" y="251"/>
                  </a:lnTo>
                  <a:lnTo>
                    <a:pt x="12024" y="157"/>
                  </a:lnTo>
                  <a:lnTo>
                    <a:pt x="11806" y="95"/>
                  </a:lnTo>
                  <a:lnTo>
                    <a:pt x="11587" y="32"/>
                  </a:lnTo>
                  <a:lnTo>
                    <a:pt x="11368" y="1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5" name="Google Shape;3715;p61"/>
            <p:cNvSpPr/>
            <p:nvPr/>
          </p:nvSpPr>
          <p:spPr>
            <a:xfrm>
              <a:off x="4222225" y="974350"/>
              <a:ext cx="85125" cy="305275"/>
            </a:xfrm>
            <a:custGeom>
              <a:avLst/>
              <a:gdLst/>
              <a:ahLst/>
              <a:cxnLst/>
              <a:rect l="l" t="t" r="r" b="b"/>
              <a:pathLst>
                <a:path w="3405" h="12211" extrusionOk="0">
                  <a:moveTo>
                    <a:pt x="3279" y="0"/>
                  </a:moveTo>
                  <a:lnTo>
                    <a:pt x="3217" y="31"/>
                  </a:lnTo>
                  <a:lnTo>
                    <a:pt x="3154" y="94"/>
                  </a:lnTo>
                  <a:lnTo>
                    <a:pt x="2561" y="843"/>
                  </a:lnTo>
                  <a:lnTo>
                    <a:pt x="2030" y="1562"/>
                  </a:lnTo>
                  <a:lnTo>
                    <a:pt x="1593" y="2280"/>
                  </a:lnTo>
                  <a:lnTo>
                    <a:pt x="1187" y="2967"/>
                  </a:lnTo>
                  <a:lnTo>
                    <a:pt x="875" y="3685"/>
                  </a:lnTo>
                  <a:lnTo>
                    <a:pt x="594" y="4372"/>
                  </a:lnTo>
                  <a:lnTo>
                    <a:pt x="406" y="5059"/>
                  </a:lnTo>
                  <a:lnTo>
                    <a:pt x="250" y="5778"/>
                  </a:lnTo>
                  <a:lnTo>
                    <a:pt x="125" y="6496"/>
                  </a:lnTo>
                  <a:lnTo>
                    <a:pt x="63" y="7214"/>
                  </a:lnTo>
                  <a:lnTo>
                    <a:pt x="0" y="7964"/>
                  </a:lnTo>
                  <a:lnTo>
                    <a:pt x="31" y="8744"/>
                  </a:lnTo>
                  <a:lnTo>
                    <a:pt x="63" y="9525"/>
                  </a:lnTo>
                  <a:lnTo>
                    <a:pt x="94" y="10368"/>
                  </a:lnTo>
                  <a:lnTo>
                    <a:pt x="281" y="12148"/>
                  </a:lnTo>
                  <a:lnTo>
                    <a:pt x="312" y="12211"/>
                  </a:lnTo>
                  <a:lnTo>
                    <a:pt x="406" y="12211"/>
                  </a:lnTo>
                  <a:lnTo>
                    <a:pt x="437" y="12148"/>
                  </a:lnTo>
                  <a:lnTo>
                    <a:pt x="437" y="10368"/>
                  </a:lnTo>
                  <a:lnTo>
                    <a:pt x="437" y="9525"/>
                  </a:lnTo>
                  <a:lnTo>
                    <a:pt x="469" y="8776"/>
                  </a:lnTo>
                  <a:lnTo>
                    <a:pt x="531" y="8026"/>
                  </a:lnTo>
                  <a:lnTo>
                    <a:pt x="625" y="7308"/>
                  </a:lnTo>
                  <a:lnTo>
                    <a:pt x="718" y="6621"/>
                  </a:lnTo>
                  <a:lnTo>
                    <a:pt x="875" y="5965"/>
                  </a:lnTo>
                  <a:lnTo>
                    <a:pt x="1031" y="5278"/>
                  </a:lnTo>
                  <a:lnTo>
                    <a:pt x="1249" y="4622"/>
                  </a:lnTo>
                  <a:lnTo>
                    <a:pt x="1468" y="3935"/>
                  </a:lnTo>
                  <a:lnTo>
                    <a:pt x="1780" y="3279"/>
                  </a:lnTo>
                  <a:lnTo>
                    <a:pt x="2093" y="2561"/>
                  </a:lnTo>
                  <a:lnTo>
                    <a:pt x="2467" y="1843"/>
                  </a:lnTo>
                  <a:lnTo>
                    <a:pt x="2873" y="1062"/>
                  </a:lnTo>
                  <a:lnTo>
                    <a:pt x="3342" y="250"/>
                  </a:lnTo>
                  <a:lnTo>
                    <a:pt x="3373" y="188"/>
                  </a:lnTo>
                  <a:lnTo>
                    <a:pt x="3404" y="125"/>
                  </a:lnTo>
                  <a:lnTo>
                    <a:pt x="3373" y="63"/>
                  </a:lnTo>
                  <a:lnTo>
                    <a:pt x="3373" y="31"/>
                  </a:lnTo>
                  <a:lnTo>
                    <a:pt x="33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6" name="Google Shape;3716;p61"/>
            <p:cNvSpPr/>
            <p:nvPr/>
          </p:nvSpPr>
          <p:spPr>
            <a:xfrm>
              <a:off x="4096525" y="936100"/>
              <a:ext cx="81225" cy="324800"/>
            </a:xfrm>
            <a:custGeom>
              <a:avLst/>
              <a:gdLst/>
              <a:ahLst/>
              <a:cxnLst/>
              <a:rect l="l" t="t" r="r" b="b"/>
              <a:pathLst>
                <a:path w="3249" h="12992" extrusionOk="0">
                  <a:moveTo>
                    <a:pt x="3123" y="0"/>
                  </a:moveTo>
                  <a:lnTo>
                    <a:pt x="3061" y="31"/>
                  </a:lnTo>
                  <a:lnTo>
                    <a:pt x="3029" y="62"/>
                  </a:lnTo>
                  <a:lnTo>
                    <a:pt x="2967" y="125"/>
                  </a:lnTo>
                  <a:lnTo>
                    <a:pt x="2436" y="968"/>
                  </a:lnTo>
                  <a:lnTo>
                    <a:pt x="1968" y="1749"/>
                  </a:lnTo>
                  <a:lnTo>
                    <a:pt x="1562" y="2530"/>
                  </a:lnTo>
                  <a:lnTo>
                    <a:pt x="1218" y="3310"/>
                  </a:lnTo>
                  <a:lnTo>
                    <a:pt x="937" y="4060"/>
                  </a:lnTo>
                  <a:lnTo>
                    <a:pt x="687" y="4778"/>
                  </a:lnTo>
                  <a:lnTo>
                    <a:pt x="469" y="5528"/>
                  </a:lnTo>
                  <a:lnTo>
                    <a:pt x="313" y="6277"/>
                  </a:lnTo>
                  <a:lnTo>
                    <a:pt x="188" y="7027"/>
                  </a:lnTo>
                  <a:lnTo>
                    <a:pt x="94" y="7776"/>
                  </a:lnTo>
                  <a:lnTo>
                    <a:pt x="31" y="8557"/>
                  </a:lnTo>
                  <a:lnTo>
                    <a:pt x="0" y="9369"/>
                  </a:lnTo>
                  <a:lnTo>
                    <a:pt x="0" y="10212"/>
                  </a:lnTo>
                  <a:lnTo>
                    <a:pt x="0" y="11086"/>
                  </a:lnTo>
                  <a:lnTo>
                    <a:pt x="31" y="12960"/>
                  </a:lnTo>
                  <a:lnTo>
                    <a:pt x="63" y="12991"/>
                  </a:lnTo>
                  <a:lnTo>
                    <a:pt x="156" y="12991"/>
                  </a:lnTo>
                  <a:lnTo>
                    <a:pt x="156" y="12960"/>
                  </a:lnTo>
                  <a:lnTo>
                    <a:pt x="281" y="11086"/>
                  </a:lnTo>
                  <a:lnTo>
                    <a:pt x="437" y="9400"/>
                  </a:lnTo>
                  <a:lnTo>
                    <a:pt x="531" y="8619"/>
                  </a:lnTo>
                  <a:lnTo>
                    <a:pt x="625" y="7839"/>
                  </a:lnTo>
                  <a:lnTo>
                    <a:pt x="750" y="7120"/>
                  </a:lnTo>
                  <a:lnTo>
                    <a:pt x="906" y="6402"/>
                  </a:lnTo>
                  <a:lnTo>
                    <a:pt x="1093" y="5684"/>
                  </a:lnTo>
                  <a:lnTo>
                    <a:pt x="1312" y="4965"/>
                  </a:lnTo>
                  <a:lnTo>
                    <a:pt x="1530" y="4216"/>
                  </a:lnTo>
                  <a:lnTo>
                    <a:pt x="1780" y="3498"/>
                  </a:lnTo>
                  <a:lnTo>
                    <a:pt x="2093" y="2717"/>
                  </a:lnTo>
                  <a:lnTo>
                    <a:pt x="2436" y="1905"/>
                  </a:lnTo>
                  <a:lnTo>
                    <a:pt x="2811" y="1093"/>
                  </a:lnTo>
                  <a:lnTo>
                    <a:pt x="3217" y="187"/>
                  </a:lnTo>
                  <a:lnTo>
                    <a:pt x="3248" y="125"/>
                  </a:lnTo>
                  <a:lnTo>
                    <a:pt x="3248" y="62"/>
                  </a:lnTo>
                  <a:lnTo>
                    <a:pt x="3217" y="31"/>
                  </a:lnTo>
                  <a:lnTo>
                    <a:pt x="31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7" name="Google Shape;3717;p61"/>
            <p:cNvSpPr/>
            <p:nvPr/>
          </p:nvSpPr>
          <p:spPr>
            <a:xfrm>
              <a:off x="3960675" y="917350"/>
              <a:ext cx="69500" cy="330275"/>
            </a:xfrm>
            <a:custGeom>
              <a:avLst/>
              <a:gdLst/>
              <a:ahLst/>
              <a:cxnLst/>
              <a:rect l="l" t="t" r="r" b="b"/>
              <a:pathLst>
                <a:path w="2780" h="13211" extrusionOk="0">
                  <a:moveTo>
                    <a:pt x="2748" y="1"/>
                  </a:moveTo>
                  <a:lnTo>
                    <a:pt x="2686" y="32"/>
                  </a:lnTo>
                  <a:lnTo>
                    <a:pt x="2561" y="188"/>
                  </a:lnTo>
                  <a:lnTo>
                    <a:pt x="2155" y="969"/>
                  </a:lnTo>
                  <a:lnTo>
                    <a:pt x="1749" y="1718"/>
                  </a:lnTo>
                  <a:lnTo>
                    <a:pt x="1406" y="2468"/>
                  </a:lnTo>
                  <a:lnTo>
                    <a:pt x="1093" y="3217"/>
                  </a:lnTo>
                  <a:lnTo>
                    <a:pt x="843" y="3967"/>
                  </a:lnTo>
                  <a:lnTo>
                    <a:pt x="594" y="4716"/>
                  </a:lnTo>
                  <a:lnTo>
                    <a:pt x="406" y="5466"/>
                  </a:lnTo>
                  <a:lnTo>
                    <a:pt x="250" y="6246"/>
                  </a:lnTo>
                  <a:lnTo>
                    <a:pt x="125" y="7027"/>
                  </a:lnTo>
                  <a:lnTo>
                    <a:pt x="63" y="7808"/>
                  </a:lnTo>
                  <a:lnTo>
                    <a:pt x="0" y="8620"/>
                  </a:lnTo>
                  <a:lnTo>
                    <a:pt x="0" y="9463"/>
                  </a:lnTo>
                  <a:lnTo>
                    <a:pt x="63" y="10337"/>
                  </a:lnTo>
                  <a:lnTo>
                    <a:pt x="125" y="11243"/>
                  </a:lnTo>
                  <a:lnTo>
                    <a:pt x="250" y="12149"/>
                  </a:lnTo>
                  <a:lnTo>
                    <a:pt x="406" y="13117"/>
                  </a:lnTo>
                  <a:lnTo>
                    <a:pt x="438" y="13179"/>
                  </a:lnTo>
                  <a:lnTo>
                    <a:pt x="500" y="13211"/>
                  </a:lnTo>
                  <a:lnTo>
                    <a:pt x="562" y="13179"/>
                  </a:lnTo>
                  <a:lnTo>
                    <a:pt x="594" y="13086"/>
                  </a:lnTo>
                  <a:lnTo>
                    <a:pt x="531" y="12149"/>
                  </a:lnTo>
                  <a:lnTo>
                    <a:pt x="469" y="11243"/>
                  </a:lnTo>
                  <a:lnTo>
                    <a:pt x="469" y="10400"/>
                  </a:lnTo>
                  <a:lnTo>
                    <a:pt x="469" y="9588"/>
                  </a:lnTo>
                  <a:lnTo>
                    <a:pt x="500" y="8776"/>
                  </a:lnTo>
                  <a:lnTo>
                    <a:pt x="562" y="8026"/>
                  </a:lnTo>
                  <a:lnTo>
                    <a:pt x="656" y="7277"/>
                  </a:lnTo>
                  <a:lnTo>
                    <a:pt x="781" y="6527"/>
                  </a:lnTo>
                  <a:lnTo>
                    <a:pt x="937" y="5809"/>
                  </a:lnTo>
                  <a:lnTo>
                    <a:pt x="1093" y="5060"/>
                  </a:lnTo>
                  <a:lnTo>
                    <a:pt x="1281" y="4310"/>
                  </a:lnTo>
                  <a:lnTo>
                    <a:pt x="1531" y="3561"/>
                  </a:lnTo>
                  <a:lnTo>
                    <a:pt x="1780" y="2780"/>
                  </a:lnTo>
                  <a:lnTo>
                    <a:pt x="2061" y="1968"/>
                  </a:lnTo>
                  <a:lnTo>
                    <a:pt x="2717" y="250"/>
                  </a:lnTo>
                  <a:lnTo>
                    <a:pt x="2780" y="63"/>
                  </a:lnTo>
                  <a:lnTo>
                    <a:pt x="2780" y="32"/>
                  </a:lnTo>
                  <a:lnTo>
                    <a:pt x="27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8" name="Google Shape;3718;p61"/>
            <p:cNvSpPr/>
            <p:nvPr/>
          </p:nvSpPr>
          <p:spPr>
            <a:xfrm>
              <a:off x="4077775" y="1164850"/>
              <a:ext cx="441925" cy="547325"/>
            </a:xfrm>
            <a:custGeom>
              <a:avLst/>
              <a:gdLst/>
              <a:ahLst/>
              <a:cxnLst/>
              <a:rect l="l" t="t" r="r" b="b"/>
              <a:pathLst>
                <a:path w="17677" h="21893" extrusionOk="0">
                  <a:moveTo>
                    <a:pt x="15897" y="0"/>
                  </a:moveTo>
                  <a:lnTo>
                    <a:pt x="15615" y="31"/>
                  </a:lnTo>
                  <a:lnTo>
                    <a:pt x="15334" y="94"/>
                  </a:lnTo>
                  <a:lnTo>
                    <a:pt x="15053" y="219"/>
                  </a:lnTo>
                  <a:lnTo>
                    <a:pt x="14804" y="344"/>
                  </a:lnTo>
                  <a:lnTo>
                    <a:pt x="14522" y="531"/>
                  </a:lnTo>
                  <a:lnTo>
                    <a:pt x="14273" y="718"/>
                  </a:lnTo>
                  <a:lnTo>
                    <a:pt x="14023" y="937"/>
                  </a:lnTo>
                  <a:lnTo>
                    <a:pt x="13804" y="1187"/>
                  </a:lnTo>
                  <a:lnTo>
                    <a:pt x="13336" y="1749"/>
                  </a:lnTo>
                  <a:lnTo>
                    <a:pt x="12899" y="2374"/>
                  </a:lnTo>
                  <a:lnTo>
                    <a:pt x="12461" y="3061"/>
                  </a:lnTo>
                  <a:lnTo>
                    <a:pt x="12087" y="3810"/>
                  </a:lnTo>
                  <a:lnTo>
                    <a:pt x="11743" y="4591"/>
                  </a:lnTo>
                  <a:lnTo>
                    <a:pt x="11431" y="5372"/>
                  </a:lnTo>
                  <a:lnTo>
                    <a:pt x="11118" y="6152"/>
                  </a:lnTo>
                  <a:lnTo>
                    <a:pt x="10869" y="6933"/>
                  </a:lnTo>
                  <a:lnTo>
                    <a:pt x="10650" y="7683"/>
                  </a:lnTo>
                  <a:lnTo>
                    <a:pt x="10463" y="8401"/>
                  </a:lnTo>
                  <a:lnTo>
                    <a:pt x="10306" y="9026"/>
                  </a:lnTo>
                  <a:lnTo>
                    <a:pt x="9994" y="8994"/>
                  </a:lnTo>
                  <a:lnTo>
                    <a:pt x="9120" y="8869"/>
                  </a:lnTo>
                  <a:lnTo>
                    <a:pt x="8526" y="8807"/>
                  </a:lnTo>
                  <a:lnTo>
                    <a:pt x="7871" y="8776"/>
                  </a:lnTo>
                  <a:lnTo>
                    <a:pt x="7121" y="8776"/>
                  </a:lnTo>
                  <a:lnTo>
                    <a:pt x="6340" y="8807"/>
                  </a:lnTo>
                  <a:lnTo>
                    <a:pt x="5497" y="8869"/>
                  </a:lnTo>
                  <a:lnTo>
                    <a:pt x="4685" y="9026"/>
                  </a:lnTo>
                  <a:lnTo>
                    <a:pt x="4248" y="9119"/>
                  </a:lnTo>
                  <a:lnTo>
                    <a:pt x="3842" y="9213"/>
                  </a:lnTo>
                  <a:lnTo>
                    <a:pt x="3436" y="9369"/>
                  </a:lnTo>
                  <a:lnTo>
                    <a:pt x="3030" y="9525"/>
                  </a:lnTo>
                  <a:lnTo>
                    <a:pt x="2655" y="9713"/>
                  </a:lnTo>
                  <a:lnTo>
                    <a:pt x="2280" y="9900"/>
                  </a:lnTo>
                  <a:lnTo>
                    <a:pt x="1906" y="10119"/>
                  </a:lnTo>
                  <a:lnTo>
                    <a:pt x="1562" y="10400"/>
                  </a:lnTo>
                  <a:lnTo>
                    <a:pt x="1219" y="10681"/>
                  </a:lnTo>
                  <a:lnTo>
                    <a:pt x="906" y="10993"/>
                  </a:lnTo>
                  <a:lnTo>
                    <a:pt x="625" y="11336"/>
                  </a:lnTo>
                  <a:lnTo>
                    <a:pt x="375" y="11711"/>
                  </a:lnTo>
                  <a:lnTo>
                    <a:pt x="251" y="11899"/>
                  </a:lnTo>
                  <a:lnTo>
                    <a:pt x="157" y="12117"/>
                  </a:lnTo>
                  <a:lnTo>
                    <a:pt x="94" y="12305"/>
                  </a:lnTo>
                  <a:lnTo>
                    <a:pt x="32" y="12523"/>
                  </a:lnTo>
                  <a:lnTo>
                    <a:pt x="1" y="12742"/>
                  </a:lnTo>
                  <a:lnTo>
                    <a:pt x="1" y="12929"/>
                  </a:lnTo>
                  <a:lnTo>
                    <a:pt x="32" y="13366"/>
                  </a:lnTo>
                  <a:lnTo>
                    <a:pt x="126" y="13804"/>
                  </a:lnTo>
                  <a:lnTo>
                    <a:pt x="282" y="14210"/>
                  </a:lnTo>
                  <a:lnTo>
                    <a:pt x="500" y="14647"/>
                  </a:lnTo>
                  <a:lnTo>
                    <a:pt x="781" y="15084"/>
                  </a:lnTo>
                  <a:lnTo>
                    <a:pt x="1094" y="15521"/>
                  </a:lnTo>
                  <a:lnTo>
                    <a:pt x="1469" y="15958"/>
                  </a:lnTo>
                  <a:lnTo>
                    <a:pt x="1874" y="16364"/>
                  </a:lnTo>
                  <a:lnTo>
                    <a:pt x="2280" y="16802"/>
                  </a:lnTo>
                  <a:lnTo>
                    <a:pt x="2749" y="17208"/>
                  </a:lnTo>
                  <a:lnTo>
                    <a:pt x="3249" y="17614"/>
                  </a:lnTo>
                  <a:lnTo>
                    <a:pt x="4248" y="18394"/>
                  </a:lnTo>
                  <a:lnTo>
                    <a:pt x="5310" y="19113"/>
                  </a:lnTo>
                  <a:lnTo>
                    <a:pt x="6340" y="19800"/>
                  </a:lnTo>
                  <a:lnTo>
                    <a:pt x="7340" y="20393"/>
                  </a:lnTo>
                  <a:lnTo>
                    <a:pt x="8214" y="20893"/>
                  </a:lnTo>
                  <a:lnTo>
                    <a:pt x="9588" y="21642"/>
                  </a:lnTo>
                  <a:lnTo>
                    <a:pt x="10119" y="21892"/>
                  </a:lnTo>
                  <a:lnTo>
                    <a:pt x="10806" y="21111"/>
                  </a:lnTo>
                  <a:lnTo>
                    <a:pt x="11524" y="20237"/>
                  </a:lnTo>
                  <a:lnTo>
                    <a:pt x="12430" y="19144"/>
                  </a:lnTo>
                  <a:lnTo>
                    <a:pt x="13367" y="17957"/>
                  </a:lnTo>
                  <a:lnTo>
                    <a:pt x="14304" y="16739"/>
                  </a:lnTo>
                  <a:lnTo>
                    <a:pt x="15116" y="15552"/>
                  </a:lnTo>
                  <a:lnTo>
                    <a:pt x="15491" y="15022"/>
                  </a:lnTo>
                  <a:lnTo>
                    <a:pt x="15772" y="14491"/>
                  </a:lnTo>
                  <a:lnTo>
                    <a:pt x="15897" y="14241"/>
                  </a:lnTo>
                  <a:lnTo>
                    <a:pt x="16053" y="13929"/>
                  </a:lnTo>
                  <a:lnTo>
                    <a:pt x="16303" y="13179"/>
                  </a:lnTo>
                  <a:lnTo>
                    <a:pt x="16584" y="12273"/>
                  </a:lnTo>
                  <a:lnTo>
                    <a:pt x="16802" y="11243"/>
                  </a:lnTo>
                  <a:lnTo>
                    <a:pt x="17052" y="10119"/>
                  </a:lnTo>
                  <a:lnTo>
                    <a:pt x="17239" y="8932"/>
                  </a:lnTo>
                  <a:lnTo>
                    <a:pt x="17427" y="7745"/>
                  </a:lnTo>
                  <a:lnTo>
                    <a:pt x="17552" y="6527"/>
                  </a:lnTo>
                  <a:lnTo>
                    <a:pt x="17645" y="5309"/>
                  </a:lnTo>
                  <a:lnTo>
                    <a:pt x="17677" y="4185"/>
                  </a:lnTo>
                  <a:lnTo>
                    <a:pt x="17677" y="3123"/>
                  </a:lnTo>
                  <a:lnTo>
                    <a:pt x="17645" y="2623"/>
                  </a:lnTo>
                  <a:lnTo>
                    <a:pt x="17583" y="2155"/>
                  </a:lnTo>
                  <a:lnTo>
                    <a:pt x="17520" y="1749"/>
                  </a:lnTo>
                  <a:lnTo>
                    <a:pt x="17427" y="1343"/>
                  </a:lnTo>
                  <a:lnTo>
                    <a:pt x="17333" y="1000"/>
                  </a:lnTo>
                  <a:lnTo>
                    <a:pt x="17208" y="718"/>
                  </a:lnTo>
                  <a:lnTo>
                    <a:pt x="17052" y="469"/>
                  </a:lnTo>
                  <a:lnTo>
                    <a:pt x="16865" y="250"/>
                  </a:lnTo>
                  <a:lnTo>
                    <a:pt x="16677" y="125"/>
                  </a:lnTo>
                  <a:lnTo>
                    <a:pt x="16459" y="31"/>
                  </a:lnTo>
                  <a:lnTo>
                    <a:pt x="16178" y="0"/>
                  </a:lnTo>
                  <a:close/>
                </a:path>
              </a:pathLst>
            </a:custGeom>
            <a:solidFill>
              <a:srgbClr val="FFC4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9" name="Google Shape;3719;p61"/>
            <p:cNvSpPr/>
            <p:nvPr/>
          </p:nvSpPr>
          <p:spPr>
            <a:xfrm>
              <a:off x="4083250" y="1167175"/>
              <a:ext cx="383375" cy="285775"/>
            </a:xfrm>
            <a:custGeom>
              <a:avLst/>
              <a:gdLst/>
              <a:ahLst/>
              <a:cxnLst/>
              <a:rect l="l" t="t" r="r" b="b"/>
              <a:pathLst>
                <a:path w="15335" h="11431" extrusionOk="0">
                  <a:moveTo>
                    <a:pt x="15303" y="1"/>
                  </a:moveTo>
                  <a:lnTo>
                    <a:pt x="14959" y="95"/>
                  </a:lnTo>
                  <a:lnTo>
                    <a:pt x="14647" y="188"/>
                  </a:lnTo>
                  <a:lnTo>
                    <a:pt x="14335" y="313"/>
                  </a:lnTo>
                  <a:lnTo>
                    <a:pt x="14054" y="469"/>
                  </a:lnTo>
                  <a:lnTo>
                    <a:pt x="13773" y="657"/>
                  </a:lnTo>
                  <a:lnTo>
                    <a:pt x="13491" y="813"/>
                  </a:lnTo>
                  <a:lnTo>
                    <a:pt x="13242" y="1031"/>
                  </a:lnTo>
                  <a:lnTo>
                    <a:pt x="13023" y="1250"/>
                  </a:lnTo>
                  <a:lnTo>
                    <a:pt x="12586" y="1687"/>
                  </a:lnTo>
                  <a:lnTo>
                    <a:pt x="12180" y="2218"/>
                  </a:lnTo>
                  <a:lnTo>
                    <a:pt x="11836" y="2780"/>
                  </a:lnTo>
                  <a:lnTo>
                    <a:pt x="11493" y="3342"/>
                  </a:lnTo>
                  <a:lnTo>
                    <a:pt x="11212" y="3967"/>
                  </a:lnTo>
                  <a:lnTo>
                    <a:pt x="10962" y="4592"/>
                  </a:lnTo>
                  <a:lnTo>
                    <a:pt x="10743" y="5247"/>
                  </a:lnTo>
                  <a:lnTo>
                    <a:pt x="10525" y="5903"/>
                  </a:lnTo>
                  <a:lnTo>
                    <a:pt x="10150" y="7215"/>
                  </a:lnTo>
                  <a:lnTo>
                    <a:pt x="9806" y="8464"/>
                  </a:lnTo>
                  <a:lnTo>
                    <a:pt x="9182" y="8339"/>
                  </a:lnTo>
                  <a:lnTo>
                    <a:pt x="8526" y="8245"/>
                  </a:lnTo>
                  <a:lnTo>
                    <a:pt x="7839" y="8214"/>
                  </a:lnTo>
                  <a:lnTo>
                    <a:pt x="7152" y="8183"/>
                  </a:lnTo>
                  <a:lnTo>
                    <a:pt x="6465" y="8214"/>
                  </a:lnTo>
                  <a:lnTo>
                    <a:pt x="5778" y="8277"/>
                  </a:lnTo>
                  <a:lnTo>
                    <a:pt x="5091" y="8370"/>
                  </a:lnTo>
                  <a:lnTo>
                    <a:pt x="4435" y="8527"/>
                  </a:lnTo>
                  <a:lnTo>
                    <a:pt x="3779" y="8714"/>
                  </a:lnTo>
                  <a:lnTo>
                    <a:pt x="3123" y="8933"/>
                  </a:lnTo>
                  <a:lnTo>
                    <a:pt x="2530" y="9214"/>
                  </a:lnTo>
                  <a:lnTo>
                    <a:pt x="1937" y="9526"/>
                  </a:lnTo>
                  <a:lnTo>
                    <a:pt x="1374" y="9901"/>
                  </a:lnTo>
                  <a:lnTo>
                    <a:pt x="875" y="10338"/>
                  </a:lnTo>
                  <a:lnTo>
                    <a:pt x="406" y="10806"/>
                  </a:lnTo>
                  <a:lnTo>
                    <a:pt x="0" y="11306"/>
                  </a:lnTo>
                  <a:lnTo>
                    <a:pt x="0" y="11368"/>
                  </a:lnTo>
                  <a:lnTo>
                    <a:pt x="0" y="11431"/>
                  </a:lnTo>
                  <a:lnTo>
                    <a:pt x="63" y="11431"/>
                  </a:lnTo>
                  <a:lnTo>
                    <a:pt x="125" y="11400"/>
                  </a:lnTo>
                  <a:lnTo>
                    <a:pt x="562" y="10994"/>
                  </a:lnTo>
                  <a:lnTo>
                    <a:pt x="1062" y="10619"/>
                  </a:lnTo>
                  <a:lnTo>
                    <a:pt x="1593" y="10275"/>
                  </a:lnTo>
                  <a:lnTo>
                    <a:pt x="2186" y="9994"/>
                  </a:lnTo>
                  <a:lnTo>
                    <a:pt x="2780" y="9744"/>
                  </a:lnTo>
                  <a:lnTo>
                    <a:pt x="3404" y="9526"/>
                  </a:lnTo>
                  <a:lnTo>
                    <a:pt x="4060" y="9370"/>
                  </a:lnTo>
                  <a:lnTo>
                    <a:pt x="4747" y="9214"/>
                  </a:lnTo>
                  <a:lnTo>
                    <a:pt x="5403" y="9120"/>
                  </a:lnTo>
                  <a:lnTo>
                    <a:pt x="6090" y="9057"/>
                  </a:lnTo>
                  <a:lnTo>
                    <a:pt x="6777" y="9026"/>
                  </a:lnTo>
                  <a:lnTo>
                    <a:pt x="7433" y="8995"/>
                  </a:lnTo>
                  <a:lnTo>
                    <a:pt x="8120" y="9026"/>
                  </a:lnTo>
                  <a:lnTo>
                    <a:pt x="8745" y="9057"/>
                  </a:lnTo>
                  <a:lnTo>
                    <a:pt x="9369" y="9089"/>
                  </a:lnTo>
                  <a:lnTo>
                    <a:pt x="9963" y="9182"/>
                  </a:lnTo>
                  <a:lnTo>
                    <a:pt x="10056" y="9214"/>
                  </a:lnTo>
                  <a:lnTo>
                    <a:pt x="10181" y="9214"/>
                  </a:lnTo>
                  <a:lnTo>
                    <a:pt x="10275" y="9182"/>
                  </a:lnTo>
                  <a:lnTo>
                    <a:pt x="10369" y="9120"/>
                  </a:lnTo>
                  <a:lnTo>
                    <a:pt x="10431" y="8995"/>
                  </a:lnTo>
                  <a:lnTo>
                    <a:pt x="10775" y="7777"/>
                  </a:lnTo>
                  <a:lnTo>
                    <a:pt x="11118" y="6497"/>
                  </a:lnTo>
                  <a:lnTo>
                    <a:pt x="11493" y="5185"/>
                  </a:lnTo>
                  <a:lnTo>
                    <a:pt x="11743" y="4529"/>
                  </a:lnTo>
                  <a:lnTo>
                    <a:pt x="11992" y="3905"/>
                  </a:lnTo>
                  <a:lnTo>
                    <a:pt x="12242" y="3311"/>
                  </a:lnTo>
                  <a:lnTo>
                    <a:pt x="12555" y="2718"/>
                  </a:lnTo>
                  <a:lnTo>
                    <a:pt x="12898" y="2156"/>
                  </a:lnTo>
                  <a:lnTo>
                    <a:pt x="13304" y="1625"/>
                  </a:lnTo>
                  <a:lnTo>
                    <a:pt x="13710" y="1156"/>
                  </a:lnTo>
                  <a:lnTo>
                    <a:pt x="14210" y="719"/>
                  </a:lnTo>
                  <a:lnTo>
                    <a:pt x="14460" y="532"/>
                  </a:lnTo>
                  <a:lnTo>
                    <a:pt x="14741" y="376"/>
                  </a:lnTo>
                  <a:lnTo>
                    <a:pt x="15022" y="188"/>
                  </a:lnTo>
                  <a:lnTo>
                    <a:pt x="15334" y="63"/>
                  </a:lnTo>
                  <a:lnTo>
                    <a:pt x="15334" y="32"/>
                  </a:lnTo>
                  <a:lnTo>
                    <a:pt x="153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0" name="Google Shape;3720;p61"/>
            <p:cNvSpPr/>
            <p:nvPr/>
          </p:nvSpPr>
          <p:spPr>
            <a:xfrm>
              <a:off x="3840425" y="1712150"/>
              <a:ext cx="1306200" cy="1242950"/>
            </a:xfrm>
            <a:custGeom>
              <a:avLst/>
              <a:gdLst/>
              <a:ahLst/>
              <a:cxnLst/>
              <a:rect l="l" t="t" r="r" b="b"/>
              <a:pathLst>
                <a:path w="52248" h="49718" extrusionOk="0">
                  <a:moveTo>
                    <a:pt x="24422" y="0"/>
                  </a:moveTo>
                  <a:lnTo>
                    <a:pt x="1" y="7464"/>
                  </a:lnTo>
                  <a:lnTo>
                    <a:pt x="376" y="8307"/>
                  </a:lnTo>
                  <a:lnTo>
                    <a:pt x="1406" y="10524"/>
                  </a:lnTo>
                  <a:lnTo>
                    <a:pt x="2937" y="13710"/>
                  </a:lnTo>
                  <a:lnTo>
                    <a:pt x="4779" y="17520"/>
                  </a:lnTo>
                  <a:lnTo>
                    <a:pt x="5810" y="19487"/>
                  </a:lnTo>
                  <a:lnTo>
                    <a:pt x="6840" y="21486"/>
                  </a:lnTo>
                  <a:lnTo>
                    <a:pt x="7902" y="23422"/>
                  </a:lnTo>
                  <a:lnTo>
                    <a:pt x="8933" y="25233"/>
                  </a:lnTo>
                  <a:lnTo>
                    <a:pt x="9932" y="26889"/>
                  </a:lnTo>
                  <a:lnTo>
                    <a:pt x="10432" y="27669"/>
                  </a:lnTo>
                  <a:lnTo>
                    <a:pt x="10900" y="28356"/>
                  </a:lnTo>
                  <a:lnTo>
                    <a:pt x="11337" y="29012"/>
                  </a:lnTo>
                  <a:lnTo>
                    <a:pt x="11774" y="29574"/>
                  </a:lnTo>
                  <a:lnTo>
                    <a:pt x="12180" y="30074"/>
                  </a:lnTo>
                  <a:lnTo>
                    <a:pt x="12586" y="30480"/>
                  </a:lnTo>
                  <a:lnTo>
                    <a:pt x="13461" y="31292"/>
                  </a:lnTo>
                  <a:lnTo>
                    <a:pt x="14554" y="32197"/>
                  </a:lnTo>
                  <a:lnTo>
                    <a:pt x="15834" y="33228"/>
                  </a:lnTo>
                  <a:lnTo>
                    <a:pt x="17302" y="34352"/>
                  </a:lnTo>
                  <a:lnTo>
                    <a:pt x="18957" y="35539"/>
                  </a:lnTo>
                  <a:lnTo>
                    <a:pt x="20737" y="36757"/>
                  </a:lnTo>
                  <a:lnTo>
                    <a:pt x="22611" y="38037"/>
                  </a:lnTo>
                  <a:lnTo>
                    <a:pt x="24610" y="39349"/>
                  </a:lnTo>
                  <a:lnTo>
                    <a:pt x="26671" y="40661"/>
                  </a:lnTo>
                  <a:lnTo>
                    <a:pt x="28826" y="41972"/>
                  </a:lnTo>
                  <a:lnTo>
                    <a:pt x="30981" y="43253"/>
                  </a:lnTo>
                  <a:lnTo>
                    <a:pt x="33167" y="44471"/>
                  </a:lnTo>
                  <a:lnTo>
                    <a:pt x="35353" y="45657"/>
                  </a:lnTo>
                  <a:lnTo>
                    <a:pt x="37476" y="46750"/>
                  </a:lnTo>
                  <a:lnTo>
                    <a:pt x="39600" y="47781"/>
                  </a:lnTo>
                  <a:lnTo>
                    <a:pt x="41630" y="48687"/>
                  </a:lnTo>
                  <a:lnTo>
                    <a:pt x="42629" y="49061"/>
                  </a:lnTo>
                  <a:lnTo>
                    <a:pt x="43535" y="49342"/>
                  </a:lnTo>
                  <a:lnTo>
                    <a:pt x="44409" y="49530"/>
                  </a:lnTo>
                  <a:lnTo>
                    <a:pt x="45253" y="49655"/>
                  </a:lnTo>
                  <a:lnTo>
                    <a:pt x="46033" y="49717"/>
                  </a:lnTo>
                  <a:lnTo>
                    <a:pt x="46783" y="49686"/>
                  </a:lnTo>
                  <a:lnTo>
                    <a:pt x="47470" y="49592"/>
                  </a:lnTo>
                  <a:lnTo>
                    <a:pt x="48126" y="49405"/>
                  </a:lnTo>
                  <a:lnTo>
                    <a:pt x="48719" y="49186"/>
                  </a:lnTo>
                  <a:lnTo>
                    <a:pt x="49281" y="48905"/>
                  </a:lnTo>
                  <a:lnTo>
                    <a:pt x="49781" y="48593"/>
                  </a:lnTo>
                  <a:lnTo>
                    <a:pt x="50249" y="48187"/>
                  </a:lnTo>
                  <a:lnTo>
                    <a:pt x="50655" y="47781"/>
                  </a:lnTo>
                  <a:lnTo>
                    <a:pt x="50999" y="47313"/>
                  </a:lnTo>
                  <a:lnTo>
                    <a:pt x="51311" y="46813"/>
                  </a:lnTo>
                  <a:lnTo>
                    <a:pt x="51592" y="46282"/>
                  </a:lnTo>
                  <a:lnTo>
                    <a:pt x="51811" y="45720"/>
                  </a:lnTo>
                  <a:lnTo>
                    <a:pt x="51998" y="45126"/>
                  </a:lnTo>
                  <a:lnTo>
                    <a:pt x="52123" y="44533"/>
                  </a:lnTo>
                  <a:lnTo>
                    <a:pt x="52185" y="43909"/>
                  </a:lnTo>
                  <a:lnTo>
                    <a:pt x="52248" y="43284"/>
                  </a:lnTo>
                  <a:lnTo>
                    <a:pt x="52217" y="42659"/>
                  </a:lnTo>
                  <a:lnTo>
                    <a:pt x="52154" y="42004"/>
                  </a:lnTo>
                  <a:lnTo>
                    <a:pt x="52061" y="41379"/>
                  </a:lnTo>
                  <a:lnTo>
                    <a:pt x="51904" y="40723"/>
                  </a:lnTo>
                  <a:lnTo>
                    <a:pt x="51686" y="40099"/>
                  </a:lnTo>
                  <a:lnTo>
                    <a:pt x="51467" y="39505"/>
                  </a:lnTo>
                  <a:lnTo>
                    <a:pt x="51155" y="38881"/>
                  </a:lnTo>
                  <a:lnTo>
                    <a:pt x="50811" y="38318"/>
                  </a:lnTo>
                  <a:lnTo>
                    <a:pt x="50437" y="37788"/>
                  </a:lnTo>
                  <a:lnTo>
                    <a:pt x="49999" y="37257"/>
                  </a:lnTo>
                  <a:lnTo>
                    <a:pt x="49500" y="36757"/>
                  </a:lnTo>
                  <a:lnTo>
                    <a:pt x="47095" y="34602"/>
                  </a:lnTo>
                  <a:lnTo>
                    <a:pt x="44097" y="31948"/>
                  </a:lnTo>
                  <a:lnTo>
                    <a:pt x="37383" y="26045"/>
                  </a:lnTo>
                  <a:lnTo>
                    <a:pt x="34197" y="23203"/>
                  </a:lnTo>
                  <a:lnTo>
                    <a:pt x="32792" y="21923"/>
                  </a:lnTo>
                  <a:lnTo>
                    <a:pt x="31543" y="20736"/>
                  </a:lnTo>
                  <a:lnTo>
                    <a:pt x="30481" y="19706"/>
                  </a:lnTo>
                  <a:lnTo>
                    <a:pt x="29669" y="18863"/>
                  </a:lnTo>
                  <a:lnTo>
                    <a:pt x="29325" y="18488"/>
                  </a:lnTo>
                  <a:lnTo>
                    <a:pt x="29076" y="18176"/>
                  </a:lnTo>
                  <a:lnTo>
                    <a:pt x="28919" y="17926"/>
                  </a:lnTo>
                  <a:lnTo>
                    <a:pt x="28826" y="17738"/>
                  </a:lnTo>
                  <a:lnTo>
                    <a:pt x="28670" y="17270"/>
                  </a:lnTo>
                  <a:lnTo>
                    <a:pt x="28451" y="16489"/>
                  </a:lnTo>
                  <a:lnTo>
                    <a:pt x="27858" y="14241"/>
                  </a:lnTo>
                  <a:lnTo>
                    <a:pt x="26390" y="8245"/>
                  </a:lnTo>
                  <a:lnTo>
                    <a:pt x="244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1" name="Google Shape;3721;p61"/>
            <p:cNvSpPr/>
            <p:nvPr/>
          </p:nvSpPr>
          <p:spPr>
            <a:xfrm>
              <a:off x="3937250" y="1837825"/>
              <a:ext cx="512975" cy="168675"/>
            </a:xfrm>
            <a:custGeom>
              <a:avLst/>
              <a:gdLst/>
              <a:ahLst/>
              <a:cxnLst/>
              <a:rect l="l" t="t" r="r" b="b"/>
              <a:pathLst>
                <a:path w="20519" h="6747" extrusionOk="0">
                  <a:moveTo>
                    <a:pt x="20425" y="1"/>
                  </a:moveTo>
                  <a:lnTo>
                    <a:pt x="15209" y="1562"/>
                  </a:lnTo>
                  <a:lnTo>
                    <a:pt x="12211" y="2468"/>
                  </a:lnTo>
                  <a:lnTo>
                    <a:pt x="10150" y="3093"/>
                  </a:lnTo>
                  <a:lnTo>
                    <a:pt x="5091" y="4841"/>
                  </a:lnTo>
                  <a:lnTo>
                    <a:pt x="2561" y="5747"/>
                  </a:lnTo>
                  <a:lnTo>
                    <a:pt x="32" y="6653"/>
                  </a:lnTo>
                  <a:lnTo>
                    <a:pt x="0" y="6684"/>
                  </a:lnTo>
                  <a:lnTo>
                    <a:pt x="0" y="6715"/>
                  </a:lnTo>
                  <a:lnTo>
                    <a:pt x="32" y="6746"/>
                  </a:lnTo>
                  <a:lnTo>
                    <a:pt x="63" y="6746"/>
                  </a:lnTo>
                  <a:lnTo>
                    <a:pt x="2624" y="6028"/>
                  </a:lnTo>
                  <a:lnTo>
                    <a:pt x="5185" y="5247"/>
                  </a:lnTo>
                  <a:lnTo>
                    <a:pt x="7745" y="4467"/>
                  </a:lnTo>
                  <a:lnTo>
                    <a:pt x="10306" y="3686"/>
                  </a:lnTo>
                  <a:lnTo>
                    <a:pt x="12367" y="2999"/>
                  </a:lnTo>
                  <a:lnTo>
                    <a:pt x="15397" y="2000"/>
                  </a:lnTo>
                  <a:lnTo>
                    <a:pt x="18395" y="969"/>
                  </a:lnTo>
                  <a:lnTo>
                    <a:pt x="20487" y="220"/>
                  </a:lnTo>
                  <a:lnTo>
                    <a:pt x="20518" y="188"/>
                  </a:lnTo>
                  <a:lnTo>
                    <a:pt x="20518" y="95"/>
                  </a:lnTo>
                  <a:lnTo>
                    <a:pt x="20487" y="32"/>
                  </a:lnTo>
                  <a:lnTo>
                    <a:pt x="204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2" name="Google Shape;3722;p61"/>
            <p:cNvSpPr/>
            <p:nvPr/>
          </p:nvSpPr>
          <p:spPr>
            <a:xfrm>
              <a:off x="4746875" y="2859825"/>
              <a:ext cx="155400" cy="155375"/>
            </a:xfrm>
            <a:custGeom>
              <a:avLst/>
              <a:gdLst/>
              <a:ahLst/>
              <a:cxnLst/>
              <a:rect l="l" t="t" r="r" b="b"/>
              <a:pathLst>
                <a:path w="6216" h="6215" extrusionOk="0">
                  <a:moveTo>
                    <a:pt x="32" y="0"/>
                  </a:moveTo>
                  <a:lnTo>
                    <a:pt x="0" y="31"/>
                  </a:lnTo>
                  <a:lnTo>
                    <a:pt x="0" y="63"/>
                  </a:lnTo>
                  <a:lnTo>
                    <a:pt x="32" y="94"/>
                  </a:lnTo>
                  <a:lnTo>
                    <a:pt x="563" y="281"/>
                  </a:lnTo>
                  <a:lnTo>
                    <a:pt x="1031" y="500"/>
                  </a:lnTo>
                  <a:lnTo>
                    <a:pt x="1531" y="750"/>
                  </a:lnTo>
                  <a:lnTo>
                    <a:pt x="1968" y="1062"/>
                  </a:lnTo>
                  <a:lnTo>
                    <a:pt x="2405" y="1374"/>
                  </a:lnTo>
                  <a:lnTo>
                    <a:pt x="2811" y="1718"/>
                  </a:lnTo>
                  <a:lnTo>
                    <a:pt x="3186" y="2124"/>
                  </a:lnTo>
                  <a:lnTo>
                    <a:pt x="3561" y="2530"/>
                  </a:lnTo>
                  <a:lnTo>
                    <a:pt x="4248" y="3342"/>
                  </a:lnTo>
                  <a:lnTo>
                    <a:pt x="4872" y="4216"/>
                  </a:lnTo>
                  <a:lnTo>
                    <a:pt x="5153" y="4685"/>
                  </a:lnTo>
                  <a:lnTo>
                    <a:pt x="5434" y="5153"/>
                  </a:lnTo>
                  <a:lnTo>
                    <a:pt x="5684" y="5621"/>
                  </a:lnTo>
                  <a:lnTo>
                    <a:pt x="5934" y="6121"/>
                  </a:lnTo>
                  <a:lnTo>
                    <a:pt x="5965" y="6184"/>
                  </a:lnTo>
                  <a:lnTo>
                    <a:pt x="5996" y="6215"/>
                  </a:lnTo>
                  <a:lnTo>
                    <a:pt x="6121" y="6215"/>
                  </a:lnTo>
                  <a:lnTo>
                    <a:pt x="6153" y="6184"/>
                  </a:lnTo>
                  <a:lnTo>
                    <a:pt x="6184" y="6152"/>
                  </a:lnTo>
                  <a:lnTo>
                    <a:pt x="6215" y="6090"/>
                  </a:lnTo>
                  <a:lnTo>
                    <a:pt x="6184" y="6027"/>
                  </a:lnTo>
                  <a:lnTo>
                    <a:pt x="6028" y="5465"/>
                  </a:lnTo>
                  <a:lnTo>
                    <a:pt x="5840" y="4934"/>
                  </a:lnTo>
                  <a:lnTo>
                    <a:pt x="5622" y="4404"/>
                  </a:lnTo>
                  <a:lnTo>
                    <a:pt x="5372" y="3873"/>
                  </a:lnTo>
                  <a:lnTo>
                    <a:pt x="5091" y="3404"/>
                  </a:lnTo>
                  <a:lnTo>
                    <a:pt x="4747" y="2936"/>
                  </a:lnTo>
                  <a:lnTo>
                    <a:pt x="4373" y="2467"/>
                  </a:lnTo>
                  <a:lnTo>
                    <a:pt x="3967" y="2061"/>
                  </a:lnTo>
                  <a:lnTo>
                    <a:pt x="3529" y="1687"/>
                  </a:lnTo>
                  <a:lnTo>
                    <a:pt x="3092" y="1374"/>
                  </a:lnTo>
                  <a:lnTo>
                    <a:pt x="2624" y="1062"/>
                  </a:lnTo>
                  <a:lnTo>
                    <a:pt x="2124" y="781"/>
                  </a:lnTo>
                  <a:lnTo>
                    <a:pt x="1624" y="531"/>
                  </a:lnTo>
                  <a:lnTo>
                    <a:pt x="1125" y="344"/>
                  </a:lnTo>
                  <a:lnTo>
                    <a:pt x="594" y="156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3" name="Google Shape;3723;p61"/>
            <p:cNvSpPr/>
            <p:nvPr/>
          </p:nvSpPr>
          <p:spPr>
            <a:xfrm>
              <a:off x="4168350" y="3047200"/>
              <a:ext cx="1534175" cy="1452175"/>
            </a:xfrm>
            <a:custGeom>
              <a:avLst/>
              <a:gdLst/>
              <a:ahLst/>
              <a:cxnLst/>
              <a:rect l="l" t="t" r="r" b="b"/>
              <a:pathLst>
                <a:path w="61367" h="58087" extrusionOk="0">
                  <a:moveTo>
                    <a:pt x="3061" y="0"/>
                  </a:moveTo>
                  <a:lnTo>
                    <a:pt x="2749" y="31"/>
                  </a:lnTo>
                  <a:lnTo>
                    <a:pt x="2467" y="94"/>
                  </a:lnTo>
                  <a:lnTo>
                    <a:pt x="2186" y="188"/>
                  </a:lnTo>
                  <a:lnTo>
                    <a:pt x="1937" y="344"/>
                  </a:lnTo>
                  <a:lnTo>
                    <a:pt x="1687" y="500"/>
                  </a:lnTo>
                  <a:lnTo>
                    <a:pt x="1468" y="719"/>
                  </a:lnTo>
                  <a:lnTo>
                    <a:pt x="1250" y="968"/>
                  </a:lnTo>
                  <a:lnTo>
                    <a:pt x="1031" y="1218"/>
                  </a:lnTo>
                  <a:lnTo>
                    <a:pt x="875" y="1530"/>
                  </a:lnTo>
                  <a:lnTo>
                    <a:pt x="687" y="1843"/>
                  </a:lnTo>
                  <a:lnTo>
                    <a:pt x="562" y="2186"/>
                  </a:lnTo>
                  <a:lnTo>
                    <a:pt x="406" y="2561"/>
                  </a:lnTo>
                  <a:lnTo>
                    <a:pt x="313" y="2967"/>
                  </a:lnTo>
                  <a:lnTo>
                    <a:pt x="219" y="3373"/>
                  </a:lnTo>
                  <a:lnTo>
                    <a:pt x="125" y="3810"/>
                  </a:lnTo>
                  <a:lnTo>
                    <a:pt x="63" y="4247"/>
                  </a:lnTo>
                  <a:lnTo>
                    <a:pt x="32" y="4716"/>
                  </a:lnTo>
                  <a:lnTo>
                    <a:pt x="0" y="5184"/>
                  </a:lnTo>
                  <a:lnTo>
                    <a:pt x="0" y="5684"/>
                  </a:lnTo>
                  <a:lnTo>
                    <a:pt x="32" y="6683"/>
                  </a:lnTo>
                  <a:lnTo>
                    <a:pt x="125" y="7433"/>
                  </a:lnTo>
                  <a:lnTo>
                    <a:pt x="250" y="8370"/>
                  </a:lnTo>
                  <a:lnTo>
                    <a:pt x="438" y="9463"/>
                  </a:lnTo>
                  <a:lnTo>
                    <a:pt x="656" y="10712"/>
                  </a:lnTo>
                  <a:lnTo>
                    <a:pt x="937" y="12117"/>
                  </a:lnTo>
                  <a:lnTo>
                    <a:pt x="1250" y="13616"/>
                  </a:lnTo>
                  <a:lnTo>
                    <a:pt x="1624" y="15271"/>
                  </a:lnTo>
                  <a:lnTo>
                    <a:pt x="2061" y="16989"/>
                  </a:lnTo>
                  <a:lnTo>
                    <a:pt x="2530" y="18800"/>
                  </a:lnTo>
                  <a:lnTo>
                    <a:pt x="3030" y="20705"/>
                  </a:lnTo>
                  <a:lnTo>
                    <a:pt x="3592" y="22704"/>
                  </a:lnTo>
                  <a:lnTo>
                    <a:pt x="4185" y="24703"/>
                  </a:lnTo>
                  <a:lnTo>
                    <a:pt x="4810" y="26764"/>
                  </a:lnTo>
                  <a:lnTo>
                    <a:pt x="5466" y="28887"/>
                  </a:lnTo>
                  <a:lnTo>
                    <a:pt x="6184" y="30980"/>
                  </a:lnTo>
                  <a:lnTo>
                    <a:pt x="6933" y="33103"/>
                  </a:lnTo>
                  <a:lnTo>
                    <a:pt x="7714" y="35196"/>
                  </a:lnTo>
                  <a:lnTo>
                    <a:pt x="8526" y="37288"/>
                  </a:lnTo>
                  <a:lnTo>
                    <a:pt x="9369" y="39349"/>
                  </a:lnTo>
                  <a:lnTo>
                    <a:pt x="10275" y="41379"/>
                  </a:lnTo>
                  <a:lnTo>
                    <a:pt x="11181" y="43315"/>
                  </a:lnTo>
                  <a:lnTo>
                    <a:pt x="12117" y="45220"/>
                  </a:lnTo>
                  <a:lnTo>
                    <a:pt x="13086" y="47032"/>
                  </a:lnTo>
                  <a:lnTo>
                    <a:pt x="13585" y="47875"/>
                  </a:lnTo>
                  <a:lnTo>
                    <a:pt x="14116" y="48749"/>
                  </a:lnTo>
                  <a:lnTo>
                    <a:pt x="14616" y="49561"/>
                  </a:lnTo>
                  <a:lnTo>
                    <a:pt x="15147" y="50342"/>
                  </a:lnTo>
                  <a:lnTo>
                    <a:pt x="15646" y="51091"/>
                  </a:lnTo>
                  <a:lnTo>
                    <a:pt x="16208" y="51841"/>
                  </a:lnTo>
                  <a:lnTo>
                    <a:pt x="16739" y="52528"/>
                  </a:lnTo>
                  <a:lnTo>
                    <a:pt x="17270" y="53184"/>
                  </a:lnTo>
                  <a:lnTo>
                    <a:pt x="17832" y="53808"/>
                  </a:lnTo>
                  <a:lnTo>
                    <a:pt x="18395" y="54402"/>
                  </a:lnTo>
                  <a:lnTo>
                    <a:pt x="18957" y="54964"/>
                  </a:lnTo>
                  <a:lnTo>
                    <a:pt x="19519" y="55464"/>
                  </a:lnTo>
                  <a:lnTo>
                    <a:pt x="20081" y="55932"/>
                  </a:lnTo>
                  <a:lnTo>
                    <a:pt x="20674" y="56369"/>
                  </a:lnTo>
                  <a:lnTo>
                    <a:pt x="21236" y="56744"/>
                  </a:lnTo>
                  <a:lnTo>
                    <a:pt x="21830" y="57088"/>
                  </a:lnTo>
                  <a:lnTo>
                    <a:pt x="22423" y="57369"/>
                  </a:lnTo>
                  <a:lnTo>
                    <a:pt x="23048" y="57618"/>
                  </a:lnTo>
                  <a:lnTo>
                    <a:pt x="23610" y="57775"/>
                  </a:lnTo>
                  <a:lnTo>
                    <a:pt x="24172" y="57931"/>
                  </a:lnTo>
                  <a:lnTo>
                    <a:pt x="24765" y="58024"/>
                  </a:lnTo>
                  <a:lnTo>
                    <a:pt x="25359" y="58087"/>
                  </a:lnTo>
                  <a:lnTo>
                    <a:pt x="26608" y="58087"/>
                  </a:lnTo>
                  <a:lnTo>
                    <a:pt x="27264" y="58024"/>
                  </a:lnTo>
                  <a:lnTo>
                    <a:pt x="27888" y="57931"/>
                  </a:lnTo>
                  <a:lnTo>
                    <a:pt x="28544" y="57837"/>
                  </a:lnTo>
                  <a:lnTo>
                    <a:pt x="29200" y="57681"/>
                  </a:lnTo>
                  <a:lnTo>
                    <a:pt x="29887" y="57494"/>
                  </a:lnTo>
                  <a:lnTo>
                    <a:pt x="30574" y="57275"/>
                  </a:lnTo>
                  <a:lnTo>
                    <a:pt x="31230" y="57025"/>
                  </a:lnTo>
                  <a:lnTo>
                    <a:pt x="31948" y="56775"/>
                  </a:lnTo>
                  <a:lnTo>
                    <a:pt x="32635" y="56463"/>
                  </a:lnTo>
                  <a:lnTo>
                    <a:pt x="33322" y="56151"/>
                  </a:lnTo>
                  <a:lnTo>
                    <a:pt x="34041" y="55776"/>
                  </a:lnTo>
                  <a:lnTo>
                    <a:pt x="34759" y="55401"/>
                  </a:lnTo>
                  <a:lnTo>
                    <a:pt x="36164" y="54589"/>
                  </a:lnTo>
                  <a:lnTo>
                    <a:pt x="37601" y="53684"/>
                  </a:lnTo>
                  <a:lnTo>
                    <a:pt x="39037" y="52715"/>
                  </a:lnTo>
                  <a:lnTo>
                    <a:pt x="40474" y="51654"/>
                  </a:lnTo>
                  <a:lnTo>
                    <a:pt x="41910" y="50529"/>
                  </a:lnTo>
                  <a:lnTo>
                    <a:pt x="43347" y="49374"/>
                  </a:lnTo>
                  <a:lnTo>
                    <a:pt x="44752" y="48156"/>
                  </a:lnTo>
                  <a:lnTo>
                    <a:pt x="46126" y="46907"/>
                  </a:lnTo>
                  <a:lnTo>
                    <a:pt x="47469" y="45626"/>
                  </a:lnTo>
                  <a:lnTo>
                    <a:pt x="48812" y="44315"/>
                  </a:lnTo>
                  <a:lnTo>
                    <a:pt x="50092" y="43003"/>
                  </a:lnTo>
                  <a:lnTo>
                    <a:pt x="51373" y="41691"/>
                  </a:lnTo>
                  <a:lnTo>
                    <a:pt x="52591" y="40349"/>
                  </a:lnTo>
                  <a:lnTo>
                    <a:pt x="53746" y="39068"/>
                  </a:lnTo>
                  <a:lnTo>
                    <a:pt x="54839" y="37757"/>
                  </a:lnTo>
                  <a:lnTo>
                    <a:pt x="55901" y="36507"/>
                  </a:lnTo>
                  <a:lnTo>
                    <a:pt x="56901" y="35258"/>
                  </a:lnTo>
                  <a:lnTo>
                    <a:pt x="57837" y="34071"/>
                  </a:lnTo>
                  <a:lnTo>
                    <a:pt x="58681" y="32947"/>
                  </a:lnTo>
                  <a:lnTo>
                    <a:pt x="59461" y="31854"/>
                  </a:lnTo>
                  <a:lnTo>
                    <a:pt x="60148" y="30855"/>
                  </a:lnTo>
                  <a:lnTo>
                    <a:pt x="60773" y="29918"/>
                  </a:lnTo>
                  <a:lnTo>
                    <a:pt x="61273" y="29044"/>
                  </a:lnTo>
                  <a:lnTo>
                    <a:pt x="61335" y="28950"/>
                  </a:lnTo>
                  <a:lnTo>
                    <a:pt x="61366" y="28794"/>
                  </a:lnTo>
                  <a:lnTo>
                    <a:pt x="61335" y="28669"/>
                  </a:lnTo>
                  <a:lnTo>
                    <a:pt x="61304" y="28513"/>
                  </a:lnTo>
                  <a:lnTo>
                    <a:pt x="61241" y="28357"/>
                  </a:lnTo>
                  <a:lnTo>
                    <a:pt x="61148" y="28169"/>
                  </a:lnTo>
                  <a:lnTo>
                    <a:pt x="60867" y="27826"/>
                  </a:lnTo>
                  <a:lnTo>
                    <a:pt x="60492" y="27420"/>
                  </a:lnTo>
                  <a:lnTo>
                    <a:pt x="60023" y="26982"/>
                  </a:lnTo>
                  <a:lnTo>
                    <a:pt x="59493" y="26545"/>
                  </a:lnTo>
                  <a:lnTo>
                    <a:pt x="58837" y="26077"/>
                  </a:lnTo>
                  <a:lnTo>
                    <a:pt x="58150" y="25608"/>
                  </a:lnTo>
                  <a:lnTo>
                    <a:pt x="57400" y="25109"/>
                  </a:lnTo>
                  <a:lnTo>
                    <a:pt x="56588" y="24609"/>
                  </a:lnTo>
                  <a:lnTo>
                    <a:pt x="55714" y="24109"/>
                  </a:lnTo>
                  <a:lnTo>
                    <a:pt x="54808" y="23610"/>
                  </a:lnTo>
                  <a:lnTo>
                    <a:pt x="53871" y="23110"/>
                  </a:lnTo>
                  <a:lnTo>
                    <a:pt x="52872" y="22642"/>
                  </a:lnTo>
                  <a:lnTo>
                    <a:pt x="51904" y="22173"/>
                  </a:lnTo>
                  <a:lnTo>
                    <a:pt x="50904" y="21705"/>
                  </a:lnTo>
                  <a:lnTo>
                    <a:pt x="49874" y="21299"/>
                  </a:lnTo>
                  <a:lnTo>
                    <a:pt x="48875" y="20893"/>
                  </a:lnTo>
                  <a:lnTo>
                    <a:pt x="47875" y="20518"/>
                  </a:lnTo>
                  <a:lnTo>
                    <a:pt x="46876" y="20174"/>
                  </a:lnTo>
                  <a:lnTo>
                    <a:pt x="45939" y="19893"/>
                  </a:lnTo>
                  <a:lnTo>
                    <a:pt x="45002" y="19644"/>
                  </a:lnTo>
                  <a:lnTo>
                    <a:pt x="44096" y="19425"/>
                  </a:lnTo>
                  <a:lnTo>
                    <a:pt x="43253" y="19269"/>
                  </a:lnTo>
                  <a:lnTo>
                    <a:pt x="42472" y="19175"/>
                  </a:lnTo>
                  <a:lnTo>
                    <a:pt x="41723" y="19144"/>
                  </a:lnTo>
                  <a:lnTo>
                    <a:pt x="41036" y="19175"/>
                  </a:lnTo>
                  <a:lnTo>
                    <a:pt x="40755" y="19206"/>
                  </a:lnTo>
                  <a:lnTo>
                    <a:pt x="40443" y="19269"/>
                  </a:lnTo>
                  <a:lnTo>
                    <a:pt x="40193" y="19331"/>
                  </a:lnTo>
                  <a:lnTo>
                    <a:pt x="39943" y="19425"/>
                  </a:lnTo>
                  <a:lnTo>
                    <a:pt x="39693" y="19550"/>
                  </a:lnTo>
                  <a:lnTo>
                    <a:pt x="39506" y="19675"/>
                  </a:lnTo>
                  <a:lnTo>
                    <a:pt x="39318" y="19831"/>
                  </a:lnTo>
                  <a:lnTo>
                    <a:pt x="39162" y="19987"/>
                  </a:lnTo>
                  <a:lnTo>
                    <a:pt x="37413" y="22298"/>
                  </a:lnTo>
                  <a:lnTo>
                    <a:pt x="35664" y="24640"/>
                  </a:lnTo>
                  <a:lnTo>
                    <a:pt x="34009" y="26920"/>
                  </a:lnTo>
                  <a:lnTo>
                    <a:pt x="32448" y="28981"/>
                  </a:lnTo>
                  <a:lnTo>
                    <a:pt x="31730" y="29887"/>
                  </a:lnTo>
                  <a:lnTo>
                    <a:pt x="31074" y="30730"/>
                  </a:lnTo>
                  <a:lnTo>
                    <a:pt x="30449" y="31448"/>
                  </a:lnTo>
                  <a:lnTo>
                    <a:pt x="29887" y="32042"/>
                  </a:lnTo>
                  <a:lnTo>
                    <a:pt x="29419" y="32479"/>
                  </a:lnTo>
                  <a:lnTo>
                    <a:pt x="29200" y="32635"/>
                  </a:lnTo>
                  <a:lnTo>
                    <a:pt x="28981" y="32791"/>
                  </a:lnTo>
                  <a:lnTo>
                    <a:pt x="28794" y="32854"/>
                  </a:lnTo>
                  <a:lnTo>
                    <a:pt x="28638" y="32916"/>
                  </a:lnTo>
                  <a:lnTo>
                    <a:pt x="28482" y="32916"/>
                  </a:lnTo>
                  <a:lnTo>
                    <a:pt x="28357" y="32854"/>
                  </a:lnTo>
                  <a:lnTo>
                    <a:pt x="28107" y="32666"/>
                  </a:lnTo>
                  <a:lnTo>
                    <a:pt x="27795" y="32354"/>
                  </a:lnTo>
                  <a:lnTo>
                    <a:pt x="27482" y="31979"/>
                  </a:lnTo>
                  <a:lnTo>
                    <a:pt x="27076" y="31511"/>
                  </a:lnTo>
                  <a:lnTo>
                    <a:pt x="26202" y="30324"/>
                  </a:lnTo>
                  <a:lnTo>
                    <a:pt x="25171" y="28856"/>
                  </a:lnTo>
                  <a:lnTo>
                    <a:pt x="24047" y="27139"/>
                  </a:lnTo>
                  <a:lnTo>
                    <a:pt x="22767" y="25234"/>
                  </a:lnTo>
                  <a:lnTo>
                    <a:pt x="19987" y="20893"/>
                  </a:lnTo>
                  <a:lnTo>
                    <a:pt x="16927" y="16177"/>
                  </a:lnTo>
                  <a:lnTo>
                    <a:pt x="15334" y="13772"/>
                  </a:lnTo>
                  <a:lnTo>
                    <a:pt x="13710" y="11399"/>
                  </a:lnTo>
                  <a:lnTo>
                    <a:pt x="12055" y="9057"/>
                  </a:lnTo>
                  <a:lnTo>
                    <a:pt x="10431" y="6808"/>
                  </a:lnTo>
                  <a:lnTo>
                    <a:pt x="8838" y="4685"/>
                  </a:lnTo>
                  <a:lnTo>
                    <a:pt x="8026" y="3717"/>
                  </a:lnTo>
                  <a:lnTo>
                    <a:pt x="7246" y="2748"/>
                  </a:lnTo>
                  <a:lnTo>
                    <a:pt x="6808" y="2249"/>
                  </a:lnTo>
                  <a:lnTo>
                    <a:pt x="6371" y="1780"/>
                  </a:lnTo>
                  <a:lnTo>
                    <a:pt x="5965" y="1374"/>
                  </a:lnTo>
                  <a:lnTo>
                    <a:pt x="5559" y="1031"/>
                  </a:lnTo>
                  <a:lnTo>
                    <a:pt x="5153" y="750"/>
                  </a:lnTo>
                  <a:lnTo>
                    <a:pt x="4778" y="500"/>
                  </a:lnTo>
                  <a:lnTo>
                    <a:pt x="4404" y="313"/>
                  </a:lnTo>
                  <a:lnTo>
                    <a:pt x="4029" y="156"/>
                  </a:lnTo>
                  <a:lnTo>
                    <a:pt x="3685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4" name="Google Shape;3724;p61"/>
            <p:cNvSpPr/>
            <p:nvPr/>
          </p:nvSpPr>
          <p:spPr>
            <a:xfrm>
              <a:off x="5147400" y="3003475"/>
              <a:ext cx="690200" cy="825250"/>
            </a:xfrm>
            <a:custGeom>
              <a:avLst/>
              <a:gdLst/>
              <a:ahLst/>
              <a:cxnLst/>
              <a:rect l="l" t="t" r="r" b="b"/>
              <a:pathLst>
                <a:path w="27608" h="33010" extrusionOk="0">
                  <a:moveTo>
                    <a:pt x="6496" y="0"/>
                  </a:moveTo>
                  <a:lnTo>
                    <a:pt x="6184" y="32"/>
                  </a:lnTo>
                  <a:lnTo>
                    <a:pt x="5903" y="94"/>
                  </a:lnTo>
                  <a:lnTo>
                    <a:pt x="5653" y="188"/>
                  </a:lnTo>
                  <a:lnTo>
                    <a:pt x="5403" y="281"/>
                  </a:lnTo>
                  <a:lnTo>
                    <a:pt x="5184" y="406"/>
                  </a:lnTo>
                  <a:lnTo>
                    <a:pt x="4997" y="563"/>
                  </a:lnTo>
                  <a:lnTo>
                    <a:pt x="4841" y="719"/>
                  </a:lnTo>
                  <a:lnTo>
                    <a:pt x="4497" y="1125"/>
                  </a:lnTo>
                  <a:lnTo>
                    <a:pt x="4216" y="1593"/>
                  </a:lnTo>
                  <a:lnTo>
                    <a:pt x="3904" y="2155"/>
                  </a:lnTo>
                  <a:lnTo>
                    <a:pt x="3623" y="2749"/>
                  </a:lnTo>
                  <a:lnTo>
                    <a:pt x="3342" y="3436"/>
                  </a:lnTo>
                  <a:lnTo>
                    <a:pt x="3061" y="4154"/>
                  </a:lnTo>
                  <a:lnTo>
                    <a:pt x="2780" y="4903"/>
                  </a:lnTo>
                  <a:lnTo>
                    <a:pt x="2530" y="5715"/>
                  </a:lnTo>
                  <a:lnTo>
                    <a:pt x="2311" y="6559"/>
                  </a:lnTo>
                  <a:lnTo>
                    <a:pt x="2061" y="7433"/>
                  </a:lnTo>
                  <a:lnTo>
                    <a:pt x="1624" y="9276"/>
                  </a:lnTo>
                  <a:lnTo>
                    <a:pt x="1249" y="11181"/>
                  </a:lnTo>
                  <a:lnTo>
                    <a:pt x="906" y="13117"/>
                  </a:lnTo>
                  <a:lnTo>
                    <a:pt x="625" y="15022"/>
                  </a:lnTo>
                  <a:lnTo>
                    <a:pt x="375" y="16895"/>
                  </a:lnTo>
                  <a:lnTo>
                    <a:pt x="188" y="18676"/>
                  </a:lnTo>
                  <a:lnTo>
                    <a:pt x="63" y="20299"/>
                  </a:lnTo>
                  <a:lnTo>
                    <a:pt x="0" y="21767"/>
                  </a:lnTo>
                  <a:lnTo>
                    <a:pt x="0" y="23016"/>
                  </a:lnTo>
                  <a:lnTo>
                    <a:pt x="0" y="23547"/>
                  </a:lnTo>
                  <a:lnTo>
                    <a:pt x="63" y="24016"/>
                  </a:lnTo>
                  <a:lnTo>
                    <a:pt x="94" y="24422"/>
                  </a:lnTo>
                  <a:lnTo>
                    <a:pt x="156" y="24734"/>
                  </a:lnTo>
                  <a:lnTo>
                    <a:pt x="219" y="24859"/>
                  </a:lnTo>
                  <a:lnTo>
                    <a:pt x="312" y="25015"/>
                  </a:lnTo>
                  <a:lnTo>
                    <a:pt x="531" y="25296"/>
                  </a:lnTo>
                  <a:lnTo>
                    <a:pt x="812" y="25640"/>
                  </a:lnTo>
                  <a:lnTo>
                    <a:pt x="1218" y="25983"/>
                  </a:lnTo>
                  <a:lnTo>
                    <a:pt x="1687" y="26327"/>
                  </a:lnTo>
                  <a:lnTo>
                    <a:pt x="2217" y="26702"/>
                  </a:lnTo>
                  <a:lnTo>
                    <a:pt x="2811" y="27076"/>
                  </a:lnTo>
                  <a:lnTo>
                    <a:pt x="3467" y="27451"/>
                  </a:lnTo>
                  <a:lnTo>
                    <a:pt x="4154" y="27857"/>
                  </a:lnTo>
                  <a:lnTo>
                    <a:pt x="4903" y="28232"/>
                  </a:lnTo>
                  <a:lnTo>
                    <a:pt x="6527" y="29044"/>
                  </a:lnTo>
                  <a:lnTo>
                    <a:pt x="8245" y="29793"/>
                  </a:lnTo>
                  <a:lnTo>
                    <a:pt x="10025" y="30543"/>
                  </a:lnTo>
                  <a:lnTo>
                    <a:pt x="11836" y="31199"/>
                  </a:lnTo>
                  <a:lnTo>
                    <a:pt x="13585" y="31792"/>
                  </a:lnTo>
                  <a:lnTo>
                    <a:pt x="15271" y="32292"/>
                  </a:lnTo>
                  <a:lnTo>
                    <a:pt x="16083" y="32510"/>
                  </a:lnTo>
                  <a:lnTo>
                    <a:pt x="16833" y="32666"/>
                  </a:lnTo>
                  <a:lnTo>
                    <a:pt x="17551" y="32822"/>
                  </a:lnTo>
                  <a:lnTo>
                    <a:pt x="18207" y="32916"/>
                  </a:lnTo>
                  <a:lnTo>
                    <a:pt x="18832" y="32979"/>
                  </a:lnTo>
                  <a:lnTo>
                    <a:pt x="19362" y="33010"/>
                  </a:lnTo>
                  <a:lnTo>
                    <a:pt x="19862" y="32979"/>
                  </a:lnTo>
                  <a:lnTo>
                    <a:pt x="20237" y="32916"/>
                  </a:lnTo>
                  <a:lnTo>
                    <a:pt x="20424" y="32854"/>
                  </a:lnTo>
                  <a:lnTo>
                    <a:pt x="20580" y="32791"/>
                  </a:lnTo>
                  <a:lnTo>
                    <a:pt x="20705" y="32729"/>
                  </a:lnTo>
                  <a:lnTo>
                    <a:pt x="20799" y="32635"/>
                  </a:lnTo>
                  <a:lnTo>
                    <a:pt x="21018" y="32416"/>
                  </a:lnTo>
                  <a:lnTo>
                    <a:pt x="21236" y="32167"/>
                  </a:lnTo>
                  <a:lnTo>
                    <a:pt x="21673" y="31511"/>
                  </a:lnTo>
                  <a:lnTo>
                    <a:pt x="22173" y="30699"/>
                  </a:lnTo>
                  <a:lnTo>
                    <a:pt x="22704" y="29762"/>
                  </a:lnTo>
                  <a:lnTo>
                    <a:pt x="23266" y="28700"/>
                  </a:lnTo>
                  <a:lnTo>
                    <a:pt x="23797" y="27545"/>
                  </a:lnTo>
                  <a:lnTo>
                    <a:pt x="24359" y="26327"/>
                  </a:lnTo>
                  <a:lnTo>
                    <a:pt x="24890" y="25046"/>
                  </a:lnTo>
                  <a:lnTo>
                    <a:pt x="25421" y="23735"/>
                  </a:lnTo>
                  <a:lnTo>
                    <a:pt x="25889" y="22392"/>
                  </a:lnTo>
                  <a:lnTo>
                    <a:pt x="26358" y="21049"/>
                  </a:lnTo>
                  <a:lnTo>
                    <a:pt x="26733" y="19737"/>
                  </a:lnTo>
                  <a:lnTo>
                    <a:pt x="27076" y="18488"/>
                  </a:lnTo>
                  <a:lnTo>
                    <a:pt x="27326" y="17270"/>
                  </a:lnTo>
                  <a:lnTo>
                    <a:pt x="27513" y="16177"/>
                  </a:lnTo>
                  <a:lnTo>
                    <a:pt x="27576" y="15646"/>
                  </a:lnTo>
                  <a:lnTo>
                    <a:pt x="27607" y="15147"/>
                  </a:lnTo>
                  <a:lnTo>
                    <a:pt x="27607" y="14897"/>
                  </a:lnTo>
                  <a:lnTo>
                    <a:pt x="27576" y="14616"/>
                  </a:lnTo>
                  <a:lnTo>
                    <a:pt x="27513" y="14366"/>
                  </a:lnTo>
                  <a:lnTo>
                    <a:pt x="27420" y="14054"/>
                  </a:lnTo>
                  <a:lnTo>
                    <a:pt x="27295" y="13773"/>
                  </a:lnTo>
                  <a:lnTo>
                    <a:pt x="27170" y="13460"/>
                  </a:lnTo>
                  <a:lnTo>
                    <a:pt x="26826" y="12836"/>
                  </a:lnTo>
                  <a:lnTo>
                    <a:pt x="26389" y="12180"/>
                  </a:lnTo>
                  <a:lnTo>
                    <a:pt x="25858" y="11524"/>
                  </a:lnTo>
                  <a:lnTo>
                    <a:pt x="25265" y="10806"/>
                  </a:lnTo>
                  <a:lnTo>
                    <a:pt x="24609" y="10119"/>
                  </a:lnTo>
                  <a:lnTo>
                    <a:pt x="23891" y="9369"/>
                  </a:lnTo>
                  <a:lnTo>
                    <a:pt x="23110" y="8651"/>
                  </a:lnTo>
                  <a:lnTo>
                    <a:pt x="22267" y="7933"/>
                  </a:lnTo>
                  <a:lnTo>
                    <a:pt x="21392" y="7214"/>
                  </a:lnTo>
                  <a:lnTo>
                    <a:pt x="20487" y="6496"/>
                  </a:lnTo>
                  <a:lnTo>
                    <a:pt x="19550" y="5809"/>
                  </a:lnTo>
                  <a:lnTo>
                    <a:pt x="18582" y="5122"/>
                  </a:lnTo>
                  <a:lnTo>
                    <a:pt x="17582" y="4466"/>
                  </a:lnTo>
                  <a:lnTo>
                    <a:pt x="16583" y="3842"/>
                  </a:lnTo>
                  <a:lnTo>
                    <a:pt x="15584" y="3248"/>
                  </a:lnTo>
                  <a:lnTo>
                    <a:pt x="14584" y="2686"/>
                  </a:lnTo>
                  <a:lnTo>
                    <a:pt x="13585" y="2155"/>
                  </a:lnTo>
                  <a:lnTo>
                    <a:pt x="12617" y="1687"/>
                  </a:lnTo>
                  <a:lnTo>
                    <a:pt x="11680" y="1250"/>
                  </a:lnTo>
                  <a:lnTo>
                    <a:pt x="10743" y="875"/>
                  </a:lnTo>
                  <a:lnTo>
                    <a:pt x="9869" y="563"/>
                  </a:lnTo>
                  <a:lnTo>
                    <a:pt x="9025" y="313"/>
                  </a:lnTo>
                  <a:lnTo>
                    <a:pt x="8214" y="125"/>
                  </a:lnTo>
                  <a:lnTo>
                    <a:pt x="7495" y="32"/>
                  </a:lnTo>
                  <a:lnTo>
                    <a:pt x="7120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5" name="Google Shape;3725;p61"/>
            <p:cNvSpPr/>
            <p:nvPr/>
          </p:nvSpPr>
          <p:spPr>
            <a:xfrm>
              <a:off x="5204375" y="2581100"/>
              <a:ext cx="635550" cy="949400"/>
            </a:xfrm>
            <a:custGeom>
              <a:avLst/>
              <a:gdLst/>
              <a:ahLst/>
              <a:cxnLst/>
              <a:rect l="l" t="t" r="r" b="b"/>
              <a:pathLst>
                <a:path w="25422" h="37976" extrusionOk="0">
                  <a:moveTo>
                    <a:pt x="13492" y="0"/>
                  </a:moveTo>
                  <a:lnTo>
                    <a:pt x="13305" y="32"/>
                  </a:lnTo>
                  <a:lnTo>
                    <a:pt x="13086" y="63"/>
                  </a:lnTo>
                  <a:lnTo>
                    <a:pt x="12899" y="125"/>
                  </a:lnTo>
                  <a:lnTo>
                    <a:pt x="12711" y="219"/>
                  </a:lnTo>
                  <a:lnTo>
                    <a:pt x="12524" y="313"/>
                  </a:lnTo>
                  <a:lnTo>
                    <a:pt x="12368" y="438"/>
                  </a:lnTo>
                  <a:lnTo>
                    <a:pt x="12024" y="750"/>
                  </a:lnTo>
                  <a:lnTo>
                    <a:pt x="11681" y="1125"/>
                  </a:lnTo>
                  <a:lnTo>
                    <a:pt x="11368" y="1562"/>
                  </a:lnTo>
                  <a:lnTo>
                    <a:pt x="11056" y="2093"/>
                  </a:lnTo>
                  <a:lnTo>
                    <a:pt x="10775" y="2655"/>
                  </a:lnTo>
                  <a:lnTo>
                    <a:pt x="10525" y="3248"/>
                  </a:lnTo>
                  <a:lnTo>
                    <a:pt x="10275" y="3904"/>
                  </a:lnTo>
                  <a:lnTo>
                    <a:pt x="10026" y="4591"/>
                  </a:lnTo>
                  <a:lnTo>
                    <a:pt x="9807" y="5309"/>
                  </a:lnTo>
                  <a:lnTo>
                    <a:pt x="9401" y="6808"/>
                  </a:lnTo>
                  <a:lnTo>
                    <a:pt x="9057" y="8339"/>
                  </a:lnTo>
                  <a:lnTo>
                    <a:pt x="8745" y="9900"/>
                  </a:lnTo>
                  <a:lnTo>
                    <a:pt x="8495" y="11399"/>
                  </a:lnTo>
                  <a:lnTo>
                    <a:pt x="8277" y="12804"/>
                  </a:lnTo>
                  <a:lnTo>
                    <a:pt x="8121" y="14054"/>
                  </a:lnTo>
                  <a:lnTo>
                    <a:pt x="7902" y="15927"/>
                  </a:lnTo>
                  <a:lnTo>
                    <a:pt x="7840" y="16646"/>
                  </a:lnTo>
                  <a:lnTo>
                    <a:pt x="7840" y="15927"/>
                  </a:lnTo>
                  <a:lnTo>
                    <a:pt x="7808" y="14085"/>
                  </a:lnTo>
                  <a:lnTo>
                    <a:pt x="7777" y="12836"/>
                  </a:lnTo>
                  <a:lnTo>
                    <a:pt x="7683" y="11461"/>
                  </a:lnTo>
                  <a:lnTo>
                    <a:pt x="7590" y="9994"/>
                  </a:lnTo>
                  <a:lnTo>
                    <a:pt x="7434" y="8463"/>
                  </a:lnTo>
                  <a:lnTo>
                    <a:pt x="7246" y="6933"/>
                  </a:lnTo>
                  <a:lnTo>
                    <a:pt x="7121" y="6215"/>
                  </a:lnTo>
                  <a:lnTo>
                    <a:pt x="6965" y="5465"/>
                  </a:lnTo>
                  <a:lnTo>
                    <a:pt x="6809" y="4778"/>
                  </a:lnTo>
                  <a:lnTo>
                    <a:pt x="6653" y="4091"/>
                  </a:lnTo>
                  <a:lnTo>
                    <a:pt x="6465" y="3467"/>
                  </a:lnTo>
                  <a:lnTo>
                    <a:pt x="6247" y="2873"/>
                  </a:lnTo>
                  <a:lnTo>
                    <a:pt x="6028" y="2343"/>
                  </a:lnTo>
                  <a:lnTo>
                    <a:pt x="5778" y="1843"/>
                  </a:lnTo>
                  <a:lnTo>
                    <a:pt x="5497" y="1406"/>
                  </a:lnTo>
                  <a:lnTo>
                    <a:pt x="5216" y="1062"/>
                  </a:lnTo>
                  <a:lnTo>
                    <a:pt x="4904" y="781"/>
                  </a:lnTo>
                  <a:lnTo>
                    <a:pt x="4748" y="656"/>
                  </a:lnTo>
                  <a:lnTo>
                    <a:pt x="4560" y="562"/>
                  </a:lnTo>
                  <a:lnTo>
                    <a:pt x="4373" y="469"/>
                  </a:lnTo>
                  <a:lnTo>
                    <a:pt x="4217" y="438"/>
                  </a:lnTo>
                  <a:lnTo>
                    <a:pt x="3998" y="406"/>
                  </a:lnTo>
                  <a:lnTo>
                    <a:pt x="3592" y="406"/>
                  </a:lnTo>
                  <a:lnTo>
                    <a:pt x="3405" y="469"/>
                  </a:lnTo>
                  <a:lnTo>
                    <a:pt x="3218" y="562"/>
                  </a:lnTo>
                  <a:lnTo>
                    <a:pt x="2999" y="687"/>
                  </a:lnTo>
                  <a:lnTo>
                    <a:pt x="2843" y="843"/>
                  </a:lnTo>
                  <a:lnTo>
                    <a:pt x="2655" y="1000"/>
                  </a:lnTo>
                  <a:lnTo>
                    <a:pt x="2499" y="1218"/>
                  </a:lnTo>
                  <a:lnTo>
                    <a:pt x="2312" y="1437"/>
                  </a:lnTo>
                  <a:lnTo>
                    <a:pt x="2031" y="1999"/>
                  </a:lnTo>
                  <a:lnTo>
                    <a:pt x="1750" y="2624"/>
                  </a:lnTo>
                  <a:lnTo>
                    <a:pt x="1469" y="3342"/>
                  </a:lnTo>
                  <a:lnTo>
                    <a:pt x="1250" y="4154"/>
                  </a:lnTo>
                  <a:lnTo>
                    <a:pt x="1031" y="4997"/>
                  </a:lnTo>
                  <a:lnTo>
                    <a:pt x="844" y="5934"/>
                  </a:lnTo>
                  <a:lnTo>
                    <a:pt x="688" y="6902"/>
                  </a:lnTo>
                  <a:lnTo>
                    <a:pt x="532" y="7933"/>
                  </a:lnTo>
                  <a:lnTo>
                    <a:pt x="407" y="8994"/>
                  </a:lnTo>
                  <a:lnTo>
                    <a:pt x="313" y="10087"/>
                  </a:lnTo>
                  <a:lnTo>
                    <a:pt x="126" y="12305"/>
                  </a:lnTo>
                  <a:lnTo>
                    <a:pt x="32" y="14522"/>
                  </a:lnTo>
                  <a:lnTo>
                    <a:pt x="1" y="16708"/>
                  </a:lnTo>
                  <a:lnTo>
                    <a:pt x="32" y="18738"/>
                  </a:lnTo>
                  <a:lnTo>
                    <a:pt x="95" y="20580"/>
                  </a:lnTo>
                  <a:lnTo>
                    <a:pt x="188" y="22173"/>
                  </a:lnTo>
                  <a:lnTo>
                    <a:pt x="313" y="23454"/>
                  </a:lnTo>
                  <a:lnTo>
                    <a:pt x="407" y="23953"/>
                  </a:lnTo>
                  <a:lnTo>
                    <a:pt x="501" y="24328"/>
                  </a:lnTo>
                  <a:lnTo>
                    <a:pt x="594" y="24609"/>
                  </a:lnTo>
                  <a:lnTo>
                    <a:pt x="688" y="24734"/>
                  </a:lnTo>
                  <a:lnTo>
                    <a:pt x="1531" y="25452"/>
                  </a:lnTo>
                  <a:lnTo>
                    <a:pt x="2499" y="26202"/>
                  </a:lnTo>
                  <a:lnTo>
                    <a:pt x="3530" y="26951"/>
                  </a:lnTo>
                  <a:lnTo>
                    <a:pt x="4529" y="27638"/>
                  </a:lnTo>
                  <a:lnTo>
                    <a:pt x="5435" y="28263"/>
                  </a:lnTo>
                  <a:lnTo>
                    <a:pt x="6184" y="28731"/>
                  </a:lnTo>
                  <a:lnTo>
                    <a:pt x="6715" y="29012"/>
                  </a:lnTo>
                  <a:lnTo>
                    <a:pt x="6871" y="29075"/>
                  </a:lnTo>
                  <a:lnTo>
                    <a:pt x="6923" y="29075"/>
                  </a:lnTo>
                  <a:lnTo>
                    <a:pt x="6840" y="29325"/>
                  </a:lnTo>
                  <a:lnTo>
                    <a:pt x="6653" y="29949"/>
                  </a:lnTo>
                  <a:lnTo>
                    <a:pt x="6465" y="30761"/>
                  </a:lnTo>
                  <a:lnTo>
                    <a:pt x="6403" y="31261"/>
                  </a:lnTo>
                  <a:lnTo>
                    <a:pt x="6340" y="31761"/>
                  </a:lnTo>
                  <a:lnTo>
                    <a:pt x="6309" y="32291"/>
                  </a:lnTo>
                  <a:lnTo>
                    <a:pt x="6309" y="32822"/>
                  </a:lnTo>
                  <a:lnTo>
                    <a:pt x="6372" y="33353"/>
                  </a:lnTo>
                  <a:lnTo>
                    <a:pt x="6497" y="33853"/>
                  </a:lnTo>
                  <a:lnTo>
                    <a:pt x="6559" y="34103"/>
                  </a:lnTo>
                  <a:lnTo>
                    <a:pt x="6684" y="34353"/>
                  </a:lnTo>
                  <a:lnTo>
                    <a:pt x="6778" y="34571"/>
                  </a:lnTo>
                  <a:lnTo>
                    <a:pt x="6934" y="34790"/>
                  </a:lnTo>
                  <a:lnTo>
                    <a:pt x="7090" y="35008"/>
                  </a:lnTo>
                  <a:lnTo>
                    <a:pt x="7246" y="35196"/>
                  </a:lnTo>
                  <a:lnTo>
                    <a:pt x="7465" y="35383"/>
                  </a:lnTo>
                  <a:lnTo>
                    <a:pt x="7683" y="35539"/>
                  </a:lnTo>
                  <a:lnTo>
                    <a:pt x="7933" y="35695"/>
                  </a:lnTo>
                  <a:lnTo>
                    <a:pt x="8152" y="35820"/>
                  </a:lnTo>
                  <a:lnTo>
                    <a:pt x="8402" y="35914"/>
                  </a:lnTo>
                  <a:lnTo>
                    <a:pt x="8620" y="35977"/>
                  </a:lnTo>
                  <a:lnTo>
                    <a:pt x="8839" y="36008"/>
                  </a:lnTo>
                  <a:lnTo>
                    <a:pt x="9057" y="36008"/>
                  </a:lnTo>
                  <a:lnTo>
                    <a:pt x="9276" y="35977"/>
                  </a:lnTo>
                  <a:lnTo>
                    <a:pt x="9463" y="35945"/>
                  </a:lnTo>
                  <a:lnTo>
                    <a:pt x="9651" y="35883"/>
                  </a:lnTo>
                  <a:lnTo>
                    <a:pt x="9838" y="35820"/>
                  </a:lnTo>
                  <a:lnTo>
                    <a:pt x="10213" y="35602"/>
                  </a:lnTo>
                  <a:lnTo>
                    <a:pt x="10556" y="35352"/>
                  </a:lnTo>
                  <a:lnTo>
                    <a:pt x="10838" y="35071"/>
                  </a:lnTo>
                  <a:lnTo>
                    <a:pt x="11119" y="34759"/>
                  </a:lnTo>
                  <a:lnTo>
                    <a:pt x="11368" y="34415"/>
                  </a:lnTo>
                  <a:lnTo>
                    <a:pt x="11587" y="34103"/>
                  </a:lnTo>
                  <a:lnTo>
                    <a:pt x="11774" y="33790"/>
                  </a:lnTo>
                  <a:lnTo>
                    <a:pt x="12024" y="33291"/>
                  </a:lnTo>
                  <a:lnTo>
                    <a:pt x="12149" y="33041"/>
                  </a:lnTo>
                  <a:lnTo>
                    <a:pt x="12149" y="33291"/>
                  </a:lnTo>
                  <a:lnTo>
                    <a:pt x="12149" y="33790"/>
                  </a:lnTo>
                  <a:lnTo>
                    <a:pt x="12212" y="34446"/>
                  </a:lnTo>
                  <a:lnTo>
                    <a:pt x="12243" y="34821"/>
                  </a:lnTo>
                  <a:lnTo>
                    <a:pt x="12337" y="35227"/>
                  </a:lnTo>
                  <a:lnTo>
                    <a:pt x="12430" y="35602"/>
                  </a:lnTo>
                  <a:lnTo>
                    <a:pt x="12555" y="36008"/>
                  </a:lnTo>
                  <a:lnTo>
                    <a:pt x="12711" y="36383"/>
                  </a:lnTo>
                  <a:lnTo>
                    <a:pt x="12899" y="36757"/>
                  </a:lnTo>
                  <a:lnTo>
                    <a:pt x="13149" y="37101"/>
                  </a:lnTo>
                  <a:lnTo>
                    <a:pt x="13430" y="37382"/>
                  </a:lnTo>
                  <a:lnTo>
                    <a:pt x="13773" y="37632"/>
                  </a:lnTo>
                  <a:lnTo>
                    <a:pt x="13960" y="37725"/>
                  </a:lnTo>
                  <a:lnTo>
                    <a:pt x="14148" y="37819"/>
                  </a:lnTo>
                  <a:lnTo>
                    <a:pt x="14491" y="37944"/>
                  </a:lnTo>
                  <a:lnTo>
                    <a:pt x="14835" y="37975"/>
                  </a:lnTo>
                  <a:lnTo>
                    <a:pt x="15147" y="37975"/>
                  </a:lnTo>
                  <a:lnTo>
                    <a:pt x="15428" y="37913"/>
                  </a:lnTo>
                  <a:lnTo>
                    <a:pt x="15709" y="37788"/>
                  </a:lnTo>
                  <a:lnTo>
                    <a:pt x="15990" y="37632"/>
                  </a:lnTo>
                  <a:lnTo>
                    <a:pt x="16240" y="37444"/>
                  </a:lnTo>
                  <a:lnTo>
                    <a:pt x="16490" y="37194"/>
                  </a:lnTo>
                  <a:lnTo>
                    <a:pt x="16709" y="36913"/>
                  </a:lnTo>
                  <a:lnTo>
                    <a:pt x="16959" y="36601"/>
                  </a:lnTo>
                  <a:lnTo>
                    <a:pt x="17177" y="36258"/>
                  </a:lnTo>
                  <a:lnTo>
                    <a:pt x="17365" y="35883"/>
                  </a:lnTo>
                  <a:lnTo>
                    <a:pt x="17770" y="35071"/>
                  </a:lnTo>
                  <a:lnTo>
                    <a:pt x="18145" y="34196"/>
                  </a:lnTo>
                  <a:lnTo>
                    <a:pt x="18864" y="32354"/>
                  </a:lnTo>
                  <a:lnTo>
                    <a:pt x="19207" y="31448"/>
                  </a:lnTo>
                  <a:lnTo>
                    <a:pt x="19582" y="30574"/>
                  </a:lnTo>
                  <a:lnTo>
                    <a:pt x="19957" y="29762"/>
                  </a:lnTo>
                  <a:lnTo>
                    <a:pt x="20144" y="29387"/>
                  </a:lnTo>
                  <a:lnTo>
                    <a:pt x="20331" y="29044"/>
                  </a:lnTo>
                  <a:lnTo>
                    <a:pt x="20550" y="28700"/>
                  </a:lnTo>
                  <a:lnTo>
                    <a:pt x="20769" y="28419"/>
                  </a:lnTo>
                  <a:lnTo>
                    <a:pt x="20987" y="28169"/>
                  </a:lnTo>
                  <a:lnTo>
                    <a:pt x="21237" y="27951"/>
                  </a:lnTo>
                  <a:lnTo>
                    <a:pt x="23236" y="29981"/>
                  </a:lnTo>
                  <a:lnTo>
                    <a:pt x="24610" y="31355"/>
                  </a:lnTo>
                  <a:lnTo>
                    <a:pt x="25328" y="32042"/>
                  </a:lnTo>
                  <a:lnTo>
                    <a:pt x="25359" y="31667"/>
                  </a:lnTo>
                  <a:lnTo>
                    <a:pt x="25390" y="30605"/>
                  </a:lnTo>
                  <a:lnTo>
                    <a:pt x="25422" y="29075"/>
                  </a:lnTo>
                  <a:lnTo>
                    <a:pt x="25422" y="28169"/>
                  </a:lnTo>
                  <a:lnTo>
                    <a:pt x="25390" y="27201"/>
                  </a:lnTo>
                  <a:lnTo>
                    <a:pt x="25297" y="26202"/>
                  </a:lnTo>
                  <a:lnTo>
                    <a:pt x="25203" y="25202"/>
                  </a:lnTo>
                  <a:lnTo>
                    <a:pt x="25016" y="24172"/>
                  </a:lnTo>
                  <a:lnTo>
                    <a:pt x="24797" y="23173"/>
                  </a:lnTo>
                  <a:lnTo>
                    <a:pt x="24672" y="22704"/>
                  </a:lnTo>
                  <a:lnTo>
                    <a:pt x="24516" y="22236"/>
                  </a:lnTo>
                  <a:lnTo>
                    <a:pt x="24360" y="21798"/>
                  </a:lnTo>
                  <a:lnTo>
                    <a:pt x="24173" y="21361"/>
                  </a:lnTo>
                  <a:lnTo>
                    <a:pt x="23985" y="20955"/>
                  </a:lnTo>
                  <a:lnTo>
                    <a:pt x="23735" y="20549"/>
                  </a:lnTo>
                  <a:lnTo>
                    <a:pt x="23517" y="20206"/>
                  </a:lnTo>
                  <a:lnTo>
                    <a:pt x="23236" y="19862"/>
                  </a:lnTo>
                  <a:lnTo>
                    <a:pt x="23080" y="19706"/>
                  </a:lnTo>
                  <a:lnTo>
                    <a:pt x="22892" y="19519"/>
                  </a:lnTo>
                  <a:lnTo>
                    <a:pt x="22705" y="19394"/>
                  </a:lnTo>
                  <a:lnTo>
                    <a:pt x="22486" y="19269"/>
                  </a:lnTo>
                  <a:lnTo>
                    <a:pt x="22299" y="19144"/>
                  </a:lnTo>
                  <a:lnTo>
                    <a:pt x="22080" y="19050"/>
                  </a:lnTo>
                  <a:lnTo>
                    <a:pt x="21830" y="18988"/>
                  </a:lnTo>
                  <a:lnTo>
                    <a:pt x="21612" y="18925"/>
                  </a:lnTo>
                  <a:lnTo>
                    <a:pt x="21393" y="18894"/>
                  </a:lnTo>
                  <a:lnTo>
                    <a:pt x="20893" y="18894"/>
                  </a:lnTo>
                  <a:lnTo>
                    <a:pt x="20675" y="18925"/>
                  </a:lnTo>
                  <a:lnTo>
                    <a:pt x="20425" y="18957"/>
                  </a:lnTo>
                  <a:lnTo>
                    <a:pt x="20206" y="19019"/>
                  </a:lnTo>
                  <a:lnTo>
                    <a:pt x="19988" y="19113"/>
                  </a:lnTo>
                  <a:lnTo>
                    <a:pt x="19738" y="19206"/>
                  </a:lnTo>
                  <a:lnTo>
                    <a:pt x="19769" y="19081"/>
                  </a:lnTo>
                  <a:lnTo>
                    <a:pt x="19800" y="18738"/>
                  </a:lnTo>
                  <a:lnTo>
                    <a:pt x="19832" y="18238"/>
                  </a:lnTo>
                  <a:lnTo>
                    <a:pt x="19800" y="17645"/>
                  </a:lnTo>
                  <a:lnTo>
                    <a:pt x="19769" y="17301"/>
                  </a:lnTo>
                  <a:lnTo>
                    <a:pt x="19675" y="16958"/>
                  </a:lnTo>
                  <a:lnTo>
                    <a:pt x="19582" y="16583"/>
                  </a:lnTo>
                  <a:lnTo>
                    <a:pt x="19426" y="16240"/>
                  </a:lnTo>
                  <a:lnTo>
                    <a:pt x="19238" y="15896"/>
                  </a:lnTo>
                  <a:lnTo>
                    <a:pt x="19020" y="15584"/>
                  </a:lnTo>
                  <a:lnTo>
                    <a:pt x="18739" y="15271"/>
                  </a:lnTo>
                  <a:lnTo>
                    <a:pt x="18426" y="14990"/>
                  </a:lnTo>
                  <a:lnTo>
                    <a:pt x="18208" y="14865"/>
                  </a:lnTo>
                  <a:lnTo>
                    <a:pt x="17989" y="14803"/>
                  </a:lnTo>
                  <a:lnTo>
                    <a:pt x="17770" y="14741"/>
                  </a:lnTo>
                  <a:lnTo>
                    <a:pt x="17021" y="14741"/>
                  </a:lnTo>
                  <a:lnTo>
                    <a:pt x="16521" y="14834"/>
                  </a:lnTo>
                  <a:lnTo>
                    <a:pt x="16084" y="14959"/>
                  </a:lnTo>
                  <a:lnTo>
                    <a:pt x="15709" y="15084"/>
                  </a:lnTo>
                  <a:lnTo>
                    <a:pt x="15397" y="15240"/>
                  </a:lnTo>
                  <a:lnTo>
                    <a:pt x="15491" y="14584"/>
                  </a:lnTo>
                  <a:lnTo>
                    <a:pt x="15709" y="12836"/>
                  </a:lnTo>
                  <a:lnTo>
                    <a:pt x="15803" y="11680"/>
                  </a:lnTo>
                  <a:lnTo>
                    <a:pt x="15928" y="10400"/>
                  </a:lnTo>
                  <a:lnTo>
                    <a:pt x="16022" y="9026"/>
                  </a:lnTo>
                  <a:lnTo>
                    <a:pt x="16053" y="7589"/>
                  </a:lnTo>
                  <a:lnTo>
                    <a:pt x="16053" y="6184"/>
                  </a:lnTo>
                  <a:lnTo>
                    <a:pt x="16022" y="5465"/>
                  </a:lnTo>
                  <a:lnTo>
                    <a:pt x="15990" y="4778"/>
                  </a:lnTo>
                  <a:lnTo>
                    <a:pt x="15928" y="4123"/>
                  </a:lnTo>
                  <a:lnTo>
                    <a:pt x="15834" y="3498"/>
                  </a:lnTo>
                  <a:lnTo>
                    <a:pt x="15741" y="2905"/>
                  </a:lnTo>
                  <a:lnTo>
                    <a:pt x="15616" y="2343"/>
                  </a:lnTo>
                  <a:lnTo>
                    <a:pt x="15460" y="1843"/>
                  </a:lnTo>
                  <a:lnTo>
                    <a:pt x="15272" y="1374"/>
                  </a:lnTo>
                  <a:lnTo>
                    <a:pt x="15054" y="1000"/>
                  </a:lnTo>
                  <a:lnTo>
                    <a:pt x="14804" y="656"/>
                  </a:lnTo>
                  <a:lnTo>
                    <a:pt x="14523" y="375"/>
                  </a:lnTo>
                  <a:lnTo>
                    <a:pt x="14398" y="250"/>
                  </a:lnTo>
                  <a:lnTo>
                    <a:pt x="14210" y="156"/>
                  </a:lnTo>
                  <a:lnTo>
                    <a:pt x="14054" y="94"/>
                  </a:lnTo>
                  <a:lnTo>
                    <a:pt x="13867" y="63"/>
                  </a:lnTo>
                  <a:lnTo>
                    <a:pt x="13679" y="32"/>
                  </a:lnTo>
                  <a:lnTo>
                    <a:pt x="13492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6" name="Google Shape;3726;p61"/>
            <p:cNvSpPr/>
            <p:nvPr/>
          </p:nvSpPr>
          <p:spPr>
            <a:xfrm>
              <a:off x="5373025" y="2958200"/>
              <a:ext cx="217075" cy="356800"/>
            </a:xfrm>
            <a:custGeom>
              <a:avLst/>
              <a:gdLst/>
              <a:ahLst/>
              <a:cxnLst/>
              <a:rect l="l" t="t" r="r" b="b"/>
              <a:pathLst>
                <a:path w="8683" h="14272" extrusionOk="0">
                  <a:moveTo>
                    <a:pt x="8589" y="0"/>
                  </a:moveTo>
                  <a:lnTo>
                    <a:pt x="7839" y="625"/>
                  </a:lnTo>
                  <a:lnTo>
                    <a:pt x="7121" y="1280"/>
                  </a:lnTo>
                  <a:lnTo>
                    <a:pt x="6403" y="1968"/>
                  </a:lnTo>
                  <a:lnTo>
                    <a:pt x="5684" y="2717"/>
                  </a:lnTo>
                  <a:lnTo>
                    <a:pt x="4997" y="3498"/>
                  </a:lnTo>
                  <a:lnTo>
                    <a:pt x="4373" y="4310"/>
                  </a:lnTo>
                  <a:lnTo>
                    <a:pt x="3748" y="5153"/>
                  </a:lnTo>
                  <a:lnTo>
                    <a:pt x="3155" y="6059"/>
                  </a:lnTo>
                  <a:lnTo>
                    <a:pt x="2593" y="6964"/>
                  </a:lnTo>
                  <a:lnTo>
                    <a:pt x="2093" y="7901"/>
                  </a:lnTo>
                  <a:lnTo>
                    <a:pt x="1593" y="8869"/>
                  </a:lnTo>
                  <a:lnTo>
                    <a:pt x="1187" y="9869"/>
                  </a:lnTo>
                  <a:lnTo>
                    <a:pt x="812" y="10868"/>
                  </a:lnTo>
                  <a:lnTo>
                    <a:pt x="469" y="11898"/>
                  </a:lnTo>
                  <a:lnTo>
                    <a:pt x="219" y="12929"/>
                  </a:lnTo>
                  <a:lnTo>
                    <a:pt x="0" y="13991"/>
                  </a:lnTo>
                  <a:lnTo>
                    <a:pt x="0" y="14147"/>
                  </a:lnTo>
                  <a:lnTo>
                    <a:pt x="63" y="14241"/>
                  </a:lnTo>
                  <a:lnTo>
                    <a:pt x="94" y="14272"/>
                  </a:lnTo>
                  <a:lnTo>
                    <a:pt x="125" y="14272"/>
                  </a:lnTo>
                  <a:lnTo>
                    <a:pt x="157" y="14241"/>
                  </a:lnTo>
                  <a:lnTo>
                    <a:pt x="188" y="14178"/>
                  </a:lnTo>
                  <a:lnTo>
                    <a:pt x="406" y="13460"/>
                  </a:lnTo>
                  <a:lnTo>
                    <a:pt x="688" y="12648"/>
                  </a:lnTo>
                  <a:lnTo>
                    <a:pt x="1031" y="11805"/>
                  </a:lnTo>
                  <a:lnTo>
                    <a:pt x="1437" y="10899"/>
                  </a:lnTo>
                  <a:lnTo>
                    <a:pt x="1905" y="9962"/>
                  </a:lnTo>
                  <a:lnTo>
                    <a:pt x="2436" y="8994"/>
                  </a:lnTo>
                  <a:lnTo>
                    <a:pt x="2967" y="7995"/>
                  </a:lnTo>
                  <a:lnTo>
                    <a:pt x="3561" y="7027"/>
                  </a:lnTo>
                  <a:lnTo>
                    <a:pt x="4185" y="6027"/>
                  </a:lnTo>
                  <a:lnTo>
                    <a:pt x="4810" y="5059"/>
                  </a:lnTo>
                  <a:lnTo>
                    <a:pt x="5466" y="4122"/>
                  </a:lnTo>
                  <a:lnTo>
                    <a:pt x="6121" y="3185"/>
                  </a:lnTo>
                  <a:lnTo>
                    <a:pt x="6777" y="2311"/>
                  </a:lnTo>
                  <a:lnTo>
                    <a:pt x="7402" y="1499"/>
                  </a:lnTo>
                  <a:lnTo>
                    <a:pt x="8058" y="750"/>
                  </a:lnTo>
                  <a:lnTo>
                    <a:pt x="8682" y="63"/>
                  </a:lnTo>
                  <a:lnTo>
                    <a:pt x="8682" y="31"/>
                  </a:lnTo>
                  <a:lnTo>
                    <a:pt x="86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7" name="Google Shape;3727;p61"/>
            <p:cNvSpPr/>
            <p:nvPr/>
          </p:nvSpPr>
          <p:spPr>
            <a:xfrm>
              <a:off x="5504975" y="3062025"/>
              <a:ext cx="188950" cy="356825"/>
            </a:xfrm>
            <a:custGeom>
              <a:avLst/>
              <a:gdLst/>
              <a:ahLst/>
              <a:cxnLst/>
              <a:rect l="l" t="t" r="r" b="b"/>
              <a:pathLst>
                <a:path w="7558" h="14273" extrusionOk="0">
                  <a:moveTo>
                    <a:pt x="7527" y="1"/>
                  </a:moveTo>
                  <a:lnTo>
                    <a:pt x="7464" y="32"/>
                  </a:lnTo>
                  <a:lnTo>
                    <a:pt x="7058" y="344"/>
                  </a:lnTo>
                  <a:lnTo>
                    <a:pt x="6652" y="688"/>
                  </a:lnTo>
                  <a:lnTo>
                    <a:pt x="6246" y="1031"/>
                  </a:lnTo>
                  <a:lnTo>
                    <a:pt x="5840" y="1437"/>
                  </a:lnTo>
                  <a:lnTo>
                    <a:pt x="5434" y="1843"/>
                  </a:lnTo>
                  <a:lnTo>
                    <a:pt x="5059" y="2280"/>
                  </a:lnTo>
                  <a:lnTo>
                    <a:pt x="4341" y="3186"/>
                  </a:lnTo>
                  <a:lnTo>
                    <a:pt x="3685" y="4123"/>
                  </a:lnTo>
                  <a:lnTo>
                    <a:pt x="3030" y="5060"/>
                  </a:lnTo>
                  <a:lnTo>
                    <a:pt x="2467" y="6028"/>
                  </a:lnTo>
                  <a:lnTo>
                    <a:pt x="1936" y="6934"/>
                  </a:lnTo>
                  <a:lnTo>
                    <a:pt x="1499" y="7777"/>
                  </a:lnTo>
                  <a:lnTo>
                    <a:pt x="1093" y="8651"/>
                  </a:lnTo>
                  <a:lnTo>
                    <a:pt x="781" y="9526"/>
                  </a:lnTo>
                  <a:lnTo>
                    <a:pt x="500" y="10431"/>
                  </a:lnTo>
                  <a:lnTo>
                    <a:pt x="281" y="11368"/>
                  </a:lnTo>
                  <a:lnTo>
                    <a:pt x="125" y="12305"/>
                  </a:lnTo>
                  <a:lnTo>
                    <a:pt x="31" y="13242"/>
                  </a:lnTo>
                  <a:lnTo>
                    <a:pt x="0" y="14179"/>
                  </a:lnTo>
                  <a:lnTo>
                    <a:pt x="31" y="14241"/>
                  </a:lnTo>
                  <a:lnTo>
                    <a:pt x="94" y="14272"/>
                  </a:lnTo>
                  <a:lnTo>
                    <a:pt x="156" y="14272"/>
                  </a:lnTo>
                  <a:lnTo>
                    <a:pt x="188" y="14210"/>
                  </a:lnTo>
                  <a:lnTo>
                    <a:pt x="437" y="13211"/>
                  </a:lnTo>
                  <a:lnTo>
                    <a:pt x="687" y="12243"/>
                  </a:lnTo>
                  <a:lnTo>
                    <a:pt x="1000" y="11274"/>
                  </a:lnTo>
                  <a:lnTo>
                    <a:pt x="1343" y="10338"/>
                  </a:lnTo>
                  <a:lnTo>
                    <a:pt x="1718" y="9401"/>
                  </a:lnTo>
                  <a:lnTo>
                    <a:pt x="2093" y="8495"/>
                  </a:lnTo>
                  <a:lnTo>
                    <a:pt x="2530" y="7589"/>
                  </a:lnTo>
                  <a:lnTo>
                    <a:pt x="2998" y="6715"/>
                  </a:lnTo>
                  <a:lnTo>
                    <a:pt x="3467" y="5840"/>
                  </a:lnTo>
                  <a:lnTo>
                    <a:pt x="3998" y="4997"/>
                  </a:lnTo>
                  <a:lnTo>
                    <a:pt x="4529" y="4154"/>
                  </a:lnTo>
                  <a:lnTo>
                    <a:pt x="5091" y="3311"/>
                  </a:lnTo>
                  <a:lnTo>
                    <a:pt x="5684" y="2499"/>
                  </a:lnTo>
                  <a:lnTo>
                    <a:pt x="6277" y="1687"/>
                  </a:lnTo>
                  <a:lnTo>
                    <a:pt x="6902" y="875"/>
                  </a:lnTo>
                  <a:lnTo>
                    <a:pt x="7558" y="94"/>
                  </a:lnTo>
                  <a:lnTo>
                    <a:pt x="7558" y="63"/>
                  </a:lnTo>
                  <a:lnTo>
                    <a:pt x="7558" y="32"/>
                  </a:lnTo>
                  <a:lnTo>
                    <a:pt x="75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8" name="Google Shape;3728;p61"/>
            <p:cNvSpPr/>
            <p:nvPr/>
          </p:nvSpPr>
          <p:spPr>
            <a:xfrm>
              <a:off x="5348050" y="3260325"/>
              <a:ext cx="387250" cy="279525"/>
            </a:xfrm>
            <a:custGeom>
              <a:avLst/>
              <a:gdLst/>
              <a:ahLst/>
              <a:cxnLst/>
              <a:rect l="l" t="t" r="r" b="b"/>
              <a:pathLst>
                <a:path w="15490" h="11181" extrusionOk="0">
                  <a:moveTo>
                    <a:pt x="1437" y="1"/>
                  </a:moveTo>
                  <a:lnTo>
                    <a:pt x="1187" y="563"/>
                  </a:lnTo>
                  <a:lnTo>
                    <a:pt x="937" y="1156"/>
                  </a:lnTo>
                  <a:lnTo>
                    <a:pt x="656" y="1937"/>
                  </a:lnTo>
                  <a:lnTo>
                    <a:pt x="375" y="2843"/>
                  </a:lnTo>
                  <a:lnTo>
                    <a:pt x="250" y="3311"/>
                  </a:lnTo>
                  <a:lnTo>
                    <a:pt x="156" y="3811"/>
                  </a:lnTo>
                  <a:lnTo>
                    <a:pt x="63" y="4311"/>
                  </a:lnTo>
                  <a:lnTo>
                    <a:pt x="0" y="4810"/>
                  </a:lnTo>
                  <a:lnTo>
                    <a:pt x="0" y="5310"/>
                  </a:lnTo>
                  <a:lnTo>
                    <a:pt x="0" y="5810"/>
                  </a:lnTo>
                  <a:lnTo>
                    <a:pt x="31" y="6247"/>
                  </a:lnTo>
                  <a:lnTo>
                    <a:pt x="125" y="6684"/>
                  </a:lnTo>
                  <a:lnTo>
                    <a:pt x="250" y="7090"/>
                  </a:lnTo>
                  <a:lnTo>
                    <a:pt x="437" y="7465"/>
                  </a:lnTo>
                  <a:lnTo>
                    <a:pt x="656" y="7839"/>
                  </a:lnTo>
                  <a:lnTo>
                    <a:pt x="906" y="8214"/>
                  </a:lnTo>
                  <a:lnTo>
                    <a:pt x="1187" y="8526"/>
                  </a:lnTo>
                  <a:lnTo>
                    <a:pt x="1530" y="8808"/>
                  </a:lnTo>
                  <a:lnTo>
                    <a:pt x="1905" y="9057"/>
                  </a:lnTo>
                  <a:lnTo>
                    <a:pt x="2342" y="9245"/>
                  </a:lnTo>
                  <a:lnTo>
                    <a:pt x="2780" y="9370"/>
                  </a:lnTo>
                  <a:lnTo>
                    <a:pt x="3217" y="9401"/>
                  </a:lnTo>
                  <a:lnTo>
                    <a:pt x="3467" y="9401"/>
                  </a:lnTo>
                  <a:lnTo>
                    <a:pt x="3685" y="9370"/>
                  </a:lnTo>
                  <a:lnTo>
                    <a:pt x="3904" y="9338"/>
                  </a:lnTo>
                  <a:lnTo>
                    <a:pt x="4154" y="9245"/>
                  </a:lnTo>
                  <a:lnTo>
                    <a:pt x="4341" y="9182"/>
                  </a:lnTo>
                  <a:lnTo>
                    <a:pt x="4560" y="9057"/>
                  </a:lnTo>
                  <a:lnTo>
                    <a:pt x="4747" y="8932"/>
                  </a:lnTo>
                  <a:lnTo>
                    <a:pt x="4934" y="8808"/>
                  </a:lnTo>
                  <a:lnTo>
                    <a:pt x="5247" y="8526"/>
                  </a:lnTo>
                  <a:lnTo>
                    <a:pt x="5559" y="8214"/>
                  </a:lnTo>
                  <a:lnTo>
                    <a:pt x="5809" y="7902"/>
                  </a:lnTo>
                  <a:lnTo>
                    <a:pt x="6059" y="7558"/>
                  </a:lnTo>
                  <a:lnTo>
                    <a:pt x="6184" y="8277"/>
                  </a:lnTo>
                  <a:lnTo>
                    <a:pt x="6246" y="8589"/>
                  </a:lnTo>
                  <a:lnTo>
                    <a:pt x="6340" y="8901"/>
                  </a:lnTo>
                  <a:lnTo>
                    <a:pt x="6465" y="9214"/>
                  </a:lnTo>
                  <a:lnTo>
                    <a:pt x="6590" y="9495"/>
                  </a:lnTo>
                  <a:lnTo>
                    <a:pt x="6746" y="9776"/>
                  </a:lnTo>
                  <a:lnTo>
                    <a:pt x="6933" y="10025"/>
                  </a:lnTo>
                  <a:lnTo>
                    <a:pt x="7120" y="10275"/>
                  </a:lnTo>
                  <a:lnTo>
                    <a:pt x="7339" y="10525"/>
                  </a:lnTo>
                  <a:lnTo>
                    <a:pt x="7620" y="10744"/>
                  </a:lnTo>
                  <a:lnTo>
                    <a:pt x="7901" y="10931"/>
                  </a:lnTo>
                  <a:lnTo>
                    <a:pt x="8213" y="11056"/>
                  </a:lnTo>
                  <a:lnTo>
                    <a:pt x="8557" y="11150"/>
                  </a:lnTo>
                  <a:lnTo>
                    <a:pt x="8901" y="11181"/>
                  </a:lnTo>
                  <a:lnTo>
                    <a:pt x="9244" y="11181"/>
                  </a:lnTo>
                  <a:lnTo>
                    <a:pt x="9588" y="11119"/>
                  </a:lnTo>
                  <a:lnTo>
                    <a:pt x="9900" y="10994"/>
                  </a:lnTo>
                  <a:lnTo>
                    <a:pt x="10181" y="10837"/>
                  </a:lnTo>
                  <a:lnTo>
                    <a:pt x="10431" y="10650"/>
                  </a:lnTo>
                  <a:lnTo>
                    <a:pt x="10681" y="10463"/>
                  </a:lnTo>
                  <a:lnTo>
                    <a:pt x="10930" y="10244"/>
                  </a:lnTo>
                  <a:lnTo>
                    <a:pt x="11118" y="9994"/>
                  </a:lnTo>
                  <a:lnTo>
                    <a:pt x="11336" y="9744"/>
                  </a:lnTo>
                  <a:lnTo>
                    <a:pt x="11493" y="9495"/>
                  </a:lnTo>
                  <a:lnTo>
                    <a:pt x="11649" y="9214"/>
                  </a:lnTo>
                  <a:lnTo>
                    <a:pt x="12211" y="8183"/>
                  </a:lnTo>
                  <a:lnTo>
                    <a:pt x="12679" y="7121"/>
                  </a:lnTo>
                  <a:lnTo>
                    <a:pt x="13148" y="6028"/>
                  </a:lnTo>
                  <a:lnTo>
                    <a:pt x="13523" y="4935"/>
                  </a:lnTo>
                  <a:lnTo>
                    <a:pt x="13928" y="3842"/>
                  </a:lnTo>
                  <a:lnTo>
                    <a:pt x="14334" y="2780"/>
                  </a:lnTo>
                  <a:lnTo>
                    <a:pt x="14553" y="2249"/>
                  </a:lnTo>
                  <a:lnTo>
                    <a:pt x="14803" y="1718"/>
                  </a:lnTo>
                  <a:lnTo>
                    <a:pt x="15115" y="1250"/>
                  </a:lnTo>
                  <a:lnTo>
                    <a:pt x="15490" y="813"/>
                  </a:lnTo>
                  <a:lnTo>
                    <a:pt x="15084" y="1219"/>
                  </a:lnTo>
                  <a:lnTo>
                    <a:pt x="14709" y="1687"/>
                  </a:lnTo>
                  <a:lnTo>
                    <a:pt x="14397" y="2156"/>
                  </a:lnTo>
                  <a:lnTo>
                    <a:pt x="14147" y="2687"/>
                  </a:lnTo>
                  <a:lnTo>
                    <a:pt x="13647" y="3748"/>
                  </a:lnTo>
                  <a:lnTo>
                    <a:pt x="13179" y="4810"/>
                  </a:lnTo>
                  <a:lnTo>
                    <a:pt x="12711" y="5841"/>
                  </a:lnTo>
                  <a:lnTo>
                    <a:pt x="12211" y="6871"/>
                  </a:lnTo>
                  <a:lnTo>
                    <a:pt x="11680" y="7902"/>
                  </a:lnTo>
                  <a:lnTo>
                    <a:pt x="11118" y="8901"/>
                  </a:lnTo>
                  <a:lnTo>
                    <a:pt x="10837" y="9338"/>
                  </a:lnTo>
                  <a:lnTo>
                    <a:pt x="10462" y="9713"/>
                  </a:lnTo>
                  <a:lnTo>
                    <a:pt x="10056" y="10057"/>
                  </a:lnTo>
                  <a:lnTo>
                    <a:pt x="9619" y="10338"/>
                  </a:lnTo>
                  <a:lnTo>
                    <a:pt x="9400" y="10369"/>
                  </a:lnTo>
                  <a:lnTo>
                    <a:pt x="9150" y="10400"/>
                  </a:lnTo>
                  <a:lnTo>
                    <a:pt x="8932" y="10400"/>
                  </a:lnTo>
                  <a:lnTo>
                    <a:pt x="8713" y="10369"/>
                  </a:lnTo>
                  <a:lnTo>
                    <a:pt x="8495" y="10307"/>
                  </a:lnTo>
                  <a:lnTo>
                    <a:pt x="8276" y="10213"/>
                  </a:lnTo>
                  <a:lnTo>
                    <a:pt x="8089" y="10088"/>
                  </a:lnTo>
                  <a:lnTo>
                    <a:pt x="7901" y="9932"/>
                  </a:lnTo>
                  <a:lnTo>
                    <a:pt x="7714" y="9744"/>
                  </a:lnTo>
                  <a:lnTo>
                    <a:pt x="7558" y="9526"/>
                  </a:lnTo>
                  <a:lnTo>
                    <a:pt x="7433" y="9307"/>
                  </a:lnTo>
                  <a:lnTo>
                    <a:pt x="7308" y="9089"/>
                  </a:lnTo>
                  <a:lnTo>
                    <a:pt x="7214" y="8839"/>
                  </a:lnTo>
                  <a:lnTo>
                    <a:pt x="7120" y="8620"/>
                  </a:lnTo>
                  <a:lnTo>
                    <a:pt x="7058" y="8370"/>
                  </a:lnTo>
                  <a:lnTo>
                    <a:pt x="6996" y="8089"/>
                  </a:lnTo>
                  <a:lnTo>
                    <a:pt x="6902" y="7558"/>
                  </a:lnTo>
                  <a:lnTo>
                    <a:pt x="6839" y="7027"/>
                  </a:lnTo>
                  <a:lnTo>
                    <a:pt x="6839" y="6465"/>
                  </a:lnTo>
                  <a:lnTo>
                    <a:pt x="6839" y="5934"/>
                  </a:lnTo>
                  <a:lnTo>
                    <a:pt x="6996" y="3311"/>
                  </a:lnTo>
                  <a:lnTo>
                    <a:pt x="5996" y="5747"/>
                  </a:lnTo>
                  <a:lnTo>
                    <a:pt x="5840" y="6059"/>
                  </a:lnTo>
                  <a:lnTo>
                    <a:pt x="5715" y="6403"/>
                  </a:lnTo>
                  <a:lnTo>
                    <a:pt x="5528" y="6715"/>
                  </a:lnTo>
                  <a:lnTo>
                    <a:pt x="5340" y="6996"/>
                  </a:lnTo>
                  <a:lnTo>
                    <a:pt x="5122" y="7277"/>
                  </a:lnTo>
                  <a:lnTo>
                    <a:pt x="4903" y="7558"/>
                  </a:lnTo>
                  <a:lnTo>
                    <a:pt x="4653" y="7808"/>
                  </a:lnTo>
                  <a:lnTo>
                    <a:pt x="4372" y="8058"/>
                  </a:lnTo>
                  <a:lnTo>
                    <a:pt x="4122" y="8245"/>
                  </a:lnTo>
                  <a:lnTo>
                    <a:pt x="3841" y="8370"/>
                  </a:lnTo>
                  <a:lnTo>
                    <a:pt x="3529" y="8464"/>
                  </a:lnTo>
                  <a:lnTo>
                    <a:pt x="3217" y="8495"/>
                  </a:lnTo>
                  <a:lnTo>
                    <a:pt x="2904" y="8464"/>
                  </a:lnTo>
                  <a:lnTo>
                    <a:pt x="2592" y="8402"/>
                  </a:lnTo>
                  <a:lnTo>
                    <a:pt x="2311" y="8277"/>
                  </a:lnTo>
                  <a:lnTo>
                    <a:pt x="2030" y="8089"/>
                  </a:lnTo>
                  <a:lnTo>
                    <a:pt x="1780" y="7839"/>
                  </a:lnTo>
                  <a:lnTo>
                    <a:pt x="1562" y="7590"/>
                  </a:lnTo>
                  <a:lnTo>
                    <a:pt x="1343" y="7309"/>
                  </a:lnTo>
                  <a:lnTo>
                    <a:pt x="1187" y="7027"/>
                  </a:lnTo>
                  <a:lnTo>
                    <a:pt x="1031" y="6715"/>
                  </a:lnTo>
                  <a:lnTo>
                    <a:pt x="937" y="6403"/>
                  </a:lnTo>
                  <a:lnTo>
                    <a:pt x="875" y="6059"/>
                  </a:lnTo>
                  <a:lnTo>
                    <a:pt x="843" y="5716"/>
                  </a:lnTo>
                  <a:lnTo>
                    <a:pt x="843" y="5091"/>
                  </a:lnTo>
                  <a:lnTo>
                    <a:pt x="875" y="4467"/>
                  </a:lnTo>
                  <a:lnTo>
                    <a:pt x="906" y="3842"/>
                  </a:lnTo>
                  <a:lnTo>
                    <a:pt x="999" y="3217"/>
                  </a:lnTo>
                  <a:lnTo>
                    <a:pt x="1093" y="2593"/>
                  </a:lnTo>
                  <a:lnTo>
                    <a:pt x="1249" y="2000"/>
                  </a:lnTo>
                  <a:lnTo>
                    <a:pt x="1405" y="1406"/>
                  </a:lnTo>
                  <a:lnTo>
                    <a:pt x="1593" y="813"/>
                  </a:lnTo>
                  <a:lnTo>
                    <a:pt x="14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9" name="Google Shape;3729;p61"/>
            <p:cNvSpPr/>
            <p:nvPr/>
          </p:nvSpPr>
          <p:spPr>
            <a:xfrm>
              <a:off x="5073225" y="3059675"/>
              <a:ext cx="446600" cy="494250"/>
            </a:xfrm>
            <a:custGeom>
              <a:avLst/>
              <a:gdLst/>
              <a:ahLst/>
              <a:cxnLst/>
              <a:rect l="l" t="t" r="r" b="b"/>
              <a:pathLst>
                <a:path w="17864" h="19770" extrusionOk="0">
                  <a:moveTo>
                    <a:pt x="3842" y="1"/>
                  </a:moveTo>
                  <a:lnTo>
                    <a:pt x="3467" y="32"/>
                  </a:lnTo>
                  <a:lnTo>
                    <a:pt x="3123" y="95"/>
                  </a:lnTo>
                  <a:lnTo>
                    <a:pt x="2780" y="188"/>
                  </a:lnTo>
                  <a:lnTo>
                    <a:pt x="2467" y="313"/>
                  </a:lnTo>
                  <a:lnTo>
                    <a:pt x="2186" y="469"/>
                  </a:lnTo>
                  <a:lnTo>
                    <a:pt x="1905" y="625"/>
                  </a:lnTo>
                  <a:lnTo>
                    <a:pt x="1656" y="813"/>
                  </a:lnTo>
                  <a:lnTo>
                    <a:pt x="1437" y="1031"/>
                  </a:lnTo>
                  <a:lnTo>
                    <a:pt x="1218" y="1250"/>
                  </a:lnTo>
                  <a:lnTo>
                    <a:pt x="1031" y="1500"/>
                  </a:lnTo>
                  <a:lnTo>
                    <a:pt x="844" y="1781"/>
                  </a:lnTo>
                  <a:lnTo>
                    <a:pt x="687" y="2062"/>
                  </a:lnTo>
                  <a:lnTo>
                    <a:pt x="562" y="2374"/>
                  </a:lnTo>
                  <a:lnTo>
                    <a:pt x="438" y="2718"/>
                  </a:lnTo>
                  <a:lnTo>
                    <a:pt x="344" y="3061"/>
                  </a:lnTo>
                  <a:lnTo>
                    <a:pt x="250" y="3405"/>
                  </a:lnTo>
                  <a:lnTo>
                    <a:pt x="125" y="4154"/>
                  </a:lnTo>
                  <a:lnTo>
                    <a:pt x="32" y="4966"/>
                  </a:lnTo>
                  <a:lnTo>
                    <a:pt x="0" y="5810"/>
                  </a:lnTo>
                  <a:lnTo>
                    <a:pt x="32" y="6684"/>
                  </a:lnTo>
                  <a:lnTo>
                    <a:pt x="94" y="7590"/>
                  </a:lnTo>
                  <a:lnTo>
                    <a:pt x="188" y="8495"/>
                  </a:lnTo>
                  <a:lnTo>
                    <a:pt x="313" y="9432"/>
                  </a:lnTo>
                  <a:lnTo>
                    <a:pt x="469" y="10369"/>
                  </a:lnTo>
                  <a:lnTo>
                    <a:pt x="625" y="11306"/>
                  </a:lnTo>
                  <a:lnTo>
                    <a:pt x="844" y="12212"/>
                  </a:lnTo>
                  <a:lnTo>
                    <a:pt x="1031" y="13086"/>
                  </a:lnTo>
                  <a:lnTo>
                    <a:pt x="1499" y="14804"/>
                  </a:lnTo>
                  <a:lnTo>
                    <a:pt x="1937" y="16334"/>
                  </a:lnTo>
                  <a:lnTo>
                    <a:pt x="2343" y="17614"/>
                  </a:lnTo>
                  <a:lnTo>
                    <a:pt x="2686" y="18614"/>
                  </a:lnTo>
                  <a:lnTo>
                    <a:pt x="2998" y="19488"/>
                  </a:lnTo>
                  <a:lnTo>
                    <a:pt x="3123" y="19519"/>
                  </a:lnTo>
                  <a:lnTo>
                    <a:pt x="3498" y="19613"/>
                  </a:lnTo>
                  <a:lnTo>
                    <a:pt x="4091" y="19738"/>
                  </a:lnTo>
                  <a:lnTo>
                    <a:pt x="4435" y="19738"/>
                  </a:lnTo>
                  <a:lnTo>
                    <a:pt x="4841" y="19769"/>
                  </a:lnTo>
                  <a:lnTo>
                    <a:pt x="5247" y="19738"/>
                  </a:lnTo>
                  <a:lnTo>
                    <a:pt x="5684" y="19675"/>
                  </a:lnTo>
                  <a:lnTo>
                    <a:pt x="6153" y="19582"/>
                  </a:lnTo>
                  <a:lnTo>
                    <a:pt x="6590" y="19426"/>
                  </a:lnTo>
                  <a:lnTo>
                    <a:pt x="7089" y="19238"/>
                  </a:lnTo>
                  <a:lnTo>
                    <a:pt x="7558" y="18957"/>
                  </a:lnTo>
                  <a:lnTo>
                    <a:pt x="8026" y="18645"/>
                  </a:lnTo>
                  <a:lnTo>
                    <a:pt x="8464" y="18208"/>
                  </a:lnTo>
                  <a:lnTo>
                    <a:pt x="8807" y="17864"/>
                  </a:lnTo>
                  <a:lnTo>
                    <a:pt x="9119" y="17458"/>
                  </a:lnTo>
                  <a:lnTo>
                    <a:pt x="9369" y="17083"/>
                  </a:lnTo>
                  <a:lnTo>
                    <a:pt x="9588" y="16677"/>
                  </a:lnTo>
                  <a:lnTo>
                    <a:pt x="9775" y="16240"/>
                  </a:lnTo>
                  <a:lnTo>
                    <a:pt x="9900" y="15834"/>
                  </a:lnTo>
                  <a:lnTo>
                    <a:pt x="10025" y="15397"/>
                  </a:lnTo>
                  <a:lnTo>
                    <a:pt x="10119" y="14960"/>
                  </a:lnTo>
                  <a:lnTo>
                    <a:pt x="10181" y="14523"/>
                  </a:lnTo>
                  <a:lnTo>
                    <a:pt x="10212" y="14085"/>
                  </a:lnTo>
                  <a:lnTo>
                    <a:pt x="10212" y="13648"/>
                  </a:lnTo>
                  <a:lnTo>
                    <a:pt x="10212" y="13242"/>
                  </a:lnTo>
                  <a:lnTo>
                    <a:pt x="10150" y="12368"/>
                  </a:lnTo>
                  <a:lnTo>
                    <a:pt x="9994" y="11556"/>
                  </a:lnTo>
                  <a:lnTo>
                    <a:pt x="9838" y="10806"/>
                  </a:lnTo>
                  <a:lnTo>
                    <a:pt x="9619" y="10088"/>
                  </a:lnTo>
                  <a:lnTo>
                    <a:pt x="9400" y="9463"/>
                  </a:lnTo>
                  <a:lnTo>
                    <a:pt x="9182" y="8901"/>
                  </a:lnTo>
                  <a:lnTo>
                    <a:pt x="8838" y="8089"/>
                  </a:lnTo>
                  <a:lnTo>
                    <a:pt x="8682" y="7808"/>
                  </a:lnTo>
                  <a:lnTo>
                    <a:pt x="9276" y="8027"/>
                  </a:lnTo>
                  <a:lnTo>
                    <a:pt x="9900" y="8214"/>
                  </a:lnTo>
                  <a:lnTo>
                    <a:pt x="10556" y="8402"/>
                  </a:lnTo>
                  <a:lnTo>
                    <a:pt x="11243" y="8558"/>
                  </a:lnTo>
                  <a:lnTo>
                    <a:pt x="11930" y="8683"/>
                  </a:lnTo>
                  <a:lnTo>
                    <a:pt x="12617" y="8808"/>
                  </a:lnTo>
                  <a:lnTo>
                    <a:pt x="13304" y="8870"/>
                  </a:lnTo>
                  <a:lnTo>
                    <a:pt x="13991" y="8901"/>
                  </a:lnTo>
                  <a:lnTo>
                    <a:pt x="14647" y="8870"/>
                  </a:lnTo>
                  <a:lnTo>
                    <a:pt x="15272" y="8808"/>
                  </a:lnTo>
                  <a:lnTo>
                    <a:pt x="15834" y="8683"/>
                  </a:lnTo>
                  <a:lnTo>
                    <a:pt x="16115" y="8589"/>
                  </a:lnTo>
                  <a:lnTo>
                    <a:pt x="16365" y="8495"/>
                  </a:lnTo>
                  <a:lnTo>
                    <a:pt x="16614" y="8370"/>
                  </a:lnTo>
                  <a:lnTo>
                    <a:pt x="16833" y="8214"/>
                  </a:lnTo>
                  <a:lnTo>
                    <a:pt x="17052" y="8058"/>
                  </a:lnTo>
                  <a:lnTo>
                    <a:pt x="17239" y="7871"/>
                  </a:lnTo>
                  <a:lnTo>
                    <a:pt x="17426" y="7683"/>
                  </a:lnTo>
                  <a:lnTo>
                    <a:pt x="17583" y="7465"/>
                  </a:lnTo>
                  <a:lnTo>
                    <a:pt x="17707" y="7215"/>
                  </a:lnTo>
                  <a:lnTo>
                    <a:pt x="17832" y="6965"/>
                  </a:lnTo>
                  <a:lnTo>
                    <a:pt x="17864" y="6746"/>
                  </a:lnTo>
                  <a:lnTo>
                    <a:pt x="17864" y="6528"/>
                  </a:lnTo>
                  <a:lnTo>
                    <a:pt x="17770" y="6278"/>
                  </a:lnTo>
                  <a:lnTo>
                    <a:pt x="17614" y="6028"/>
                  </a:lnTo>
                  <a:lnTo>
                    <a:pt x="17426" y="5778"/>
                  </a:lnTo>
                  <a:lnTo>
                    <a:pt x="17177" y="5497"/>
                  </a:lnTo>
                  <a:lnTo>
                    <a:pt x="16864" y="5247"/>
                  </a:lnTo>
                  <a:lnTo>
                    <a:pt x="16521" y="4966"/>
                  </a:lnTo>
                  <a:lnTo>
                    <a:pt x="16146" y="4685"/>
                  </a:lnTo>
                  <a:lnTo>
                    <a:pt x="15709" y="4404"/>
                  </a:lnTo>
                  <a:lnTo>
                    <a:pt x="14772" y="3842"/>
                  </a:lnTo>
                  <a:lnTo>
                    <a:pt x="13741" y="3280"/>
                  </a:lnTo>
                  <a:lnTo>
                    <a:pt x="12617" y="2749"/>
                  </a:lnTo>
                  <a:lnTo>
                    <a:pt x="11462" y="2218"/>
                  </a:lnTo>
                  <a:lnTo>
                    <a:pt x="10306" y="1750"/>
                  </a:lnTo>
                  <a:lnTo>
                    <a:pt x="9151" y="1313"/>
                  </a:lnTo>
                  <a:lnTo>
                    <a:pt x="8026" y="907"/>
                  </a:lnTo>
                  <a:lnTo>
                    <a:pt x="6996" y="563"/>
                  </a:lnTo>
                  <a:lnTo>
                    <a:pt x="6090" y="313"/>
                  </a:lnTo>
                  <a:lnTo>
                    <a:pt x="5309" y="126"/>
                  </a:lnTo>
                  <a:lnTo>
                    <a:pt x="4685" y="32"/>
                  </a:lnTo>
                  <a:lnTo>
                    <a:pt x="4248" y="1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0" name="Google Shape;3730;p61"/>
            <p:cNvSpPr/>
            <p:nvPr/>
          </p:nvSpPr>
          <p:spPr>
            <a:xfrm>
              <a:off x="5170025" y="3059675"/>
              <a:ext cx="361525" cy="432550"/>
            </a:xfrm>
            <a:custGeom>
              <a:avLst/>
              <a:gdLst/>
              <a:ahLst/>
              <a:cxnLst/>
              <a:rect l="l" t="t" r="r" b="b"/>
              <a:pathLst>
                <a:path w="14461" h="17302" extrusionOk="0">
                  <a:moveTo>
                    <a:pt x="1" y="1"/>
                  </a:moveTo>
                  <a:lnTo>
                    <a:pt x="813" y="126"/>
                  </a:lnTo>
                  <a:lnTo>
                    <a:pt x="1625" y="282"/>
                  </a:lnTo>
                  <a:lnTo>
                    <a:pt x="2405" y="501"/>
                  </a:lnTo>
                  <a:lnTo>
                    <a:pt x="3186" y="750"/>
                  </a:lnTo>
                  <a:lnTo>
                    <a:pt x="3967" y="1031"/>
                  </a:lnTo>
                  <a:lnTo>
                    <a:pt x="4716" y="1313"/>
                  </a:lnTo>
                  <a:lnTo>
                    <a:pt x="6215" y="1968"/>
                  </a:lnTo>
                  <a:lnTo>
                    <a:pt x="7714" y="2655"/>
                  </a:lnTo>
                  <a:lnTo>
                    <a:pt x="9151" y="3405"/>
                  </a:lnTo>
                  <a:lnTo>
                    <a:pt x="10619" y="4217"/>
                  </a:lnTo>
                  <a:lnTo>
                    <a:pt x="11306" y="4623"/>
                  </a:lnTo>
                  <a:lnTo>
                    <a:pt x="11993" y="5029"/>
                  </a:lnTo>
                  <a:lnTo>
                    <a:pt x="12305" y="5247"/>
                  </a:lnTo>
                  <a:lnTo>
                    <a:pt x="12618" y="5497"/>
                  </a:lnTo>
                  <a:lnTo>
                    <a:pt x="12899" y="5747"/>
                  </a:lnTo>
                  <a:lnTo>
                    <a:pt x="13148" y="6028"/>
                  </a:lnTo>
                  <a:lnTo>
                    <a:pt x="13336" y="6278"/>
                  </a:lnTo>
                  <a:lnTo>
                    <a:pt x="13461" y="6559"/>
                  </a:lnTo>
                  <a:lnTo>
                    <a:pt x="13492" y="6684"/>
                  </a:lnTo>
                  <a:lnTo>
                    <a:pt x="13523" y="6809"/>
                  </a:lnTo>
                  <a:lnTo>
                    <a:pt x="13492" y="6934"/>
                  </a:lnTo>
                  <a:lnTo>
                    <a:pt x="13461" y="7059"/>
                  </a:lnTo>
                  <a:lnTo>
                    <a:pt x="13305" y="7371"/>
                  </a:lnTo>
                  <a:lnTo>
                    <a:pt x="13117" y="7621"/>
                  </a:lnTo>
                  <a:lnTo>
                    <a:pt x="12867" y="7839"/>
                  </a:lnTo>
                  <a:lnTo>
                    <a:pt x="12555" y="8027"/>
                  </a:lnTo>
                  <a:lnTo>
                    <a:pt x="12243" y="8183"/>
                  </a:lnTo>
                  <a:lnTo>
                    <a:pt x="11899" y="8308"/>
                  </a:lnTo>
                  <a:lnTo>
                    <a:pt x="11524" y="8402"/>
                  </a:lnTo>
                  <a:lnTo>
                    <a:pt x="11150" y="8464"/>
                  </a:lnTo>
                  <a:lnTo>
                    <a:pt x="10369" y="8495"/>
                  </a:lnTo>
                  <a:lnTo>
                    <a:pt x="9588" y="8495"/>
                  </a:lnTo>
                  <a:lnTo>
                    <a:pt x="8808" y="8433"/>
                  </a:lnTo>
                  <a:lnTo>
                    <a:pt x="8027" y="8277"/>
                  </a:lnTo>
                  <a:lnTo>
                    <a:pt x="7246" y="8121"/>
                  </a:lnTo>
                  <a:lnTo>
                    <a:pt x="6465" y="7933"/>
                  </a:lnTo>
                  <a:lnTo>
                    <a:pt x="5685" y="7715"/>
                  </a:lnTo>
                  <a:lnTo>
                    <a:pt x="4904" y="7465"/>
                  </a:lnTo>
                  <a:lnTo>
                    <a:pt x="3936" y="7152"/>
                  </a:lnTo>
                  <a:lnTo>
                    <a:pt x="4435" y="8027"/>
                  </a:lnTo>
                  <a:lnTo>
                    <a:pt x="4748" y="8558"/>
                  </a:lnTo>
                  <a:lnTo>
                    <a:pt x="4998" y="9089"/>
                  </a:lnTo>
                  <a:lnTo>
                    <a:pt x="5216" y="9651"/>
                  </a:lnTo>
                  <a:lnTo>
                    <a:pt x="5435" y="10213"/>
                  </a:lnTo>
                  <a:lnTo>
                    <a:pt x="5622" y="10775"/>
                  </a:lnTo>
                  <a:lnTo>
                    <a:pt x="5778" y="11368"/>
                  </a:lnTo>
                  <a:lnTo>
                    <a:pt x="5903" y="11962"/>
                  </a:lnTo>
                  <a:lnTo>
                    <a:pt x="6028" y="12555"/>
                  </a:lnTo>
                  <a:lnTo>
                    <a:pt x="6091" y="13148"/>
                  </a:lnTo>
                  <a:lnTo>
                    <a:pt x="6122" y="13773"/>
                  </a:lnTo>
                  <a:lnTo>
                    <a:pt x="6091" y="14366"/>
                  </a:lnTo>
                  <a:lnTo>
                    <a:pt x="6059" y="14960"/>
                  </a:lnTo>
                  <a:lnTo>
                    <a:pt x="5934" y="15584"/>
                  </a:lnTo>
                  <a:lnTo>
                    <a:pt x="5778" y="16178"/>
                  </a:lnTo>
                  <a:lnTo>
                    <a:pt x="5591" y="16740"/>
                  </a:lnTo>
                  <a:lnTo>
                    <a:pt x="5310" y="17302"/>
                  </a:lnTo>
                  <a:lnTo>
                    <a:pt x="5653" y="16771"/>
                  </a:lnTo>
                  <a:lnTo>
                    <a:pt x="5934" y="16209"/>
                  </a:lnTo>
                  <a:lnTo>
                    <a:pt x="6153" y="15616"/>
                  </a:lnTo>
                  <a:lnTo>
                    <a:pt x="6309" y="15022"/>
                  </a:lnTo>
                  <a:lnTo>
                    <a:pt x="6434" y="14398"/>
                  </a:lnTo>
                  <a:lnTo>
                    <a:pt x="6497" y="13773"/>
                  </a:lnTo>
                  <a:lnTo>
                    <a:pt x="6528" y="13148"/>
                  </a:lnTo>
                  <a:lnTo>
                    <a:pt x="6497" y="12493"/>
                  </a:lnTo>
                  <a:lnTo>
                    <a:pt x="6434" y="11868"/>
                  </a:lnTo>
                  <a:lnTo>
                    <a:pt x="6340" y="11243"/>
                  </a:lnTo>
                  <a:lnTo>
                    <a:pt x="6215" y="10619"/>
                  </a:lnTo>
                  <a:lnTo>
                    <a:pt x="6059" y="10026"/>
                  </a:lnTo>
                  <a:lnTo>
                    <a:pt x="5872" y="9401"/>
                  </a:lnTo>
                  <a:lnTo>
                    <a:pt x="5653" y="8808"/>
                  </a:lnTo>
                  <a:lnTo>
                    <a:pt x="5516" y="8481"/>
                  </a:lnTo>
                  <a:lnTo>
                    <a:pt x="5516" y="8481"/>
                  </a:lnTo>
                  <a:lnTo>
                    <a:pt x="6278" y="8745"/>
                  </a:lnTo>
                  <a:lnTo>
                    <a:pt x="7090" y="8964"/>
                  </a:lnTo>
                  <a:lnTo>
                    <a:pt x="7902" y="9151"/>
                  </a:lnTo>
                  <a:lnTo>
                    <a:pt x="8745" y="9307"/>
                  </a:lnTo>
                  <a:lnTo>
                    <a:pt x="9619" y="9401"/>
                  </a:lnTo>
                  <a:lnTo>
                    <a:pt x="10463" y="9432"/>
                  </a:lnTo>
                  <a:lnTo>
                    <a:pt x="11337" y="9370"/>
                  </a:lnTo>
                  <a:lnTo>
                    <a:pt x="11774" y="9307"/>
                  </a:lnTo>
                  <a:lnTo>
                    <a:pt x="12212" y="9182"/>
                  </a:lnTo>
                  <a:lnTo>
                    <a:pt x="12649" y="9026"/>
                  </a:lnTo>
                  <a:lnTo>
                    <a:pt x="13055" y="8839"/>
                  </a:lnTo>
                  <a:lnTo>
                    <a:pt x="13273" y="8714"/>
                  </a:lnTo>
                  <a:lnTo>
                    <a:pt x="13492" y="8558"/>
                  </a:lnTo>
                  <a:lnTo>
                    <a:pt x="13679" y="8402"/>
                  </a:lnTo>
                  <a:lnTo>
                    <a:pt x="13835" y="8214"/>
                  </a:lnTo>
                  <a:lnTo>
                    <a:pt x="13992" y="8027"/>
                  </a:lnTo>
                  <a:lnTo>
                    <a:pt x="14148" y="7839"/>
                  </a:lnTo>
                  <a:lnTo>
                    <a:pt x="14241" y="7621"/>
                  </a:lnTo>
                  <a:lnTo>
                    <a:pt x="14366" y="7371"/>
                  </a:lnTo>
                  <a:lnTo>
                    <a:pt x="14429" y="7121"/>
                  </a:lnTo>
                  <a:lnTo>
                    <a:pt x="14460" y="6840"/>
                  </a:lnTo>
                  <a:lnTo>
                    <a:pt x="14460" y="6559"/>
                  </a:lnTo>
                  <a:lnTo>
                    <a:pt x="14398" y="6278"/>
                  </a:lnTo>
                  <a:lnTo>
                    <a:pt x="14304" y="6059"/>
                  </a:lnTo>
                  <a:lnTo>
                    <a:pt x="14179" y="5810"/>
                  </a:lnTo>
                  <a:lnTo>
                    <a:pt x="14054" y="5591"/>
                  </a:lnTo>
                  <a:lnTo>
                    <a:pt x="13867" y="5404"/>
                  </a:lnTo>
                  <a:lnTo>
                    <a:pt x="13554" y="5091"/>
                  </a:lnTo>
                  <a:lnTo>
                    <a:pt x="13242" y="4810"/>
                  </a:lnTo>
                  <a:lnTo>
                    <a:pt x="12867" y="4529"/>
                  </a:lnTo>
                  <a:lnTo>
                    <a:pt x="12493" y="4279"/>
                  </a:lnTo>
                  <a:lnTo>
                    <a:pt x="11056" y="3467"/>
                  </a:lnTo>
                  <a:lnTo>
                    <a:pt x="9557" y="2718"/>
                  </a:lnTo>
                  <a:lnTo>
                    <a:pt x="8027" y="2031"/>
                  </a:lnTo>
                  <a:lnTo>
                    <a:pt x="6465" y="1406"/>
                  </a:lnTo>
                  <a:lnTo>
                    <a:pt x="5685" y="1125"/>
                  </a:lnTo>
                  <a:lnTo>
                    <a:pt x="4904" y="844"/>
                  </a:lnTo>
                  <a:lnTo>
                    <a:pt x="4123" y="625"/>
                  </a:lnTo>
                  <a:lnTo>
                    <a:pt x="3311" y="407"/>
                  </a:lnTo>
                  <a:lnTo>
                    <a:pt x="2499" y="220"/>
                  </a:lnTo>
                  <a:lnTo>
                    <a:pt x="1687" y="95"/>
                  </a:lnTo>
                  <a:lnTo>
                    <a:pt x="844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1" name="Google Shape;3731;p61"/>
            <p:cNvSpPr/>
            <p:nvPr/>
          </p:nvSpPr>
          <p:spPr>
            <a:xfrm>
              <a:off x="4158200" y="3032350"/>
              <a:ext cx="610550" cy="1070425"/>
            </a:xfrm>
            <a:custGeom>
              <a:avLst/>
              <a:gdLst/>
              <a:ahLst/>
              <a:cxnLst/>
              <a:rect l="l" t="t" r="r" b="b"/>
              <a:pathLst>
                <a:path w="24422" h="42817" extrusionOk="0">
                  <a:moveTo>
                    <a:pt x="2842" y="1"/>
                  </a:moveTo>
                  <a:lnTo>
                    <a:pt x="2624" y="32"/>
                  </a:lnTo>
                  <a:lnTo>
                    <a:pt x="2436" y="95"/>
                  </a:lnTo>
                  <a:lnTo>
                    <a:pt x="2249" y="157"/>
                  </a:lnTo>
                  <a:lnTo>
                    <a:pt x="2030" y="219"/>
                  </a:lnTo>
                  <a:lnTo>
                    <a:pt x="1874" y="344"/>
                  </a:lnTo>
                  <a:lnTo>
                    <a:pt x="1687" y="469"/>
                  </a:lnTo>
                  <a:lnTo>
                    <a:pt x="1499" y="625"/>
                  </a:lnTo>
                  <a:lnTo>
                    <a:pt x="1343" y="813"/>
                  </a:lnTo>
                  <a:lnTo>
                    <a:pt x="1187" y="1000"/>
                  </a:lnTo>
                  <a:lnTo>
                    <a:pt x="1062" y="1219"/>
                  </a:lnTo>
                  <a:lnTo>
                    <a:pt x="906" y="1469"/>
                  </a:lnTo>
                  <a:lnTo>
                    <a:pt x="781" y="1750"/>
                  </a:lnTo>
                  <a:lnTo>
                    <a:pt x="656" y="2062"/>
                  </a:lnTo>
                  <a:lnTo>
                    <a:pt x="438" y="2749"/>
                  </a:lnTo>
                  <a:lnTo>
                    <a:pt x="281" y="3530"/>
                  </a:lnTo>
                  <a:lnTo>
                    <a:pt x="157" y="4467"/>
                  </a:lnTo>
                  <a:lnTo>
                    <a:pt x="63" y="5497"/>
                  </a:lnTo>
                  <a:lnTo>
                    <a:pt x="0" y="6653"/>
                  </a:lnTo>
                  <a:lnTo>
                    <a:pt x="0" y="7933"/>
                  </a:lnTo>
                  <a:lnTo>
                    <a:pt x="63" y="9370"/>
                  </a:lnTo>
                  <a:lnTo>
                    <a:pt x="157" y="10931"/>
                  </a:lnTo>
                  <a:lnTo>
                    <a:pt x="313" y="12618"/>
                  </a:lnTo>
                  <a:lnTo>
                    <a:pt x="469" y="14148"/>
                  </a:lnTo>
                  <a:lnTo>
                    <a:pt x="687" y="15647"/>
                  </a:lnTo>
                  <a:lnTo>
                    <a:pt x="906" y="17115"/>
                  </a:lnTo>
                  <a:lnTo>
                    <a:pt x="1125" y="18582"/>
                  </a:lnTo>
                  <a:lnTo>
                    <a:pt x="1374" y="20019"/>
                  </a:lnTo>
                  <a:lnTo>
                    <a:pt x="1656" y="21424"/>
                  </a:lnTo>
                  <a:lnTo>
                    <a:pt x="1937" y="22830"/>
                  </a:lnTo>
                  <a:lnTo>
                    <a:pt x="2249" y="24172"/>
                  </a:lnTo>
                  <a:lnTo>
                    <a:pt x="2905" y="26827"/>
                  </a:lnTo>
                  <a:lnTo>
                    <a:pt x="3561" y="29294"/>
                  </a:lnTo>
                  <a:lnTo>
                    <a:pt x="4248" y="31636"/>
                  </a:lnTo>
                  <a:lnTo>
                    <a:pt x="4903" y="33791"/>
                  </a:lnTo>
                  <a:lnTo>
                    <a:pt x="5559" y="35759"/>
                  </a:lnTo>
                  <a:lnTo>
                    <a:pt x="6184" y="37539"/>
                  </a:lnTo>
                  <a:lnTo>
                    <a:pt x="6777" y="39069"/>
                  </a:lnTo>
                  <a:lnTo>
                    <a:pt x="7277" y="40380"/>
                  </a:lnTo>
                  <a:lnTo>
                    <a:pt x="7995" y="42192"/>
                  </a:lnTo>
                  <a:lnTo>
                    <a:pt x="8276" y="42816"/>
                  </a:lnTo>
                  <a:lnTo>
                    <a:pt x="24422" y="26608"/>
                  </a:lnTo>
                  <a:lnTo>
                    <a:pt x="23204" y="24578"/>
                  </a:lnTo>
                  <a:lnTo>
                    <a:pt x="21830" y="22330"/>
                  </a:lnTo>
                  <a:lnTo>
                    <a:pt x="20081" y="19550"/>
                  </a:lnTo>
                  <a:lnTo>
                    <a:pt x="18051" y="16428"/>
                  </a:lnTo>
                  <a:lnTo>
                    <a:pt x="15896" y="13148"/>
                  </a:lnTo>
                  <a:lnTo>
                    <a:pt x="14772" y="11556"/>
                  </a:lnTo>
                  <a:lnTo>
                    <a:pt x="13648" y="9963"/>
                  </a:lnTo>
                  <a:lnTo>
                    <a:pt x="12555" y="8464"/>
                  </a:lnTo>
                  <a:lnTo>
                    <a:pt x="11493" y="7059"/>
                  </a:lnTo>
                  <a:lnTo>
                    <a:pt x="10400" y="5716"/>
                  </a:lnTo>
                  <a:lnTo>
                    <a:pt x="9307" y="4435"/>
                  </a:lnTo>
                  <a:lnTo>
                    <a:pt x="8745" y="3842"/>
                  </a:lnTo>
                  <a:lnTo>
                    <a:pt x="8214" y="3249"/>
                  </a:lnTo>
                  <a:lnTo>
                    <a:pt x="7652" y="2718"/>
                  </a:lnTo>
                  <a:lnTo>
                    <a:pt x="7089" y="2187"/>
                  </a:lnTo>
                  <a:lnTo>
                    <a:pt x="6559" y="1750"/>
                  </a:lnTo>
                  <a:lnTo>
                    <a:pt x="6028" y="1313"/>
                  </a:lnTo>
                  <a:lnTo>
                    <a:pt x="5497" y="938"/>
                  </a:lnTo>
                  <a:lnTo>
                    <a:pt x="4966" y="625"/>
                  </a:lnTo>
                  <a:lnTo>
                    <a:pt x="4466" y="376"/>
                  </a:lnTo>
                  <a:lnTo>
                    <a:pt x="3967" y="188"/>
                  </a:lnTo>
                  <a:lnTo>
                    <a:pt x="3498" y="63"/>
                  </a:lnTo>
                  <a:lnTo>
                    <a:pt x="30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2" name="Google Shape;3732;p61"/>
            <p:cNvSpPr/>
            <p:nvPr/>
          </p:nvSpPr>
          <p:spPr>
            <a:xfrm>
              <a:off x="4237825" y="3183050"/>
              <a:ext cx="457550" cy="843200"/>
            </a:xfrm>
            <a:custGeom>
              <a:avLst/>
              <a:gdLst/>
              <a:ahLst/>
              <a:cxnLst/>
              <a:rect l="l" t="t" r="r" b="b"/>
              <a:pathLst>
                <a:path w="18302" h="33728" extrusionOk="0">
                  <a:moveTo>
                    <a:pt x="2718" y="0"/>
                  </a:moveTo>
                  <a:lnTo>
                    <a:pt x="2374" y="344"/>
                  </a:lnTo>
                  <a:lnTo>
                    <a:pt x="2031" y="718"/>
                  </a:lnTo>
                  <a:lnTo>
                    <a:pt x="1750" y="1124"/>
                  </a:lnTo>
                  <a:lnTo>
                    <a:pt x="1469" y="1562"/>
                  </a:lnTo>
                  <a:lnTo>
                    <a:pt x="1250" y="1999"/>
                  </a:lnTo>
                  <a:lnTo>
                    <a:pt x="1031" y="2436"/>
                  </a:lnTo>
                  <a:lnTo>
                    <a:pt x="844" y="2904"/>
                  </a:lnTo>
                  <a:lnTo>
                    <a:pt x="688" y="3373"/>
                  </a:lnTo>
                  <a:lnTo>
                    <a:pt x="1031" y="3029"/>
                  </a:lnTo>
                  <a:lnTo>
                    <a:pt x="1375" y="2655"/>
                  </a:lnTo>
                  <a:lnTo>
                    <a:pt x="1656" y="2249"/>
                  </a:lnTo>
                  <a:lnTo>
                    <a:pt x="1937" y="1811"/>
                  </a:lnTo>
                  <a:lnTo>
                    <a:pt x="2187" y="1374"/>
                  </a:lnTo>
                  <a:lnTo>
                    <a:pt x="2374" y="937"/>
                  </a:lnTo>
                  <a:lnTo>
                    <a:pt x="2562" y="469"/>
                  </a:lnTo>
                  <a:lnTo>
                    <a:pt x="2718" y="0"/>
                  </a:lnTo>
                  <a:close/>
                  <a:moveTo>
                    <a:pt x="9744" y="4435"/>
                  </a:moveTo>
                  <a:lnTo>
                    <a:pt x="9744" y="4934"/>
                  </a:lnTo>
                  <a:lnTo>
                    <a:pt x="9776" y="5434"/>
                  </a:lnTo>
                  <a:lnTo>
                    <a:pt x="9869" y="5934"/>
                  </a:lnTo>
                  <a:lnTo>
                    <a:pt x="9963" y="6402"/>
                  </a:lnTo>
                  <a:lnTo>
                    <a:pt x="10119" y="6902"/>
                  </a:lnTo>
                  <a:lnTo>
                    <a:pt x="10275" y="7370"/>
                  </a:lnTo>
                  <a:lnTo>
                    <a:pt x="10494" y="7839"/>
                  </a:lnTo>
                  <a:lnTo>
                    <a:pt x="10712" y="8276"/>
                  </a:lnTo>
                  <a:lnTo>
                    <a:pt x="10712" y="7776"/>
                  </a:lnTo>
                  <a:lnTo>
                    <a:pt x="10681" y="7277"/>
                  </a:lnTo>
                  <a:lnTo>
                    <a:pt x="10588" y="6777"/>
                  </a:lnTo>
                  <a:lnTo>
                    <a:pt x="10463" y="6277"/>
                  </a:lnTo>
                  <a:lnTo>
                    <a:pt x="10338" y="5809"/>
                  </a:lnTo>
                  <a:lnTo>
                    <a:pt x="10182" y="5340"/>
                  </a:lnTo>
                  <a:lnTo>
                    <a:pt x="9963" y="4872"/>
                  </a:lnTo>
                  <a:lnTo>
                    <a:pt x="9744" y="4435"/>
                  </a:lnTo>
                  <a:close/>
                  <a:moveTo>
                    <a:pt x="4685" y="12273"/>
                  </a:moveTo>
                  <a:lnTo>
                    <a:pt x="5029" y="12617"/>
                  </a:lnTo>
                  <a:lnTo>
                    <a:pt x="5403" y="12960"/>
                  </a:lnTo>
                  <a:lnTo>
                    <a:pt x="5809" y="13241"/>
                  </a:lnTo>
                  <a:lnTo>
                    <a:pt x="6247" y="13491"/>
                  </a:lnTo>
                  <a:lnTo>
                    <a:pt x="6684" y="13741"/>
                  </a:lnTo>
                  <a:lnTo>
                    <a:pt x="7121" y="13960"/>
                  </a:lnTo>
                  <a:lnTo>
                    <a:pt x="7590" y="14147"/>
                  </a:lnTo>
                  <a:lnTo>
                    <a:pt x="8058" y="14303"/>
                  </a:lnTo>
                  <a:lnTo>
                    <a:pt x="7714" y="13960"/>
                  </a:lnTo>
                  <a:lnTo>
                    <a:pt x="7340" y="13616"/>
                  </a:lnTo>
                  <a:lnTo>
                    <a:pt x="6934" y="13335"/>
                  </a:lnTo>
                  <a:lnTo>
                    <a:pt x="6497" y="13054"/>
                  </a:lnTo>
                  <a:lnTo>
                    <a:pt x="6059" y="12804"/>
                  </a:lnTo>
                  <a:lnTo>
                    <a:pt x="5622" y="12586"/>
                  </a:lnTo>
                  <a:lnTo>
                    <a:pt x="5154" y="12429"/>
                  </a:lnTo>
                  <a:lnTo>
                    <a:pt x="4685" y="12273"/>
                  </a:lnTo>
                  <a:close/>
                  <a:moveTo>
                    <a:pt x="17802" y="18582"/>
                  </a:moveTo>
                  <a:lnTo>
                    <a:pt x="17302" y="18613"/>
                  </a:lnTo>
                  <a:lnTo>
                    <a:pt x="16802" y="18707"/>
                  </a:lnTo>
                  <a:lnTo>
                    <a:pt x="16334" y="18800"/>
                  </a:lnTo>
                  <a:lnTo>
                    <a:pt x="15834" y="18956"/>
                  </a:lnTo>
                  <a:lnTo>
                    <a:pt x="15366" y="19113"/>
                  </a:lnTo>
                  <a:lnTo>
                    <a:pt x="14928" y="19300"/>
                  </a:lnTo>
                  <a:lnTo>
                    <a:pt x="14460" y="19550"/>
                  </a:lnTo>
                  <a:lnTo>
                    <a:pt x="14960" y="19550"/>
                  </a:lnTo>
                  <a:lnTo>
                    <a:pt x="15459" y="19487"/>
                  </a:lnTo>
                  <a:lnTo>
                    <a:pt x="15959" y="19425"/>
                  </a:lnTo>
                  <a:lnTo>
                    <a:pt x="16459" y="19300"/>
                  </a:lnTo>
                  <a:lnTo>
                    <a:pt x="16927" y="19175"/>
                  </a:lnTo>
                  <a:lnTo>
                    <a:pt x="17396" y="19019"/>
                  </a:lnTo>
                  <a:lnTo>
                    <a:pt x="17864" y="18800"/>
                  </a:lnTo>
                  <a:lnTo>
                    <a:pt x="18301" y="18582"/>
                  </a:lnTo>
                  <a:close/>
                  <a:moveTo>
                    <a:pt x="1094" y="20643"/>
                  </a:moveTo>
                  <a:lnTo>
                    <a:pt x="813" y="20955"/>
                  </a:lnTo>
                  <a:lnTo>
                    <a:pt x="500" y="21267"/>
                  </a:lnTo>
                  <a:lnTo>
                    <a:pt x="251" y="21611"/>
                  </a:lnTo>
                  <a:lnTo>
                    <a:pt x="1" y="21986"/>
                  </a:lnTo>
                  <a:lnTo>
                    <a:pt x="188" y="22673"/>
                  </a:lnTo>
                  <a:lnTo>
                    <a:pt x="313" y="22485"/>
                  </a:lnTo>
                  <a:lnTo>
                    <a:pt x="563" y="22048"/>
                  </a:lnTo>
                  <a:lnTo>
                    <a:pt x="782" y="21580"/>
                  </a:lnTo>
                  <a:lnTo>
                    <a:pt x="969" y="21142"/>
                  </a:lnTo>
                  <a:lnTo>
                    <a:pt x="1094" y="20643"/>
                  </a:lnTo>
                  <a:close/>
                  <a:moveTo>
                    <a:pt x="8995" y="21673"/>
                  </a:moveTo>
                  <a:lnTo>
                    <a:pt x="9026" y="22173"/>
                  </a:lnTo>
                  <a:lnTo>
                    <a:pt x="9057" y="22673"/>
                  </a:lnTo>
                  <a:lnTo>
                    <a:pt x="9120" y="23172"/>
                  </a:lnTo>
                  <a:lnTo>
                    <a:pt x="9245" y="23672"/>
                  </a:lnTo>
                  <a:lnTo>
                    <a:pt x="9370" y="24140"/>
                  </a:lnTo>
                  <a:lnTo>
                    <a:pt x="9526" y="24609"/>
                  </a:lnTo>
                  <a:lnTo>
                    <a:pt x="9744" y="25077"/>
                  </a:lnTo>
                  <a:lnTo>
                    <a:pt x="9963" y="25515"/>
                  </a:lnTo>
                  <a:lnTo>
                    <a:pt x="9963" y="25015"/>
                  </a:lnTo>
                  <a:lnTo>
                    <a:pt x="9932" y="24515"/>
                  </a:lnTo>
                  <a:lnTo>
                    <a:pt x="9838" y="24016"/>
                  </a:lnTo>
                  <a:lnTo>
                    <a:pt x="9744" y="23547"/>
                  </a:lnTo>
                  <a:lnTo>
                    <a:pt x="9588" y="23047"/>
                  </a:lnTo>
                  <a:lnTo>
                    <a:pt x="9432" y="22579"/>
                  </a:lnTo>
                  <a:lnTo>
                    <a:pt x="9245" y="22142"/>
                  </a:lnTo>
                  <a:lnTo>
                    <a:pt x="8995" y="21673"/>
                  </a:lnTo>
                  <a:close/>
                  <a:moveTo>
                    <a:pt x="7027" y="32822"/>
                  </a:moveTo>
                  <a:lnTo>
                    <a:pt x="7308" y="33072"/>
                  </a:lnTo>
                  <a:lnTo>
                    <a:pt x="7558" y="33322"/>
                  </a:lnTo>
                  <a:lnTo>
                    <a:pt x="7839" y="33541"/>
                  </a:lnTo>
                  <a:lnTo>
                    <a:pt x="8152" y="33728"/>
                  </a:lnTo>
                  <a:lnTo>
                    <a:pt x="8495" y="33384"/>
                  </a:lnTo>
                  <a:lnTo>
                    <a:pt x="8152" y="33197"/>
                  </a:lnTo>
                  <a:lnTo>
                    <a:pt x="7777" y="33041"/>
                  </a:lnTo>
                  <a:lnTo>
                    <a:pt x="7402" y="32916"/>
                  </a:lnTo>
                  <a:lnTo>
                    <a:pt x="7027" y="3282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3" name="Google Shape;3733;p61"/>
            <p:cNvSpPr/>
            <p:nvPr/>
          </p:nvSpPr>
          <p:spPr>
            <a:xfrm>
              <a:off x="4336200" y="3611675"/>
              <a:ext cx="356825" cy="349000"/>
            </a:xfrm>
            <a:custGeom>
              <a:avLst/>
              <a:gdLst/>
              <a:ahLst/>
              <a:cxnLst/>
              <a:rect l="l" t="t" r="r" b="b"/>
              <a:pathLst>
                <a:path w="14273" h="13960" extrusionOk="0">
                  <a:moveTo>
                    <a:pt x="14210" y="0"/>
                  </a:moveTo>
                  <a:lnTo>
                    <a:pt x="13461" y="625"/>
                  </a:lnTo>
                  <a:lnTo>
                    <a:pt x="12742" y="1249"/>
                  </a:lnTo>
                  <a:lnTo>
                    <a:pt x="11306" y="2561"/>
                  </a:lnTo>
                  <a:lnTo>
                    <a:pt x="9900" y="3873"/>
                  </a:lnTo>
                  <a:lnTo>
                    <a:pt x="8495" y="5247"/>
                  </a:lnTo>
                  <a:lnTo>
                    <a:pt x="7121" y="6589"/>
                  </a:lnTo>
                  <a:lnTo>
                    <a:pt x="5747" y="7932"/>
                  </a:lnTo>
                  <a:lnTo>
                    <a:pt x="3030" y="10681"/>
                  </a:lnTo>
                  <a:lnTo>
                    <a:pt x="2249" y="11492"/>
                  </a:lnTo>
                  <a:lnTo>
                    <a:pt x="1500" y="12304"/>
                  </a:lnTo>
                  <a:lnTo>
                    <a:pt x="1" y="13928"/>
                  </a:lnTo>
                  <a:lnTo>
                    <a:pt x="1" y="13960"/>
                  </a:lnTo>
                  <a:lnTo>
                    <a:pt x="63" y="13960"/>
                  </a:lnTo>
                  <a:lnTo>
                    <a:pt x="750" y="13304"/>
                  </a:lnTo>
                  <a:lnTo>
                    <a:pt x="1468" y="12679"/>
                  </a:lnTo>
                  <a:lnTo>
                    <a:pt x="2187" y="12023"/>
                  </a:lnTo>
                  <a:lnTo>
                    <a:pt x="2905" y="11368"/>
                  </a:lnTo>
                  <a:lnTo>
                    <a:pt x="5684" y="8713"/>
                  </a:lnTo>
                  <a:lnTo>
                    <a:pt x="8464" y="5996"/>
                  </a:lnTo>
                  <a:lnTo>
                    <a:pt x="11243" y="3279"/>
                  </a:lnTo>
                  <a:lnTo>
                    <a:pt x="12024" y="2498"/>
                  </a:lnTo>
                  <a:lnTo>
                    <a:pt x="12774" y="1686"/>
                  </a:lnTo>
                  <a:lnTo>
                    <a:pt x="13554" y="875"/>
                  </a:lnTo>
                  <a:lnTo>
                    <a:pt x="14273" y="63"/>
                  </a:lnTo>
                  <a:lnTo>
                    <a:pt x="142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4" name="Google Shape;3734;p61"/>
            <p:cNvSpPr/>
            <p:nvPr/>
          </p:nvSpPr>
          <p:spPr>
            <a:xfrm>
              <a:off x="4158200" y="3032350"/>
              <a:ext cx="437225" cy="1070425"/>
            </a:xfrm>
            <a:custGeom>
              <a:avLst/>
              <a:gdLst/>
              <a:ahLst/>
              <a:cxnLst/>
              <a:rect l="l" t="t" r="r" b="b"/>
              <a:pathLst>
                <a:path w="17489" h="42817" extrusionOk="0">
                  <a:moveTo>
                    <a:pt x="2873" y="1"/>
                  </a:moveTo>
                  <a:lnTo>
                    <a:pt x="2655" y="32"/>
                  </a:lnTo>
                  <a:lnTo>
                    <a:pt x="2436" y="63"/>
                  </a:lnTo>
                  <a:lnTo>
                    <a:pt x="2218" y="157"/>
                  </a:lnTo>
                  <a:lnTo>
                    <a:pt x="2030" y="251"/>
                  </a:lnTo>
                  <a:lnTo>
                    <a:pt x="1812" y="344"/>
                  </a:lnTo>
                  <a:lnTo>
                    <a:pt x="1624" y="501"/>
                  </a:lnTo>
                  <a:lnTo>
                    <a:pt x="1437" y="657"/>
                  </a:lnTo>
                  <a:lnTo>
                    <a:pt x="1281" y="875"/>
                  </a:lnTo>
                  <a:lnTo>
                    <a:pt x="1125" y="1094"/>
                  </a:lnTo>
                  <a:lnTo>
                    <a:pt x="968" y="1344"/>
                  </a:lnTo>
                  <a:lnTo>
                    <a:pt x="812" y="1625"/>
                  </a:lnTo>
                  <a:lnTo>
                    <a:pt x="687" y="1968"/>
                  </a:lnTo>
                  <a:lnTo>
                    <a:pt x="562" y="2312"/>
                  </a:lnTo>
                  <a:lnTo>
                    <a:pt x="438" y="2687"/>
                  </a:lnTo>
                  <a:lnTo>
                    <a:pt x="344" y="3093"/>
                  </a:lnTo>
                  <a:lnTo>
                    <a:pt x="188" y="3998"/>
                  </a:lnTo>
                  <a:lnTo>
                    <a:pt x="63" y="5060"/>
                  </a:lnTo>
                  <a:lnTo>
                    <a:pt x="0" y="6278"/>
                  </a:lnTo>
                  <a:lnTo>
                    <a:pt x="0" y="7621"/>
                  </a:lnTo>
                  <a:lnTo>
                    <a:pt x="32" y="9120"/>
                  </a:lnTo>
                  <a:lnTo>
                    <a:pt x="125" y="10806"/>
                  </a:lnTo>
                  <a:lnTo>
                    <a:pt x="313" y="12618"/>
                  </a:lnTo>
                  <a:lnTo>
                    <a:pt x="469" y="14148"/>
                  </a:lnTo>
                  <a:lnTo>
                    <a:pt x="656" y="15647"/>
                  </a:lnTo>
                  <a:lnTo>
                    <a:pt x="875" y="17115"/>
                  </a:lnTo>
                  <a:lnTo>
                    <a:pt x="1125" y="18582"/>
                  </a:lnTo>
                  <a:lnTo>
                    <a:pt x="1374" y="20019"/>
                  </a:lnTo>
                  <a:lnTo>
                    <a:pt x="1656" y="21424"/>
                  </a:lnTo>
                  <a:lnTo>
                    <a:pt x="1937" y="22830"/>
                  </a:lnTo>
                  <a:lnTo>
                    <a:pt x="2249" y="24172"/>
                  </a:lnTo>
                  <a:lnTo>
                    <a:pt x="2873" y="26827"/>
                  </a:lnTo>
                  <a:lnTo>
                    <a:pt x="3561" y="29294"/>
                  </a:lnTo>
                  <a:lnTo>
                    <a:pt x="4248" y="31636"/>
                  </a:lnTo>
                  <a:lnTo>
                    <a:pt x="4903" y="33791"/>
                  </a:lnTo>
                  <a:lnTo>
                    <a:pt x="5559" y="35759"/>
                  </a:lnTo>
                  <a:lnTo>
                    <a:pt x="6184" y="37539"/>
                  </a:lnTo>
                  <a:lnTo>
                    <a:pt x="6777" y="39069"/>
                  </a:lnTo>
                  <a:lnTo>
                    <a:pt x="7277" y="40380"/>
                  </a:lnTo>
                  <a:lnTo>
                    <a:pt x="7995" y="42192"/>
                  </a:lnTo>
                  <a:lnTo>
                    <a:pt x="8276" y="42816"/>
                  </a:lnTo>
                  <a:lnTo>
                    <a:pt x="17489" y="33572"/>
                  </a:lnTo>
                  <a:lnTo>
                    <a:pt x="3592" y="95"/>
                  </a:lnTo>
                  <a:lnTo>
                    <a:pt x="3342" y="32"/>
                  </a:lnTo>
                  <a:lnTo>
                    <a:pt x="31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5" name="Google Shape;3735;p61"/>
            <p:cNvSpPr/>
            <p:nvPr/>
          </p:nvSpPr>
          <p:spPr>
            <a:xfrm>
              <a:off x="3274400" y="2947250"/>
              <a:ext cx="1311675" cy="1475625"/>
            </a:xfrm>
            <a:custGeom>
              <a:avLst/>
              <a:gdLst/>
              <a:ahLst/>
              <a:cxnLst/>
              <a:rect l="l" t="t" r="r" b="b"/>
              <a:pathLst>
                <a:path w="52467" h="59025" extrusionOk="0">
                  <a:moveTo>
                    <a:pt x="30574" y="1"/>
                  </a:moveTo>
                  <a:lnTo>
                    <a:pt x="29762" y="32"/>
                  </a:lnTo>
                  <a:lnTo>
                    <a:pt x="28982" y="126"/>
                  </a:lnTo>
                  <a:lnTo>
                    <a:pt x="28232" y="251"/>
                  </a:lnTo>
                  <a:lnTo>
                    <a:pt x="27514" y="407"/>
                  </a:lnTo>
                  <a:lnTo>
                    <a:pt x="26858" y="657"/>
                  </a:lnTo>
                  <a:lnTo>
                    <a:pt x="26546" y="782"/>
                  </a:lnTo>
                  <a:lnTo>
                    <a:pt x="26265" y="938"/>
                  </a:lnTo>
                  <a:lnTo>
                    <a:pt x="25984" y="1094"/>
                  </a:lnTo>
                  <a:lnTo>
                    <a:pt x="25702" y="1281"/>
                  </a:lnTo>
                  <a:lnTo>
                    <a:pt x="25453" y="1469"/>
                  </a:lnTo>
                  <a:lnTo>
                    <a:pt x="25234" y="1656"/>
                  </a:lnTo>
                  <a:lnTo>
                    <a:pt x="24328" y="2562"/>
                  </a:lnTo>
                  <a:lnTo>
                    <a:pt x="23454" y="3467"/>
                  </a:lnTo>
                  <a:lnTo>
                    <a:pt x="22611" y="4404"/>
                  </a:lnTo>
                  <a:lnTo>
                    <a:pt x="21768" y="5372"/>
                  </a:lnTo>
                  <a:lnTo>
                    <a:pt x="20956" y="6340"/>
                  </a:lnTo>
                  <a:lnTo>
                    <a:pt x="20144" y="7371"/>
                  </a:lnTo>
                  <a:lnTo>
                    <a:pt x="19363" y="8402"/>
                  </a:lnTo>
                  <a:lnTo>
                    <a:pt x="18613" y="9463"/>
                  </a:lnTo>
                  <a:lnTo>
                    <a:pt x="17864" y="10525"/>
                  </a:lnTo>
                  <a:lnTo>
                    <a:pt x="17146" y="11618"/>
                  </a:lnTo>
                  <a:lnTo>
                    <a:pt x="16427" y="12711"/>
                  </a:lnTo>
                  <a:lnTo>
                    <a:pt x="15740" y="13835"/>
                  </a:lnTo>
                  <a:lnTo>
                    <a:pt x="15053" y="14960"/>
                  </a:lnTo>
                  <a:lnTo>
                    <a:pt x="14397" y="16115"/>
                  </a:lnTo>
                  <a:lnTo>
                    <a:pt x="13773" y="17271"/>
                  </a:lnTo>
                  <a:lnTo>
                    <a:pt x="13148" y="18426"/>
                  </a:lnTo>
                  <a:lnTo>
                    <a:pt x="11961" y="20800"/>
                  </a:lnTo>
                  <a:lnTo>
                    <a:pt x="10837" y="23173"/>
                  </a:lnTo>
                  <a:lnTo>
                    <a:pt x="9775" y="25578"/>
                  </a:lnTo>
                  <a:lnTo>
                    <a:pt x="8776" y="27951"/>
                  </a:lnTo>
                  <a:lnTo>
                    <a:pt x="7839" y="30325"/>
                  </a:lnTo>
                  <a:lnTo>
                    <a:pt x="6965" y="32698"/>
                  </a:lnTo>
                  <a:lnTo>
                    <a:pt x="6153" y="35009"/>
                  </a:lnTo>
                  <a:lnTo>
                    <a:pt x="5372" y="37289"/>
                  </a:lnTo>
                  <a:lnTo>
                    <a:pt x="4685" y="39506"/>
                  </a:lnTo>
                  <a:lnTo>
                    <a:pt x="4029" y="41661"/>
                  </a:lnTo>
                  <a:lnTo>
                    <a:pt x="3436" y="43753"/>
                  </a:lnTo>
                  <a:lnTo>
                    <a:pt x="2905" y="45752"/>
                  </a:lnTo>
                  <a:lnTo>
                    <a:pt x="2405" y="47657"/>
                  </a:lnTo>
                  <a:lnTo>
                    <a:pt x="1968" y="49468"/>
                  </a:lnTo>
                  <a:lnTo>
                    <a:pt x="1219" y="52654"/>
                  </a:lnTo>
                  <a:lnTo>
                    <a:pt x="688" y="55308"/>
                  </a:lnTo>
                  <a:lnTo>
                    <a:pt x="282" y="57338"/>
                  </a:lnTo>
                  <a:lnTo>
                    <a:pt x="1" y="59024"/>
                  </a:lnTo>
                  <a:lnTo>
                    <a:pt x="52466" y="58899"/>
                  </a:lnTo>
                  <a:lnTo>
                    <a:pt x="52404" y="58431"/>
                  </a:lnTo>
                  <a:lnTo>
                    <a:pt x="52216" y="57182"/>
                  </a:lnTo>
                  <a:lnTo>
                    <a:pt x="51529" y="52716"/>
                  </a:lnTo>
                  <a:lnTo>
                    <a:pt x="50499" y="46314"/>
                  </a:lnTo>
                  <a:lnTo>
                    <a:pt x="49249" y="38850"/>
                  </a:lnTo>
                  <a:lnTo>
                    <a:pt x="47907" y="31074"/>
                  </a:lnTo>
                  <a:lnTo>
                    <a:pt x="46626" y="23860"/>
                  </a:lnTo>
                  <a:lnTo>
                    <a:pt x="46033" y="20706"/>
                  </a:lnTo>
                  <a:lnTo>
                    <a:pt x="45533" y="18020"/>
                  </a:lnTo>
                  <a:lnTo>
                    <a:pt x="45065" y="15865"/>
                  </a:lnTo>
                  <a:lnTo>
                    <a:pt x="44721" y="14335"/>
                  </a:lnTo>
                  <a:lnTo>
                    <a:pt x="44378" y="13211"/>
                  </a:lnTo>
                  <a:lnTo>
                    <a:pt x="44003" y="12055"/>
                  </a:lnTo>
                  <a:lnTo>
                    <a:pt x="43534" y="10931"/>
                  </a:lnTo>
                  <a:lnTo>
                    <a:pt x="43035" y="9807"/>
                  </a:lnTo>
                  <a:lnTo>
                    <a:pt x="42473" y="8745"/>
                  </a:lnTo>
                  <a:lnTo>
                    <a:pt x="41911" y="7683"/>
                  </a:lnTo>
                  <a:lnTo>
                    <a:pt x="41317" y="6684"/>
                  </a:lnTo>
                  <a:lnTo>
                    <a:pt x="40724" y="5747"/>
                  </a:lnTo>
                  <a:lnTo>
                    <a:pt x="40130" y="4873"/>
                  </a:lnTo>
                  <a:lnTo>
                    <a:pt x="39537" y="4092"/>
                  </a:lnTo>
                  <a:lnTo>
                    <a:pt x="38975" y="3374"/>
                  </a:lnTo>
                  <a:lnTo>
                    <a:pt x="38475" y="2749"/>
                  </a:lnTo>
                  <a:lnTo>
                    <a:pt x="37976" y="2218"/>
                  </a:lnTo>
                  <a:lnTo>
                    <a:pt x="37538" y="1781"/>
                  </a:lnTo>
                  <a:lnTo>
                    <a:pt x="37195" y="1500"/>
                  </a:lnTo>
                  <a:lnTo>
                    <a:pt x="36883" y="1313"/>
                  </a:lnTo>
                  <a:lnTo>
                    <a:pt x="36196" y="1031"/>
                  </a:lnTo>
                  <a:lnTo>
                    <a:pt x="35415" y="750"/>
                  </a:lnTo>
                  <a:lnTo>
                    <a:pt x="34634" y="532"/>
                  </a:lnTo>
                  <a:lnTo>
                    <a:pt x="33853" y="344"/>
                  </a:lnTo>
                  <a:lnTo>
                    <a:pt x="33041" y="188"/>
                  </a:lnTo>
                  <a:lnTo>
                    <a:pt x="32198" y="95"/>
                  </a:lnTo>
                  <a:lnTo>
                    <a:pt x="31386" y="32"/>
                  </a:lnTo>
                  <a:lnTo>
                    <a:pt x="305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6" name="Google Shape;3736;p61"/>
            <p:cNvSpPr/>
            <p:nvPr/>
          </p:nvSpPr>
          <p:spPr>
            <a:xfrm>
              <a:off x="3274400" y="2947250"/>
              <a:ext cx="1311675" cy="1475625"/>
            </a:xfrm>
            <a:custGeom>
              <a:avLst/>
              <a:gdLst/>
              <a:ahLst/>
              <a:cxnLst/>
              <a:rect l="l" t="t" r="r" b="b"/>
              <a:pathLst>
                <a:path w="52467" h="59025" fill="none" extrusionOk="0">
                  <a:moveTo>
                    <a:pt x="52466" y="58899"/>
                  </a:moveTo>
                  <a:lnTo>
                    <a:pt x="1" y="59024"/>
                  </a:lnTo>
                  <a:lnTo>
                    <a:pt x="1" y="59024"/>
                  </a:lnTo>
                  <a:lnTo>
                    <a:pt x="282" y="57338"/>
                  </a:lnTo>
                  <a:lnTo>
                    <a:pt x="688" y="55308"/>
                  </a:lnTo>
                  <a:lnTo>
                    <a:pt x="1219" y="52654"/>
                  </a:lnTo>
                  <a:lnTo>
                    <a:pt x="1968" y="49468"/>
                  </a:lnTo>
                  <a:lnTo>
                    <a:pt x="2405" y="47657"/>
                  </a:lnTo>
                  <a:lnTo>
                    <a:pt x="2905" y="45752"/>
                  </a:lnTo>
                  <a:lnTo>
                    <a:pt x="3436" y="43753"/>
                  </a:lnTo>
                  <a:lnTo>
                    <a:pt x="4029" y="41661"/>
                  </a:lnTo>
                  <a:lnTo>
                    <a:pt x="4685" y="39506"/>
                  </a:lnTo>
                  <a:lnTo>
                    <a:pt x="5372" y="37289"/>
                  </a:lnTo>
                  <a:lnTo>
                    <a:pt x="6153" y="35009"/>
                  </a:lnTo>
                  <a:lnTo>
                    <a:pt x="6965" y="32698"/>
                  </a:lnTo>
                  <a:lnTo>
                    <a:pt x="7839" y="30325"/>
                  </a:lnTo>
                  <a:lnTo>
                    <a:pt x="8776" y="27951"/>
                  </a:lnTo>
                  <a:lnTo>
                    <a:pt x="9775" y="25578"/>
                  </a:lnTo>
                  <a:lnTo>
                    <a:pt x="10837" y="23173"/>
                  </a:lnTo>
                  <a:lnTo>
                    <a:pt x="11961" y="20800"/>
                  </a:lnTo>
                  <a:lnTo>
                    <a:pt x="13148" y="18426"/>
                  </a:lnTo>
                  <a:lnTo>
                    <a:pt x="13773" y="17271"/>
                  </a:lnTo>
                  <a:lnTo>
                    <a:pt x="14397" y="16115"/>
                  </a:lnTo>
                  <a:lnTo>
                    <a:pt x="15053" y="14960"/>
                  </a:lnTo>
                  <a:lnTo>
                    <a:pt x="15740" y="13835"/>
                  </a:lnTo>
                  <a:lnTo>
                    <a:pt x="16427" y="12711"/>
                  </a:lnTo>
                  <a:lnTo>
                    <a:pt x="17146" y="11618"/>
                  </a:lnTo>
                  <a:lnTo>
                    <a:pt x="17864" y="10525"/>
                  </a:lnTo>
                  <a:lnTo>
                    <a:pt x="18613" y="9463"/>
                  </a:lnTo>
                  <a:lnTo>
                    <a:pt x="19363" y="8402"/>
                  </a:lnTo>
                  <a:lnTo>
                    <a:pt x="20144" y="7371"/>
                  </a:lnTo>
                  <a:lnTo>
                    <a:pt x="20956" y="6340"/>
                  </a:lnTo>
                  <a:lnTo>
                    <a:pt x="21768" y="5372"/>
                  </a:lnTo>
                  <a:lnTo>
                    <a:pt x="22611" y="4404"/>
                  </a:lnTo>
                  <a:lnTo>
                    <a:pt x="23454" y="3467"/>
                  </a:lnTo>
                  <a:lnTo>
                    <a:pt x="24328" y="2562"/>
                  </a:lnTo>
                  <a:lnTo>
                    <a:pt x="25234" y="1656"/>
                  </a:lnTo>
                  <a:lnTo>
                    <a:pt x="25234" y="1656"/>
                  </a:lnTo>
                  <a:lnTo>
                    <a:pt x="25453" y="1469"/>
                  </a:lnTo>
                  <a:lnTo>
                    <a:pt x="25702" y="1281"/>
                  </a:lnTo>
                  <a:lnTo>
                    <a:pt x="25984" y="1094"/>
                  </a:lnTo>
                  <a:lnTo>
                    <a:pt x="26265" y="938"/>
                  </a:lnTo>
                  <a:lnTo>
                    <a:pt x="26546" y="782"/>
                  </a:lnTo>
                  <a:lnTo>
                    <a:pt x="26858" y="657"/>
                  </a:lnTo>
                  <a:lnTo>
                    <a:pt x="27514" y="407"/>
                  </a:lnTo>
                  <a:lnTo>
                    <a:pt x="28232" y="251"/>
                  </a:lnTo>
                  <a:lnTo>
                    <a:pt x="28982" y="126"/>
                  </a:lnTo>
                  <a:lnTo>
                    <a:pt x="29762" y="32"/>
                  </a:lnTo>
                  <a:lnTo>
                    <a:pt x="30574" y="1"/>
                  </a:lnTo>
                  <a:lnTo>
                    <a:pt x="31386" y="32"/>
                  </a:lnTo>
                  <a:lnTo>
                    <a:pt x="32198" y="95"/>
                  </a:lnTo>
                  <a:lnTo>
                    <a:pt x="33041" y="188"/>
                  </a:lnTo>
                  <a:lnTo>
                    <a:pt x="33853" y="344"/>
                  </a:lnTo>
                  <a:lnTo>
                    <a:pt x="34634" y="532"/>
                  </a:lnTo>
                  <a:lnTo>
                    <a:pt x="35415" y="750"/>
                  </a:lnTo>
                  <a:lnTo>
                    <a:pt x="36196" y="1031"/>
                  </a:lnTo>
                  <a:lnTo>
                    <a:pt x="36883" y="1313"/>
                  </a:lnTo>
                  <a:lnTo>
                    <a:pt x="36883" y="1313"/>
                  </a:lnTo>
                  <a:lnTo>
                    <a:pt x="37195" y="1500"/>
                  </a:lnTo>
                  <a:lnTo>
                    <a:pt x="37538" y="1781"/>
                  </a:lnTo>
                  <a:lnTo>
                    <a:pt x="37976" y="2218"/>
                  </a:lnTo>
                  <a:lnTo>
                    <a:pt x="38475" y="2749"/>
                  </a:lnTo>
                  <a:lnTo>
                    <a:pt x="38975" y="3374"/>
                  </a:lnTo>
                  <a:lnTo>
                    <a:pt x="39537" y="4092"/>
                  </a:lnTo>
                  <a:lnTo>
                    <a:pt x="40130" y="4873"/>
                  </a:lnTo>
                  <a:lnTo>
                    <a:pt x="40724" y="5747"/>
                  </a:lnTo>
                  <a:lnTo>
                    <a:pt x="41317" y="6684"/>
                  </a:lnTo>
                  <a:lnTo>
                    <a:pt x="41911" y="7683"/>
                  </a:lnTo>
                  <a:lnTo>
                    <a:pt x="42473" y="8745"/>
                  </a:lnTo>
                  <a:lnTo>
                    <a:pt x="43035" y="9807"/>
                  </a:lnTo>
                  <a:lnTo>
                    <a:pt x="43534" y="10931"/>
                  </a:lnTo>
                  <a:lnTo>
                    <a:pt x="44003" y="12055"/>
                  </a:lnTo>
                  <a:lnTo>
                    <a:pt x="44378" y="13211"/>
                  </a:lnTo>
                  <a:lnTo>
                    <a:pt x="44721" y="14335"/>
                  </a:lnTo>
                  <a:lnTo>
                    <a:pt x="44721" y="14335"/>
                  </a:lnTo>
                  <a:lnTo>
                    <a:pt x="45065" y="15865"/>
                  </a:lnTo>
                  <a:lnTo>
                    <a:pt x="45533" y="18020"/>
                  </a:lnTo>
                  <a:lnTo>
                    <a:pt x="46033" y="20706"/>
                  </a:lnTo>
                  <a:lnTo>
                    <a:pt x="46626" y="23860"/>
                  </a:lnTo>
                  <a:lnTo>
                    <a:pt x="47907" y="31074"/>
                  </a:lnTo>
                  <a:lnTo>
                    <a:pt x="49249" y="38850"/>
                  </a:lnTo>
                  <a:lnTo>
                    <a:pt x="50499" y="46314"/>
                  </a:lnTo>
                  <a:lnTo>
                    <a:pt x="51529" y="52716"/>
                  </a:lnTo>
                  <a:lnTo>
                    <a:pt x="52216" y="57182"/>
                  </a:lnTo>
                  <a:lnTo>
                    <a:pt x="52404" y="58431"/>
                  </a:lnTo>
                  <a:lnTo>
                    <a:pt x="52466" y="5889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7" name="Google Shape;3737;p61"/>
            <p:cNvSpPr/>
            <p:nvPr/>
          </p:nvSpPr>
          <p:spPr>
            <a:xfrm>
              <a:off x="3373550" y="3030800"/>
              <a:ext cx="1125075" cy="1356150"/>
            </a:xfrm>
            <a:custGeom>
              <a:avLst/>
              <a:gdLst/>
              <a:ahLst/>
              <a:cxnLst/>
              <a:rect l="l" t="t" r="r" b="b"/>
              <a:pathLst>
                <a:path w="45003" h="54246" extrusionOk="0">
                  <a:moveTo>
                    <a:pt x="28076" y="0"/>
                  </a:moveTo>
                  <a:lnTo>
                    <a:pt x="27576" y="32"/>
                  </a:lnTo>
                  <a:lnTo>
                    <a:pt x="27077" y="125"/>
                  </a:lnTo>
                  <a:lnTo>
                    <a:pt x="26577" y="219"/>
                  </a:lnTo>
                  <a:lnTo>
                    <a:pt x="26109" y="344"/>
                  </a:lnTo>
                  <a:lnTo>
                    <a:pt x="25640" y="531"/>
                  </a:lnTo>
                  <a:lnTo>
                    <a:pt x="25172" y="719"/>
                  </a:lnTo>
                  <a:lnTo>
                    <a:pt x="24734" y="969"/>
                  </a:lnTo>
                  <a:lnTo>
                    <a:pt x="25234" y="969"/>
                  </a:lnTo>
                  <a:lnTo>
                    <a:pt x="25734" y="906"/>
                  </a:lnTo>
                  <a:lnTo>
                    <a:pt x="26233" y="844"/>
                  </a:lnTo>
                  <a:lnTo>
                    <a:pt x="26702" y="719"/>
                  </a:lnTo>
                  <a:lnTo>
                    <a:pt x="27202" y="594"/>
                  </a:lnTo>
                  <a:lnTo>
                    <a:pt x="27670" y="438"/>
                  </a:lnTo>
                  <a:lnTo>
                    <a:pt x="28107" y="219"/>
                  </a:lnTo>
                  <a:lnTo>
                    <a:pt x="28576" y="0"/>
                  </a:lnTo>
                  <a:close/>
                  <a:moveTo>
                    <a:pt x="14991" y="5622"/>
                  </a:moveTo>
                  <a:lnTo>
                    <a:pt x="14710" y="5996"/>
                  </a:lnTo>
                  <a:lnTo>
                    <a:pt x="15147" y="6309"/>
                  </a:lnTo>
                  <a:lnTo>
                    <a:pt x="15584" y="6559"/>
                  </a:lnTo>
                  <a:lnTo>
                    <a:pt x="16053" y="6746"/>
                  </a:lnTo>
                  <a:lnTo>
                    <a:pt x="16521" y="6933"/>
                  </a:lnTo>
                  <a:lnTo>
                    <a:pt x="16990" y="7089"/>
                  </a:lnTo>
                  <a:lnTo>
                    <a:pt x="16646" y="6746"/>
                  </a:lnTo>
                  <a:lnTo>
                    <a:pt x="16271" y="6434"/>
                  </a:lnTo>
                  <a:lnTo>
                    <a:pt x="15865" y="6121"/>
                  </a:lnTo>
                  <a:lnTo>
                    <a:pt x="15428" y="5840"/>
                  </a:lnTo>
                  <a:lnTo>
                    <a:pt x="14991" y="5622"/>
                  </a:lnTo>
                  <a:close/>
                  <a:moveTo>
                    <a:pt x="37289" y="6090"/>
                  </a:moveTo>
                  <a:lnTo>
                    <a:pt x="36945" y="6434"/>
                  </a:lnTo>
                  <a:lnTo>
                    <a:pt x="36602" y="6808"/>
                  </a:lnTo>
                  <a:lnTo>
                    <a:pt x="36321" y="7214"/>
                  </a:lnTo>
                  <a:lnTo>
                    <a:pt x="36040" y="7652"/>
                  </a:lnTo>
                  <a:lnTo>
                    <a:pt x="35790" y="8089"/>
                  </a:lnTo>
                  <a:lnTo>
                    <a:pt x="35602" y="8526"/>
                  </a:lnTo>
                  <a:lnTo>
                    <a:pt x="35415" y="8994"/>
                  </a:lnTo>
                  <a:lnTo>
                    <a:pt x="35259" y="9463"/>
                  </a:lnTo>
                  <a:lnTo>
                    <a:pt x="35602" y="9119"/>
                  </a:lnTo>
                  <a:lnTo>
                    <a:pt x="35946" y="8745"/>
                  </a:lnTo>
                  <a:lnTo>
                    <a:pt x="36227" y="8339"/>
                  </a:lnTo>
                  <a:lnTo>
                    <a:pt x="36508" y="7901"/>
                  </a:lnTo>
                  <a:lnTo>
                    <a:pt x="36727" y="7464"/>
                  </a:lnTo>
                  <a:lnTo>
                    <a:pt x="36945" y="7027"/>
                  </a:lnTo>
                  <a:lnTo>
                    <a:pt x="37133" y="6559"/>
                  </a:lnTo>
                  <a:lnTo>
                    <a:pt x="37289" y="6090"/>
                  </a:lnTo>
                  <a:close/>
                  <a:moveTo>
                    <a:pt x="24235" y="8183"/>
                  </a:moveTo>
                  <a:lnTo>
                    <a:pt x="23891" y="8557"/>
                  </a:lnTo>
                  <a:lnTo>
                    <a:pt x="23579" y="8932"/>
                  </a:lnTo>
                  <a:lnTo>
                    <a:pt x="23267" y="9338"/>
                  </a:lnTo>
                  <a:lnTo>
                    <a:pt x="23017" y="9775"/>
                  </a:lnTo>
                  <a:lnTo>
                    <a:pt x="22767" y="10212"/>
                  </a:lnTo>
                  <a:lnTo>
                    <a:pt x="22548" y="10650"/>
                  </a:lnTo>
                  <a:lnTo>
                    <a:pt x="22361" y="11118"/>
                  </a:lnTo>
                  <a:lnTo>
                    <a:pt x="22205" y="11587"/>
                  </a:lnTo>
                  <a:lnTo>
                    <a:pt x="22548" y="11243"/>
                  </a:lnTo>
                  <a:lnTo>
                    <a:pt x="22892" y="10837"/>
                  </a:lnTo>
                  <a:lnTo>
                    <a:pt x="23173" y="10462"/>
                  </a:lnTo>
                  <a:lnTo>
                    <a:pt x="23454" y="10025"/>
                  </a:lnTo>
                  <a:lnTo>
                    <a:pt x="23673" y="9588"/>
                  </a:lnTo>
                  <a:lnTo>
                    <a:pt x="23891" y="9151"/>
                  </a:lnTo>
                  <a:lnTo>
                    <a:pt x="24079" y="8682"/>
                  </a:lnTo>
                  <a:lnTo>
                    <a:pt x="24235" y="8183"/>
                  </a:lnTo>
                  <a:close/>
                  <a:moveTo>
                    <a:pt x="30387" y="14553"/>
                  </a:moveTo>
                  <a:lnTo>
                    <a:pt x="30387" y="15053"/>
                  </a:lnTo>
                  <a:lnTo>
                    <a:pt x="30449" y="15553"/>
                  </a:lnTo>
                  <a:lnTo>
                    <a:pt x="30512" y="16052"/>
                  </a:lnTo>
                  <a:lnTo>
                    <a:pt x="30637" y="16521"/>
                  </a:lnTo>
                  <a:lnTo>
                    <a:pt x="30762" y="17020"/>
                  </a:lnTo>
                  <a:lnTo>
                    <a:pt x="30918" y="17489"/>
                  </a:lnTo>
                  <a:lnTo>
                    <a:pt x="31137" y="17957"/>
                  </a:lnTo>
                  <a:lnTo>
                    <a:pt x="31355" y="18395"/>
                  </a:lnTo>
                  <a:lnTo>
                    <a:pt x="31355" y="17895"/>
                  </a:lnTo>
                  <a:lnTo>
                    <a:pt x="31324" y="17395"/>
                  </a:lnTo>
                  <a:lnTo>
                    <a:pt x="31230" y="16896"/>
                  </a:lnTo>
                  <a:lnTo>
                    <a:pt x="31137" y="16396"/>
                  </a:lnTo>
                  <a:lnTo>
                    <a:pt x="30980" y="15927"/>
                  </a:lnTo>
                  <a:lnTo>
                    <a:pt x="30824" y="15459"/>
                  </a:lnTo>
                  <a:lnTo>
                    <a:pt x="30637" y="14991"/>
                  </a:lnTo>
                  <a:lnTo>
                    <a:pt x="30387" y="14553"/>
                  </a:lnTo>
                  <a:close/>
                  <a:moveTo>
                    <a:pt x="10213" y="16521"/>
                  </a:moveTo>
                  <a:lnTo>
                    <a:pt x="10556" y="16864"/>
                  </a:lnTo>
                  <a:lnTo>
                    <a:pt x="10962" y="17208"/>
                  </a:lnTo>
                  <a:lnTo>
                    <a:pt x="11368" y="17489"/>
                  </a:lnTo>
                  <a:lnTo>
                    <a:pt x="11774" y="17770"/>
                  </a:lnTo>
                  <a:lnTo>
                    <a:pt x="12211" y="17989"/>
                  </a:lnTo>
                  <a:lnTo>
                    <a:pt x="12680" y="18207"/>
                  </a:lnTo>
                  <a:lnTo>
                    <a:pt x="13117" y="18395"/>
                  </a:lnTo>
                  <a:lnTo>
                    <a:pt x="13617" y="18551"/>
                  </a:lnTo>
                  <a:lnTo>
                    <a:pt x="13617" y="18551"/>
                  </a:lnTo>
                  <a:lnTo>
                    <a:pt x="13242" y="18207"/>
                  </a:lnTo>
                  <a:lnTo>
                    <a:pt x="12867" y="17864"/>
                  </a:lnTo>
                  <a:lnTo>
                    <a:pt x="12461" y="17583"/>
                  </a:lnTo>
                  <a:lnTo>
                    <a:pt x="12055" y="17302"/>
                  </a:lnTo>
                  <a:lnTo>
                    <a:pt x="11618" y="17052"/>
                  </a:lnTo>
                  <a:lnTo>
                    <a:pt x="11150" y="16864"/>
                  </a:lnTo>
                  <a:lnTo>
                    <a:pt x="10681" y="16677"/>
                  </a:lnTo>
                  <a:lnTo>
                    <a:pt x="10213" y="16521"/>
                  </a:lnTo>
                  <a:close/>
                  <a:moveTo>
                    <a:pt x="39256" y="18363"/>
                  </a:moveTo>
                  <a:lnTo>
                    <a:pt x="39600" y="18707"/>
                  </a:lnTo>
                  <a:lnTo>
                    <a:pt x="39974" y="19050"/>
                  </a:lnTo>
                  <a:lnTo>
                    <a:pt x="40380" y="19331"/>
                  </a:lnTo>
                  <a:lnTo>
                    <a:pt x="40818" y="19581"/>
                  </a:lnTo>
                  <a:lnTo>
                    <a:pt x="41255" y="19831"/>
                  </a:lnTo>
                  <a:lnTo>
                    <a:pt x="41692" y="20050"/>
                  </a:lnTo>
                  <a:lnTo>
                    <a:pt x="42161" y="20237"/>
                  </a:lnTo>
                  <a:lnTo>
                    <a:pt x="42629" y="20393"/>
                  </a:lnTo>
                  <a:lnTo>
                    <a:pt x="42285" y="20050"/>
                  </a:lnTo>
                  <a:lnTo>
                    <a:pt x="41911" y="19706"/>
                  </a:lnTo>
                  <a:lnTo>
                    <a:pt x="41505" y="19425"/>
                  </a:lnTo>
                  <a:lnTo>
                    <a:pt x="41068" y="19144"/>
                  </a:lnTo>
                  <a:lnTo>
                    <a:pt x="40630" y="18894"/>
                  </a:lnTo>
                  <a:lnTo>
                    <a:pt x="40193" y="18676"/>
                  </a:lnTo>
                  <a:lnTo>
                    <a:pt x="39725" y="18519"/>
                  </a:lnTo>
                  <a:lnTo>
                    <a:pt x="39256" y="18363"/>
                  </a:lnTo>
                  <a:close/>
                  <a:moveTo>
                    <a:pt x="23298" y="21018"/>
                  </a:moveTo>
                  <a:lnTo>
                    <a:pt x="22798" y="21049"/>
                  </a:lnTo>
                  <a:lnTo>
                    <a:pt x="22299" y="21080"/>
                  </a:lnTo>
                  <a:lnTo>
                    <a:pt x="21799" y="21174"/>
                  </a:lnTo>
                  <a:lnTo>
                    <a:pt x="21330" y="21268"/>
                  </a:lnTo>
                  <a:lnTo>
                    <a:pt x="20862" y="21393"/>
                  </a:lnTo>
                  <a:lnTo>
                    <a:pt x="20362" y="21580"/>
                  </a:lnTo>
                  <a:lnTo>
                    <a:pt x="19925" y="21767"/>
                  </a:lnTo>
                  <a:lnTo>
                    <a:pt x="19488" y="22017"/>
                  </a:lnTo>
                  <a:lnTo>
                    <a:pt x="19988" y="21986"/>
                  </a:lnTo>
                  <a:lnTo>
                    <a:pt x="20487" y="21955"/>
                  </a:lnTo>
                  <a:lnTo>
                    <a:pt x="20956" y="21892"/>
                  </a:lnTo>
                  <a:lnTo>
                    <a:pt x="21455" y="21767"/>
                  </a:lnTo>
                  <a:lnTo>
                    <a:pt x="21924" y="21642"/>
                  </a:lnTo>
                  <a:lnTo>
                    <a:pt x="22392" y="21455"/>
                  </a:lnTo>
                  <a:lnTo>
                    <a:pt x="22861" y="21268"/>
                  </a:lnTo>
                  <a:lnTo>
                    <a:pt x="23298" y="21018"/>
                  </a:lnTo>
                  <a:close/>
                  <a:moveTo>
                    <a:pt x="35665" y="26733"/>
                  </a:moveTo>
                  <a:lnTo>
                    <a:pt x="35321" y="27108"/>
                  </a:lnTo>
                  <a:lnTo>
                    <a:pt x="35009" y="27482"/>
                  </a:lnTo>
                  <a:lnTo>
                    <a:pt x="34697" y="27888"/>
                  </a:lnTo>
                  <a:lnTo>
                    <a:pt x="34447" y="28294"/>
                  </a:lnTo>
                  <a:lnTo>
                    <a:pt x="34197" y="28731"/>
                  </a:lnTo>
                  <a:lnTo>
                    <a:pt x="33978" y="29200"/>
                  </a:lnTo>
                  <a:lnTo>
                    <a:pt x="33791" y="29668"/>
                  </a:lnTo>
                  <a:lnTo>
                    <a:pt x="33635" y="30137"/>
                  </a:lnTo>
                  <a:lnTo>
                    <a:pt x="33635" y="30137"/>
                  </a:lnTo>
                  <a:lnTo>
                    <a:pt x="34010" y="29793"/>
                  </a:lnTo>
                  <a:lnTo>
                    <a:pt x="34322" y="29387"/>
                  </a:lnTo>
                  <a:lnTo>
                    <a:pt x="34603" y="28981"/>
                  </a:lnTo>
                  <a:lnTo>
                    <a:pt x="34884" y="28575"/>
                  </a:lnTo>
                  <a:lnTo>
                    <a:pt x="35134" y="28138"/>
                  </a:lnTo>
                  <a:lnTo>
                    <a:pt x="35353" y="27670"/>
                  </a:lnTo>
                  <a:lnTo>
                    <a:pt x="35540" y="27232"/>
                  </a:lnTo>
                  <a:lnTo>
                    <a:pt x="35665" y="26733"/>
                  </a:lnTo>
                  <a:close/>
                  <a:moveTo>
                    <a:pt x="43566" y="27795"/>
                  </a:moveTo>
                  <a:lnTo>
                    <a:pt x="43597" y="28294"/>
                  </a:lnTo>
                  <a:lnTo>
                    <a:pt x="43628" y="28794"/>
                  </a:lnTo>
                  <a:lnTo>
                    <a:pt x="43691" y="29262"/>
                  </a:lnTo>
                  <a:lnTo>
                    <a:pt x="43816" y="29762"/>
                  </a:lnTo>
                  <a:lnTo>
                    <a:pt x="43941" y="30230"/>
                  </a:lnTo>
                  <a:lnTo>
                    <a:pt x="44097" y="30730"/>
                  </a:lnTo>
                  <a:lnTo>
                    <a:pt x="44315" y="31167"/>
                  </a:lnTo>
                  <a:lnTo>
                    <a:pt x="44534" y="31605"/>
                  </a:lnTo>
                  <a:lnTo>
                    <a:pt x="44534" y="31292"/>
                  </a:lnTo>
                  <a:lnTo>
                    <a:pt x="44534" y="31261"/>
                  </a:lnTo>
                  <a:lnTo>
                    <a:pt x="44190" y="29262"/>
                  </a:lnTo>
                  <a:lnTo>
                    <a:pt x="44097" y="28888"/>
                  </a:lnTo>
                  <a:lnTo>
                    <a:pt x="43941" y="28513"/>
                  </a:lnTo>
                  <a:lnTo>
                    <a:pt x="43753" y="28138"/>
                  </a:lnTo>
                  <a:lnTo>
                    <a:pt x="43566" y="27795"/>
                  </a:lnTo>
                  <a:close/>
                  <a:moveTo>
                    <a:pt x="11337" y="28294"/>
                  </a:moveTo>
                  <a:lnTo>
                    <a:pt x="11337" y="28794"/>
                  </a:lnTo>
                  <a:lnTo>
                    <a:pt x="11368" y="29294"/>
                  </a:lnTo>
                  <a:lnTo>
                    <a:pt x="11462" y="29793"/>
                  </a:lnTo>
                  <a:lnTo>
                    <a:pt x="11556" y="30293"/>
                  </a:lnTo>
                  <a:lnTo>
                    <a:pt x="11712" y="30761"/>
                  </a:lnTo>
                  <a:lnTo>
                    <a:pt x="11868" y="31230"/>
                  </a:lnTo>
                  <a:lnTo>
                    <a:pt x="12055" y="31698"/>
                  </a:lnTo>
                  <a:lnTo>
                    <a:pt x="12305" y="32135"/>
                  </a:lnTo>
                  <a:lnTo>
                    <a:pt x="12305" y="31636"/>
                  </a:lnTo>
                  <a:lnTo>
                    <a:pt x="12243" y="31136"/>
                  </a:lnTo>
                  <a:lnTo>
                    <a:pt x="12180" y="30636"/>
                  </a:lnTo>
                  <a:lnTo>
                    <a:pt x="12055" y="30168"/>
                  </a:lnTo>
                  <a:lnTo>
                    <a:pt x="11930" y="29668"/>
                  </a:lnTo>
                  <a:lnTo>
                    <a:pt x="11774" y="29200"/>
                  </a:lnTo>
                  <a:lnTo>
                    <a:pt x="11556" y="28763"/>
                  </a:lnTo>
                  <a:lnTo>
                    <a:pt x="11337" y="28294"/>
                  </a:lnTo>
                  <a:close/>
                  <a:moveTo>
                    <a:pt x="20862" y="30605"/>
                  </a:moveTo>
                  <a:lnTo>
                    <a:pt x="21206" y="30949"/>
                  </a:lnTo>
                  <a:lnTo>
                    <a:pt x="21580" y="31261"/>
                  </a:lnTo>
                  <a:lnTo>
                    <a:pt x="21986" y="31542"/>
                  </a:lnTo>
                  <a:lnTo>
                    <a:pt x="22423" y="31823"/>
                  </a:lnTo>
                  <a:lnTo>
                    <a:pt x="22861" y="32073"/>
                  </a:lnTo>
                  <a:lnTo>
                    <a:pt x="23298" y="32292"/>
                  </a:lnTo>
                  <a:lnTo>
                    <a:pt x="23766" y="32479"/>
                  </a:lnTo>
                  <a:lnTo>
                    <a:pt x="24235" y="32635"/>
                  </a:lnTo>
                  <a:lnTo>
                    <a:pt x="23891" y="32260"/>
                  </a:lnTo>
                  <a:lnTo>
                    <a:pt x="23485" y="31948"/>
                  </a:lnTo>
                  <a:lnTo>
                    <a:pt x="23111" y="31667"/>
                  </a:lnTo>
                  <a:lnTo>
                    <a:pt x="22673" y="31386"/>
                  </a:lnTo>
                  <a:lnTo>
                    <a:pt x="22236" y="31136"/>
                  </a:lnTo>
                  <a:lnTo>
                    <a:pt x="21799" y="30918"/>
                  </a:lnTo>
                  <a:lnTo>
                    <a:pt x="21330" y="30761"/>
                  </a:lnTo>
                  <a:lnTo>
                    <a:pt x="20862" y="30605"/>
                  </a:lnTo>
                  <a:close/>
                  <a:moveTo>
                    <a:pt x="4123" y="31573"/>
                  </a:moveTo>
                  <a:lnTo>
                    <a:pt x="3779" y="31917"/>
                  </a:lnTo>
                  <a:lnTo>
                    <a:pt x="3436" y="32292"/>
                  </a:lnTo>
                  <a:lnTo>
                    <a:pt x="3155" y="32698"/>
                  </a:lnTo>
                  <a:lnTo>
                    <a:pt x="2874" y="33135"/>
                  </a:lnTo>
                  <a:lnTo>
                    <a:pt x="2655" y="33572"/>
                  </a:lnTo>
                  <a:lnTo>
                    <a:pt x="2437" y="34009"/>
                  </a:lnTo>
                  <a:lnTo>
                    <a:pt x="2249" y="34478"/>
                  </a:lnTo>
                  <a:lnTo>
                    <a:pt x="2093" y="34977"/>
                  </a:lnTo>
                  <a:lnTo>
                    <a:pt x="2437" y="34603"/>
                  </a:lnTo>
                  <a:lnTo>
                    <a:pt x="2780" y="34228"/>
                  </a:lnTo>
                  <a:lnTo>
                    <a:pt x="3061" y="33822"/>
                  </a:lnTo>
                  <a:lnTo>
                    <a:pt x="3342" y="33385"/>
                  </a:lnTo>
                  <a:lnTo>
                    <a:pt x="3592" y="32947"/>
                  </a:lnTo>
                  <a:lnTo>
                    <a:pt x="3779" y="32510"/>
                  </a:lnTo>
                  <a:lnTo>
                    <a:pt x="3967" y="32042"/>
                  </a:lnTo>
                  <a:lnTo>
                    <a:pt x="4123" y="31573"/>
                  </a:lnTo>
                  <a:close/>
                  <a:moveTo>
                    <a:pt x="28950" y="36976"/>
                  </a:moveTo>
                  <a:lnTo>
                    <a:pt x="28950" y="37476"/>
                  </a:lnTo>
                  <a:lnTo>
                    <a:pt x="28982" y="37975"/>
                  </a:lnTo>
                  <a:lnTo>
                    <a:pt x="29075" y="38475"/>
                  </a:lnTo>
                  <a:lnTo>
                    <a:pt x="29169" y="38975"/>
                  </a:lnTo>
                  <a:lnTo>
                    <a:pt x="29325" y="39443"/>
                  </a:lnTo>
                  <a:lnTo>
                    <a:pt x="29481" y="39912"/>
                  </a:lnTo>
                  <a:lnTo>
                    <a:pt x="29700" y="40380"/>
                  </a:lnTo>
                  <a:lnTo>
                    <a:pt x="29919" y="40817"/>
                  </a:lnTo>
                  <a:lnTo>
                    <a:pt x="29919" y="40318"/>
                  </a:lnTo>
                  <a:lnTo>
                    <a:pt x="29856" y="39818"/>
                  </a:lnTo>
                  <a:lnTo>
                    <a:pt x="29794" y="39318"/>
                  </a:lnTo>
                  <a:lnTo>
                    <a:pt x="29669" y="38850"/>
                  </a:lnTo>
                  <a:lnTo>
                    <a:pt x="29544" y="38350"/>
                  </a:lnTo>
                  <a:lnTo>
                    <a:pt x="29388" y="37882"/>
                  </a:lnTo>
                  <a:lnTo>
                    <a:pt x="29169" y="37444"/>
                  </a:lnTo>
                  <a:lnTo>
                    <a:pt x="28950" y="36976"/>
                  </a:lnTo>
                  <a:close/>
                  <a:moveTo>
                    <a:pt x="41598" y="38912"/>
                  </a:moveTo>
                  <a:lnTo>
                    <a:pt x="41973" y="39256"/>
                  </a:lnTo>
                  <a:lnTo>
                    <a:pt x="42348" y="39568"/>
                  </a:lnTo>
                  <a:lnTo>
                    <a:pt x="42754" y="39849"/>
                  </a:lnTo>
                  <a:lnTo>
                    <a:pt x="43160" y="40130"/>
                  </a:lnTo>
                  <a:lnTo>
                    <a:pt x="43597" y="40380"/>
                  </a:lnTo>
                  <a:lnTo>
                    <a:pt x="44066" y="40599"/>
                  </a:lnTo>
                  <a:lnTo>
                    <a:pt x="44534" y="40786"/>
                  </a:lnTo>
                  <a:lnTo>
                    <a:pt x="45002" y="40911"/>
                  </a:lnTo>
                  <a:lnTo>
                    <a:pt x="44659" y="40567"/>
                  </a:lnTo>
                  <a:lnTo>
                    <a:pt x="44253" y="40255"/>
                  </a:lnTo>
                  <a:lnTo>
                    <a:pt x="43847" y="39943"/>
                  </a:lnTo>
                  <a:lnTo>
                    <a:pt x="43441" y="39693"/>
                  </a:lnTo>
                  <a:lnTo>
                    <a:pt x="43004" y="39443"/>
                  </a:lnTo>
                  <a:lnTo>
                    <a:pt x="42535" y="39225"/>
                  </a:lnTo>
                  <a:lnTo>
                    <a:pt x="42067" y="39037"/>
                  </a:lnTo>
                  <a:lnTo>
                    <a:pt x="41598" y="38912"/>
                  </a:lnTo>
                  <a:close/>
                  <a:moveTo>
                    <a:pt x="13523" y="41504"/>
                  </a:moveTo>
                  <a:lnTo>
                    <a:pt x="13023" y="41567"/>
                  </a:lnTo>
                  <a:lnTo>
                    <a:pt x="12524" y="41629"/>
                  </a:lnTo>
                  <a:lnTo>
                    <a:pt x="12024" y="41754"/>
                  </a:lnTo>
                  <a:lnTo>
                    <a:pt x="11556" y="41879"/>
                  </a:lnTo>
                  <a:lnTo>
                    <a:pt x="11087" y="42035"/>
                  </a:lnTo>
                  <a:lnTo>
                    <a:pt x="10619" y="42254"/>
                  </a:lnTo>
                  <a:lnTo>
                    <a:pt x="10182" y="42472"/>
                  </a:lnTo>
                  <a:lnTo>
                    <a:pt x="10681" y="42472"/>
                  </a:lnTo>
                  <a:lnTo>
                    <a:pt x="11181" y="42441"/>
                  </a:lnTo>
                  <a:lnTo>
                    <a:pt x="11681" y="42347"/>
                  </a:lnTo>
                  <a:lnTo>
                    <a:pt x="12149" y="42254"/>
                  </a:lnTo>
                  <a:lnTo>
                    <a:pt x="12649" y="42098"/>
                  </a:lnTo>
                  <a:lnTo>
                    <a:pt x="13117" y="41941"/>
                  </a:lnTo>
                  <a:lnTo>
                    <a:pt x="13586" y="41754"/>
                  </a:lnTo>
                  <a:lnTo>
                    <a:pt x="14023" y="41504"/>
                  </a:lnTo>
                  <a:close/>
                  <a:moveTo>
                    <a:pt x="1" y="45658"/>
                  </a:moveTo>
                  <a:lnTo>
                    <a:pt x="344" y="46001"/>
                  </a:lnTo>
                  <a:lnTo>
                    <a:pt x="750" y="46345"/>
                  </a:lnTo>
                  <a:lnTo>
                    <a:pt x="1156" y="46626"/>
                  </a:lnTo>
                  <a:lnTo>
                    <a:pt x="1562" y="46907"/>
                  </a:lnTo>
                  <a:lnTo>
                    <a:pt x="1999" y="47157"/>
                  </a:lnTo>
                  <a:lnTo>
                    <a:pt x="2468" y="47344"/>
                  </a:lnTo>
                  <a:lnTo>
                    <a:pt x="2936" y="47532"/>
                  </a:lnTo>
                  <a:lnTo>
                    <a:pt x="3405" y="47688"/>
                  </a:lnTo>
                  <a:lnTo>
                    <a:pt x="3030" y="47344"/>
                  </a:lnTo>
                  <a:lnTo>
                    <a:pt x="2655" y="47001"/>
                  </a:lnTo>
                  <a:lnTo>
                    <a:pt x="2249" y="46720"/>
                  </a:lnTo>
                  <a:lnTo>
                    <a:pt x="1843" y="46439"/>
                  </a:lnTo>
                  <a:lnTo>
                    <a:pt x="1406" y="46220"/>
                  </a:lnTo>
                  <a:lnTo>
                    <a:pt x="938" y="46001"/>
                  </a:lnTo>
                  <a:lnTo>
                    <a:pt x="469" y="45814"/>
                  </a:lnTo>
                  <a:lnTo>
                    <a:pt x="1" y="45658"/>
                  </a:lnTo>
                  <a:close/>
                  <a:moveTo>
                    <a:pt x="22236" y="45845"/>
                  </a:moveTo>
                  <a:lnTo>
                    <a:pt x="21861" y="46220"/>
                  </a:lnTo>
                  <a:lnTo>
                    <a:pt x="21549" y="46595"/>
                  </a:lnTo>
                  <a:lnTo>
                    <a:pt x="21237" y="47001"/>
                  </a:lnTo>
                  <a:lnTo>
                    <a:pt x="20987" y="47407"/>
                  </a:lnTo>
                  <a:lnTo>
                    <a:pt x="20737" y="47844"/>
                  </a:lnTo>
                  <a:lnTo>
                    <a:pt x="20518" y="48312"/>
                  </a:lnTo>
                  <a:lnTo>
                    <a:pt x="20331" y="48781"/>
                  </a:lnTo>
                  <a:lnTo>
                    <a:pt x="20206" y="49249"/>
                  </a:lnTo>
                  <a:lnTo>
                    <a:pt x="20206" y="49249"/>
                  </a:lnTo>
                  <a:lnTo>
                    <a:pt x="20550" y="48906"/>
                  </a:lnTo>
                  <a:lnTo>
                    <a:pt x="20862" y="48500"/>
                  </a:lnTo>
                  <a:lnTo>
                    <a:pt x="21174" y="48094"/>
                  </a:lnTo>
                  <a:lnTo>
                    <a:pt x="21424" y="47688"/>
                  </a:lnTo>
                  <a:lnTo>
                    <a:pt x="21674" y="47250"/>
                  </a:lnTo>
                  <a:lnTo>
                    <a:pt x="21893" y="46813"/>
                  </a:lnTo>
                  <a:lnTo>
                    <a:pt x="22080" y="46345"/>
                  </a:lnTo>
                  <a:lnTo>
                    <a:pt x="22236" y="45845"/>
                  </a:lnTo>
                  <a:close/>
                  <a:moveTo>
                    <a:pt x="38101" y="49780"/>
                  </a:moveTo>
                  <a:lnTo>
                    <a:pt x="37601" y="49811"/>
                  </a:lnTo>
                  <a:lnTo>
                    <a:pt x="37101" y="49843"/>
                  </a:lnTo>
                  <a:lnTo>
                    <a:pt x="36602" y="49905"/>
                  </a:lnTo>
                  <a:lnTo>
                    <a:pt x="36133" y="50030"/>
                  </a:lnTo>
                  <a:lnTo>
                    <a:pt x="35634" y="50155"/>
                  </a:lnTo>
                  <a:lnTo>
                    <a:pt x="35165" y="50342"/>
                  </a:lnTo>
                  <a:lnTo>
                    <a:pt x="34728" y="50530"/>
                  </a:lnTo>
                  <a:lnTo>
                    <a:pt x="34259" y="50748"/>
                  </a:lnTo>
                  <a:lnTo>
                    <a:pt x="34759" y="50748"/>
                  </a:lnTo>
                  <a:lnTo>
                    <a:pt x="35259" y="50717"/>
                  </a:lnTo>
                  <a:lnTo>
                    <a:pt x="35758" y="50654"/>
                  </a:lnTo>
                  <a:lnTo>
                    <a:pt x="36258" y="50530"/>
                  </a:lnTo>
                  <a:lnTo>
                    <a:pt x="36727" y="50405"/>
                  </a:lnTo>
                  <a:lnTo>
                    <a:pt x="37195" y="50217"/>
                  </a:lnTo>
                  <a:lnTo>
                    <a:pt x="37663" y="50030"/>
                  </a:lnTo>
                  <a:lnTo>
                    <a:pt x="38101" y="49780"/>
                  </a:lnTo>
                  <a:close/>
                  <a:moveTo>
                    <a:pt x="12867" y="53278"/>
                  </a:moveTo>
                  <a:lnTo>
                    <a:pt x="12368" y="53340"/>
                  </a:lnTo>
                  <a:lnTo>
                    <a:pt x="11868" y="53403"/>
                  </a:lnTo>
                  <a:lnTo>
                    <a:pt x="11399" y="53528"/>
                  </a:lnTo>
                  <a:lnTo>
                    <a:pt x="10900" y="53652"/>
                  </a:lnTo>
                  <a:lnTo>
                    <a:pt x="10431" y="53809"/>
                  </a:lnTo>
                  <a:lnTo>
                    <a:pt x="9994" y="54027"/>
                  </a:lnTo>
                  <a:lnTo>
                    <a:pt x="9526" y="54246"/>
                  </a:lnTo>
                  <a:lnTo>
                    <a:pt x="10025" y="54246"/>
                  </a:lnTo>
                  <a:lnTo>
                    <a:pt x="10525" y="54215"/>
                  </a:lnTo>
                  <a:lnTo>
                    <a:pt x="11025" y="54121"/>
                  </a:lnTo>
                  <a:lnTo>
                    <a:pt x="11524" y="54027"/>
                  </a:lnTo>
                  <a:lnTo>
                    <a:pt x="11993" y="53871"/>
                  </a:lnTo>
                  <a:lnTo>
                    <a:pt x="12461" y="53715"/>
                  </a:lnTo>
                  <a:lnTo>
                    <a:pt x="12930" y="53528"/>
                  </a:lnTo>
                  <a:lnTo>
                    <a:pt x="13367" y="5327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8" name="Google Shape;3738;p61"/>
            <p:cNvSpPr/>
            <p:nvPr/>
          </p:nvSpPr>
          <p:spPr>
            <a:xfrm>
              <a:off x="4133225" y="3394625"/>
              <a:ext cx="24225" cy="96050"/>
            </a:xfrm>
            <a:custGeom>
              <a:avLst/>
              <a:gdLst/>
              <a:ahLst/>
              <a:cxnLst/>
              <a:rect l="l" t="t" r="r" b="b"/>
              <a:pathLst>
                <a:path w="969" h="3842" fill="none" extrusionOk="0">
                  <a:moveTo>
                    <a:pt x="750" y="1843"/>
                  </a:moveTo>
                  <a:lnTo>
                    <a:pt x="750" y="1843"/>
                  </a:lnTo>
                  <a:lnTo>
                    <a:pt x="843" y="2343"/>
                  </a:lnTo>
                  <a:lnTo>
                    <a:pt x="937" y="2842"/>
                  </a:lnTo>
                  <a:lnTo>
                    <a:pt x="968" y="3342"/>
                  </a:lnTo>
                  <a:lnTo>
                    <a:pt x="968" y="3842"/>
                  </a:lnTo>
                  <a:lnTo>
                    <a:pt x="968" y="3842"/>
                  </a:lnTo>
                  <a:lnTo>
                    <a:pt x="750" y="3404"/>
                  </a:lnTo>
                  <a:lnTo>
                    <a:pt x="531" y="2936"/>
                  </a:lnTo>
                  <a:lnTo>
                    <a:pt x="375" y="2467"/>
                  </a:lnTo>
                  <a:lnTo>
                    <a:pt x="250" y="1968"/>
                  </a:lnTo>
                  <a:lnTo>
                    <a:pt x="250" y="1968"/>
                  </a:lnTo>
                  <a:lnTo>
                    <a:pt x="125" y="1499"/>
                  </a:lnTo>
                  <a:lnTo>
                    <a:pt x="62" y="1000"/>
                  </a:lnTo>
                  <a:lnTo>
                    <a:pt x="0" y="50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0" y="438"/>
                  </a:lnTo>
                  <a:lnTo>
                    <a:pt x="437" y="906"/>
                  </a:lnTo>
                  <a:lnTo>
                    <a:pt x="593" y="1374"/>
                  </a:lnTo>
                  <a:lnTo>
                    <a:pt x="750" y="184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9" name="Google Shape;3739;p61"/>
            <p:cNvSpPr/>
            <p:nvPr/>
          </p:nvSpPr>
          <p:spPr>
            <a:xfrm>
              <a:off x="4097300" y="3955200"/>
              <a:ext cx="24225" cy="96050"/>
            </a:xfrm>
            <a:custGeom>
              <a:avLst/>
              <a:gdLst/>
              <a:ahLst/>
              <a:cxnLst/>
              <a:rect l="l" t="t" r="r" b="b"/>
              <a:pathLst>
                <a:path w="969" h="384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500"/>
                  </a:lnTo>
                  <a:lnTo>
                    <a:pt x="32" y="999"/>
                  </a:lnTo>
                  <a:lnTo>
                    <a:pt x="125" y="1499"/>
                  </a:lnTo>
                  <a:lnTo>
                    <a:pt x="219" y="1999"/>
                  </a:lnTo>
                  <a:lnTo>
                    <a:pt x="219" y="1999"/>
                  </a:lnTo>
                  <a:lnTo>
                    <a:pt x="375" y="2467"/>
                  </a:lnTo>
                  <a:lnTo>
                    <a:pt x="531" y="2936"/>
                  </a:lnTo>
                  <a:lnTo>
                    <a:pt x="750" y="3404"/>
                  </a:lnTo>
                  <a:lnTo>
                    <a:pt x="969" y="3841"/>
                  </a:lnTo>
                  <a:lnTo>
                    <a:pt x="969" y="3841"/>
                  </a:lnTo>
                  <a:lnTo>
                    <a:pt x="969" y="3342"/>
                  </a:lnTo>
                  <a:lnTo>
                    <a:pt x="906" y="2842"/>
                  </a:lnTo>
                  <a:lnTo>
                    <a:pt x="844" y="2342"/>
                  </a:lnTo>
                  <a:lnTo>
                    <a:pt x="719" y="1874"/>
                  </a:lnTo>
                  <a:lnTo>
                    <a:pt x="594" y="1374"/>
                  </a:lnTo>
                  <a:lnTo>
                    <a:pt x="438" y="906"/>
                  </a:lnTo>
                  <a:lnTo>
                    <a:pt x="219" y="46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0" name="Google Shape;3740;p61"/>
            <p:cNvSpPr/>
            <p:nvPr/>
          </p:nvSpPr>
          <p:spPr>
            <a:xfrm>
              <a:off x="3656975" y="3738150"/>
              <a:ext cx="24225" cy="96050"/>
            </a:xfrm>
            <a:custGeom>
              <a:avLst/>
              <a:gdLst/>
              <a:ahLst/>
              <a:cxnLst/>
              <a:rect l="l" t="t" r="r" b="b"/>
              <a:pathLst>
                <a:path w="969" h="384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500"/>
                  </a:lnTo>
                  <a:lnTo>
                    <a:pt x="31" y="1000"/>
                  </a:lnTo>
                  <a:lnTo>
                    <a:pt x="125" y="1499"/>
                  </a:lnTo>
                  <a:lnTo>
                    <a:pt x="219" y="1999"/>
                  </a:lnTo>
                  <a:lnTo>
                    <a:pt x="219" y="1999"/>
                  </a:lnTo>
                  <a:lnTo>
                    <a:pt x="375" y="2467"/>
                  </a:lnTo>
                  <a:lnTo>
                    <a:pt x="531" y="2936"/>
                  </a:lnTo>
                  <a:lnTo>
                    <a:pt x="718" y="3404"/>
                  </a:lnTo>
                  <a:lnTo>
                    <a:pt x="968" y="3841"/>
                  </a:lnTo>
                  <a:lnTo>
                    <a:pt x="968" y="3841"/>
                  </a:lnTo>
                  <a:lnTo>
                    <a:pt x="968" y="3342"/>
                  </a:lnTo>
                  <a:lnTo>
                    <a:pt x="906" y="2842"/>
                  </a:lnTo>
                  <a:lnTo>
                    <a:pt x="843" y="2342"/>
                  </a:lnTo>
                  <a:lnTo>
                    <a:pt x="718" y="1874"/>
                  </a:lnTo>
                  <a:lnTo>
                    <a:pt x="593" y="1374"/>
                  </a:lnTo>
                  <a:lnTo>
                    <a:pt x="437" y="906"/>
                  </a:lnTo>
                  <a:lnTo>
                    <a:pt x="219" y="46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1" name="Google Shape;3741;p61"/>
            <p:cNvSpPr/>
            <p:nvPr/>
          </p:nvSpPr>
          <p:spPr>
            <a:xfrm>
              <a:off x="4462675" y="3725650"/>
              <a:ext cx="24225" cy="95275"/>
            </a:xfrm>
            <a:custGeom>
              <a:avLst/>
              <a:gdLst/>
              <a:ahLst/>
              <a:cxnLst/>
              <a:rect l="l" t="t" r="r" b="b"/>
              <a:pathLst>
                <a:path w="969" h="3811" fill="none" extrusionOk="0">
                  <a:moveTo>
                    <a:pt x="969" y="3467"/>
                  </a:moveTo>
                  <a:lnTo>
                    <a:pt x="969" y="3467"/>
                  </a:lnTo>
                  <a:lnTo>
                    <a:pt x="625" y="1468"/>
                  </a:lnTo>
                  <a:lnTo>
                    <a:pt x="625" y="1468"/>
                  </a:lnTo>
                  <a:lnTo>
                    <a:pt x="532" y="1094"/>
                  </a:lnTo>
                  <a:lnTo>
                    <a:pt x="376" y="719"/>
                  </a:lnTo>
                  <a:lnTo>
                    <a:pt x="188" y="344"/>
                  </a:lnTo>
                  <a:lnTo>
                    <a:pt x="1" y="1"/>
                  </a:lnTo>
                  <a:lnTo>
                    <a:pt x="1" y="1"/>
                  </a:lnTo>
                  <a:lnTo>
                    <a:pt x="32" y="500"/>
                  </a:lnTo>
                  <a:lnTo>
                    <a:pt x="63" y="1000"/>
                  </a:lnTo>
                  <a:lnTo>
                    <a:pt x="126" y="1468"/>
                  </a:lnTo>
                  <a:lnTo>
                    <a:pt x="251" y="1968"/>
                  </a:lnTo>
                  <a:lnTo>
                    <a:pt x="251" y="1968"/>
                  </a:lnTo>
                  <a:lnTo>
                    <a:pt x="376" y="2436"/>
                  </a:lnTo>
                  <a:lnTo>
                    <a:pt x="532" y="2936"/>
                  </a:lnTo>
                  <a:lnTo>
                    <a:pt x="750" y="3373"/>
                  </a:lnTo>
                  <a:lnTo>
                    <a:pt x="969" y="3811"/>
                  </a:lnTo>
                  <a:lnTo>
                    <a:pt x="969" y="3811"/>
                  </a:lnTo>
                  <a:lnTo>
                    <a:pt x="969" y="3498"/>
                  </a:lnTo>
                  <a:lnTo>
                    <a:pt x="969" y="34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2" name="Google Shape;3742;p61"/>
            <p:cNvSpPr/>
            <p:nvPr/>
          </p:nvSpPr>
          <p:spPr>
            <a:xfrm>
              <a:off x="3860725" y="3556225"/>
              <a:ext cx="95275" cy="25025"/>
            </a:xfrm>
            <a:custGeom>
              <a:avLst/>
              <a:gdLst/>
              <a:ahLst/>
              <a:cxnLst/>
              <a:rect l="l" t="t" r="r" b="b"/>
              <a:pathLst>
                <a:path w="3811" h="1001" fill="none" extrusionOk="0">
                  <a:moveTo>
                    <a:pt x="1" y="1000"/>
                  </a:moveTo>
                  <a:lnTo>
                    <a:pt x="1" y="1000"/>
                  </a:lnTo>
                  <a:lnTo>
                    <a:pt x="501" y="969"/>
                  </a:lnTo>
                  <a:lnTo>
                    <a:pt x="1000" y="938"/>
                  </a:lnTo>
                  <a:lnTo>
                    <a:pt x="1469" y="875"/>
                  </a:lnTo>
                  <a:lnTo>
                    <a:pt x="1968" y="750"/>
                  </a:lnTo>
                  <a:lnTo>
                    <a:pt x="1968" y="750"/>
                  </a:lnTo>
                  <a:lnTo>
                    <a:pt x="2437" y="625"/>
                  </a:lnTo>
                  <a:lnTo>
                    <a:pt x="2905" y="438"/>
                  </a:lnTo>
                  <a:lnTo>
                    <a:pt x="3374" y="251"/>
                  </a:lnTo>
                  <a:lnTo>
                    <a:pt x="3811" y="1"/>
                  </a:lnTo>
                  <a:lnTo>
                    <a:pt x="3811" y="1"/>
                  </a:lnTo>
                  <a:lnTo>
                    <a:pt x="3311" y="32"/>
                  </a:lnTo>
                  <a:lnTo>
                    <a:pt x="2812" y="63"/>
                  </a:lnTo>
                  <a:lnTo>
                    <a:pt x="2312" y="157"/>
                  </a:lnTo>
                  <a:lnTo>
                    <a:pt x="1843" y="251"/>
                  </a:lnTo>
                  <a:lnTo>
                    <a:pt x="1375" y="376"/>
                  </a:lnTo>
                  <a:lnTo>
                    <a:pt x="875" y="563"/>
                  </a:lnTo>
                  <a:lnTo>
                    <a:pt x="438" y="750"/>
                  </a:lnTo>
                  <a:lnTo>
                    <a:pt x="1" y="10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3" name="Google Shape;3743;p61"/>
            <p:cNvSpPr/>
            <p:nvPr/>
          </p:nvSpPr>
          <p:spPr>
            <a:xfrm>
              <a:off x="3628075" y="4068400"/>
              <a:ext cx="96050" cy="24225"/>
            </a:xfrm>
            <a:custGeom>
              <a:avLst/>
              <a:gdLst/>
              <a:ahLst/>
              <a:cxnLst/>
              <a:rect l="l" t="t" r="r" b="b"/>
              <a:pathLst>
                <a:path w="3842" h="969" fill="none" extrusionOk="0">
                  <a:moveTo>
                    <a:pt x="1" y="968"/>
                  </a:moveTo>
                  <a:lnTo>
                    <a:pt x="1" y="968"/>
                  </a:lnTo>
                  <a:lnTo>
                    <a:pt x="500" y="968"/>
                  </a:lnTo>
                  <a:lnTo>
                    <a:pt x="1000" y="937"/>
                  </a:lnTo>
                  <a:lnTo>
                    <a:pt x="1500" y="843"/>
                  </a:lnTo>
                  <a:lnTo>
                    <a:pt x="1968" y="750"/>
                  </a:lnTo>
                  <a:lnTo>
                    <a:pt x="1968" y="750"/>
                  </a:lnTo>
                  <a:lnTo>
                    <a:pt x="2468" y="594"/>
                  </a:lnTo>
                  <a:lnTo>
                    <a:pt x="2936" y="437"/>
                  </a:lnTo>
                  <a:lnTo>
                    <a:pt x="3405" y="250"/>
                  </a:lnTo>
                  <a:lnTo>
                    <a:pt x="3842" y="0"/>
                  </a:lnTo>
                  <a:lnTo>
                    <a:pt x="3842" y="0"/>
                  </a:lnTo>
                  <a:lnTo>
                    <a:pt x="3342" y="0"/>
                  </a:lnTo>
                  <a:lnTo>
                    <a:pt x="2842" y="63"/>
                  </a:lnTo>
                  <a:lnTo>
                    <a:pt x="2343" y="125"/>
                  </a:lnTo>
                  <a:lnTo>
                    <a:pt x="1843" y="250"/>
                  </a:lnTo>
                  <a:lnTo>
                    <a:pt x="1843" y="250"/>
                  </a:lnTo>
                  <a:lnTo>
                    <a:pt x="1375" y="375"/>
                  </a:lnTo>
                  <a:lnTo>
                    <a:pt x="906" y="531"/>
                  </a:lnTo>
                  <a:lnTo>
                    <a:pt x="438" y="750"/>
                  </a:lnTo>
                  <a:lnTo>
                    <a:pt x="1" y="9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4" name="Google Shape;3744;p61"/>
            <p:cNvSpPr/>
            <p:nvPr/>
          </p:nvSpPr>
          <p:spPr>
            <a:xfrm>
              <a:off x="4230025" y="4275300"/>
              <a:ext cx="96050" cy="24225"/>
            </a:xfrm>
            <a:custGeom>
              <a:avLst/>
              <a:gdLst/>
              <a:ahLst/>
              <a:cxnLst/>
              <a:rect l="l" t="t" r="r" b="b"/>
              <a:pathLst>
                <a:path w="3842" h="969" fill="none" extrusionOk="0">
                  <a:moveTo>
                    <a:pt x="0" y="968"/>
                  </a:moveTo>
                  <a:lnTo>
                    <a:pt x="0" y="968"/>
                  </a:lnTo>
                  <a:lnTo>
                    <a:pt x="500" y="968"/>
                  </a:lnTo>
                  <a:lnTo>
                    <a:pt x="1000" y="937"/>
                  </a:lnTo>
                  <a:lnTo>
                    <a:pt x="1499" y="874"/>
                  </a:lnTo>
                  <a:lnTo>
                    <a:pt x="1999" y="750"/>
                  </a:lnTo>
                  <a:lnTo>
                    <a:pt x="1999" y="750"/>
                  </a:lnTo>
                  <a:lnTo>
                    <a:pt x="2468" y="625"/>
                  </a:lnTo>
                  <a:lnTo>
                    <a:pt x="2936" y="437"/>
                  </a:lnTo>
                  <a:lnTo>
                    <a:pt x="3404" y="250"/>
                  </a:lnTo>
                  <a:lnTo>
                    <a:pt x="3842" y="0"/>
                  </a:lnTo>
                  <a:lnTo>
                    <a:pt x="3842" y="0"/>
                  </a:lnTo>
                  <a:lnTo>
                    <a:pt x="3342" y="31"/>
                  </a:lnTo>
                  <a:lnTo>
                    <a:pt x="2842" y="63"/>
                  </a:lnTo>
                  <a:lnTo>
                    <a:pt x="2343" y="125"/>
                  </a:lnTo>
                  <a:lnTo>
                    <a:pt x="1874" y="250"/>
                  </a:lnTo>
                  <a:lnTo>
                    <a:pt x="1874" y="250"/>
                  </a:lnTo>
                  <a:lnTo>
                    <a:pt x="1375" y="375"/>
                  </a:lnTo>
                  <a:lnTo>
                    <a:pt x="906" y="562"/>
                  </a:lnTo>
                  <a:lnTo>
                    <a:pt x="469" y="750"/>
                  </a:lnTo>
                  <a:lnTo>
                    <a:pt x="0" y="968"/>
                  </a:lnTo>
                  <a:lnTo>
                    <a:pt x="0" y="9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5" name="Google Shape;3745;p61"/>
            <p:cNvSpPr/>
            <p:nvPr/>
          </p:nvSpPr>
          <p:spPr>
            <a:xfrm>
              <a:off x="3611675" y="4362725"/>
              <a:ext cx="96050" cy="24225"/>
            </a:xfrm>
            <a:custGeom>
              <a:avLst/>
              <a:gdLst/>
              <a:ahLst/>
              <a:cxnLst/>
              <a:rect l="l" t="t" r="r" b="b"/>
              <a:pathLst>
                <a:path w="3842" h="969" fill="none" extrusionOk="0">
                  <a:moveTo>
                    <a:pt x="1" y="969"/>
                  </a:moveTo>
                  <a:lnTo>
                    <a:pt x="1" y="969"/>
                  </a:lnTo>
                  <a:lnTo>
                    <a:pt x="500" y="969"/>
                  </a:lnTo>
                  <a:lnTo>
                    <a:pt x="1000" y="938"/>
                  </a:lnTo>
                  <a:lnTo>
                    <a:pt x="1500" y="844"/>
                  </a:lnTo>
                  <a:lnTo>
                    <a:pt x="1999" y="750"/>
                  </a:lnTo>
                  <a:lnTo>
                    <a:pt x="1999" y="750"/>
                  </a:lnTo>
                  <a:lnTo>
                    <a:pt x="2468" y="594"/>
                  </a:lnTo>
                  <a:lnTo>
                    <a:pt x="2936" y="438"/>
                  </a:lnTo>
                  <a:lnTo>
                    <a:pt x="3405" y="251"/>
                  </a:lnTo>
                  <a:lnTo>
                    <a:pt x="3842" y="1"/>
                  </a:lnTo>
                  <a:lnTo>
                    <a:pt x="3842" y="1"/>
                  </a:lnTo>
                  <a:lnTo>
                    <a:pt x="3342" y="1"/>
                  </a:lnTo>
                  <a:lnTo>
                    <a:pt x="2843" y="63"/>
                  </a:lnTo>
                  <a:lnTo>
                    <a:pt x="2343" y="126"/>
                  </a:lnTo>
                  <a:lnTo>
                    <a:pt x="1874" y="251"/>
                  </a:lnTo>
                  <a:lnTo>
                    <a:pt x="1874" y="251"/>
                  </a:lnTo>
                  <a:lnTo>
                    <a:pt x="1375" y="375"/>
                  </a:lnTo>
                  <a:lnTo>
                    <a:pt x="906" y="532"/>
                  </a:lnTo>
                  <a:lnTo>
                    <a:pt x="469" y="750"/>
                  </a:lnTo>
                  <a:lnTo>
                    <a:pt x="1" y="969"/>
                  </a:lnTo>
                  <a:lnTo>
                    <a:pt x="1" y="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6" name="Google Shape;3746;p61"/>
            <p:cNvSpPr/>
            <p:nvPr/>
          </p:nvSpPr>
          <p:spPr>
            <a:xfrm>
              <a:off x="3991900" y="3030800"/>
              <a:ext cx="96050" cy="24225"/>
            </a:xfrm>
            <a:custGeom>
              <a:avLst/>
              <a:gdLst/>
              <a:ahLst/>
              <a:cxnLst/>
              <a:rect l="l" t="t" r="r" b="b"/>
              <a:pathLst>
                <a:path w="3842" h="969" fill="none" extrusionOk="0">
                  <a:moveTo>
                    <a:pt x="0" y="969"/>
                  </a:moveTo>
                  <a:lnTo>
                    <a:pt x="0" y="969"/>
                  </a:lnTo>
                  <a:lnTo>
                    <a:pt x="500" y="969"/>
                  </a:lnTo>
                  <a:lnTo>
                    <a:pt x="1000" y="906"/>
                  </a:lnTo>
                  <a:lnTo>
                    <a:pt x="1499" y="844"/>
                  </a:lnTo>
                  <a:lnTo>
                    <a:pt x="1968" y="719"/>
                  </a:lnTo>
                  <a:lnTo>
                    <a:pt x="1968" y="719"/>
                  </a:lnTo>
                  <a:lnTo>
                    <a:pt x="2468" y="594"/>
                  </a:lnTo>
                  <a:lnTo>
                    <a:pt x="2936" y="438"/>
                  </a:lnTo>
                  <a:lnTo>
                    <a:pt x="3373" y="219"/>
                  </a:lnTo>
                  <a:lnTo>
                    <a:pt x="3842" y="0"/>
                  </a:lnTo>
                  <a:lnTo>
                    <a:pt x="3842" y="0"/>
                  </a:lnTo>
                  <a:lnTo>
                    <a:pt x="3342" y="0"/>
                  </a:lnTo>
                  <a:lnTo>
                    <a:pt x="2842" y="32"/>
                  </a:lnTo>
                  <a:lnTo>
                    <a:pt x="2343" y="125"/>
                  </a:lnTo>
                  <a:lnTo>
                    <a:pt x="1843" y="219"/>
                  </a:lnTo>
                  <a:lnTo>
                    <a:pt x="1843" y="219"/>
                  </a:lnTo>
                  <a:lnTo>
                    <a:pt x="1375" y="344"/>
                  </a:lnTo>
                  <a:lnTo>
                    <a:pt x="906" y="531"/>
                  </a:lnTo>
                  <a:lnTo>
                    <a:pt x="438" y="719"/>
                  </a:lnTo>
                  <a:lnTo>
                    <a:pt x="0" y="969"/>
                  </a:lnTo>
                  <a:lnTo>
                    <a:pt x="0" y="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7" name="Google Shape;3747;p61"/>
            <p:cNvSpPr/>
            <p:nvPr/>
          </p:nvSpPr>
          <p:spPr>
            <a:xfrm>
              <a:off x="3425875" y="3820125"/>
              <a:ext cx="50750" cy="85125"/>
            </a:xfrm>
            <a:custGeom>
              <a:avLst/>
              <a:gdLst/>
              <a:ahLst/>
              <a:cxnLst/>
              <a:rect l="l" t="t" r="r" b="b"/>
              <a:pathLst>
                <a:path w="2030" h="3405" fill="none" extrusionOk="0">
                  <a:moveTo>
                    <a:pt x="2030" y="0"/>
                  </a:moveTo>
                  <a:lnTo>
                    <a:pt x="2030" y="0"/>
                  </a:lnTo>
                  <a:lnTo>
                    <a:pt x="1686" y="344"/>
                  </a:lnTo>
                  <a:lnTo>
                    <a:pt x="1343" y="719"/>
                  </a:lnTo>
                  <a:lnTo>
                    <a:pt x="1062" y="1125"/>
                  </a:lnTo>
                  <a:lnTo>
                    <a:pt x="781" y="1562"/>
                  </a:lnTo>
                  <a:lnTo>
                    <a:pt x="781" y="1562"/>
                  </a:lnTo>
                  <a:lnTo>
                    <a:pt x="562" y="1999"/>
                  </a:lnTo>
                  <a:lnTo>
                    <a:pt x="344" y="2436"/>
                  </a:lnTo>
                  <a:lnTo>
                    <a:pt x="156" y="2905"/>
                  </a:lnTo>
                  <a:lnTo>
                    <a:pt x="0" y="3404"/>
                  </a:lnTo>
                  <a:lnTo>
                    <a:pt x="0" y="3404"/>
                  </a:lnTo>
                  <a:lnTo>
                    <a:pt x="344" y="3030"/>
                  </a:lnTo>
                  <a:lnTo>
                    <a:pt x="687" y="2655"/>
                  </a:lnTo>
                  <a:lnTo>
                    <a:pt x="968" y="2249"/>
                  </a:lnTo>
                  <a:lnTo>
                    <a:pt x="1249" y="1812"/>
                  </a:lnTo>
                  <a:lnTo>
                    <a:pt x="1249" y="1812"/>
                  </a:lnTo>
                  <a:lnTo>
                    <a:pt x="1499" y="1374"/>
                  </a:lnTo>
                  <a:lnTo>
                    <a:pt x="1686" y="937"/>
                  </a:lnTo>
                  <a:lnTo>
                    <a:pt x="1874" y="469"/>
                  </a:lnTo>
                  <a:lnTo>
                    <a:pt x="2030" y="0"/>
                  </a:lnTo>
                  <a:lnTo>
                    <a:pt x="20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8" name="Google Shape;3748;p61"/>
            <p:cNvSpPr/>
            <p:nvPr/>
          </p:nvSpPr>
          <p:spPr>
            <a:xfrm>
              <a:off x="4214400" y="3699100"/>
              <a:ext cx="50775" cy="85125"/>
            </a:xfrm>
            <a:custGeom>
              <a:avLst/>
              <a:gdLst/>
              <a:ahLst/>
              <a:cxnLst/>
              <a:rect l="l" t="t" r="r" b="b"/>
              <a:pathLst>
                <a:path w="2031" h="3405" fill="none" extrusionOk="0">
                  <a:moveTo>
                    <a:pt x="2031" y="1"/>
                  </a:moveTo>
                  <a:lnTo>
                    <a:pt x="2031" y="1"/>
                  </a:lnTo>
                  <a:lnTo>
                    <a:pt x="1687" y="376"/>
                  </a:lnTo>
                  <a:lnTo>
                    <a:pt x="1375" y="750"/>
                  </a:lnTo>
                  <a:lnTo>
                    <a:pt x="1063" y="1156"/>
                  </a:lnTo>
                  <a:lnTo>
                    <a:pt x="813" y="1562"/>
                  </a:lnTo>
                  <a:lnTo>
                    <a:pt x="563" y="1999"/>
                  </a:lnTo>
                  <a:lnTo>
                    <a:pt x="344" y="2468"/>
                  </a:lnTo>
                  <a:lnTo>
                    <a:pt x="157" y="2936"/>
                  </a:lnTo>
                  <a:lnTo>
                    <a:pt x="1" y="3405"/>
                  </a:lnTo>
                  <a:lnTo>
                    <a:pt x="1" y="3405"/>
                  </a:lnTo>
                  <a:lnTo>
                    <a:pt x="376" y="3061"/>
                  </a:lnTo>
                  <a:lnTo>
                    <a:pt x="688" y="2655"/>
                  </a:lnTo>
                  <a:lnTo>
                    <a:pt x="969" y="2249"/>
                  </a:lnTo>
                  <a:lnTo>
                    <a:pt x="1250" y="1843"/>
                  </a:lnTo>
                  <a:lnTo>
                    <a:pt x="1250" y="1843"/>
                  </a:lnTo>
                  <a:lnTo>
                    <a:pt x="1500" y="1406"/>
                  </a:lnTo>
                  <a:lnTo>
                    <a:pt x="1719" y="938"/>
                  </a:lnTo>
                  <a:lnTo>
                    <a:pt x="1906" y="500"/>
                  </a:lnTo>
                  <a:lnTo>
                    <a:pt x="2031" y="1"/>
                  </a:lnTo>
                  <a:lnTo>
                    <a:pt x="203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9" name="Google Shape;3749;p61"/>
            <p:cNvSpPr/>
            <p:nvPr/>
          </p:nvSpPr>
          <p:spPr>
            <a:xfrm>
              <a:off x="3928650" y="3235350"/>
              <a:ext cx="50775" cy="85125"/>
            </a:xfrm>
            <a:custGeom>
              <a:avLst/>
              <a:gdLst/>
              <a:ahLst/>
              <a:cxnLst/>
              <a:rect l="l" t="t" r="r" b="b"/>
              <a:pathLst>
                <a:path w="2031" h="3405" fill="none" extrusionOk="0">
                  <a:moveTo>
                    <a:pt x="2031" y="1"/>
                  </a:moveTo>
                  <a:lnTo>
                    <a:pt x="2031" y="1"/>
                  </a:lnTo>
                  <a:lnTo>
                    <a:pt x="1687" y="375"/>
                  </a:lnTo>
                  <a:lnTo>
                    <a:pt x="1375" y="750"/>
                  </a:lnTo>
                  <a:lnTo>
                    <a:pt x="1063" y="1156"/>
                  </a:lnTo>
                  <a:lnTo>
                    <a:pt x="813" y="1593"/>
                  </a:lnTo>
                  <a:lnTo>
                    <a:pt x="813" y="1593"/>
                  </a:lnTo>
                  <a:lnTo>
                    <a:pt x="563" y="2030"/>
                  </a:lnTo>
                  <a:lnTo>
                    <a:pt x="344" y="2468"/>
                  </a:lnTo>
                  <a:lnTo>
                    <a:pt x="157" y="2936"/>
                  </a:lnTo>
                  <a:lnTo>
                    <a:pt x="1" y="3405"/>
                  </a:lnTo>
                  <a:lnTo>
                    <a:pt x="1" y="3405"/>
                  </a:lnTo>
                  <a:lnTo>
                    <a:pt x="344" y="3061"/>
                  </a:lnTo>
                  <a:lnTo>
                    <a:pt x="688" y="2655"/>
                  </a:lnTo>
                  <a:lnTo>
                    <a:pt x="969" y="2280"/>
                  </a:lnTo>
                  <a:lnTo>
                    <a:pt x="1250" y="1843"/>
                  </a:lnTo>
                  <a:lnTo>
                    <a:pt x="1469" y="1406"/>
                  </a:lnTo>
                  <a:lnTo>
                    <a:pt x="1687" y="969"/>
                  </a:lnTo>
                  <a:lnTo>
                    <a:pt x="1875" y="500"/>
                  </a:lnTo>
                  <a:lnTo>
                    <a:pt x="203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0" name="Google Shape;3750;p61"/>
            <p:cNvSpPr/>
            <p:nvPr/>
          </p:nvSpPr>
          <p:spPr>
            <a:xfrm>
              <a:off x="3878700" y="4176925"/>
              <a:ext cx="50775" cy="85125"/>
            </a:xfrm>
            <a:custGeom>
              <a:avLst/>
              <a:gdLst/>
              <a:ahLst/>
              <a:cxnLst/>
              <a:rect l="l" t="t" r="r" b="b"/>
              <a:pathLst>
                <a:path w="2031" h="3405" fill="none" extrusionOk="0">
                  <a:moveTo>
                    <a:pt x="2030" y="0"/>
                  </a:moveTo>
                  <a:lnTo>
                    <a:pt x="2030" y="0"/>
                  </a:lnTo>
                  <a:lnTo>
                    <a:pt x="1655" y="375"/>
                  </a:lnTo>
                  <a:lnTo>
                    <a:pt x="1343" y="750"/>
                  </a:lnTo>
                  <a:lnTo>
                    <a:pt x="1031" y="1156"/>
                  </a:lnTo>
                  <a:lnTo>
                    <a:pt x="781" y="1562"/>
                  </a:lnTo>
                  <a:lnTo>
                    <a:pt x="781" y="1562"/>
                  </a:lnTo>
                  <a:lnTo>
                    <a:pt x="531" y="1999"/>
                  </a:lnTo>
                  <a:lnTo>
                    <a:pt x="312" y="2467"/>
                  </a:lnTo>
                  <a:lnTo>
                    <a:pt x="125" y="2936"/>
                  </a:lnTo>
                  <a:lnTo>
                    <a:pt x="0" y="3404"/>
                  </a:lnTo>
                  <a:lnTo>
                    <a:pt x="0" y="3404"/>
                  </a:lnTo>
                  <a:lnTo>
                    <a:pt x="344" y="3061"/>
                  </a:lnTo>
                  <a:lnTo>
                    <a:pt x="656" y="2655"/>
                  </a:lnTo>
                  <a:lnTo>
                    <a:pt x="968" y="2249"/>
                  </a:lnTo>
                  <a:lnTo>
                    <a:pt x="1218" y="1843"/>
                  </a:lnTo>
                  <a:lnTo>
                    <a:pt x="1218" y="1843"/>
                  </a:lnTo>
                  <a:lnTo>
                    <a:pt x="1468" y="1405"/>
                  </a:lnTo>
                  <a:lnTo>
                    <a:pt x="1687" y="968"/>
                  </a:lnTo>
                  <a:lnTo>
                    <a:pt x="1874" y="500"/>
                  </a:lnTo>
                  <a:lnTo>
                    <a:pt x="2030" y="0"/>
                  </a:lnTo>
                  <a:lnTo>
                    <a:pt x="20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1" name="Google Shape;3751;p61"/>
            <p:cNvSpPr/>
            <p:nvPr/>
          </p:nvSpPr>
          <p:spPr>
            <a:xfrm>
              <a:off x="4255000" y="3183050"/>
              <a:ext cx="50775" cy="84325"/>
            </a:xfrm>
            <a:custGeom>
              <a:avLst/>
              <a:gdLst/>
              <a:ahLst/>
              <a:cxnLst/>
              <a:rect l="l" t="t" r="r" b="b"/>
              <a:pathLst>
                <a:path w="2031" h="3373" fill="none" extrusionOk="0">
                  <a:moveTo>
                    <a:pt x="2031" y="0"/>
                  </a:moveTo>
                  <a:lnTo>
                    <a:pt x="2031" y="0"/>
                  </a:lnTo>
                  <a:lnTo>
                    <a:pt x="1687" y="344"/>
                  </a:lnTo>
                  <a:lnTo>
                    <a:pt x="1344" y="718"/>
                  </a:lnTo>
                  <a:lnTo>
                    <a:pt x="1063" y="1124"/>
                  </a:lnTo>
                  <a:lnTo>
                    <a:pt x="782" y="1562"/>
                  </a:lnTo>
                  <a:lnTo>
                    <a:pt x="782" y="1562"/>
                  </a:lnTo>
                  <a:lnTo>
                    <a:pt x="532" y="1999"/>
                  </a:lnTo>
                  <a:lnTo>
                    <a:pt x="344" y="2436"/>
                  </a:lnTo>
                  <a:lnTo>
                    <a:pt x="157" y="2904"/>
                  </a:lnTo>
                  <a:lnTo>
                    <a:pt x="1" y="3373"/>
                  </a:lnTo>
                  <a:lnTo>
                    <a:pt x="1" y="3373"/>
                  </a:lnTo>
                  <a:lnTo>
                    <a:pt x="344" y="3029"/>
                  </a:lnTo>
                  <a:lnTo>
                    <a:pt x="688" y="2655"/>
                  </a:lnTo>
                  <a:lnTo>
                    <a:pt x="969" y="2249"/>
                  </a:lnTo>
                  <a:lnTo>
                    <a:pt x="1250" y="1811"/>
                  </a:lnTo>
                  <a:lnTo>
                    <a:pt x="1250" y="1811"/>
                  </a:lnTo>
                  <a:lnTo>
                    <a:pt x="1469" y="1374"/>
                  </a:lnTo>
                  <a:lnTo>
                    <a:pt x="1687" y="937"/>
                  </a:lnTo>
                  <a:lnTo>
                    <a:pt x="1875" y="469"/>
                  </a:lnTo>
                  <a:lnTo>
                    <a:pt x="2031" y="0"/>
                  </a:lnTo>
                  <a:lnTo>
                    <a:pt x="203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2" name="Google Shape;3752;p61"/>
            <p:cNvSpPr/>
            <p:nvPr/>
          </p:nvSpPr>
          <p:spPr>
            <a:xfrm>
              <a:off x="4354950" y="3489875"/>
              <a:ext cx="84325" cy="50775"/>
            </a:xfrm>
            <a:custGeom>
              <a:avLst/>
              <a:gdLst/>
              <a:ahLst/>
              <a:cxnLst/>
              <a:rect l="l" t="t" r="r" b="b"/>
              <a:pathLst>
                <a:path w="3373" h="2031" fill="none" extrusionOk="0">
                  <a:moveTo>
                    <a:pt x="3373" y="2030"/>
                  </a:moveTo>
                  <a:lnTo>
                    <a:pt x="3373" y="2030"/>
                  </a:lnTo>
                  <a:lnTo>
                    <a:pt x="3029" y="1687"/>
                  </a:lnTo>
                  <a:lnTo>
                    <a:pt x="2655" y="1343"/>
                  </a:lnTo>
                  <a:lnTo>
                    <a:pt x="2249" y="1062"/>
                  </a:lnTo>
                  <a:lnTo>
                    <a:pt x="1812" y="781"/>
                  </a:lnTo>
                  <a:lnTo>
                    <a:pt x="1812" y="781"/>
                  </a:lnTo>
                  <a:lnTo>
                    <a:pt x="1374" y="531"/>
                  </a:lnTo>
                  <a:lnTo>
                    <a:pt x="937" y="313"/>
                  </a:lnTo>
                  <a:lnTo>
                    <a:pt x="469" y="156"/>
                  </a:lnTo>
                  <a:lnTo>
                    <a:pt x="0" y="0"/>
                  </a:lnTo>
                  <a:lnTo>
                    <a:pt x="0" y="0"/>
                  </a:lnTo>
                  <a:lnTo>
                    <a:pt x="344" y="344"/>
                  </a:lnTo>
                  <a:lnTo>
                    <a:pt x="718" y="687"/>
                  </a:lnTo>
                  <a:lnTo>
                    <a:pt x="1124" y="968"/>
                  </a:lnTo>
                  <a:lnTo>
                    <a:pt x="1562" y="1218"/>
                  </a:lnTo>
                  <a:lnTo>
                    <a:pt x="1562" y="1218"/>
                  </a:lnTo>
                  <a:lnTo>
                    <a:pt x="1999" y="1468"/>
                  </a:lnTo>
                  <a:lnTo>
                    <a:pt x="2436" y="1687"/>
                  </a:lnTo>
                  <a:lnTo>
                    <a:pt x="2905" y="1874"/>
                  </a:lnTo>
                  <a:lnTo>
                    <a:pt x="3373" y="2030"/>
                  </a:lnTo>
                  <a:lnTo>
                    <a:pt x="3373" y="20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3" name="Google Shape;3753;p61"/>
            <p:cNvSpPr/>
            <p:nvPr/>
          </p:nvSpPr>
          <p:spPr>
            <a:xfrm>
              <a:off x="3895100" y="3795925"/>
              <a:ext cx="84325" cy="50775"/>
            </a:xfrm>
            <a:custGeom>
              <a:avLst/>
              <a:gdLst/>
              <a:ahLst/>
              <a:cxnLst/>
              <a:rect l="l" t="t" r="r" b="b"/>
              <a:pathLst>
                <a:path w="3373" h="2031" fill="none" extrusionOk="0">
                  <a:moveTo>
                    <a:pt x="3373" y="2030"/>
                  </a:moveTo>
                  <a:lnTo>
                    <a:pt x="3373" y="2030"/>
                  </a:lnTo>
                  <a:lnTo>
                    <a:pt x="3029" y="1655"/>
                  </a:lnTo>
                  <a:lnTo>
                    <a:pt x="2623" y="1343"/>
                  </a:lnTo>
                  <a:lnTo>
                    <a:pt x="2249" y="1062"/>
                  </a:lnTo>
                  <a:lnTo>
                    <a:pt x="1811" y="781"/>
                  </a:lnTo>
                  <a:lnTo>
                    <a:pt x="1374" y="531"/>
                  </a:lnTo>
                  <a:lnTo>
                    <a:pt x="937" y="313"/>
                  </a:lnTo>
                  <a:lnTo>
                    <a:pt x="468" y="156"/>
                  </a:lnTo>
                  <a:lnTo>
                    <a:pt x="0" y="0"/>
                  </a:lnTo>
                  <a:lnTo>
                    <a:pt x="0" y="0"/>
                  </a:lnTo>
                  <a:lnTo>
                    <a:pt x="344" y="344"/>
                  </a:lnTo>
                  <a:lnTo>
                    <a:pt x="718" y="656"/>
                  </a:lnTo>
                  <a:lnTo>
                    <a:pt x="1124" y="937"/>
                  </a:lnTo>
                  <a:lnTo>
                    <a:pt x="1561" y="1218"/>
                  </a:lnTo>
                  <a:lnTo>
                    <a:pt x="1999" y="1468"/>
                  </a:lnTo>
                  <a:lnTo>
                    <a:pt x="2436" y="1687"/>
                  </a:lnTo>
                  <a:lnTo>
                    <a:pt x="2904" y="1874"/>
                  </a:lnTo>
                  <a:lnTo>
                    <a:pt x="3373" y="20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4" name="Google Shape;3754;p61"/>
            <p:cNvSpPr/>
            <p:nvPr/>
          </p:nvSpPr>
          <p:spPr>
            <a:xfrm>
              <a:off x="3373550" y="4172225"/>
              <a:ext cx="85125" cy="50775"/>
            </a:xfrm>
            <a:custGeom>
              <a:avLst/>
              <a:gdLst/>
              <a:ahLst/>
              <a:cxnLst/>
              <a:rect l="l" t="t" r="r" b="b"/>
              <a:pathLst>
                <a:path w="3405" h="2031" fill="none" extrusionOk="0">
                  <a:moveTo>
                    <a:pt x="3405" y="2031"/>
                  </a:moveTo>
                  <a:lnTo>
                    <a:pt x="3405" y="2031"/>
                  </a:lnTo>
                  <a:lnTo>
                    <a:pt x="3030" y="1687"/>
                  </a:lnTo>
                  <a:lnTo>
                    <a:pt x="2655" y="1344"/>
                  </a:lnTo>
                  <a:lnTo>
                    <a:pt x="2249" y="1063"/>
                  </a:lnTo>
                  <a:lnTo>
                    <a:pt x="1843" y="782"/>
                  </a:lnTo>
                  <a:lnTo>
                    <a:pt x="1843" y="782"/>
                  </a:lnTo>
                  <a:lnTo>
                    <a:pt x="1406" y="563"/>
                  </a:lnTo>
                  <a:lnTo>
                    <a:pt x="938" y="344"/>
                  </a:lnTo>
                  <a:lnTo>
                    <a:pt x="469" y="157"/>
                  </a:lnTo>
                  <a:lnTo>
                    <a:pt x="1" y="1"/>
                  </a:lnTo>
                  <a:lnTo>
                    <a:pt x="1" y="1"/>
                  </a:lnTo>
                  <a:lnTo>
                    <a:pt x="344" y="344"/>
                  </a:lnTo>
                  <a:lnTo>
                    <a:pt x="750" y="688"/>
                  </a:lnTo>
                  <a:lnTo>
                    <a:pt x="1156" y="969"/>
                  </a:lnTo>
                  <a:lnTo>
                    <a:pt x="1562" y="1250"/>
                  </a:lnTo>
                  <a:lnTo>
                    <a:pt x="1562" y="1250"/>
                  </a:lnTo>
                  <a:lnTo>
                    <a:pt x="1999" y="1500"/>
                  </a:lnTo>
                  <a:lnTo>
                    <a:pt x="2468" y="1687"/>
                  </a:lnTo>
                  <a:lnTo>
                    <a:pt x="2936" y="1875"/>
                  </a:lnTo>
                  <a:lnTo>
                    <a:pt x="3405" y="203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5" name="Google Shape;3755;p61"/>
            <p:cNvSpPr/>
            <p:nvPr/>
          </p:nvSpPr>
          <p:spPr>
            <a:xfrm>
              <a:off x="4413500" y="4003600"/>
              <a:ext cx="85125" cy="49975"/>
            </a:xfrm>
            <a:custGeom>
              <a:avLst/>
              <a:gdLst/>
              <a:ahLst/>
              <a:cxnLst/>
              <a:rect l="l" t="t" r="r" b="b"/>
              <a:pathLst>
                <a:path w="3405" h="1999" fill="none" extrusionOk="0">
                  <a:moveTo>
                    <a:pt x="3404" y="1999"/>
                  </a:moveTo>
                  <a:lnTo>
                    <a:pt x="3404" y="1999"/>
                  </a:lnTo>
                  <a:lnTo>
                    <a:pt x="3061" y="1655"/>
                  </a:lnTo>
                  <a:lnTo>
                    <a:pt x="2655" y="1343"/>
                  </a:lnTo>
                  <a:lnTo>
                    <a:pt x="2249" y="1031"/>
                  </a:lnTo>
                  <a:lnTo>
                    <a:pt x="1843" y="781"/>
                  </a:lnTo>
                  <a:lnTo>
                    <a:pt x="1843" y="781"/>
                  </a:lnTo>
                  <a:lnTo>
                    <a:pt x="1406" y="531"/>
                  </a:lnTo>
                  <a:lnTo>
                    <a:pt x="937" y="313"/>
                  </a:lnTo>
                  <a:lnTo>
                    <a:pt x="469" y="125"/>
                  </a:lnTo>
                  <a:lnTo>
                    <a:pt x="0" y="0"/>
                  </a:lnTo>
                  <a:lnTo>
                    <a:pt x="0" y="0"/>
                  </a:lnTo>
                  <a:lnTo>
                    <a:pt x="375" y="344"/>
                  </a:lnTo>
                  <a:lnTo>
                    <a:pt x="750" y="656"/>
                  </a:lnTo>
                  <a:lnTo>
                    <a:pt x="1156" y="937"/>
                  </a:lnTo>
                  <a:lnTo>
                    <a:pt x="1562" y="1218"/>
                  </a:lnTo>
                  <a:lnTo>
                    <a:pt x="1999" y="1468"/>
                  </a:lnTo>
                  <a:lnTo>
                    <a:pt x="2468" y="1687"/>
                  </a:lnTo>
                  <a:lnTo>
                    <a:pt x="2936" y="1874"/>
                  </a:lnTo>
                  <a:lnTo>
                    <a:pt x="3404" y="199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6" name="Google Shape;3756;p61"/>
            <p:cNvSpPr/>
            <p:nvPr/>
          </p:nvSpPr>
          <p:spPr>
            <a:xfrm>
              <a:off x="3741275" y="3171325"/>
              <a:ext cx="57025" cy="36725"/>
            </a:xfrm>
            <a:custGeom>
              <a:avLst/>
              <a:gdLst/>
              <a:ahLst/>
              <a:cxnLst/>
              <a:rect l="l" t="t" r="r" b="b"/>
              <a:pathLst>
                <a:path w="2281" h="1469" fill="none" extrusionOk="0">
                  <a:moveTo>
                    <a:pt x="719" y="219"/>
                  </a:moveTo>
                  <a:lnTo>
                    <a:pt x="719" y="219"/>
                  </a:lnTo>
                  <a:lnTo>
                    <a:pt x="282" y="1"/>
                  </a:lnTo>
                  <a:lnTo>
                    <a:pt x="1" y="375"/>
                  </a:lnTo>
                  <a:lnTo>
                    <a:pt x="438" y="688"/>
                  </a:lnTo>
                  <a:lnTo>
                    <a:pt x="438" y="688"/>
                  </a:lnTo>
                  <a:lnTo>
                    <a:pt x="875" y="938"/>
                  </a:lnTo>
                  <a:lnTo>
                    <a:pt x="1344" y="1125"/>
                  </a:lnTo>
                  <a:lnTo>
                    <a:pt x="1812" y="1312"/>
                  </a:lnTo>
                  <a:lnTo>
                    <a:pt x="2281" y="1468"/>
                  </a:lnTo>
                  <a:lnTo>
                    <a:pt x="2281" y="1468"/>
                  </a:lnTo>
                  <a:lnTo>
                    <a:pt x="1937" y="1125"/>
                  </a:lnTo>
                  <a:lnTo>
                    <a:pt x="1562" y="813"/>
                  </a:lnTo>
                  <a:lnTo>
                    <a:pt x="1156" y="500"/>
                  </a:lnTo>
                  <a:lnTo>
                    <a:pt x="719" y="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7" name="Google Shape;3757;p61"/>
            <p:cNvSpPr/>
            <p:nvPr/>
          </p:nvSpPr>
          <p:spPr>
            <a:xfrm>
              <a:off x="3628850" y="3443800"/>
              <a:ext cx="85125" cy="50775"/>
            </a:xfrm>
            <a:custGeom>
              <a:avLst/>
              <a:gdLst/>
              <a:ahLst/>
              <a:cxnLst/>
              <a:rect l="l" t="t" r="r" b="b"/>
              <a:pathLst>
                <a:path w="3405" h="2031" fill="none" extrusionOk="0">
                  <a:moveTo>
                    <a:pt x="3405" y="2031"/>
                  </a:moveTo>
                  <a:lnTo>
                    <a:pt x="3405" y="2031"/>
                  </a:lnTo>
                  <a:lnTo>
                    <a:pt x="3030" y="1687"/>
                  </a:lnTo>
                  <a:lnTo>
                    <a:pt x="2655" y="1344"/>
                  </a:lnTo>
                  <a:lnTo>
                    <a:pt x="2249" y="1063"/>
                  </a:lnTo>
                  <a:lnTo>
                    <a:pt x="1843" y="782"/>
                  </a:lnTo>
                  <a:lnTo>
                    <a:pt x="1843" y="782"/>
                  </a:lnTo>
                  <a:lnTo>
                    <a:pt x="1406" y="532"/>
                  </a:lnTo>
                  <a:lnTo>
                    <a:pt x="938" y="344"/>
                  </a:lnTo>
                  <a:lnTo>
                    <a:pt x="469" y="157"/>
                  </a:lnTo>
                  <a:lnTo>
                    <a:pt x="1" y="1"/>
                  </a:lnTo>
                  <a:lnTo>
                    <a:pt x="1" y="1"/>
                  </a:lnTo>
                  <a:lnTo>
                    <a:pt x="344" y="344"/>
                  </a:lnTo>
                  <a:lnTo>
                    <a:pt x="750" y="688"/>
                  </a:lnTo>
                  <a:lnTo>
                    <a:pt x="1156" y="969"/>
                  </a:lnTo>
                  <a:lnTo>
                    <a:pt x="1562" y="1250"/>
                  </a:lnTo>
                  <a:lnTo>
                    <a:pt x="1562" y="1250"/>
                  </a:lnTo>
                  <a:lnTo>
                    <a:pt x="1999" y="1469"/>
                  </a:lnTo>
                  <a:lnTo>
                    <a:pt x="2468" y="1687"/>
                  </a:lnTo>
                  <a:lnTo>
                    <a:pt x="2905" y="1875"/>
                  </a:lnTo>
                  <a:lnTo>
                    <a:pt x="3405" y="203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8" name="Google Shape;3758;p61"/>
            <p:cNvSpPr/>
            <p:nvPr/>
          </p:nvSpPr>
          <p:spPr>
            <a:xfrm>
              <a:off x="4404125" y="3368075"/>
              <a:ext cx="113225" cy="607425"/>
            </a:xfrm>
            <a:custGeom>
              <a:avLst/>
              <a:gdLst/>
              <a:ahLst/>
              <a:cxnLst/>
              <a:rect l="l" t="t" r="r" b="b"/>
              <a:pathLst>
                <a:path w="4529" h="24297" extrusionOk="0">
                  <a:moveTo>
                    <a:pt x="32" y="1"/>
                  </a:moveTo>
                  <a:lnTo>
                    <a:pt x="1" y="32"/>
                  </a:lnTo>
                  <a:lnTo>
                    <a:pt x="219" y="1812"/>
                  </a:lnTo>
                  <a:lnTo>
                    <a:pt x="469" y="3561"/>
                  </a:lnTo>
                  <a:lnTo>
                    <a:pt x="750" y="5310"/>
                  </a:lnTo>
                  <a:lnTo>
                    <a:pt x="1094" y="7058"/>
                  </a:lnTo>
                  <a:lnTo>
                    <a:pt x="1687" y="10119"/>
                  </a:lnTo>
                  <a:lnTo>
                    <a:pt x="2686" y="15740"/>
                  </a:lnTo>
                  <a:lnTo>
                    <a:pt x="3686" y="21299"/>
                  </a:lnTo>
                  <a:lnTo>
                    <a:pt x="4060" y="23235"/>
                  </a:lnTo>
                  <a:lnTo>
                    <a:pt x="4279" y="24172"/>
                  </a:lnTo>
                  <a:lnTo>
                    <a:pt x="4310" y="24235"/>
                  </a:lnTo>
                  <a:lnTo>
                    <a:pt x="4342" y="24266"/>
                  </a:lnTo>
                  <a:lnTo>
                    <a:pt x="4373" y="24297"/>
                  </a:lnTo>
                  <a:lnTo>
                    <a:pt x="4435" y="24297"/>
                  </a:lnTo>
                  <a:lnTo>
                    <a:pt x="4498" y="24235"/>
                  </a:lnTo>
                  <a:lnTo>
                    <a:pt x="4529" y="24203"/>
                  </a:lnTo>
                  <a:lnTo>
                    <a:pt x="4529" y="24141"/>
                  </a:lnTo>
                  <a:lnTo>
                    <a:pt x="4404" y="23204"/>
                  </a:lnTo>
                  <a:lnTo>
                    <a:pt x="4123" y="21268"/>
                  </a:lnTo>
                  <a:lnTo>
                    <a:pt x="3249" y="15771"/>
                  </a:lnTo>
                  <a:lnTo>
                    <a:pt x="1874" y="7152"/>
                  </a:lnTo>
                  <a:lnTo>
                    <a:pt x="1718" y="6184"/>
                  </a:lnTo>
                  <a:lnTo>
                    <a:pt x="1500" y="5247"/>
                  </a:lnTo>
                  <a:lnTo>
                    <a:pt x="1531" y="4654"/>
                  </a:lnTo>
                  <a:lnTo>
                    <a:pt x="1531" y="4060"/>
                  </a:lnTo>
                  <a:lnTo>
                    <a:pt x="1562" y="3467"/>
                  </a:lnTo>
                  <a:lnTo>
                    <a:pt x="1531" y="2842"/>
                  </a:lnTo>
                  <a:lnTo>
                    <a:pt x="1468" y="2249"/>
                  </a:lnTo>
                  <a:lnTo>
                    <a:pt x="1375" y="1624"/>
                  </a:lnTo>
                  <a:lnTo>
                    <a:pt x="1375" y="1593"/>
                  </a:lnTo>
                  <a:lnTo>
                    <a:pt x="1312" y="1593"/>
                  </a:lnTo>
                  <a:lnTo>
                    <a:pt x="1312" y="1624"/>
                  </a:lnTo>
                  <a:lnTo>
                    <a:pt x="1281" y="2249"/>
                  </a:lnTo>
                  <a:lnTo>
                    <a:pt x="1281" y="2842"/>
                  </a:lnTo>
                  <a:lnTo>
                    <a:pt x="1312" y="4060"/>
                  </a:lnTo>
                  <a:lnTo>
                    <a:pt x="1312" y="4248"/>
                  </a:lnTo>
                  <a:lnTo>
                    <a:pt x="1031" y="3155"/>
                  </a:lnTo>
                  <a:lnTo>
                    <a:pt x="750" y="2124"/>
                  </a:lnTo>
                  <a:lnTo>
                    <a:pt x="438" y="1062"/>
                  </a:lnTo>
                  <a:lnTo>
                    <a:pt x="94" y="32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9" name="Google Shape;3759;p61"/>
            <p:cNvSpPr/>
            <p:nvPr/>
          </p:nvSpPr>
          <p:spPr>
            <a:xfrm>
              <a:off x="3357150" y="3104175"/>
              <a:ext cx="1392100" cy="1652075"/>
            </a:xfrm>
            <a:custGeom>
              <a:avLst/>
              <a:gdLst/>
              <a:ahLst/>
              <a:cxnLst/>
              <a:rect l="l" t="t" r="r" b="b"/>
              <a:pathLst>
                <a:path w="55684" h="66083" extrusionOk="0">
                  <a:moveTo>
                    <a:pt x="20081" y="1"/>
                  </a:moveTo>
                  <a:lnTo>
                    <a:pt x="19707" y="63"/>
                  </a:lnTo>
                  <a:lnTo>
                    <a:pt x="19301" y="157"/>
                  </a:lnTo>
                  <a:lnTo>
                    <a:pt x="18926" y="313"/>
                  </a:lnTo>
                  <a:lnTo>
                    <a:pt x="18520" y="501"/>
                  </a:lnTo>
                  <a:lnTo>
                    <a:pt x="18145" y="750"/>
                  </a:lnTo>
                  <a:lnTo>
                    <a:pt x="17739" y="1032"/>
                  </a:lnTo>
                  <a:lnTo>
                    <a:pt x="17333" y="1344"/>
                  </a:lnTo>
                  <a:lnTo>
                    <a:pt x="16959" y="1687"/>
                  </a:lnTo>
                  <a:lnTo>
                    <a:pt x="16584" y="2062"/>
                  </a:lnTo>
                  <a:lnTo>
                    <a:pt x="16209" y="2468"/>
                  </a:lnTo>
                  <a:lnTo>
                    <a:pt x="15865" y="2874"/>
                  </a:lnTo>
                  <a:lnTo>
                    <a:pt x="15522" y="3311"/>
                  </a:lnTo>
                  <a:lnTo>
                    <a:pt x="15178" y="3780"/>
                  </a:lnTo>
                  <a:lnTo>
                    <a:pt x="14866" y="4248"/>
                  </a:lnTo>
                  <a:lnTo>
                    <a:pt x="14554" y="4717"/>
                  </a:lnTo>
                  <a:lnTo>
                    <a:pt x="14273" y="5216"/>
                  </a:lnTo>
                  <a:lnTo>
                    <a:pt x="14023" y="5685"/>
                  </a:lnTo>
                  <a:lnTo>
                    <a:pt x="13804" y="6184"/>
                  </a:lnTo>
                  <a:lnTo>
                    <a:pt x="12867" y="8246"/>
                  </a:lnTo>
                  <a:lnTo>
                    <a:pt x="11743" y="10869"/>
                  </a:lnTo>
                  <a:lnTo>
                    <a:pt x="10463" y="13929"/>
                  </a:lnTo>
                  <a:lnTo>
                    <a:pt x="9089" y="17365"/>
                  </a:lnTo>
                  <a:lnTo>
                    <a:pt x="7621" y="21112"/>
                  </a:lnTo>
                  <a:lnTo>
                    <a:pt x="6903" y="23048"/>
                  </a:lnTo>
                  <a:lnTo>
                    <a:pt x="6184" y="25047"/>
                  </a:lnTo>
                  <a:lnTo>
                    <a:pt x="5466" y="27077"/>
                  </a:lnTo>
                  <a:lnTo>
                    <a:pt x="4779" y="29138"/>
                  </a:lnTo>
                  <a:lnTo>
                    <a:pt x="4092" y="31199"/>
                  </a:lnTo>
                  <a:lnTo>
                    <a:pt x="3467" y="33292"/>
                  </a:lnTo>
                  <a:lnTo>
                    <a:pt x="2843" y="35353"/>
                  </a:lnTo>
                  <a:lnTo>
                    <a:pt x="2281" y="37383"/>
                  </a:lnTo>
                  <a:lnTo>
                    <a:pt x="1750" y="39381"/>
                  </a:lnTo>
                  <a:lnTo>
                    <a:pt x="1313" y="41380"/>
                  </a:lnTo>
                  <a:lnTo>
                    <a:pt x="907" y="43285"/>
                  </a:lnTo>
                  <a:lnTo>
                    <a:pt x="563" y="45159"/>
                  </a:lnTo>
                  <a:lnTo>
                    <a:pt x="282" y="46939"/>
                  </a:lnTo>
                  <a:lnTo>
                    <a:pt x="95" y="48656"/>
                  </a:lnTo>
                  <a:lnTo>
                    <a:pt x="32" y="49468"/>
                  </a:lnTo>
                  <a:lnTo>
                    <a:pt x="1" y="50280"/>
                  </a:lnTo>
                  <a:lnTo>
                    <a:pt x="1" y="51061"/>
                  </a:lnTo>
                  <a:lnTo>
                    <a:pt x="1" y="51811"/>
                  </a:lnTo>
                  <a:lnTo>
                    <a:pt x="32" y="52529"/>
                  </a:lnTo>
                  <a:lnTo>
                    <a:pt x="95" y="53216"/>
                  </a:lnTo>
                  <a:lnTo>
                    <a:pt x="157" y="53872"/>
                  </a:lnTo>
                  <a:lnTo>
                    <a:pt x="282" y="54496"/>
                  </a:lnTo>
                  <a:lnTo>
                    <a:pt x="407" y="55090"/>
                  </a:lnTo>
                  <a:lnTo>
                    <a:pt x="563" y="55652"/>
                  </a:lnTo>
                  <a:lnTo>
                    <a:pt x="750" y="56183"/>
                  </a:lnTo>
                  <a:lnTo>
                    <a:pt x="1000" y="56651"/>
                  </a:lnTo>
                  <a:lnTo>
                    <a:pt x="1250" y="57120"/>
                  </a:lnTo>
                  <a:lnTo>
                    <a:pt x="1531" y="57525"/>
                  </a:lnTo>
                  <a:lnTo>
                    <a:pt x="1843" y="57900"/>
                  </a:lnTo>
                  <a:lnTo>
                    <a:pt x="2187" y="58213"/>
                  </a:lnTo>
                  <a:lnTo>
                    <a:pt x="2655" y="58587"/>
                  </a:lnTo>
                  <a:lnTo>
                    <a:pt x="3155" y="58962"/>
                  </a:lnTo>
                  <a:lnTo>
                    <a:pt x="3717" y="59306"/>
                  </a:lnTo>
                  <a:lnTo>
                    <a:pt x="4279" y="59649"/>
                  </a:lnTo>
                  <a:lnTo>
                    <a:pt x="4873" y="59961"/>
                  </a:lnTo>
                  <a:lnTo>
                    <a:pt x="5497" y="60305"/>
                  </a:lnTo>
                  <a:lnTo>
                    <a:pt x="6122" y="60586"/>
                  </a:lnTo>
                  <a:lnTo>
                    <a:pt x="6809" y="60898"/>
                  </a:lnTo>
                  <a:lnTo>
                    <a:pt x="8245" y="61429"/>
                  </a:lnTo>
                  <a:lnTo>
                    <a:pt x="9744" y="61960"/>
                  </a:lnTo>
                  <a:lnTo>
                    <a:pt x="11337" y="62429"/>
                  </a:lnTo>
                  <a:lnTo>
                    <a:pt x="12992" y="62866"/>
                  </a:lnTo>
                  <a:lnTo>
                    <a:pt x="14710" y="63272"/>
                  </a:lnTo>
                  <a:lnTo>
                    <a:pt x="16490" y="63615"/>
                  </a:lnTo>
                  <a:lnTo>
                    <a:pt x="18301" y="63959"/>
                  </a:lnTo>
                  <a:lnTo>
                    <a:pt x="20175" y="64240"/>
                  </a:lnTo>
                  <a:lnTo>
                    <a:pt x="22049" y="64521"/>
                  </a:lnTo>
                  <a:lnTo>
                    <a:pt x="23954" y="64739"/>
                  </a:lnTo>
                  <a:lnTo>
                    <a:pt x="25859" y="64958"/>
                  </a:lnTo>
                  <a:lnTo>
                    <a:pt x="27764" y="65145"/>
                  </a:lnTo>
                  <a:lnTo>
                    <a:pt x="29669" y="65302"/>
                  </a:lnTo>
                  <a:lnTo>
                    <a:pt x="31543" y="65458"/>
                  </a:lnTo>
                  <a:lnTo>
                    <a:pt x="35228" y="65676"/>
                  </a:lnTo>
                  <a:lnTo>
                    <a:pt x="38694" y="65833"/>
                  </a:lnTo>
                  <a:lnTo>
                    <a:pt x="41942" y="65957"/>
                  </a:lnTo>
                  <a:lnTo>
                    <a:pt x="44846" y="65989"/>
                  </a:lnTo>
                  <a:lnTo>
                    <a:pt x="47376" y="66051"/>
                  </a:lnTo>
                  <a:lnTo>
                    <a:pt x="50936" y="66082"/>
                  </a:lnTo>
                  <a:lnTo>
                    <a:pt x="51092" y="66051"/>
                  </a:lnTo>
                  <a:lnTo>
                    <a:pt x="51217" y="66020"/>
                  </a:lnTo>
                  <a:lnTo>
                    <a:pt x="51342" y="65957"/>
                  </a:lnTo>
                  <a:lnTo>
                    <a:pt x="51498" y="65864"/>
                  </a:lnTo>
                  <a:lnTo>
                    <a:pt x="51748" y="65583"/>
                  </a:lnTo>
                  <a:lnTo>
                    <a:pt x="52029" y="65239"/>
                  </a:lnTo>
                  <a:lnTo>
                    <a:pt x="52310" y="64771"/>
                  </a:lnTo>
                  <a:lnTo>
                    <a:pt x="52560" y="64240"/>
                  </a:lnTo>
                  <a:lnTo>
                    <a:pt x="52841" y="63615"/>
                  </a:lnTo>
                  <a:lnTo>
                    <a:pt x="53091" y="62928"/>
                  </a:lnTo>
                  <a:lnTo>
                    <a:pt x="53341" y="62210"/>
                  </a:lnTo>
                  <a:lnTo>
                    <a:pt x="53591" y="61398"/>
                  </a:lnTo>
                  <a:lnTo>
                    <a:pt x="53841" y="60555"/>
                  </a:lnTo>
                  <a:lnTo>
                    <a:pt x="54059" y="59649"/>
                  </a:lnTo>
                  <a:lnTo>
                    <a:pt x="54496" y="57775"/>
                  </a:lnTo>
                  <a:lnTo>
                    <a:pt x="54871" y="55839"/>
                  </a:lnTo>
                  <a:lnTo>
                    <a:pt x="55183" y="53840"/>
                  </a:lnTo>
                  <a:lnTo>
                    <a:pt x="55433" y="51904"/>
                  </a:lnTo>
                  <a:lnTo>
                    <a:pt x="55589" y="50030"/>
                  </a:lnTo>
                  <a:lnTo>
                    <a:pt x="55652" y="49156"/>
                  </a:lnTo>
                  <a:lnTo>
                    <a:pt x="55683" y="48313"/>
                  </a:lnTo>
                  <a:lnTo>
                    <a:pt x="55683" y="47532"/>
                  </a:lnTo>
                  <a:lnTo>
                    <a:pt x="55652" y="46814"/>
                  </a:lnTo>
                  <a:lnTo>
                    <a:pt x="55621" y="46127"/>
                  </a:lnTo>
                  <a:lnTo>
                    <a:pt x="55558" y="45533"/>
                  </a:lnTo>
                  <a:lnTo>
                    <a:pt x="55433" y="45003"/>
                  </a:lnTo>
                  <a:lnTo>
                    <a:pt x="55308" y="44565"/>
                  </a:lnTo>
                  <a:lnTo>
                    <a:pt x="55152" y="44222"/>
                  </a:lnTo>
                  <a:lnTo>
                    <a:pt x="55059" y="44097"/>
                  </a:lnTo>
                  <a:lnTo>
                    <a:pt x="54965" y="43972"/>
                  </a:lnTo>
                  <a:lnTo>
                    <a:pt x="54840" y="43878"/>
                  </a:lnTo>
                  <a:lnTo>
                    <a:pt x="54684" y="43816"/>
                  </a:lnTo>
                  <a:lnTo>
                    <a:pt x="54247" y="43628"/>
                  </a:lnTo>
                  <a:lnTo>
                    <a:pt x="53653" y="43472"/>
                  </a:lnTo>
                  <a:lnTo>
                    <a:pt x="52935" y="43316"/>
                  </a:lnTo>
                  <a:lnTo>
                    <a:pt x="52123" y="43191"/>
                  </a:lnTo>
                  <a:lnTo>
                    <a:pt x="51186" y="43098"/>
                  </a:lnTo>
                  <a:lnTo>
                    <a:pt x="49000" y="42879"/>
                  </a:lnTo>
                  <a:lnTo>
                    <a:pt x="46502" y="42723"/>
                  </a:lnTo>
                  <a:lnTo>
                    <a:pt x="43785" y="42567"/>
                  </a:lnTo>
                  <a:lnTo>
                    <a:pt x="37945" y="42317"/>
                  </a:lnTo>
                  <a:lnTo>
                    <a:pt x="32167" y="42098"/>
                  </a:lnTo>
                  <a:lnTo>
                    <a:pt x="29482" y="41973"/>
                  </a:lnTo>
                  <a:lnTo>
                    <a:pt x="27046" y="41817"/>
                  </a:lnTo>
                  <a:lnTo>
                    <a:pt x="24984" y="41661"/>
                  </a:lnTo>
                  <a:lnTo>
                    <a:pt x="24079" y="41536"/>
                  </a:lnTo>
                  <a:lnTo>
                    <a:pt x="23298" y="41442"/>
                  </a:lnTo>
                  <a:lnTo>
                    <a:pt x="22642" y="41317"/>
                  </a:lnTo>
                  <a:lnTo>
                    <a:pt x="22143" y="41161"/>
                  </a:lnTo>
                  <a:lnTo>
                    <a:pt x="21768" y="41036"/>
                  </a:lnTo>
                  <a:lnTo>
                    <a:pt x="21643" y="40943"/>
                  </a:lnTo>
                  <a:lnTo>
                    <a:pt x="21549" y="40849"/>
                  </a:lnTo>
                  <a:lnTo>
                    <a:pt x="21518" y="40724"/>
                  </a:lnTo>
                  <a:lnTo>
                    <a:pt x="21487" y="40474"/>
                  </a:lnTo>
                  <a:lnTo>
                    <a:pt x="21518" y="39662"/>
                  </a:lnTo>
                  <a:lnTo>
                    <a:pt x="21612" y="38413"/>
                  </a:lnTo>
                  <a:lnTo>
                    <a:pt x="21768" y="36820"/>
                  </a:lnTo>
                  <a:lnTo>
                    <a:pt x="22205" y="32729"/>
                  </a:lnTo>
                  <a:lnTo>
                    <a:pt x="22736" y="27733"/>
                  </a:lnTo>
                  <a:lnTo>
                    <a:pt x="23017" y="25047"/>
                  </a:lnTo>
                  <a:lnTo>
                    <a:pt x="23267" y="22268"/>
                  </a:lnTo>
                  <a:lnTo>
                    <a:pt x="23485" y="19457"/>
                  </a:lnTo>
                  <a:lnTo>
                    <a:pt x="23642" y="16646"/>
                  </a:lnTo>
                  <a:lnTo>
                    <a:pt x="23767" y="13898"/>
                  </a:lnTo>
                  <a:lnTo>
                    <a:pt x="23829" y="11275"/>
                  </a:lnTo>
                  <a:lnTo>
                    <a:pt x="23829" y="10026"/>
                  </a:lnTo>
                  <a:lnTo>
                    <a:pt x="23829" y="8808"/>
                  </a:lnTo>
                  <a:lnTo>
                    <a:pt x="23767" y="7621"/>
                  </a:lnTo>
                  <a:lnTo>
                    <a:pt x="23704" y="6528"/>
                  </a:lnTo>
                  <a:lnTo>
                    <a:pt x="23610" y="5497"/>
                  </a:lnTo>
                  <a:lnTo>
                    <a:pt x="23485" y="4592"/>
                  </a:lnTo>
                  <a:lnTo>
                    <a:pt x="23329" y="3780"/>
                  </a:lnTo>
                  <a:lnTo>
                    <a:pt x="23142" y="3030"/>
                  </a:lnTo>
                  <a:lnTo>
                    <a:pt x="22923" y="2406"/>
                  </a:lnTo>
                  <a:lnTo>
                    <a:pt x="22674" y="1844"/>
                  </a:lnTo>
                  <a:lnTo>
                    <a:pt x="22424" y="1375"/>
                  </a:lnTo>
                  <a:lnTo>
                    <a:pt x="22143" y="969"/>
                  </a:lnTo>
                  <a:lnTo>
                    <a:pt x="21830" y="626"/>
                  </a:lnTo>
                  <a:lnTo>
                    <a:pt x="21518" y="376"/>
                  </a:lnTo>
                  <a:lnTo>
                    <a:pt x="21174" y="188"/>
                  </a:lnTo>
                  <a:lnTo>
                    <a:pt x="20800" y="63"/>
                  </a:lnTo>
                  <a:lnTo>
                    <a:pt x="20456" y="1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0" name="Google Shape;3760;p61"/>
            <p:cNvSpPr/>
            <p:nvPr/>
          </p:nvSpPr>
          <p:spPr>
            <a:xfrm>
              <a:off x="3357150" y="3104175"/>
              <a:ext cx="1392100" cy="1652075"/>
            </a:xfrm>
            <a:custGeom>
              <a:avLst/>
              <a:gdLst/>
              <a:ahLst/>
              <a:cxnLst/>
              <a:rect l="l" t="t" r="r" b="b"/>
              <a:pathLst>
                <a:path w="55684" h="66083" fill="none" extrusionOk="0">
                  <a:moveTo>
                    <a:pt x="13804" y="6184"/>
                  </a:moveTo>
                  <a:lnTo>
                    <a:pt x="13804" y="6184"/>
                  </a:lnTo>
                  <a:lnTo>
                    <a:pt x="12867" y="8246"/>
                  </a:lnTo>
                  <a:lnTo>
                    <a:pt x="11743" y="10869"/>
                  </a:lnTo>
                  <a:lnTo>
                    <a:pt x="10463" y="13929"/>
                  </a:lnTo>
                  <a:lnTo>
                    <a:pt x="9089" y="17365"/>
                  </a:lnTo>
                  <a:lnTo>
                    <a:pt x="7621" y="21112"/>
                  </a:lnTo>
                  <a:lnTo>
                    <a:pt x="6903" y="23048"/>
                  </a:lnTo>
                  <a:lnTo>
                    <a:pt x="6184" y="25047"/>
                  </a:lnTo>
                  <a:lnTo>
                    <a:pt x="5466" y="27077"/>
                  </a:lnTo>
                  <a:lnTo>
                    <a:pt x="4779" y="29138"/>
                  </a:lnTo>
                  <a:lnTo>
                    <a:pt x="4092" y="31199"/>
                  </a:lnTo>
                  <a:lnTo>
                    <a:pt x="3467" y="33292"/>
                  </a:lnTo>
                  <a:lnTo>
                    <a:pt x="2843" y="35353"/>
                  </a:lnTo>
                  <a:lnTo>
                    <a:pt x="2281" y="37383"/>
                  </a:lnTo>
                  <a:lnTo>
                    <a:pt x="1750" y="39381"/>
                  </a:lnTo>
                  <a:lnTo>
                    <a:pt x="1313" y="41380"/>
                  </a:lnTo>
                  <a:lnTo>
                    <a:pt x="907" y="43285"/>
                  </a:lnTo>
                  <a:lnTo>
                    <a:pt x="563" y="45159"/>
                  </a:lnTo>
                  <a:lnTo>
                    <a:pt x="282" y="46939"/>
                  </a:lnTo>
                  <a:lnTo>
                    <a:pt x="95" y="48656"/>
                  </a:lnTo>
                  <a:lnTo>
                    <a:pt x="32" y="49468"/>
                  </a:lnTo>
                  <a:lnTo>
                    <a:pt x="1" y="50280"/>
                  </a:lnTo>
                  <a:lnTo>
                    <a:pt x="1" y="51061"/>
                  </a:lnTo>
                  <a:lnTo>
                    <a:pt x="1" y="51811"/>
                  </a:lnTo>
                  <a:lnTo>
                    <a:pt x="32" y="52529"/>
                  </a:lnTo>
                  <a:lnTo>
                    <a:pt x="95" y="53216"/>
                  </a:lnTo>
                  <a:lnTo>
                    <a:pt x="157" y="53872"/>
                  </a:lnTo>
                  <a:lnTo>
                    <a:pt x="282" y="54496"/>
                  </a:lnTo>
                  <a:lnTo>
                    <a:pt x="407" y="55090"/>
                  </a:lnTo>
                  <a:lnTo>
                    <a:pt x="563" y="55652"/>
                  </a:lnTo>
                  <a:lnTo>
                    <a:pt x="750" y="56183"/>
                  </a:lnTo>
                  <a:lnTo>
                    <a:pt x="1000" y="56651"/>
                  </a:lnTo>
                  <a:lnTo>
                    <a:pt x="1250" y="57120"/>
                  </a:lnTo>
                  <a:lnTo>
                    <a:pt x="1531" y="57525"/>
                  </a:lnTo>
                  <a:lnTo>
                    <a:pt x="1843" y="57900"/>
                  </a:lnTo>
                  <a:lnTo>
                    <a:pt x="2187" y="58213"/>
                  </a:lnTo>
                  <a:lnTo>
                    <a:pt x="2187" y="58213"/>
                  </a:lnTo>
                  <a:lnTo>
                    <a:pt x="2655" y="58587"/>
                  </a:lnTo>
                  <a:lnTo>
                    <a:pt x="3155" y="58962"/>
                  </a:lnTo>
                  <a:lnTo>
                    <a:pt x="3717" y="59306"/>
                  </a:lnTo>
                  <a:lnTo>
                    <a:pt x="4279" y="59649"/>
                  </a:lnTo>
                  <a:lnTo>
                    <a:pt x="4873" y="59961"/>
                  </a:lnTo>
                  <a:lnTo>
                    <a:pt x="5497" y="60305"/>
                  </a:lnTo>
                  <a:lnTo>
                    <a:pt x="6122" y="60586"/>
                  </a:lnTo>
                  <a:lnTo>
                    <a:pt x="6809" y="60898"/>
                  </a:lnTo>
                  <a:lnTo>
                    <a:pt x="8245" y="61429"/>
                  </a:lnTo>
                  <a:lnTo>
                    <a:pt x="9744" y="61960"/>
                  </a:lnTo>
                  <a:lnTo>
                    <a:pt x="11337" y="62429"/>
                  </a:lnTo>
                  <a:lnTo>
                    <a:pt x="12992" y="62866"/>
                  </a:lnTo>
                  <a:lnTo>
                    <a:pt x="14710" y="63272"/>
                  </a:lnTo>
                  <a:lnTo>
                    <a:pt x="16490" y="63615"/>
                  </a:lnTo>
                  <a:lnTo>
                    <a:pt x="18301" y="63959"/>
                  </a:lnTo>
                  <a:lnTo>
                    <a:pt x="20175" y="64240"/>
                  </a:lnTo>
                  <a:lnTo>
                    <a:pt x="22049" y="64521"/>
                  </a:lnTo>
                  <a:lnTo>
                    <a:pt x="23954" y="64739"/>
                  </a:lnTo>
                  <a:lnTo>
                    <a:pt x="25859" y="64958"/>
                  </a:lnTo>
                  <a:lnTo>
                    <a:pt x="27764" y="65145"/>
                  </a:lnTo>
                  <a:lnTo>
                    <a:pt x="29669" y="65302"/>
                  </a:lnTo>
                  <a:lnTo>
                    <a:pt x="31543" y="65458"/>
                  </a:lnTo>
                  <a:lnTo>
                    <a:pt x="35228" y="65676"/>
                  </a:lnTo>
                  <a:lnTo>
                    <a:pt x="38694" y="65833"/>
                  </a:lnTo>
                  <a:lnTo>
                    <a:pt x="41942" y="65957"/>
                  </a:lnTo>
                  <a:lnTo>
                    <a:pt x="44846" y="65989"/>
                  </a:lnTo>
                  <a:lnTo>
                    <a:pt x="47376" y="66051"/>
                  </a:lnTo>
                  <a:lnTo>
                    <a:pt x="50936" y="66082"/>
                  </a:lnTo>
                  <a:lnTo>
                    <a:pt x="50936" y="66082"/>
                  </a:lnTo>
                  <a:lnTo>
                    <a:pt x="51092" y="66051"/>
                  </a:lnTo>
                  <a:lnTo>
                    <a:pt x="51217" y="66020"/>
                  </a:lnTo>
                  <a:lnTo>
                    <a:pt x="51342" y="65957"/>
                  </a:lnTo>
                  <a:lnTo>
                    <a:pt x="51498" y="65864"/>
                  </a:lnTo>
                  <a:lnTo>
                    <a:pt x="51748" y="65583"/>
                  </a:lnTo>
                  <a:lnTo>
                    <a:pt x="52029" y="65239"/>
                  </a:lnTo>
                  <a:lnTo>
                    <a:pt x="52310" y="64771"/>
                  </a:lnTo>
                  <a:lnTo>
                    <a:pt x="52560" y="64240"/>
                  </a:lnTo>
                  <a:lnTo>
                    <a:pt x="52841" y="63615"/>
                  </a:lnTo>
                  <a:lnTo>
                    <a:pt x="53091" y="62928"/>
                  </a:lnTo>
                  <a:lnTo>
                    <a:pt x="53341" y="62210"/>
                  </a:lnTo>
                  <a:lnTo>
                    <a:pt x="53591" y="61398"/>
                  </a:lnTo>
                  <a:lnTo>
                    <a:pt x="53841" y="60555"/>
                  </a:lnTo>
                  <a:lnTo>
                    <a:pt x="54059" y="59649"/>
                  </a:lnTo>
                  <a:lnTo>
                    <a:pt x="54496" y="57775"/>
                  </a:lnTo>
                  <a:lnTo>
                    <a:pt x="54871" y="55839"/>
                  </a:lnTo>
                  <a:lnTo>
                    <a:pt x="55183" y="53840"/>
                  </a:lnTo>
                  <a:lnTo>
                    <a:pt x="55433" y="51904"/>
                  </a:lnTo>
                  <a:lnTo>
                    <a:pt x="55589" y="50030"/>
                  </a:lnTo>
                  <a:lnTo>
                    <a:pt x="55652" y="49156"/>
                  </a:lnTo>
                  <a:lnTo>
                    <a:pt x="55683" y="48313"/>
                  </a:lnTo>
                  <a:lnTo>
                    <a:pt x="55683" y="47532"/>
                  </a:lnTo>
                  <a:lnTo>
                    <a:pt x="55652" y="46814"/>
                  </a:lnTo>
                  <a:lnTo>
                    <a:pt x="55621" y="46127"/>
                  </a:lnTo>
                  <a:lnTo>
                    <a:pt x="55558" y="45533"/>
                  </a:lnTo>
                  <a:lnTo>
                    <a:pt x="55433" y="45003"/>
                  </a:lnTo>
                  <a:lnTo>
                    <a:pt x="55308" y="44565"/>
                  </a:lnTo>
                  <a:lnTo>
                    <a:pt x="55152" y="44222"/>
                  </a:lnTo>
                  <a:lnTo>
                    <a:pt x="55059" y="44097"/>
                  </a:lnTo>
                  <a:lnTo>
                    <a:pt x="54965" y="43972"/>
                  </a:lnTo>
                  <a:lnTo>
                    <a:pt x="54965" y="43972"/>
                  </a:lnTo>
                  <a:lnTo>
                    <a:pt x="54840" y="43878"/>
                  </a:lnTo>
                  <a:lnTo>
                    <a:pt x="54684" y="43816"/>
                  </a:lnTo>
                  <a:lnTo>
                    <a:pt x="54247" y="43628"/>
                  </a:lnTo>
                  <a:lnTo>
                    <a:pt x="53653" y="43472"/>
                  </a:lnTo>
                  <a:lnTo>
                    <a:pt x="52935" y="43316"/>
                  </a:lnTo>
                  <a:lnTo>
                    <a:pt x="52123" y="43191"/>
                  </a:lnTo>
                  <a:lnTo>
                    <a:pt x="51186" y="43098"/>
                  </a:lnTo>
                  <a:lnTo>
                    <a:pt x="49000" y="42879"/>
                  </a:lnTo>
                  <a:lnTo>
                    <a:pt x="46502" y="42723"/>
                  </a:lnTo>
                  <a:lnTo>
                    <a:pt x="43785" y="42567"/>
                  </a:lnTo>
                  <a:lnTo>
                    <a:pt x="37945" y="42317"/>
                  </a:lnTo>
                  <a:lnTo>
                    <a:pt x="32167" y="42098"/>
                  </a:lnTo>
                  <a:lnTo>
                    <a:pt x="29482" y="41973"/>
                  </a:lnTo>
                  <a:lnTo>
                    <a:pt x="27046" y="41817"/>
                  </a:lnTo>
                  <a:lnTo>
                    <a:pt x="24984" y="41661"/>
                  </a:lnTo>
                  <a:lnTo>
                    <a:pt x="24079" y="41536"/>
                  </a:lnTo>
                  <a:lnTo>
                    <a:pt x="23298" y="41442"/>
                  </a:lnTo>
                  <a:lnTo>
                    <a:pt x="22642" y="41317"/>
                  </a:lnTo>
                  <a:lnTo>
                    <a:pt x="22143" y="41161"/>
                  </a:lnTo>
                  <a:lnTo>
                    <a:pt x="21768" y="41036"/>
                  </a:lnTo>
                  <a:lnTo>
                    <a:pt x="21643" y="40943"/>
                  </a:lnTo>
                  <a:lnTo>
                    <a:pt x="21549" y="40849"/>
                  </a:lnTo>
                  <a:lnTo>
                    <a:pt x="21549" y="40849"/>
                  </a:lnTo>
                  <a:lnTo>
                    <a:pt x="21518" y="40724"/>
                  </a:lnTo>
                  <a:lnTo>
                    <a:pt x="21487" y="40474"/>
                  </a:lnTo>
                  <a:lnTo>
                    <a:pt x="21518" y="39662"/>
                  </a:lnTo>
                  <a:lnTo>
                    <a:pt x="21612" y="38413"/>
                  </a:lnTo>
                  <a:lnTo>
                    <a:pt x="21768" y="36820"/>
                  </a:lnTo>
                  <a:lnTo>
                    <a:pt x="22205" y="32729"/>
                  </a:lnTo>
                  <a:lnTo>
                    <a:pt x="22736" y="27733"/>
                  </a:lnTo>
                  <a:lnTo>
                    <a:pt x="23017" y="25047"/>
                  </a:lnTo>
                  <a:lnTo>
                    <a:pt x="23267" y="22268"/>
                  </a:lnTo>
                  <a:lnTo>
                    <a:pt x="23485" y="19457"/>
                  </a:lnTo>
                  <a:lnTo>
                    <a:pt x="23642" y="16646"/>
                  </a:lnTo>
                  <a:lnTo>
                    <a:pt x="23767" y="13898"/>
                  </a:lnTo>
                  <a:lnTo>
                    <a:pt x="23829" y="11275"/>
                  </a:lnTo>
                  <a:lnTo>
                    <a:pt x="23829" y="10026"/>
                  </a:lnTo>
                  <a:lnTo>
                    <a:pt x="23829" y="8808"/>
                  </a:lnTo>
                  <a:lnTo>
                    <a:pt x="23767" y="7621"/>
                  </a:lnTo>
                  <a:lnTo>
                    <a:pt x="23704" y="6528"/>
                  </a:lnTo>
                  <a:lnTo>
                    <a:pt x="23704" y="6528"/>
                  </a:lnTo>
                  <a:lnTo>
                    <a:pt x="23610" y="5497"/>
                  </a:lnTo>
                  <a:lnTo>
                    <a:pt x="23485" y="4592"/>
                  </a:lnTo>
                  <a:lnTo>
                    <a:pt x="23329" y="3780"/>
                  </a:lnTo>
                  <a:lnTo>
                    <a:pt x="23142" y="3030"/>
                  </a:lnTo>
                  <a:lnTo>
                    <a:pt x="22923" y="2406"/>
                  </a:lnTo>
                  <a:lnTo>
                    <a:pt x="22674" y="1844"/>
                  </a:lnTo>
                  <a:lnTo>
                    <a:pt x="22424" y="1375"/>
                  </a:lnTo>
                  <a:lnTo>
                    <a:pt x="22143" y="969"/>
                  </a:lnTo>
                  <a:lnTo>
                    <a:pt x="21830" y="626"/>
                  </a:lnTo>
                  <a:lnTo>
                    <a:pt x="21518" y="376"/>
                  </a:lnTo>
                  <a:lnTo>
                    <a:pt x="21174" y="188"/>
                  </a:lnTo>
                  <a:lnTo>
                    <a:pt x="20800" y="63"/>
                  </a:lnTo>
                  <a:lnTo>
                    <a:pt x="20456" y="1"/>
                  </a:lnTo>
                  <a:lnTo>
                    <a:pt x="20081" y="1"/>
                  </a:lnTo>
                  <a:lnTo>
                    <a:pt x="19707" y="63"/>
                  </a:lnTo>
                  <a:lnTo>
                    <a:pt x="19301" y="157"/>
                  </a:lnTo>
                  <a:lnTo>
                    <a:pt x="18926" y="313"/>
                  </a:lnTo>
                  <a:lnTo>
                    <a:pt x="18520" y="501"/>
                  </a:lnTo>
                  <a:lnTo>
                    <a:pt x="18145" y="750"/>
                  </a:lnTo>
                  <a:lnTo>
                    <a:pt x="17739" y="1032"/>
                  </a:lnTo>
                  <a:lnTo>
                    <a:pt x="17333" y="1344"/>
                  </a:lnTo>
                  <a:lnTo>
                    <a:pt x="16959" y="1687"/>
                  </a:lnTo>
                  <a:lnTo>
                    <a:pt x="16584" y="2062"/>
                  </a:lnTo>
                  <a:lnTo>
                    <a:pt x="16209" y="2468"/>
                  </a:lnTo>
                  <a:lnTo>
                    <a:pt x="15865" y="2874"/>
                  </a:lnTo>
                  <a:lnTo>
                    <a:pt x="15522" y="3311"/>
                  </a:lnTo>
                  <a:lnTo>
                    <a:pt x="15178" y="3780"/>
                  </a:lnTo>
                  <a:lnTo>
                    <a:pt x="14866" y="4248"/>
                  </a:lnTo>
                  <a:lnTo>
                    <a:pt x="14554" y="4717"/>
                  </a:lnTo>
                  <a:lnTo>
                    <a:pt x="14273" y="5216"/>
                  </a:lnTo>
                  <a:lnTo>
                    <a:pt x="14023" y="5685"/>
                  </a:lnTo>
                  <a:lnTo>
                    <a:pt x="13804" y="618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1" name="Google Shape;3761;p61"/>
            <p:cNvSpPr/>
            <p:nvPr/>
          </p:nvSpPr>
          <p:spPr>
            <a:xfrm>
              <a:off x="4526700" y="4154275"/>
              <a:ext cx="986875" cy="729225"/>
            </a:xfrm>
            <a:custGeom>
              <a:avLst/>
              <a:gdLst/>
              <a:ahLst/>
              <a:cxnLst/>
              <a:rect l="l" t="t" r="r" b="b"/>
              <a:pathLst>
                <a:path w="39475" h="29169" extrusionOk="0">
                  <a:moveTo>
                    <a:pt x="11962" y="21143"/>
                  </a:moveTo>
                  <a:lnTo>
                    <a:pt x="12024" y="21424"/>
                  </a:lnTo>
                  <a:lnTo>
                    <a:pt x="12087" y="21705"/>
                  </a:lnTo>
                  <a:lnTo>
                    <a:pt x="12180" y="21924"/>
                  </a:lnTo>
                  <a:lnTo>
                    <a:pt x="12274" y="22111"/>
                  </a:lnTo>
                  <a:lnTo>
                    <a:pt x="12399" y="22298"/>
                  </a:lnTo>
                  <a:lnTo>
                    <a:pt x="12524" y="22423"/>
                  </a:lnTo>
                  <a:lnTo>
                    <a:pt x="12774" y="22642"/>
                  </a:lnTo>
                  <a:lnTo>
                    <a:pt x="12992" y="22767"/>
                  </a:lnTo>
                  <a:lnTo>
                    <a:pt x="13180" y="22860"/>
                  </a:lnTo>
                  <a:lnTo>
                    <a:pt x="13398" y="22892"/>
                  </a:lnTo>
                  <a:lnTo>
                    <a:pt x="13398" y="22892"/>
                  </a:lnTo>
                  <a:lnTo>
                    <a:pt x="12087" y="22798"/>
                  </a:lnTo>
                  <a:lnTo>
                    <a:pt x="11431" y="22767"/>
                  </a:lnTo>
                  <a:lnTo>
                    <a:pt x="10744" y="22767"/>
                  </a:lnTo>
                  <a:lnTo>
                    <a:pt x="10335" y="22786"/>
                  </a:lnTo>
                  <a:lnTo>
                    <a:pt x="10335" y="22786"/>
                  </a:lnTo>
                  <a:lnTo>
                    <a:pt x="10369" y="22767"/>
                  </a:lnTo>
                  <a:lnTo>
                    <a:pt x="10837" y="22423"/>
                  </a:lnTo>
                  <a:lnTo>
                    <a:pt x="11212" y="22111"/>
                  </a:lnTo>
                  <a:lnTo>
                    <a:pt x="11524" y="21799"/>
                  </a:lnTo>
                  <a:lnTo>
                    <a:pt x="11712" y="21549"/>
                  </a:lnTo>
                  <a:lnTo>
                    <a:pt x="11868" y="21330"/>
                  </a:lnTo>
                  <a:lnTo>
                    <a:pt x="11962" y="21143"/>
                  </a:lnTo>
                  <a:close/>
                  <a:moveTo>
                    <a:pt x="23017" y="0"/>
                  </a:moveTo>
                  <a:lnTo>
                    <a:pt x="21393" y="32"/>
                  </a:lnTo>
                  <a:lnTo>
                    <a:pt x="19738" y="125"/>
                  </a:lnTo>
                  <a:lnTo>
                    <a:pt x="18083" y="250"/>
                  </a:lnTo>
                  <a:lnTo>
                    <a:pt x="16459" y="406"/>
                  </a:lnTo>
                  <a:lnTo>
                    <a:pt x="14897" y="594"/>
                  </a:lnTo>
                  <a:lnTo>
                    <a:pt x="12149" y="937"/>
                  </a:lnTo>
                  <a:lnTo>
                    <a:pt x="10088" y="1218"/>
                  </a:lnTo>
                  <a:lnTo>
                    <a:pt x="9401" y="1281"/>
                  </a:lnTo>
                  <a:lnTo>
                    <a:pt x="8995" y="1312"/>
                  </a:lnTo>
                  <a:lnTo>
                    <a:pt x="7246" y="1187"/>
                  </a:lnTo>
                  <a:lnTo>
                    <a:pt x="4810" y="1094"/>
                  </a:lnTo>
                  <a:lnTo>
                    <a:pt x="1687" y="1000"/>
                  </a:lnTo>
                  <a:lnTo>
                    <a:pt x="1" y="23641"/>
                  </a:lnTo>
                  <a:lnTo>
                    <a:pt x="938" y="23797"/>
                  </a:lnTo>
                  <a:lnTo>
                    <a:pt x="1812" y="23922"/>
                  </a:lnTo>
                  <a:lnTo>
                    <a:pt x="2624" y="24016"/>
                  </a:lnTo>
                  <a:lnTo>
                    <a:pt x="3405" y="24078"/>
                  </a:lnTo>
                  <a:lnTo>
                    <a:pt x="4154" y="24110"/>
                  </a:lnTo>
                  <a:lnTo>
                    <a:pt x="4841" y="24110"/>
                  </a:lnTo>
                  <a:lnTo>
                    <a:pt x="5497" y="24078"/>
                  </a:lnTo>
                  <a:lnTo>
                    <a:pt x="6122" y="24047"/>
                  </a:lnTo>
                  <a:lnTo>
                    <a:pt x="6468" y="24011"/>
                  </a:lnTo>
                  <a:lnTo>
                    <a:pt x="6468" y="24011"/>
                  </a:lnTo>
                  <a:lnTo>
                    <a:pt x="6465" y="24016"/>
                  </a:lnTo>
                  <a:lnTo>
                    <a:pt x="6372" y="24172"/>
                  </a:lnTo>
                  <a:lnTo>
                    <a:pt x="6278" y="24359"/>
                  </a:lnTo>
                  <a:lnTo>
                    <a:pt x="6247" y="24547"/>
                  </a:lnTo>
                  <a:lnTo>
                    <a:pt x="6247" y="24765"/>
                  </a:lnTo>
                  <a:lnTo>
                    <a:pt x="6278" y="24984"/>
                  </a:lnTo>
                  <a:lnTo>
                    <a:pt x="6309" y="25203"/>
                  </a:lnTo>
                  <a:lnTo>
                    <a:pt x="6403" y="25452"/>
                  </a:lnTo>
                  <a:lnTo>
                    <a:pt x="6465" y="25609"/>
                  </a:lnTo>
                  <a:lnTo>
                    <a:pt x="6590" y="25796"/>
                  </a:lnTo>
                  <a:lnTo>
                    <a:pt x="6871" y="26108"/>
                  </a:lnTo>
                  <a:lnTo>
                    <a:pt x="7277" y="26452"/>
                  </a:lnTo>
                  <a:lnTo>
                    <a:pt x="7746" y="26795"/>
                  </a:lnTo>
                  <a:lnTo>
                    <a:pt x="8308" y="27139"/>
                  </a:lnTo>
                  <a:lnTo>
                    <a:pt x="8932" y="27451"/>
                  </a:lnTo>
                  <a:lnTo>
                    <a:pt x="9619" y="27763"/>
                  </a:lnTo>
                  <a:lnTo>
                    <a:pt x="10338" y="28044"/>
                  </a:lnTo>
                  <a:lnTo>
                    <a:pt x="11118" y="28326"/>
                  </a:lnTo>
                  <a:lnTo>
                    <a:pt x="11930" y="28575"/>
                  </a:lnTo>
                  <a:lnTo>
                    <a:pt x="12774" y="28763"/>
                  </a:lnTo>
                  <a:lnTo>
                    <a:pt x="13617" y="28950"/>
                  </a:lnTo>
                  <a:lnTo>
                    <a:pt x="14460" y="29075"/>
                  </a:lnTo>
                  <a:lnTo>
                    <a:pt x="15303" y="29138"/>
                  </a:lnTo>
                  <a:lnTo>
                    <a:pt x="16115" y="29169"/>
                  </a:lnTo>
                  <a:lnTo>
                    <a:pt x="16927" y="29138"/>
                  </a:lnTo>
                  <a:lnTo>
                    <a:pt x="17583" y="29044"/>
                  </a:lnTo>
                  <a:lnTo>
                    <a:pt x="18207" y="28888"/>
                  </a:lnTo>
                  <a:lnTo>
                    <a:pt x="18801" y="28669"/>
                  </a:lnTo>
                  <a:lnTo>
                    <a:pt x="19394" y="28419"/>
                  </a:lnTo>
                  <a:lnTo>
                    <a:pt x="19956" y="28107"/>
                  </a:lnTo>
                  <a:lnTo>
                    <a:pt x="20518" y="27732"/>
                  </a:lnTo>
                  <a:lnTo>
                    <a:pt x="21018" y="27326"/>
                  </a:lnTo>
                  <a:lnTo>
                    <a:pt x="21487" y="26858"/>
                  </a:lnTo>
                  <a:lnTo>
                    <a:pt x="21518" y="26920"/>
                  </a:lnTo>
                  <a:lnTo>
                    <a:pt x="21705" y="27108"/>
                  </a:lnTo>
                  <a:lnTo>
                    <a:pt x="22017" y="27357"/>
                  </a:lnTo>
                  <a:lnTo>
                    <a:pt x="22236" y="27514"/>
                  </a:lnTo>
                  <a:lnTo>
                    <a:pt x="22486" y="27638"/>
                  </a:lnTo>
                  <a:lnTo>
                    <a:pt x="22736" y="27763"/>
                  </a:lnTo>
                  <a:lnTo>
                    <a:pt x="23048" y="27857"/>
                  </a:lnTo>
                  <a:lnTo>
                    <a:pt x="23392" y="27951"/>
                  </a:lnTo>
                  <a:lnTo>
                    <a:pt x="23766" y="28044"/>
                  </a:lnTo>
                  <a:lnTo>
                    <a:pt x="24204" y="28076"/>
                  </a:lnTo>
                  <a:lnTo>
                    <a:pt x="24641" y="28076"/>
                  </a:lnTo>
                  <a:lnTo>
                    <a:pt x="25140" y="28013"/>
                  </a:lnTo>
                  <a:lnTo>
                    <a:pt x="25640" y="27920"/>
                  </a:lnTo>
                  <a:lnTo>
                    <a:pt x="26171" y="27763"/>
                  </a:lnTo>
                  <a:lnTo>
                    <a:pt x="26639" y="27576"/>
                  </a:lnTo>
                  <a:lnTo>
                    <a:pt x="27077" y="27295"/>
                  </a:lnTo>
                  <a:lnTo>
                    <a:pt x="27483" y="26951"/>
                  </a:lnTo>
                  <a:lnTo>
                    <a:pt x="27857" y="26577"/>
                  </a:lnTo>
                  <a:lnTo>
                    <a:pt x="28170" y="26171"/>
                  </a:lnTo>
                  <a:lnTo>
                    <a:pt x="28420" y="25702"/>
                  </a:lnTo>
                  <a:lnTo>
                    <a:pt x="28607" y="25203"/>
                  </a:lnTo>
                  <a:lnTo>
                    <a:pt x="29075" y="25390"/>
                  </a:lnTo>
                  <a:lnTo>
                    <a:pt x="29544" y="25546"/>
                  </a:lnTo>
                  <a:lnTo>
                    <a:pt x="30043" y="25640"/>
                  </a:lnTo>
                  <a:lnTo>
                    <a:pt x="30543" y="25702"/>
                  </a:lnTo>
                  <a:lnTo>
                    <a:pt x="31043" y="25702"/>
                  </a:lnTo>
                  <a:lnTo>
                    <a:pt x="31574" y="25640"/>
                  </a:lnTo>
                  <a:lnTo>
                    <a:pt x="32042" y="25515"/>
                  </a:lnTo>
                  <a:lnTo>
                    <a:pt x="32542" y="25328"/>
                  </a:lnTo>
                  <a:lnTo>
                    <a:pt x="32854" y="25203"/>
                  </a:lnTo>
                  <a:lnTo>
                    <a:pt x="33135" y="25015"/>
                  </a:lnTo>
                  <a:lnTo>
                    <a:pt x="33416" y="24797"/>
                  </a:lnTo>
                  <a:lnTo>
                    <a:pt x="33666" y="24578"/>
                  </a:lnTo>
                  <a:lnTo>
                    <a:pt x="33885" y="24328"/>
                  </a:lnTo>
                  <a:lnTo>
                    <a:pt x="34072" y="24078"/>
                  </a:lnTo>
                  <a:lnTo>
                    <a:pt x="34384" y="23579"/>
                  </a:lnTo>
                  <a:lnTo>
                    <a:pt x="34634" y="23141"/>
                  </a:lnTo>
                  <a:lnTo>
                    <a:pt x="34790" y="22735"/>
                  </a:lnTo>
                  <a:lnTo>
                    <a:pt x="34915" y="22392"/>
                  </a:lnTo>
                  <a:lnTo>
                    <a:pt x="35071" y="22361"/>
                  </a:lnTo>
                  <a:lnTo>
                    <a:pt x="35540" y="22298"/>
                  </a:lnTo>
                  <a:lnTo>
                    <a:pt x="35852" y="22205"/>
                  </a:lnTo>
                  <a:lnTo>
                    <a:pt x="36227" y="22111"/>
                  </a:lnTo>
                  <a:lnTo>
                    <a:pt x="36602" y="21986"/>
                  </a:lnTo>
                  <a:lnTo>
                    <a:pt x="37008" y="21799"/>
                  </a:lnTo>
                  <a:lnTo>
                    <a:pt x="37414" y="21580"/>
                  </a:lnTo>
                  <a:lnTo>
                    <a:pt x="37788" y="21299"/>
                  </a:lnTo>
                  <a:lnTo>
                    <a:pt x="38194" y="20987"/>
                  </a:lnTo>
                  <a:lnTo>
                    <a:pt x="38538" y="20612"/>
                  </a:lnTo>
                  <a:lnTo>
                    <a:pt x="38694" y="20393"/>
                  </a:lnTo>
                  <a:lnTo>
                    <a:pt x="38850" y="20175"/>
                  </a:lnTo>
                  <a:lnTo>
                    <a:pt x="38975" y="19925"/>
                  </a:lnTo>
                  <a:lnTo>
                    <a:pt x="39100" y="19675"/>
                  </a:lnTo>
                  <a:lnTo>
                    <a:pt x="39225" y="19394"/>
                  </a:lnTo>
                  <a:lnTo>
                    <a:pt x="39319" y="19082"/>
                  </a:lnTo>
                  <a:lnTo>
                    <a:pt x="39381" y="18769"/>
                  </a:lnTo>
                  <a:lnTo>
                    <a:pt x="39444" y="18426"/>
                  </a:lnTo>
                  <a:lnTo>
                    <a:pt x="39475" y="17864"/>
                  </a:lnTo>
                  <a:lnTo>
                    <a:pt x="39475" y="17239"/>
                  </a:lnTo>
                  <a:lnTo>
                    <a:pt x="39444" y="16646"/>
                  </a:lnTo>
                  <a:lnTo>
                    <a:pt x="39350" y="16021"/>
                  </a:lnTo>
                  <a:lnTo>
                    <a:pt x="39225" y="15397"/>
                  </a:lnTo>
                  <a:lnTo>
                    <a:pt x="39069" y="14741"/>
                  </a:lnTo>
                  <a:lnTo>
                    <a:pt x="38881" y="14085"/>
                  </a:lnTo>
                  <a:lnTo>
                    <a:pt x="38663" y="13429"/>
                  </a:lnTo>
                  <a:lnTo>
                    <a:pt x="38413" y="12773"/>
                  </a:lnTo>
                  <a:lnTo>
                    <a:pt x="38132" y="12117"/>
                  </a:lnTo>
                  <a:lnTo>
                    <a:pt x="37820" y="11493"/>
                  </a:lnTo>
                  <a:lnTo>
                    <a:pt x="37476" y="10837"/>
                  </a:lnTo>
                  <a:lnTo>
                    <a:pt x="37133" y="10181"/>
                  </a:lnTo>
                  <a:lnTo>
                    <a:pt x="36758" y="9525"/>
                  </a:lnTo>
                  <a:lnTo>
                    <a:pt x="35977" y="8276"/>
                  </a:lnTo>
                  <a:lnTo>
                    <a:pt x="35134" y="7090"/>
                  </a:lnTo>
                  <a:lnTo>
                    <a:pt x="34291" y="5934"/>
                  </a:lnTo>
                  <a:lnTo>
                    <a:pt x="33416" y="4872"/>
                  </a:lnTo>
                  <a:lnTo>
                    <a:pt x="32542" y="3904"/>
                  </a:lnTo>
                  <a:lnTo>
                    <a:pt x="31730" y="3030"/>
                  </a:lnTo>
                  <a:lnTo>
                    <a:pt x="30918" y="2280"/>
                  </a:lnTo>
                  <a:lnTo>
                    <a:pt x="30200" y="1687"/>
                  </a:lnTo>
                  <a:lnTo>
                    <a:pt x="29856" y="1437"/>
                  </a:lnTo>
                  <a:lnTo>
                    <a:pt x="29544" y="1218"/>
                  </a:lnTo>
                  <a:lnTo>
                    <a:pt x="29075" y="969"/>
                  </a:lnTo>
                  <a:lnTo>
                    <a:pt x="28544" y="750"/>
                  </a:lnTo>
                  <a:lnTo>
                    <a:pt x="27982" y="563"/>
                  </a:lnTo>
                  <a:lnTo>
                    <a:pt x="27389" y="406"/>
                  </a:lnTo>
                  <a:lnTo>
                    <a:pt x="26733" y="282"/>
                  </a:lnTo>
                  <a:lnTo>
                    <a:pt x="26046" y="188"/>
                  </a:lnTo>
                  <a:lnTo>
                    <a:pt x="25328" y="94"/>
                  </a:lnTo>
                  <a:lnTo>
                    <a:pt x="24578" y="32"/>
                  </a:lnTo>
                  <a:lnTo>
                    <a:pt x="23798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2" name="Google Shape;3762;p61"/>
            <p:cNvSpPr/>
            <p:nvPr/>
          </p:nvSpPr>
          <p:spPr>
            <a:xfrm>
              <a:off x="4929575" y="4367425"/>
              <a:ext cx="168650" cy="459875"/>
            </a:xfrm>
            <a:custGeom>
              <a:avLst/>
              <a:gdLst/>
              <a:ahLst/>
              <a:cxnLst/>
              <a:rect l="l" t="t" r="r" b="b"/>
              <a:pathLst>
                <a:path w="6746" h="18395" extrusionOk="0">
                  <a:moveTo>
                    <a:pt x="156" y="0"/>
                  </a:moveTo>
                  <a:lnTo>
                    <a:pt x="63" y="31"/>
                  </a:lnTo>
                  <a:lnTo>
                    <a:pt x="0" y="125"/>
                  </a:lnTo>
                  <a:lnTo>
                    <a:pt x="0" y="187"/>
                  </a:lnTo>
                  <a:lnTo>
                    <a:pt x="31" y="250"/>
                  </a:lnTo>
                  <a:lnTo>
                    <a:pt x="375" y="687"/>
                  </a:lnTo>
                  <a:lnTo>
                    <a:pt x="750" y="1124"/>
                  </a:lnTo>
                  <a:lnTo>
                    <a:pt x="1374" y="2061"/>
                  </a:lnTo>
                  <a:lnTo>
                    <a:pt x="1999" y="3029"/>
                  </a:lnTo>
                  <a:lnTo>
                    <a:pt x="2530" y="3997"/>
                  </a:lnTo>
                  <a:lnTo>
                    <a:pt x="3061" y="5028"/>
                  </a:lnTo>
                  <a:lnTo>
                    <a:pt x="3560" y="6027"/>
                  </a:lnTo>
                  <a:lnTo>
                    <a:pt x="4497" y="8120"/>
                  </a:lnTo>
                  <a:lnTo>
                    <a:pt x="4997" y="9369"/>
                  </a:lnTo>
                  <a:lnTo>
                    <a:pt x="5247" y="9962"/>
                  </a:lnTo>
                  <a:lnTo>
                    <a:pt x="5465" y="10618"/>
                  </a:lnTo>
                  <a:lnTo>
                    <a:pt x="5653" y="11243"/>
                  </a:lnTo>
                  <a:lnTo>
                    <a:pt x="5809" y="11867"/>
                  </a:lnTo>
                  <a:lnTo>
                    <a:pt x="5965" y="12492"/>
                  </a:lnTo>
                  <a:lnTo>
                    <a:pt x="6059" y="13148"/>
                  </a:lnTo>
                  <a:lnTo>
                    <a:pt x="6121" y="13772"/>
                  </a:lnTo>
                  <a:lnTo>
                    <a:pt x="6152" y="14428"/>
                  </a:lnTo>
                  <a:lnTo>
                    <a:pt x="6152" y="15053"/>
                  </a:lnTo>
                  <a:lnTo>
                    <a:pt x="6090" y="15708"/>
                  </a:lnTo>
                  <a:lnTo>
                    <a:pt x="5965" y="16333"/>
                  </a:lnTo>
                  <a:lnTo>
                    <a:pt x="5809" y="16989"/>
                  </a:lnTo>
                  <a:lnTo>
                    <a:pt x="5590" y="17613"/>
                  </a:lnTo>
                  <a:lnTo>
                    <a:pt x="5309" y="18238"/>
                  </a:lnTo>
                  <a:lnTo>
                    <a:pt x="5309" y="18301"/>
                  </a:lnTo>
                  <a:lnTo>
                    <a:pt x="5309" y="18332"/>
                  </a:lnTo>
                  <a:lnTo>
                    <a:pt x="5372" y="18394"/>
                  </a:lnTo>
                  <a:lnTo>
                    <a:pt x="5497" y="18394"/>
                  </a:lnTo>
                  <a:lnTo>
                    <a:pt x="5528" y="18363"/>
                  </a:lnTo>
                  <a:lnTo>
                    <a:pt x="5840" y="17801"/>
                  </a:lnTo>
                  <a:lnTo>
                    <a:pt x="6121" y="17239"/>
                  </a:lnTo>
                  <a:lnTo>
                    <a:pt x="6340" y="16645"/>
                  </a:lnTo>
                  <a:lnTo>
                    <a:pt x="6496" y="16083"/>
                  </a:lnTo>
                  <a:lnTo>
                    <a:pt x="6621" y="15490"/>
                  </a:lnTo>
                  <a:lnTo>
                    <a:pt x="6714" y="14897"/>
                  </a:lnTo>
                  <a:lnTo>
                    <a:pt x="6746" y="14303"/>
                  </a:lnTo>
                  <a:lnTo>
                    <a:pt x="6714" y="13679"/>
                  </a:lnTo>
                  <a:lnTo>
                    <a:pt x="6683" y="13085"/>
                  </a:lnTo>
                  <a:lnTo>
                    <a:pt x="6590" y="12492"/>
                  </a:lnTo>
                  <a:lnTo>
                    <a:pt x="6496" y="11899"/>
                  </a:lnTo>
                  <a:lnTo>
                    <a:pt x="6340" y="11274"/>
                  </a:lnTo>
                  <a:lnTo>
                    <a:pt x="6184" y="10681"/>
                  </a:lnTo>
                  <a:lnTo>
                    <a:pt x="5996" y="10087"/>
                  </a:lnTo>
                  <a:lnTo>
                    <a:pt x="5778" y="9494"/>
                  </a:lnTo>
                  <a:lnTo>
                    <a:pt x="5559" y="8900"/>
                  </a:lnTo>
                  <a:lnTo>
                    <a:pt x="5059" y="7714"/>
                  </a:lnTo>
                  <a:lnTo>
                    <a:pt x="4528" y="6527"/>
                  </a:lnTo>
                  <a:lnTo>
                    <a:pt x="3966" y="5372"/>
                  </a:lnTo>
                  <a:lnTo>
                    <a:pt x="3342" y="4216"/>
                  </a:lnTo>
                  <a:lnTo>
                    <a:pt x="2655" y="3061"/>
                  </a:lnTo>
                  <a:lnTo>
                    <a:pt x="2280" y="2530"/>
                  </a:lnTo>
                  <a:lnTo>
                    <a:pt x="1905" y="1999"/>
                  </a:lnTo>
                  <a:lnTo>
                    <a:pt x="1530" y="1468"/>
                  </a:lnTo>
                  <a:lnTo>
                    <a:pt x="1124" y="968"/>
                  </a:lnTo>
                  <a:lnTo>
                    <a:pt x="687" y="500"/>
                  </a:lnTo>
                  <a:lnTo>
                    <a:pt x="250" y="31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3" name="Google Shape;3763;p61"/>
            <p:cNvSpPr/>
            <p:nvPr/>
          </p:nvSpPr>
          <p:spPr>
            <a:xfrm>
              <a:off x="5091175" y="4334625"/>
              <a:ext cx="173350" cy="449725"/>
            </a:xfrm>
            <a:custGeom>
              <a:avLst/>
              <a:gdLst/>
              <a:ahLst/>
              <a:cxnLst/>
              <a:rect l="l" t="t" r="r" b="b"/>
              <a:pathLst>
                <a:path w="6934" h="17989" extrusionOk="0">
                  <a:moveTo>
                    <a:pt x="126" y="0"/>
                  </a:moveTo>
                  <a:lnTo>
                    <a:pt x="63" y="32"/>
                  </a:lnTo>
                  <a:lnTo>
                    <a:pt x="1" y="94"/>
                  </a:lnTo>
                  <a:lnTo>
                    <a:pt x="1" y="157"/>
                  </a:lnTo>
                  <a:lnTo>
                    <a:pt x="32" y="188"/>
                  </a:lnTo>
                  <a:lnTo>
                    <a:pt x="1343" y="2155"/>
                  </a:lnTo>
                  <a:lnTo>
                    <a:pt x="2031" y="3155"/>
                  </a:lnTo>
                  <a:lnTo>
                    <a:pt x="2655" y="4185"/>
                  </a:lnTo>
                  <a:lnTo>
                    <a:pt x="3280" y="5247"/>
                  </a:lnTo>
                  <a:lnTo>
                    <a:pt x="3873" y="6309"/>
                  </a:lnTo>
                  <a:lnTo>
                    <a:pt x="4404" y="7402"/>
                  </a:lnTo>
                  <a:lnTo>
                    <a:pt x="4904" y="8526"/>
                  </a:lnTo>
                  <a:lnTo>
                    <a:pt x="5341" y="9650"/>
                  </a:lnTo>
                  <a:lnTo>
                    <a:pt x="5684" y="10806"/>
                  </a:lnTo>
                  <a:lnTo>
                    <a:pt x="5841" y="11368"/>
                  </a:lnTo>
                  <a:lnTo>
                    <a:pt x="5997" y="11961"/>
                  </a:lnTo>
                  <a:lnTo>
                    <a:pt x="6090" y="12523"/>
                  </a:lnTo>
                  <a:lnTo>
                    <a:pt x="6184" y="13117"/>
                  </a:lnTo>
                  <a:lnTo>
                    <a:pt x="6247" y="13710"/>
                  </a:lnTo>
                  <a:lnTo>
                    <a:pt x="6309" y="14304"/>
                  </a:lnTo>
                  <a:lnTo>
                    <a:pt x="6309" y="14897"/>
                  </a:lnTo>
                  <a:lnTo>
                    <a:pt x="6309" y="15490"/>
                  </a:lnTo>
                  <a:lnTo>
                    <a:pt x="6278" y="16084"/>
                  </a:lnTo>
                  <a:lnTo>
                    <a:pt x="6184" y="16708"/>
                  </a:lnTo>
                  <a:lnTo>
                    <a:pt x="6090" y="17302"/>
                  </a:lnTo>
                  <a:lnTo>
                    <a:pt x="5965" y="17926"/>
                  </a:lnTo>
                  <a:lnTo>
                    <a:pt x="5997" y="17989"/>
                  </a:lnTo>
                  <a:lnTo>
                    <a:pt x="6059" y="17989"/>
                  </a:lnTo>
                  <a:lnTo>
                    <a:pt x="6090" y="17957"/>
                  </a:lnTo>
                  <a:lnTo>
                    <a:pt x="6340" y="17395"/>
                  </a:lnTo>
                  <a:lnTo>
                    <a:pt x="6528" y="16833"/>
                  </a:lnTo>
                  <a:lnTo>
                    <a:pt x="6684" y="16240"/>
                  </a:lnTo>
                  <a:lnTo>
                    <a:pt x="6809" y="15678"/>
                  </a:lnTo>
                  <a:lnTo>
                    <a:pt x="6902" y="15084"/>
                  </a:lnTo>
                  <a:lnTo>
                    <a:pt x="6934" y="14491"/>
                  </a:lnTo>
                  <a:lnTo>
                    <a:pt x="6934" y="13866"/>
                  </a:lnTo>
                  <a:lnTo>
                    <a:pt x="6902" y="13273"/>
                  </a:lnTo>
                  <a:lnTo>
                    <a:pt x="6840" y="12648"/>
                  </a:lnTo>
                  <a:lnTo>
                    <a:pt x="6746" y="12055"/>
                  </a:lnTo>
                  <a:lnTo>
                    <a:pt x="6653" y="11430"/>
                  </a:lnTo>
                  <a:lnTo>
                    <a:pt x="6496" y="10806"/>
                  </a:lnTo>
                  <a:lnTo>
                    <a:pt x="6309" y="10212"/>
                  </a:lnTo>
                  <a:lnTo>
                    <a:pt x="6122" y="9588"/>
                  </a:lnTo>
                  <a:lnTo>
                    <a:pt x="5903" y="8995"/>
                  </a:lnTo>
                  <a:lnTo>
                    <a:pt x="5653" y="8370"/>
                  </a:lnTo>
                  <a:lnTo>
                    <a:pt x="5403" y="7777"/>
                  </a:lnTo>
                  <a:lnTo>
                    <a:pt x="5122" y="7183"/>
                  </a:lnTo>
                  <a:lnTo>
                    <a:pt x="4529" y="6028"/>
                  </a:lnTo>
                  <a:lnTo>
                    <a:pt x="3873" y="4872"/>
                  </a:lnTo>
                  <a:lnTo>
                    <a:pt x="3155" y="3810"/>
                  </a:lnTo>
                  <a:lnTo>
                    <a:pt x="2437" y="2749"/>
                  </a:lnTo>
                  <a:lnTo>
                    <a:pt x="1687" y="1781"/>
                  </a:lnTo>
                  <a:lnTo>
                    <a:pt x="938" y="875"/>
                  </a:lnTo>
                  <a:lnTo>
                    <a:pt x="188" y="32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4" name="Google Shape;3764;p61"/>
            <p:cNvSpPr/>
            <p:nvPr/>
          </p:nvSpPr>
          <p:spPr>
            <a:xfrm>
              <a:off x="5237950" y="4294025"/>
              <a:ext cx="177250" cy="420050"/>
            </a:xfrm>
            <a:custGeom>
              <a:avLst/>
              <a:gdLst/>
              <a:ahLst/>
              <a:cxnLst/>
              <a:rect l="l" t="t" r="r" b="b"/>
              <a:pathLst>
                <a:path w="7090" h="16802" extrusionOk="0">
                  <a:moveTo>
                    <a:pt x="126" y="1"/>
                  </a:moveTo>
                  <a:lnTo>
                    <a:pt x="32" y="32"/>
                  </a:lnTo>
                  <a:lnTo>
                    <a:pt x="1" y="94"/>
                  </a:lnTo>
                  <a:lnTo>
                    <a:pt x="1" y="157"/>
                  </a:lnTo>
                  <a:lnTo>
                    <a:pt x="32" y="188"/>
                  </a:lnTo>
                  <a:lnTo>
                    <a:pt x="782" y="1062"/>
                  </a:lnTo>
                  <a:lnTo>
                    <a:pt x="1500" y="1999"/>
                  </a:lnTo>
                  <a:lnTo>
                    <a:pt x="2218" y="2905"/>
                  </a:lnTo>
                  <a:lnTo>
                    <a:pt x="2874" y="3873"/>
                  </a:lnTo>
                  <a:lnTo>
                    <a:pt x="3467" y="4810"/>
                  </a:lnTo>
                  <a:lnTo>
                    <a:pt x="4029" y="5809"/>
                  </a:lnTo>
                  <a:lnTo>
                    <a:pt x="4560" y="6809"/>
                  </a:lnTo>
                  <a:lnTo>
                    <a:pt x="5029" y="7839"/>
                  </a:lnTo>
                  <a:lnTo>
                    <a:pt x="5435" y="8870"/>
                  </a:lnTo>
                  <a:lnTo>
                    <a:pt x="5809" y="9931"/>
                  </a:lnTo>
                  <a:lnTo>
                    <a:pt x="6091" y="11025"/>
                  </a:lnTo>
                  <a:lnTo>
                    <a:pt x="6309" y="12118"/>
                  </a:lnTo>
                  <a:lnTo>
                    <a:pt x="6465" y="13242"/>
                  </a:lnTo>
                  <a:lnTo>
                    <a:pt x="6528" y="13804"/>
                  </a:lnTo>
                  <a:lnTo>
                    <a:pt x="6559" y="14366"/>
                  </a:lnTo>
                  <a:lnTo>
                    <a:pt x="6559" y="14959"/>
                  </a:lnTo>
                  <a:lnTo>
                    <a:pt x="6559" y="15553"/>
                  </a:lnTo>
                  <a:lnTo>
                    <a:pt x="6528" y="16146"/>
                  </a:lnTo>
                  <a:lnTo>
                    <a:pt x="6497" y="16739"/>
                  </a:lnTo>
                  <a:lnTo>
                    <a:pt x="6497" y="16771"/>
                  </a:lnTo>
                  <a:lnTo>
                    <a:pt x="6528" y="16802"/>
                  </a:lnTo>
                  <a:lnTo>
                    <a:pt x="6590" y="16802"/>
                  </a:lnTo>
                  <a:lnTo>
                    <a:pt x="6621" y="16771"/>
                  </a:lnTo>
                  <a:lnTo>
                    <a:pt x="6778" y="16177"/>
                  </a:lnTo>
                  <a:lnTo>
                    <a:pt x="6902" y="15584"/>
                  </a:lnTo>
                  <a:lnTo>
                    <a:pt x="6996" y="14991"/>
                  </a:lnTo>
                  <a:lnTo>
                    <a:pt x="7059" y="14397"/>
                  </a:lnTo>
                  <a:lnTo>
                    <a:pt x="7090" y="13804"/>
                  </a:lnTo>
                  <a:lnTo>
                    <a:pt x="7090" y="13211"/>
                  </a:lnTo>
                  <a:lnTo>
                    <a:pt x="7059" y="12617"/>
                  </a:lnTo>
                  <a:lnTo>
                    <a:pt x="6996" y="12024"/>
                  </a:lnTo>
                  <a:lnTo>
                    <a:pt x="6902" y="11462"/>
                  </a:lnTo>
                  <a:lnTo>
                    <a:pt x="6778" y="10868"/>
                  </a:lnTo>
                  <a:lnTo>
                    <a:pt x="6653" y="10306"/>
                  </a:lnTo>
                  <a:lnTo>
                    <a:pt x="6465" y="9744"/>
                  </a:lnTo>
                  <a:lnTo>
                    <a:pt x="6278" y="9151"/>
                  </a:lnTo>
                  <a:lnTo>
                    <a:pt x="6059" y="8589"/>
                  </a:lnTo>
                  <a:lnTo>
                    <a:pt x="5809" y="8058"/>
                  </a:lnTo>
                  <a:lnTo>
                    <a:pt x="5560" y="7496"/>
                  </a:lnTo>
                  <a:lnTo>
                    <a:pt x="5029" y="6496"/>
                  </a:lnTo>
                  <a:lnTo>
                    <a:pt x="4467" y="5466"/>
                  </a:lnTo>
                  <a:lnTo>
                    <a:pt x="3873" y="4466"/>
                  </a:lnTo>
                  <a:lnTo>
                    <a:pt x="3217" y="3498"/>
                  </a:lnTo>
                  <a:lnTo>
                    <a:pt x="2530" y="2561"/>
                  </a:lnTo>
                  <a:lnTo>
                    <a:pt x="1812" y="1656"/>
                  </a:lnTo>
                  <a:lnTo>
                    <a:pt x="1437" y="1218"/>
                  </a:lnTo>
                  <a:lnTo>
                    <a:pt x="1031" y="813"/>
                  </a:lnTo>
                  <a:lnTo>
                    <a:pt x="625" y="407"/>
                  </a:lnTo>
                  <a:lnTo>
                    <a:pt x="188" y="32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5" name="Google Shape;3765;p61"/>
            <p:cNvSpPr/>
            <p:nvPr/>
          </p:nvSpPr>
          <p:spPr>
            <a:xfrm>
              <a:off x="4685975" y="4618800"/>
              <a:ext cx="274850" cy="142125"/>
            </a:xfrm>
            <a:custGeom>
              <a:avLst/>
              <a:gdLst/>
              <a:ahLst/>
              <a:cxnLst/>
              <a:rect l="l" t="t" r="r" b="b"/>
              <a:pathLst>
                <a:path w="10994" h="5685" extrusionOk="0">
                  <a:moveTo>
                    <a:pt x="5653" y="2812"/>
                  </a:moveTo>
                  <a:lnTo>
                    <a:pt x="5747" y="3280"/>
                  </a:lnTo>
                  <a:lnTo>
                    <a:pt x="5934" y="3717"/>
                  </a:lnTo>
                  <a:lnTo>
                    <a:pt x="5153" y="3686"/>
                  </a:lnTo>
                  <a:lnTo>
                    <a:pt x="5372" y="3436"/>
                  </a:lnTo>
                  <a:lnTo>
                    <a:pt x="5528" y="3124"/>
                  </a:lnTo>
                  <a:lnTo>
                    <a:pt x="5653" y="2812"/>
                  </a:lnTo>
                  <a:close/>
                  <a:moveTo>
                    <a:pt x="6527" y="1"/>
                  </a:moveTo>
                  <a:lnTo>
                    <a:pt x="6309" y="220"/>
                  </a:lnTo>
                  <a:lnTo>
                    <a:pt x="6121" y="501"/>
                  </a:lnTo>
                  <a:lnTo>
                    <a:pt x="5934" y="782"/>
                  </a:lnTo>
                  <a:lnTo>
                    <a:pt x="5809" y="1063"/>
                  </a:lnTo>
                  <a:lnTo>
                    <a:pt x="5684" y="1375"/>
                  </a:lnTo>
                  <a:lnTo>
                    <a:pt x="5622" y="1687"/>
                  </a:lnTo>
                  <a:lnTo>
                    <a:pt x="5591" y="2031"/>
                  </a:lnTo>
                  <a:lnTo>
                    <a:pt x="5591" y="2343"/>
                  </a:lnTo>
                  <a:lnTo>
                    <a:pt x="5591" y="2437"/>
                  </a:lnTo>
                  <a:lnTo>
                    <a:pt x="5466" y="2687"/>
                  </a:lnTo>
                  <a:lnTo>
                    <a:pt x="5310" y="2874"/>
                  </a:lnTo>
                  <a:lnTo>
                    <a:pt x="5153" y="3093"/>
                  </a:lnTo>
                  <a:lnTo>
                    <a:pt x="4997" y="3280"/>
                  </a:lnTo>
                  <a:lnTo>
                    <a:pt x="4779" y="3467"/>
                  </a:lnTo>
                  <a:lnTo>
                    <a:pt x="4529" y="3655"/>
                  </a:lnTo>
                  <a:lnTo>
                    <a:pt x="3842" y="3717"/>
                  </a:lnTo>
                  <a:lnTo>
                    <a:pt x="3186" y="3811"/>
                  </a:lnTo>
                  <a:lnTo>
                    <a:pt x="2530" y="3967"/>
                  </a:lnTo>
                  <a:lnTo>
                    <a:pt x="1937" y="4186"/>
                  </a:lnTo>
                  <a:lnTo>
                    <a:pt x="1624" y="4311"/>
                  </a:lnTo>
                  <a:lnTo>
                    <a:pt x="1343" y="4436"/>
                  </a:lnTo>
                  <a:lnTo>
                    <a:pt x="1094" y="4592"/>
                  </a:lnTo>
                  <a:lnTo>
                    <a:pt x="844" y="4779"/>
                  </a:lnTo>
                  <a:lnTo>
                    <a:pt x="594" y="4966"/>
                  </a:lnTo>
                  <a:lnTo>
                    <a:pt x="375" y="5185"/>
                  </a:lnTo>
                  <a:lnTo>
                    <a:pt x="188" y="5404"/>
                  </a:lnTo>
                  <a:lnTo>
                    <a:pt x="1" y="5653"/>
                  </a:lnTo>
                  <a:lnTo>
                    <a:pt x="1" y="5685"/>
                  </a:lnTo>
                  <a:lnTo>
                    <a:pt x="32" y="5685"/>
                  </a:lnTo>
                  <a:lnTo>
                    <a:pt x="344" y="5404"/>
                  </a:lnTo>
                  <a:lnTo>
                    <a:pt x="656" y="5185"/>
                  </a:lnTo>
                  <a:lnTo>
                    <a:pt x="1000" y="4966"/>
                  </a:lnTo>
                  <a:lnTo>
                    <a:pt x="1375" y="4810"/>
                  </a:lnTo>
                  <a:lnTo>
                    <a:pt x="1749" y="4654"/>
                  </a:lnTo>
                  <a:lnTo>
                    <a:pt x="2124" y="4529"/>
                  </a:lnTo>
                  <a:lnTo>
                    <a:pt x="2561" y="4436"/>
                  </a:lnTo>
                  <a:lnTo>
                    <a:pt x="2967" y="4373"/>
                  </a:lnTo>
                  <a:lnTo>
                    <a:pt x="3405" y="4311"/>
                  </a:lnTo>
                  <a:lnTo>
                    <a:pt x="4747" y="4311"/>
                  </a:lnTo>
                  <a:lnTo>
                    <a:pt x="5684" y="4373"/>
                  </a:lnTo>
                  <a:lnTo>
                    <a:pt x="6621" y="4498"/>
                  </a:lnTo>
                  <a:lnTo>
                    <a:pt x="6715" y="4498"/>
                  </a:lnTo>
                  <a:lnTo>
                    <a:pt x="7839" y="4685"/>
                  </a:lnTo>
                  <a:lnTo>
                    <a:pt x="8901" y="4904"/>
                  </a:lnTo>
                  <a:lnTo>
                    <a:pt x="10806" y="5310"/>
                  </a:lnTo>
                  <a:lnTo>
                    <a:pt x="10868" y="5310"/>
                  </a:lnTo>
                  <a:lnTo>
                    <a:pt x="10931" y="5279"/>
                  </a:lnTo>
                  <a:lnTo>
                    <a:pt x="10962" y="5248"/>
                  </a:lnTo>
                  <a:lnTo>
                    <a:pt x="10993" y="5185"/>
                  </a:lnTo>
                  <a:lnTo>
                    <a:pt x="10962" y="5091"/>
                  </a:lnTo>
                  <a:lnTo>
                    <a:pt x="10900" y="5029"/>
                  </a:lnTo>
                  <a:lnTo>
                    <a:pt x="10400" y="4779"/>
                  </a:lnTo>
                  <a:lnTo>
                    <a:pt x="9869" y="4560"/>
                  </a:lnTo>
                  <a:lnTo>
                    <a:pt x="9338" y="4373"/>
                  </a:lnTo>
                  <a:lnTo>
                    <a:pt x="8807" y="4217"/>
                  </a:lnTo>
                  <a:lnTo>
                    <a:pt x="8276" y="4061"/>
                  </a:lnTo>
                  <a:lnTo>
                    <a:pt x="7714" y="3967"/>
                  </a:lnTo>
                  <a:lnTo>
                    <a:pt x="7152" y="3842"/>
                  </a:lnTo>
                  <a:lnTo>
                    <a:pt x="6590" y="3780"/>
                  </a:lnTo>
                  <a:lnTo>
                    <a:pt x="6403" y="3436"/>
                  </a:lnTo>
                  <a:lnTo>
                    <a:pt x="6246" y="3061"/>
                  </a:lnTo>
                  <a:lnTo>
                    <a:pt x="6153" y="2687"/>
                  </a:lnTo>
                  <a:lnTo>
                    <a:pt x="6059" y="2312"/>
                  </a:lnTo>
                  <a:lnTo>
                    <a:pt x="6059" y="2031"/>
                  </a:lnTo>
                  <a:lnTo>
                    <a:pt x="6059" y="1719"/>
                  </a:lnTo>
                  <a:lnTo>
                    <a:pt x="6090" y="1438"/>
                  </a:lnTo>
                  <a:lnTo>
                    <a:pt x="6153" y="1125"/>
                  </a:lnTo>
                  <a:lnTo>
                    <a:pt x="6215" y="844"/>
                  </a:lnTo>
                  <a:lnTo>
                    <a:pt x="6340" y="563"/>
                  </a:lnTo>
                  <a:lnTo>
                    <a:pt x="6465" y="282"/>
                  </a:lnTo>
                  <a:lnTo>
                    <a:pt x="6590" y="32"/>
                  </a:lnTo>
                  <a:lnTo>
                    <a:pt x="65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6" name="Google Shape;3766;p61"/>
            <p:cNvSpPr/>
            <p:nvPr/>
          </p:nvSpPr>
          <p:spPr>
            <a:xfrm>
              <a:off x="4540750" y="4140225"/>
              <a:ext cx="780775" cy="87475"/>
            </a:xfrm>
            <a:custGeom>
              <a:avLst/>
              <a:gdLst/>
              <a:ahLst/>
              <a:cxnLst/>
              <a:rect l="l" t="t" r="r" b="b"/>
              <a:pathLst>
                <a:path w="31231" h="3499" extrusionOk="0">
                  <a:moveTo>
                    <a:pt x="23329" y="0"/>
                  </a:moveTo>
                  <a:lnTo>
                    <a:pt x="22580" y="32"/>
                  </a:lnTo>
                  <a:lnTo>
                    <a:pt x="21830" y="94"/>
                  </a:lnTo>
                  <a:lnTo>
                    <a:pt x="20331" y="250"/>
                  </a:lnTo>
                  <a:lnTo>
                    <a:pt x="17052" y="594"/>
                  </a:lnTo>
                  <a:lnTo>
                    <a:pt x="13773" y="1031"/>
                  </a:lnTo>
                  <a:lnTo>
                    <a:pt x="10556" y="1468"/>
                  </a:lnTo>
                  <a:lnTo>
                    <a:pt x="9776" y="1562"/>
                  </a:lnTo>
                  <a:lnTo>
                    <a:pt x="8964" y="1656"/>
                  </a:lnTo>
                  <a:lnTo>
                    <a:pt x="7371" y="1656"/>
                  </a:lnTo>
                  <a:lnTo>
                    <a:pt x="3717" y="1406"/>
                  </a:lnTo>
                  <a:lnTo>
                    <a:pt x="1562" y="1281"/>
                  </a:lnTo>
                  <a:lnTo>
                    <a:pt x="688" y="1250"/>
                  </a:lnTo>
                  <a:lnTo>
                    <a:pt x="63" y="1218"/>
                  </a:lnTo>
                  <a:lnTo>
                    <a:pt x="32" y="1281"/>
                  </a:lnTo>
                  <a:lnTo>
                    <a:pt x="1" y="1343"/>
                  </a:lnTo>
                  <a:lnTo>
                    <a:pt x="32" y="1374"/>
                  </a:lnTo>
                  <a:lnTo>
                    <a:pt x="63" y="1406"/>
                  </a:lnTo>
                  <a:lnTo>
                    <a:pt x="1656" y="1562"/>
                  </a:lnTo>
                  <a:lnTo>
                    <a:pt x="3249" y="1718"/>
                  </a:lnTo>
                  <a:lnTo>
                    <a:pt x="6434" y="2124"/>
                  </a:lnTo>
                  <a:lnTo>
                    <a:pt x="7215" y="2218"/>
                  </a:lnTo>
                  <a:lnTo>
                    <a:pt x="7996" y="2249"/>
                  </a:lnTo>
                  <a:lnTo>
                    <a:pt x="8776" y="2249"/>
                  </a:lnTo>
                  <a:lnTo>
                    <a:pt x="9557" y="2186"/>
                  </a:lnTo>
                  <a:lnTo>
                    <a:pt x="11150" y="1968"/>
                  </a:lnTo>
                  <a:lnTo>
                    <a:pt x="12711" y="1749"/>
                  </a:lnTo>
                  <a:lnTo>
                    <a:pt x="15928" y="1343"/>
                  </a:lnTo>
                  <a:lnTo>
                    <a:pt x="19145" y="1000"/>
                  </a:lnTo>
                  <a:lnTo>
                    <a:pt x="20644" y="844"/>
                  </a:lnTo>
                  <a:lnTo>
                    <a:pt x="22174" y="719"/>
                  </a:lnTo>
                  <a:lnTo>
                    <a:pt x="22923" y="656"/>
                  </a:lnTo>
                  <a:lnTo>
                    <a:pt x="24454" y="656"/>
                  </a:lnTo>
                  <a:lnTo>
                    <a:pt x="25203" y="719"/>
                  </a:lnTo>
                  <a:lnTo>
                    <a:pt x="25609" y="781"/>
                  </a:lnTo>
                  <a:lnTo>
                    <a:pt x="25984" y="844"/>
                  </a:lnTo>
                  <a:lnTo>
                    <a:pt x="26390" y="937"/>
                  </a:lnTo>
                  <a:lnTo>
                    <a:pt x="26796" y="1062"/>
                  </a:lnTo>
                  <a:lnTo>
                    <a:pt x="27170" y="1187"/>
                  </a:lnTo>
                  <a:lnTo>
                    <a:pt x="27545" y="1312"/>
                  </a:lnTo>
                  <a:lnTo>
                    <a:pt x="27920" y="1499"/>
                  </a:lnTo>
                  <a:lnTo>
                    <a:pt x="28264" y="1687"/>
                  </a:lnTo>
                  <a:lnTo>
                    <a:pt x="28951" y="2062"/>
                  </a:lnTo>
                  <a:lnTo>
                    <a:pt x="29294" y="2249"/>
                  </a:lnTo>
                  <a:lnTo>
                    <a:pt x="29606" y="2467"/>
                  </a:lnTo>
                  <a:lnTo>
                    <a:pt x="31012" y="3467"/>
                  </a:lnTo>
                  <a:lnTo>
                    <a:pt x="31074" y="3498"/>
                  </a:lnTo>
                  <a:lnTo>
                    <a:pt x="31105" y="3498"/>
                  </a:lnTo>
                  <a:lnTo>
                    <a:pt x="31199" y="3467"/>
                  </a:lnTo>
                  <a:lnTo>
                    <a:pt x="31230" y="3373"/>
                  </a:lnTo>
                  <a:lnTo>
                    <a:pt x="31230" y="3342"/>
                  </a:lnTo>
                  <a:lnTo>
                    <a:pt x="31199" y="3311"/>
                  </a:lnTo>
                  <a:lnTo>
                    <a:pt x="30637" y="2811"/>
                  </a:lnTo>
                  <a:lnTo>
                    <a:pt x="30075" y="2343"/>
                  </a:lnTo>
                  <a:lnTo>
                    <a:pt x="29513" y="1874"/>
                  </a:lnTo>
                  <a:lnTo>
                    <a:pt x="29263" y="1656"/>
                  </a:lnTo>
                  <a:lnTo>
                    <a:pt x="28951" y="1437"/>
                  </a:lnTo>
                  <a:lnTo>
                    <a:pt x="28357" y="1062"/>
                  </a:lnTo>
                  <a:lnTo>
                    <a:pt x="27701" y="750"/>
                  </a:lnTo>
                  <a:lnTo>
                    <a:pt x="27046" y="469"/>
                  </a:lnTo>
                  <a:lnTo>
                    <a:pt x="26327" y="281"/>
                  </a:lnTo>
                  <a:lnTo>
                    <a:pt x="25609" y="125"/>
                  </a:lnTo>
                  <a:lnTo>
                    <a:pt x="24860" y="32"/>
                  </a:lnTo>
                  <a:lnTo>
                    <a:pt x="241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7" name="Google Shape;3767;p61"/>
            <p:cNvSpPr/>
            <p:nvPr/>
          </p:nvSpPr>
          <p:spPr>
            <a:xfrm>
              <a:off x="3373550" y="3076075"/>
              <a:ext cx="591825" cy="952525"/>
            </a:xfrm>
            <a:custGeom>
              <a:avLst/>
              <a:gdLst/>
              <a:ahLst/>
              <a:cxnLst/>
              <a:rect l="l" t="t" r="r" b="b"/>
              <a:pathLst>
                <a:path w="23673" h="38101" extrusionOk="0">
                  <a:moveTo>
                    <a:pt x="19582" y="1"/>
                  </a:moveTo>
                  <a:lnTo>
                    <a:pt x="19363" y="32"/>
                  </a:lnTo>
                  <a:lnTo>
                    <a:pt x="19144" y="63"/>
                  </a:lnTo>
                  <a:lnTo>
                    <a:pt x="18895" y="126"/>
                  </a:lnTo>
                  <a:lnTo>
                    <a:pt x="18645" y="219"/>
                  </a:lnTo>
                  <a:lnTo>
                    <a:pt x="18364" y="344"/>
                  </a:lnTo>
                  <a:lnTo>
                    <a:pt x="18114" y="500"/>
                  </a:lnTo>
                  <a:lnTo>
                    <a:pt x="17833" y="688"/>
                  </a:lnTo>
                  <a:lnTo>
                    <a:pt x="17271" y="1094"/>
                  </a:lnTo>
                  <a:lnTo>
                    <a:pt x="16646" y="1656"/>
                  </a:lnTo>
                  <a:lnTo>
                    <a:pt x="15990" y="2312"/>
                  </a:lnTo>
                  <a:lnTo>
                    <a:pt x="15334" y="3092"/>
                  </a:lnTo>
                  <a:lnTo>
                    <a:pt x="14616" y="3998"/>
                  </a:lnTo>
                  <a:lnTo>
                    <a:pt x="13835" y="5060"/>
                  </a:lnTo>
                  <a:lnTo>
                    <a:pt x="13055" y="6215"/>
                  </a:lnTo>
                  <a:lnTo>
                    <a:pt x="12211" y="7558"/>
                  </a:lnTo>
                  <a:lnTo>
                    <a:pt x="11337" y="9026"/>
                  </a:lnTo>
                  <a:lnTo>
                    <a:pt x="10588" y="10338"/>
                  </a:lnTo>
                  <a:lnTo>
                    <a:pt x="9838" y="11681"/>
                  </a:lnTo>
                  <a:lnTo>
                    <a:pt x="9151" y="12992"/>
                  </a:lnTo>
                  <a:lnTo>
                    <a:pt x="8495" y="14304"/>
                  </a:lnTo>
                  <a:lnTo>
                    <a:pt x="7839" y="15615"/>
                  </a:lnTo>
                  <a:lnTo>
                    <a:pt x="7246" y="16927"/>
                  </a:lnTo>
                  <a:lnTo>
                    <a:pt x="6653" y="18239"/>
                  </a:lnTo>
                  <a:lnTo>
                    <a:pt x="6090" y="19488"/>
                  </a:lnTo>
                  <a:lnTo>
                    <a:pt x="5060" y="22017"/>
                  </a:lnTo>
                  <a:lnTo>
                    <a:pt x="4123" y="24422"/>
                  </a:lnTo>
                  <a:lnTo>
                    <a:pt x="3311" y="26702"/>
                  </a:lnTo>
                  <a:lnTo>
                    <a:pt x="2593" y="28857"/>
                  </a:lnTo>
                  <a:lnTo>
                    <a:pt x="1968" y="30824"/>
                  </a:lnTo>
                  <a:lnTo>
                    <a:pt x="1406" y="32604"/>
                  </a:lnTo>
                  <a:lnTo>
                    <a:pt x="969" y="34197"/>
                  </a:lnTo>
                  <a:lnTo>
                    <a:pt x="625" y="35540"/>
                  </a:lnTo>
                  <a:lnTo>
                    <a:pt x="157" y="37445"/>
                  </a:lnTo>
                  <a:lnTo>
                    <a:pt x="1" y="38101"/>
                  </a:lnTo>
                  <a:lnTo>
                    <a:pt x="1" y="38101"/>
                  </a:lnTo>
                  <a:lnTo>
                    <a:pt x="22611" y="34540"/>
                  </a:lnTo>
                  <a:lnTo>
                    <a:pt x="22798" y="32167"/>
                  </a:lnTo>
                  <a:lnTo>
                    <a:pt x="23017" y="29544"/>
                  </a:lnTo>
                  <a:lnTo>
                    <a:pt x="23235" y="26265"/>
                  </a:lnTo>
                  <a:lnTo>
                    <a:pt x="23454" y="22548"/>
                  </a:lnTo>
                  <a:lnTo>
                    <a:pt x="23610" y="18613"/>
                  </a:lnTo>
                  <a:lnTo>
                    <a:pt x="23673" y="16677"/>
                  </a:lnTo>
                  <a:lnTo>
                    <a:pt x="23673" y="14741"/>
                  </a:lnTo>
                  <a:lnTo>
                    <a:pt x="23673" y="12867"/>
                  </a:lnTo>
                  <a:lnTo>
                    <a:pt x="23641" y="11087"/>
                  </a:lnTo>
                  <a:lnTo>
                    <a:pt x="23548" y="9370"/>
                  </a:lnTo>
                  <a:lnTo>
                    <a:pt x="23423" y="7714"/>
                  </a:lnTo>
                  <a:lnTo>
                    <a:pt x="23329" y="6871"/>
                  </a:lnTo>
                  <a:lnTo>
                    <a:pt x="23204" y="6090"/>
                  </a:lnTo>
                  <a:lnTo>
                    <a:pt x="23079" y="5310"/>
                  </a:lnTo>
                  <a:lnTo>
                    <a:pt x="22954" y="4591"/>
                  </a:lnTo>
                  <a:lnTo>
                    <a:pt x="22767" y="3904"/>
                  </a:lnTo>
                  <a:lnTo>
                    <a:pt x="22580" y="3249"/>
                  </a:lnTo>
                  <a:lnTo>
                    <a:pt x="22392" y="2624"/>
                  </a:lnTo>
                  <a:lnTo>
                    <a:pt x="22142" y="2062"/>
                  </a:lnTo>
                  <a:lnTo>
                    <a:pt x="21893" y="1562"/>
                  </a:lnTo>
                  <a:lnTo>
                    <a:pt x="21612" y="1125"/>
                  </a:lnTo>
                  <a:lnTo>
                    <a:pt x="21299" y="750"/>
                  </a:lnTo>
                  <a:lnTo>
                    <a:pt x="20987" y="438"/>
                  </a:lnTo>
                  <a:lnTo>
                    <a:pt x="20800" y="313"/>
                  </a:lnTo>
                  <a:lnTo>
                    <a:pt x="20612" y="219"/>
                  </a:lnTo>
                  <a:lnTo>
                    <a:pt x="20425" y="126"/>
                  </a:lnTo>
                  <a:lnTo>
                    <a:pt x="20237" y="63"/>
                  </a:lnTo>
                  <a:lnTo>
                    <a:pt x="20019" y="32"/>
                  </a:lnTo>
                  <a:lnTo>
                    <a:pt x="198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8" name="Google Shape;3768;p61"/>
            <p:cNvSpPr/>
            <p:nvPr/>
          </p:nvSpPr>
          <p:spPr>
            <a:xfrm>
              <a:off x="3373550" y="3076075"/>
              <a:ext cx="591825" cy="952525"/>
            </a:xfrm>
            <a:custGeom>
              <a:avLst/>
              <a:gdLst/>
              <a:ahLst/>
              <a:cxnLst/>
              <a:rect l="l" t="t" r="r" b="b"/>
              <a:pathLst>
                <a:path w="23673" h="38101" fill="none" extrusionOk="0">
                  <a:moveTo>
                    <a:pt x="1" y="38101"/>
                  </a:moveTo>
                  <a:lnTo>
                    <a:pt x="22611" y="34540"/>
                  </a:lnTo>
                  <a:lnTo>
                    <a:pt x="22611" y="34540"/>
                  </a:lnTo>
                  <a:lnTo>
                    <a:pt x="22798" y="32167"/>
                  </a:lnTo>
                  <a:lnTo>
                    <a:pt x="23017" y="29544"/>
                  </a:lnTo>
                  <a:lnTo>
                    <a:pt x="23235" y="26265"/>
                  </a:lnTo>
                  <a:lnTo>
                    <a:pt x="23454" y="22548"/>
                  </a:lnTo>
                  <a:lnTo>
                    <a:pt x="23610" y="18613"/>
                  </a:lnTo>
                  <a:lnTo>
                    <a:pt x="23673" y="16677"/>
                  </a:lnTo>
                  <a:lnTo>
                    <a:pt x="23673" y="14741"/>
                  </a:lnTo>
                  <a:lnTo>
                    <a:pt x="23673" y="12867"/>
                  </a:lnTo>
                  <a:lnTo>
                    <a:pt x="23641" y="11087"/>
                  </a:lnTo>
                  <a:lnTo>
                    <a:pt x="23641" y="11087"/>
                  </a:lnTo>
                  <a:lnTo>
                    <a:pt x="23548" y="9370"/>
                  </a:lnTo>
                  <a:lnTo>
                    <a:pt x="23423" y="7714"/>
                  </a:lnTo>
                  <a:lnTo>
                    <a:pt x="23329" y="6871"/>
                  </a:lnTo>
                  <a:lnTo>
                    <a:pt x="23204" y="6090"/>
                  </a:lnTo>
                  <a:lnTo>
                    <a:pt x="23079" y="5310"/>
                  </a:lnTo>
                  <a:lnTo>
                    <a:pt x="22954" y="4591"/>
                  </a:lnTo>
                  <a:lnTo>
                    <a:pt x="22767" y="3904"/>
                  </a:lnTo>
                  <a:lnTo>
                    <a:pt x="22580" y="3249"/>
                  </a:lnTo>
                  <a:lnTo>
                    <a:pt x="22392" y="2624"/>
                  </a:lnTo>
                  <a:lnTo>
                    <a:pt x="22142" y="2062"/>
                  </a:lnTo>
                  <a:lnTo>
                    <a:pt x="21893" y="1562"/>
                  </a:lnTo>
                  <a:lnTo>
                    <a:pt x="21612" y="1125"/>
                  </a:lnTo>
                  <a:lnTo>
                    <a:pt x="21299" y="750"/>
                  </a:lnTo>
                  <a:lnTo>
                    <a:pt x="20987" y="438"/>
                  </a:lnTo>
                  <a:lnTo>
                    <a:pt x="20800" y="313"/>
                  </a:lnTo>
                  <a:lnTo>
                    <a:pt x="20612" y="219"/>
                  </a:lnTo>
                  <a:lnTo>
                    <a:pt x="20425" y="126"/>
                  </a:lnTo>
                  <a:lnTo>
                    <a:pt x="20237" y="63"/>
                  </a:lnTo>
                  <a:lnTo>
                    <a:pt x="20019" y="32"/>
                  </a:lnTo>
                  <a:lnTo>
                    <a:pt x="19800" y="1"/>
                  </a:lnTo>
                  <a:lnTo>
                    <a:pt x="19582" y="1"/>
                  </a:lnTo>
                  <a:lnTo>
                    <a:pt x="19363" y="32"/>
                  </a:lnTo>
                  <a:lnTo>
                    <a:pt x="19144" y="63"/>
                  </a:lnTo>
                  <a:lnTo>
                    <a:pt x="18895" y="126"/>
                  </a:lnTo>
                  <a:lnTo>
                    <a:pt x="18645" y="219"/>
                  </a:lnTo>
                  <a:lnTo>
                    <a:pt x="18364" y="344"/>
                  </a:lnTo>
                  <a:lnTo>
                    <a:pt x="18114" y="500"/>
                  </a:lnTo>
                  <a:lnTo>
                    <a:pt x="17833" y="688"/>
                  </a:lnTo>
                  <a:lnTo>
                    <a:pt x="17271" y="1094"/>
                  </a:lnTo>
                  <a:lnTo>
                    <a:pt x="16646" y="1656"/>
                  </a:lnTo>
                  <a:lnTo>
                    <a:pt x="15990" y="2312"/>
                  </a:lnTo>
                  <a:lnTo>
                    <a:pt x="15334" y="3092"/>
                  </a:lnTo>
                  <a:lnTo>
                    <a:pt x="14616" y="3998"/>
                  </a:lnTo>
                  <a:lnTo>
                    <a:pt x="13835" y="5060"/>
                  </a:lnTo>
                  <a:lnTo>
                    <a:pt x="13055" y="6215"/>
                  </a:lnTo>
                  <a:lnTo>
                    <a:pt x="12211" y="7558"/>
                  </a:lnTo>
                  <a:lnTo>
                    <a:pt x="11337" y="9026"/>
                  </a:lnTo>
                  <a:lnTo>
                    <a:pt x="11337" y="9026"/>
                  </a:lnTo>
                  <a:lnTo>
                    <a:pt x="10588" y="10338"/>
                  </a:lnTo>
                  <a:lnTo>
                    <a:pt x="9838" y="11681"/>
                  </a:lnTo>
                  <a:lnTo>
                    <a:pt x="9151" y="12992"/>
                  </a:lnTo>
                  <a:lnTo>
                    <a:pt x="8495" y="14304"/>
                  </a:lnTo>
                  <a:lnTo>
                    <a:pt x="7839" y="15615"/>
                  </a:lnTo>
                  <a:lnTo>
                    <a:pt x="7246" y="16927"/>
                  </a:lnTo>
                  <a:lnTo>
                    <a:pt x="6653" y="18239"/>
                  </a:lnTo>
                  <a:lnTo>
                    <a:pt x="6090" y="19488"/>
                  </a:lnTo>
                  <a:lnTo>
                    <a:pt x="5060" y="22017"/>
                  </a:lnTo>
                  <a:lnTo>
                    <a:pt x="4123" y="24422"/>
                  </a:lnTo>
                  <a:lnTo>
                    <a:pt x="3311" y="26702"/>
                  </a:lnTo>
                  <a:lnTo>
                    <a:pt x="2593" y="28857"/>
                  </a:lnTo>
                  <a:lnTo>
                    <a:pt x="1968" y="30824"/>
                  </a:lnTo>
                  <a:lnTo>
                    <a:pt x="1406" y="32604"/>
                  </a:lnTo>
                  <a:lnTo>
                    <a:pt x="969" y="34197"/>
                  </a:lnTo>
                  <a:lnTo>
                    <a:pt x="625" y="35540"/>
                  </a:lnTo>
                  <a:lnTo>
                    <a:pt x="157" y="37445"/>
                  </a:lnTo>
                  <a:lnTo>
                    <a:pt x="1" y="38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9" name="Google Shape;3769;p61"/>
            <p:cNvSpPr/>
            <p:nvPr/>
          </p:nvSpPr>
          <p:spPr>
            <a:xfrm>
              <a:off x="3425875" y="3169000"/>
              <a:ext cx="534825" cy="736250"/>
            </a:xfrm>
            <a:custGeom>
              <a:avLst/>
              <a:gdLst/>
              <a:ahLst/>
              <a:cxnLst/>
              <a:rect l="l" t="t" r="r" b="b"/>
              <a:pathLst>
                <a:path w="21393" h="29450" extrusionOk="0">
                  <a:moveTo>
                    <a:pt x="12742" y="0"/>
                  </a:moveTo>
                  <a:lnTo>
                    <a:pt x="12461" y="344"/>
                  </a:lnTo>
                  <a:lnTo>
                    <a:pt x="13085" y="781"/>
                  </a:lnTo>
                  <a:lnTo>
                    <a:pt x="13522" y="1031"/>
                  </a:lnTo>
                  <a:lnTo>
                    <a:pt x="13960" y="1218"/>
                  </a:lnTo>
                  <a:lnTo>
                    <a:pt x="14428" y="1405"/>
                  </a:lnTo>
                  <a:lnTo>
                    <a:pt x="14928" y="1561"/>
                  </a:lnTo>
                  <a:lnTo>
                    <a:pt x="14553" y="1218"/>
                  </a:lnTo>
                  <a:lnTo>
                    <a:pt x="14178" y="874"/>
                  </a:lnTo>
                  <a:lnTo>
                    <a:pt x="13772" y="593"/>
                  </a:lnTo>
                  <a:lnTo>
                    <a:pt x="13335" y="312"/>
                  </a:lnTo>
                  <a:lnTo>
                    <a:pt x="12742" y="0"/>
                  </a:lnTo>
                  <a:close/>
                  <a:moveTo>
                    <a:pt x="21299" y="3654"/>
                  </a:moveTo>
                  <a:lnTo>
                    <a:pt x="20924" y="4247"/>
                  </a:lnTo>
                  <a:lnTo>
                    <a:pt x="20674" y="4684"/>
                  </a:lnTo>
                  <a:lnTo>
                    <a:pt x="20455" y="5122"/>
                  </a:lnTo>
                  <a:lnTo>
                    <a:pt x="20268" y="5590"/>
                  </a:lnTo>
                  <a:lnTo>
                    <a:pt x="20112" y="6059"/>
                  </a:lnTo>
                  <a:lnTo>
                    <a:pt x="20455" y="5715"/>
                  </a:lnTo>
                  <a:lnTo>
                    <a:pt x="20799" y="5340"/>
                  </a:lnTo>
                  <a:lnTo>
                    <a:pt x="21080" y="4934"/>
                  </a:lnTo>
                  <a:lnTo>
                    <a:pt x="21361" y="4497"/>
                  </a:lnTo>
                  <a:lnTo>
                    <a:pt x="21392" y="4466"/>
                  </a:lnTo>
                  <a:lnTo>
                    <a:pt x="21299" y="3654"/>
                  </a:lnTo>
                  <a:close/>
                  <a:moveTo>
                    <a:pt x="8120" y="10993"/>
                  </a:moveTo>
                  <a:lnTo>
                    <a:pt x="8463" y="11336"/>
                  </a:lnTo>
                  <a:lnTo>
                    <a:pt x="8869" y="11680"/>
                  </a:lnTo>
                  <a:lnTo>
                    <a:pt x="9275" y="11961"/>
                  </a:lnTo>
                  <a:lnTo>
                    <a:pt x="9681" y="12242"/>
                  </a:lnTo>
                  <a:lnTo>
                    <a:pt x="10118" y="12461"/>
                  </a:lnTo>
                  <a:lnTo>
                    <a:pt x="10587" y="12679"/>
                  </a:lnTo>
                  <a:lnTo>
                    <a:pt x="11024" y="12867"/>
                  </a:lnTo>
                  <a:lnTo>
                    <a:pt x="11524" y="13023"/>
                  </a:lnTo>
                  <a:lnTo>
                    <a:pt x="11524" y="13023"/>
                  </a:lnTo>
                  <a:lnTo>
                    <a:pt x="11149" y="12679"/>
                  </a:lnTo>
                  <a:lnTo>
                    <a:pt x="10774" y="12336"/>
                  </a:lnTo>
                  <a:lnTo>
                    <a:pt x="10368" y="12055"/>
                  </a:lnTo>
                  <a:lnTo>
                    <a:pt x="9962" y="11774"/>
                  </a:lnTo>
                  <a:lnTo>
                    <a:pt x="9525" y="11524"/>
                  </a:lnTo>
                  <a:lnTo>
                    <a:pt x="9057" y="11336"/>
                  </a:lnTo>
                  <a:lnTo>
                    <a:pt x="8588" y="11149"/>
                  </a:lnTo>
                  <a:lnTo>
                    <a:pt x="8120" y="10993"/>
                  </a:lnTo>
                  <a:close/>
                  <a:moveTo>
                    <a:pt x="21205" y="15490"/>
                  </a:moveTo>
                  <a:lnTo>
                    <a:pt x="20705" y="15521"/>
                  </a:lnTo>
                  <a:lnTo>
                    <a:pt x="20206" y="15552"/>
                  </a:lnTo>
                  <a:lnTo>
                    <a:pt x="19706" y="15646"/>
                  </a:lnTo>
                  <a:lnTo>
                    <a:pt x="19237" y="15740"/>
                  </a:lnTo>
                  <a:lnTo>
                    <a:pt x="18769" y="15865"/>
                  </a:lnTo>
                  <a:lnTo>
                    <a:pt x="18269" y="16052"/>
                  </a:lnTo>
                  <a:lnTo>
                    <a:pt x="17832" y="16239"/>
                  </a:lnTo>
                  <a:lnTo>
                    <a:pt x="17395" y="16489"/>
                  </a:lnTo>
                  <a:lnTo>
                    <a:pt x="17895" y="16458"/>
                  </a:lnTo>
                  <a:lnTo>
                    <a:pt x="18394" y="16427"/>
                  </a:lnTo>
                  <a:lnTo>
                    <a:pt x="18863" y="16364"/>
                  </a:lnTo>
                  <a:lnTo>
                    <a:pt x="19362" y="16239"/>
                  </a:lnTo>
                  <a:lnTo>
                    <a:pt x="19831" y="16114"/>
                  </a:lnTo>
                  <a:lnTo>
                    <a:pt x="20299" y="15927"/>
                  </a:lnTo>
                  <a:lnTo>
                    <a:pt x="20768" y="15740"/>
                  </a:lnTo>
                  <a:lnTo>
                    <a:pt x="21205" y="15490"/>
                  </a:lnTo>
                  <a:close/>
                  <a:moveTo>
                    <a:pt x="18769" y="25046"/>
                  </a:moveTo>
                  <a:lnTo>
                    <a:pt x="19113" y="25390"/>
                  </a:lnTo>
                  <a:lnTo>
                    <a:pt x="19487" y="25733"/>
                  </a:lnTo>
                  <a:lnTo>
                    <a:pt x="19893" y="26014"/>
                  </a:lnTo>
                  <a:lnTo>
                    <a:pt x="20330" y="26295"/>
                  </a:lnTo>
                  <a:lnTo>
                    <a:pt x="20861" y="26576"/>
                  </a:lnTo>
                  <a:lnTo>
                    <a:pt x="20893" y="26045"/>
                  </a:lnTo>
                  <a:lnTo>
                    <a:pt x="20580" y="25858"/>
                  </a:lnTo>
                  <a:lnTo>
                    <a:pt x="20143" y="25608"/>
                  </a:lnTo>
                  <a:lnTo>
                    <a:pt x="19706" y="25390"/>
                  </a:lnTo>
                  <a:lnTo>
                    <a:pt x="19237" y="25202"/>
                  </a:lnTo>
                  <a:lnTo>
                    <a:pt x="18769" y="25046"/>
                  </a:lnTo>
                  <a:close/>
                  <a:moveTo>
                    <a:pt x="9244" y="22766"/>
                  </a:moveTo>
                  <a:lnTo>
                    <a:pt x="9244" y="23266"/>
                  </a:lnTo>
                  <a:lnTo>
                    <a:pt x="9275" y="23766"/>
                  </a:lnTo>
                  <a:lnTo>
                    <a:pt x="9369" y="24265"/>
                  </a:lnTo>
                  <a:lnTo>
                    <a:pt x="9463" y="24765"/>
                  </a:lnTo>
                  <a:lnTo>
                    <a:pt x="9619" y="25233"/>
                  </a:lnTo>
                  <a:lnTo>
                    <a:pt x="9775" y="25702"/>
                  </a:lnTo>
                  <a:lnTo>
                    <a:pt x="9962" y="26170"/>
                  </a:lnTo>
                  <a:lnTo>
                    <a:pt x="10212" y="26607"/>
                  </a:lnTo>
                  <a:lnTo>
                    <a:pt x="10212" y="26108"/>
                  </a:lnTo>
                  <a:lnTo>
                    <a:pt x="10150" y="25608"/>
                  </a:lnTo>
                  <a:lnTo>
                    <a:pt x="10087" y="25108"/>
                  </a:lnTo>
                  <a:lnTo>
                    <a:pt x="9962" y="24640"/>
                  </a:lnTo>
                  <a:lnTo>
                    <a:pt x="9837" y="24140"/>
                  </a:lnTo>
                  <a:lnTo>
                    <a:pt x="9681" y="23672"/>
                  </a:lnTo>
                  <a:lnTo>
                    <a:pt x="9463" y="23235"/>
                  </a:lnTo>
                  <a:lnTo>
                    <a:pt x="9244" y="22766"/>
                  </a:lnTo>
                  <a:close/>
                  <a:moveTo>
                    <a:pt x="2030" y="26045"/>
                  </a:moveTo>
                  <a:lnTo>
                    <a:pt x="1686" y="26389"/>
                  </a:lnTo>
                  <a:lnTo>
                    <a:pt x="1374" y="26795"/>
                  </a:lnTo>
                  <a:lnTo>
                    <a:pt x="1062" y="27170"/>
                  </a:lnTo>
                  <a:lnTo>
                    <a:pt x="812" y="27607"/>
                  </a:lnTo>
                  <a:lnTo>
                    <a:pt x="562" y="28044"/>
                  </a:lnTo>
                  <a:lnTo>
                    <a:pt x="344" y="28481"/>
                  </a:lnTo>
                  <a:lnTo>
                    <a:pt x="156" y="28950"/>
                  </a:lnTo>
                  <a:lnTo>
                    <a:pt x="0" y="29449"/>
                  </a:lnTo>
                  <a:lnTo>
                    <a:pt x="344" y="29075"/>
                  </a:lnTo>
                  <a:lnTo>
                    <a:pt x="687" y="28700"/>
                  </a:lnTo>
                  <a:lnTo>
                    <a:pt x="968" y="28294"/>
                  </a:lnTo>
                  <a:lnTo>
                    <a:pt x="1249" y="27888"/>
                  </a:lnTo>
                  <a:lnTo>
                    <a:pt x="1499" y="27451"/>
                  </a:lnTo>
                  <a:lnTo>
                    <a:pt x="1718" y="26982"/>
                  </a:lnTo>
                  <a:lnTo>
                    <a:pt x="1874" y="26514"/>
                  </a:lnTo>
                  <a:lnTo>
                    <a:pt x="2030" y="2604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0" name="Google Shape;3770;p61"/>
            <p:cNvSpPr/>
            <p:nvPr/>
          </p:nvSpPr>
          <p:spPr>
            <a:xfrm>
              <a:off x="3656975" y="3738150"/>
              <a:ext cx="24225" cy="96050"/>
            </a:xfrm>
            <a:custGeom>
              <a:avLst/>
              <a:gdLst/>
              <a:ahLst/>
              <a:cxnLst/>
              <a:rect l="l" t="t" r="r" b="b"/>
              <a:pathLst>
                <a:path w="969" h="3842" fill="none" extrusionOk="0">
                  <a:moveTo>
                    <a:pt x="718" y="1874"/>
                  </a:moveTo>
                  <a:lnTo>
                    <a:pt x="718" y="1874"/>
                  </a:lnTo>
                  <a:lnTo>
                    <a:pt x="843" y="2342"/>
                  </a:lnTo>
                  <a:lnTo>
                    <a:pt x="906" y="2842"/>
                  </a:lnTo>
                  <a:lnTo>
                    <a:pt x="968" y="3342"/>
                  </a:lnTo>
                  <a:lnTo>
                    <a:pt x="968" y="3841"/>
                  </a:lnTo>
                  <a:lnTo>
                    <a:pt x="968" y="3841"/>
                  </a:lnTo>
                  <a:lnTo>
                    <a:pt x="718" y="3404"/>
                  </a:lnTo>
                  <a:lnTo>
                    <a:pt x="531" y="2936"/>
                  </a:lnTo>
                  <a:lnTo>
                    <a:pt x="375" y="2467"/>
                  </a:lnTo>
                  <a:lnTo>
                    <a:pt x="219" y="1999"/>
                  </a:lnTo>
                  <a:lnTo>
                    <a:pt x="219" y="1999"/>
                  </a:lnTo>
                  <a:lnTo>
                    <a:pt x="125" y="1499"/>
                  </a:lnTo>
                  <a:lnTo>
                    <a:pt x="31" y="1000"/>
                  </a:lnTo>
                  <a:lnTo>
                    <a:pt x="0" y="50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19" y="469"/>
                  </a:lnTo>
                  <a:lnTo>
                    <a:pt x="437" y="906"/>
                  </a:lnTo>
                  <a:lnTo>
                    <a:pt x="593" y="1374"/>
                  </a:lnTo>
                  <a:lnTo>
                    <a:pt x="718" y="187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1" name="Google Shape;3771;p61"/>
            <p:cNvSpPr/>
            <p:nvPr/>
          </p:nvSpPr>
          <p:spPr>
            <a:xfrm>
              <a:off x="3860725" y="3556225"/>
              <a:ext cx="95275" cy="25025"/>
            </a:xfrm>
            <a:custGeom>
              <a:avLst/>
              <a:gdLst/>
              <a:ahLst/>
              <a:cxnLst/>
              <a:rect l="l" t="t" r="r" b="b"/>
              <a:pathLst>
                <a:path w="3811" h="1001" fill="none" extrusionOk="0">
                  <a:moveTo>
                    <a:pt x="1" y="1000"/>
                  </a:moveTo>
                  <a:lnTo>
                    <a:pt x="1" y="1000"/>
                  </a:lnTo>
                  <a:lnTo>
                    <a:pt x="501" y="969"/>
                  </a:lnTo>
                  <a:lnTo>
                    <a:pt x="1000" y="938"/>
                  </a:lnTo>
                  <a:lnTo>
                    <a:pt x="1469" y="875"/>
                  </a:lnTo>
                  <a:lnTo>
                    <a:pt x="1968" y="750"/>
                  </a:lnTo>
                  <a:lnTo>
                    <a:pt x="1968" y="750"/>
                  </a:lnTo>
                  <a:lnTo>
                    <a:pt x="2437" y="625"/>
                  </a:lnTo>
                  <a:lnTo>
                    <a:pt x="2905" y="438"/>
                  </a:lnTo>
                  <a:lnTo>
                    <a:pt x="3374" y="251"/>
                  </a:lnTo>
                  <a:lnTo>
                    <a:pt x="3811" y="1"/>
                  </a:lnTo>
                  <a:lnTo>
                    <a:pt x="3811" y="1"/>
                  </a:lnTo>
                  <a:lnTo>
                    <a:pt x="3311" y="32"/>
                  </a:lnTo>
                  <a:lnTo>
                    <a:pt x="2812" y="63"/>
                  </a:lnTo>
                  <a:lnTo>
                    <a:pt x="2312" y="157"/>
                  </a:lnTo>
                  <a:lnTo>
                    <a:pt x="1843" y="251"/>
                  </a:lnTo>
                  <a:lnTo>
                    <a:pt x="1375" y="376"/>
                  </a:lnTo>
                  <a:lnTo>
                    <a:pt x="875" y="563"/>
                  </a:lnTo>
                  <a:lnTo>
                    <a:pt x="438" y="750"/>
                  </a:lnTo>
                  <a:lnTo>
                    <a:pt x="1" y="10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2" name="Google Shape;3772;p61"/>
            <p:cNvSpPr/>
            <p:nvPr/>
          </p:nvSpPr>
          <p:spPr>
            <a:xfrm>
              <a:off x="3425875" y="3820125"/>
              <a:ext cx="50750" cy="85125"/>
            </a:xfrm>
            <a:custGeom>
              <a:avLst/>
              <a:gdLst/>
              <a:ahLst/>
              <a:cxnLst/>
              <a:rect l="l" t="t" r="r" b="b"/>
              <a:pathLst>
                <a:path w="2030" h="3405" fill="none" extrusionOk="0">
                  <a:moveTo>
                    <a:pt x="2030" y="0"/>
                  </a:moveTo>
                  <a:lnTo>
                    <a:pt x="2030" y="0"/>
                  </a:lnTo>
                  <a:lnTo>
                    <a:pt x="1686" y="344"/>
                  </a:lnTo>
                  <a:lnTo>
                    <a:pt x="1374" y="750"/>
                  </a:lnTo>
                  <a:lnTo>
                    <a:pt x="1062" y="1125"/>
                  </a:lnTo>
                  <a:lnTo>
                    <a:pt x="812" y="1562"/>
                  </a:lnTo>
                  <a:lnTo>
                    <a:pt x="812" y="1562"/>
                  </a:lnTo>
                  <a:lnTo>
                    <a:pt x="562" y="1999"/>
                  </a:lnTo>
                  <a:lnTo>
                    <a:pt x="344" y="2436"/>
                  </a:lnTo>
                  <a:lnTo>
                    <a:pt x="156" y="2905"/>
                  </a:lnTo>
                  <a:lnTo>
                    <a:pt x="0" y="3404"/>
                  </a:lnTo>
                  <a:lnTo>
                    <a:pt x="0" y="3404"/>
                  </a:lnTo>
                  <a:lnTo>
                    <a:pt x="344" y="3030"/>
                  </a:lnTo>
                  <a:lnTo>
                    <a:pt x="687" y="2655"/>
                  </a:lnTo>
                  <a:lnTo>
                    <a:pt x="968" y="2249"/>
                  </a:lnTo>
                  <a:lnTo>
                    <a:pt x="1249" y="1843"/>
                  </a:lnTo>
                  <a:lnTo>
                    <a:pt x="1249" y="1843"/>
                  </a:lnTo>
                  <a:lnTo>
                    <a:pt x="1499" y="1406"/>
                  </a:lnTo>
                  <a:lnTo>
                    <a:pt x="1718" y="937"/>
                  </a:lnTo>
                  <a:lnTo>
                    <a:pt x="1874" y="469"/>
                  </a:lnTo>
                  <a:lnTo>
                    <a:pt x="2030" y="0"/>
                  </a:lnTo>
                  <a:lnTo>
                    <a:pt x="20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3" name="Google Shape;3773;p61"/>
            <p:cNvSpPr/>
            <p:nvPr/>
          </p:nvSpPr>
          <p:spPr>
            <a:xfrm>
              <a:off x="3928650" y="3260325"/>
              <a:ext cx="32050" cy="60150"/>
            </a:xfrm>
            <a:custGeom>
              <a:avLst/>
              <a:gdLst/>
              <a:ahLst/>
              <a:cxnLst/>
              <a:rect l="l" t="t" r="r" b="b"/>
              <a:pathLst>
                <a:path w="1282" h="2406" fill="none" extrusionOk="0">
                  <a:moveTo>
                    <a:pt x="1188" y="1"/>
                  </a:moveTo>
                  <a:lnTo>
                    <a:pt x="1188" y="1"/>
                  </a:lnTo>
                  <a:lnTo>
                    <a:pt x="813" y="594"/>
                  </a:lnTo>
                  <a:lnTo>
                    <a:pt x="813" y="594"/>
                  </a:lnTo>
                  <a:lnTo>
                    <a:pt x="563" y="1031"/>
                  </a:lnTo>
                  <a:lnTo>
                    <a:pt x="344" y="1469"/>
                  </a:lnTo>
                  <a:lnTo>
                    <a:pt x="157" y="1937"/>
                  </a:lnTo>
                  <a:lnTo>
                    <a:pt x="1" y="2406"/>
                  </a:lnTo>
                  <a:lnTo>
                    <a:pt x="1" y="2406"/>
                  </a:lnTo>
                  <a:lnTo>
                    <a:pt x="344" y="2062"/>
                  </a:lnTo>
                  <a:lnTo>
                    <a:pt x="688" y="1687"/>
                  </a:lnTo>
                  <a:lnTo>
                    <a:pt x="969" y="1281"/>
                  </a:lnTo>
                  <a:lnTo>
                    <a:pt x="1250" y="844"/>
                  </a:lnTo>
                  <a:lnTo>
                    <a:pt x="1281" y="813"/>
                  </a:lnTo>
                  <a:lnTo>
                    <a:pt x="1281" y="813"/>
                  </a:lnTo>
                  <a:lnTo>
                    <a:pt x="1188" y="1"/>
                  </a:lnTo>
                  <a:lnTo>
                    <a:pt x="118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4" name="Google Shape;3774;p61"/>
            <p:cNvSpPr/>
            <p:nvPr/>
          </p:nvSpPr>
          <p:spPr>
            <a:xfrm>
              <a:off x="3895100" y="3795125"/>
              <a:ext cx="53100" cy="38300"/>
            </a:xfrm>
            <a:custGeom>
              <a:avLst/>
              <a:gdLst/>
              <a:ahLst/>
              <a:cxnLst/>
              <a:rect l="l" t="t" r="r" b="b"/>
              <a:pathLst>
                <a:path w="2124" h="1532" fill="none" extrusionOk="0">
                  <a:moveTo>
                    <a:pt x="1811" y="813"/>
                  </a:moveTo>
                  <a:lnTo>
                    <a:pt x="1811" y="813"/>
                  </a:lnTo>
                  <a:lnTo>
                    <a:pt x="1374" y="563"/>
                  </a:lnTo>
                  <a:lnTo>
                    <a:pt x="937" y="345"/>
                  </a:lnTo>
                  <a:lnTo>
                    <a:pt x="468" y="157"/>
                  </a:lnTo>
                  <a:lnTo>
                    <a:pt x="0" y="1"/>
                  </a:lnTo>
                  <a:lnTo>
                    <a:pt x="0" y="1"/>
                  </a:lnTo>
                  <a:lnTo>
                    <a:pt x="344" y="345"/>
                  </a:lnTo>
                  <a:lnTo>
                    <a:pt x="718" y="688"/>
                  </a:lnTo>
                  <a:lnTo>
                    <a:pt x="1124" y="969"/>
                  </a:lnTo>
                  <a:lnTo>
                    <a:pt x="1561" y="1250"/>
                  </a:lnTo>
                  <a:lnTo>
                    <a:pt x="1561" y="1250"/>
                  </a:lnTo>
                  <a:lnTo>
                    <a:pt x="2092" y="1531"/>
                  </a:lnTo>
                  <a:lnTo>
                    <a:pt x="2092" y="1531"/>
                  </a:lnTo>
                  <a:lnTo>
                    <a:pt x="2124" y="1000"/>
                  </a:lnTo>
                  <a:lnTo>
                    <a:pt x="2124" y="1000"/>
                  </a:lnTo>
                  <a:lnTo>
                    <a:pt x="1811" y="81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5" name="Google Shape;3775;p61"/>
            <p:cNvSpPr/>
            <p:nvPr/>
          </p:nvSpPr>
          <p:spPr>
            <a:xfrm>
              <a:off x="3737375" y="3169000"/>
              <a:ext cx="61700" cy="39050"/>
            </a:xfrm>
            <a:custGeom>
              <a:avLst/>
              <a:gdLst/>
              <a:ahLst/>
              <a:cxnLst/>
              <a:rect l="l" t="t" r="r" b="b"/>
              <a:pathLst>
                <a:path w="2468" h="1562" fill="none" extrusionOk="0">
                  <a:moveTo>
                    <a:pt x="875" y="312"/>
                  </a:moveTo>
                  <a:lnTo>
                    <a:pt x="875" y="312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1" y="344"/>
                  </a:lnTo>
                  <a:lnTo>
                    <a:pt x="1" y="344"/>
                  </a:lnTo>
                  <a:lnTo>
                    <a:pt x="625" y="781"/>
                  </a:lnTo>
                  <a:lnTo>
                    <a:pt x="625" y="781"/>
                  </a:lnTo>
                  <a:lnTo>
                    <a:pt x="1062" y="1031"/>
                  </a:lnTo>
                  <a:lnTo>
                    <a:pt x="1500" y="1218"/>
                  </a:lnTo>
                  <a:lnTo>
                    <a:pt x="1968" y="1405"/>
                  </a:lnTo>
                  <a:lnTo>
                    <a:pt x="2468" y="1561"/>
                  </a:lnTo>
                  <a:lnTo>
                    <a:pt x="2468" y="1561"/>
                  </a:lnTo>
                  <a:lnTo>
                    <a:pt x="2093" y="1218"/>
                  </a:lnTo>
                  <a:lnTo>
                    <a:pt x="1718" y="874"/>
                  </a:lnTo>
                  <a:lnTo>
                    <a:pt x="1312" y="593"/>
                  </a:lnTo>
                  <a:lnTo>
                    <a:pt x="875" y="3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6" name="Google Shape;3776;p61"/>
            <p:cNvSpPr/>
            <p:nvPr/>
          </p:nvSpPr>
          <p:spPr>
            <a:xfrm>
              <a:off x="3628850" y="3443800"/>
              <a:ext cx="85125" cy="50775"/>
            </a:xfrm>
            <a:custGeom>
              <a:avLst/>
              <a:gdLst/>
              <a:ahLst/>
              <a:cxnLst/>
              <a:rect l="l" t="t" r="r" b="b"/>
              <a:pathLst>
                <a:path w="3405" h="2031" fill="none" extrusionOk="0">
                  <a:moveTo>
                    <a:pt x="3405" y="2031"/>
                  </a:moveTo>
                  <a:lnTo>
                    <a:pt x="3405" y="2031"/>
                  </a:lnTo>
                  <a:lnTo>
                    <a:pt x="3030" y="1687"/>
                  </a:lnTo>
                  <a:lnTo>
                    <a:pt x="2655" y="1344"/>
                  </a:lnTo>
                  <a:lnTo>
                    <a:pt x="2249" y="1063"/>
                  </a:lnTo>
                  <a:lnTo>
                    <a:pt x="1843" y="782"/>
                  </a:lnTo>
                  <a:lnTo>
                    <a:pt x="1843" y="782"/>
                  </a:lnTo>
                  <a:lnTo>
                    <a:pt x="1406" y="532"/>
                  </a:lnTo>
                  <a:lnTo>
                    <a:pt x="938" y="344"/>
                  </a:lnTo>
                  <a:lnTo>
                    <a:pt x="469" y="157"/>
                  </a:lnTo>
                  <a:lnTo>
                    <a:pt x="1" y="1"/>
                  </a:lnTo>
                  <a:lnTo>
                    <a:pt x="1" y="1"/>
                  </a:lnTo>
                  <a:lnTo>
                    <a:pt x="344" y="344"/>
                  </a:lnTo>
                  <a:lnTo>
                    <a:pt x="750" y="688"/>
                  </a:lnTo>
                  <a:lnTo>
                    <a:pt x="1156" y="969"/>
                  </a:lnTo>
                  <a:lnTo>
                    <a:pt x="1562" y="1250"/>
                  </a:lnTo>
                  <a:lnTo>
                    <a:pt x="1562" y="1250"/>
                  </a:lnTo>
                  <a:lnTo>
                    <a:pt x="1999" y="1469"/>
                  </a:lnTo>
                  <a:lnTo>
                    <a:pt x="2468" y="1687"/>
                  </a:lnTo>
                  <a:lnTo>
                    <a:pt x="2905" y="1875"/>
                  </a:lnTo>
                  <a:lnTo>
                    <a:pt x="3405" y="203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7" name="Google Shape;3777;p61"/>
            <p:cNvSpPr/>
            <p:nvPr/>
          </p:nvSpPr>
          <p:spPr>
            <a:xfrm>
              <a:off x="3909150" y="3435225"/>
              <a:ext cx="75750" cy="512950"/>
            </a:xfrm>
            <a:custGeom>
              <a:avLst/>
              <a:gdLst/>
              <a:ahLst/>
              <a:cxnLst/>
              <a:rect l="l" t="t" r="r" b="b"/>
              <a:pathLst>
                <a:path w="3030" h="20518" extrusionOk="0">
                  <a:moveTo>
                    <a:pt x="2280" y="0"/>
                  </a:moveTo>
                  <a:lnTo>
                    <a:pt x="2030" y="4154"/>
                  </a:lnTo>
                  <a:lnTo>
                    <a:pt x="1780" y="8307"/>
                  </a:lnTo>
                  <a:lnTo>
                    <a:pt x="1530" y="12461"/>
                  </a:lnTo>
                  <a:lnTo>
                    <a:pt x="1281" y="16614"/>
                  </a:lnTo>
                  <a:lnTo>
                    <a:pt x="1156" y="18863"/>
                  </a:lnTo>
                  <a:lnTo>
                    <a:pt x="1156" y="19456"/>
                  </a:lnTo>
                  <a:lnTo>
                    <a:pt x="1187" y="19737"/>
                  </a:lnTo>
                  <a:lnTo>
                    <a:pt x="1156" y="19987"/>
                  </a:lnTo>
                  <a:lnTo>
                    <a:pt x="1124" y="20050"/>
                  </a:lnTo>
                  <a:lnTo>
                    <a:pt x="1062" y="20081"/>
                  </a:lnTo>
                  <a:lnTo>
                    <a:pt x="937" y="20174"/>
                  </a:lnTo>
                  <a:lnTo>
                    <a:pt x="625" y="20237"/>
                  </a:lnTo>
                  <a:lnTo>
                    <a:pt x="31" y="20424"/>
                  </a:lnTo>
                  <a:lnTo>
                    <a:pt x="0" y="20424"/>
                  </a:lnTo>
                  <a:lnTo>
                    <a:pt x="0" y="20455"/>
                  </a:lnTo>
                  <a:lnTo>
                    <a:pt x="0" y="20487"/>
                  </a:lnTo>
                  <a:lnTo>
                    <a:pt x="31" y="20518"/>
                  </a:lnTo>
                  <a:lnTo>
                    <a:pt x="500" y="20455"/>
                  </a:lnTo>
                  <a:lnTo>
                    <a:pt x="968" y="20362"/>
                  </a:lnTo>
                  <a:lnTo>
                    <a:pt x="1124" y="20331"/>
                  </a:lnTo>
                  <a:lnTo>
                    <a:pt x="1281" y="20268"/>
                  </a:lnTo>
                  <a:lnTo>
                    <a:pt x="1374" y="20174"/>
                  </a:lnTo>
                  <a:lnTo>
                    <a:pt x="1468" y="20018"/>
                  </a:lnTo>
                  <a:lnTo>
                    <a:pt x="1562" y="19581"/>
                  </a:lnTo>
                  <a:lnTo>
                    <a:pt x="1624" y="19144"/>
                  </a:lnTo>
                  <a:lnTo>
                    <a:pt x="1749" y="17988"/>
                  </a:lnTo>
                  <a:lnTo>
                    <a:pt x="1874" y="16927"/>
                  </a:lnTo>
                  <a:lnTo>
                    <a:pt x="1968" y="15865"/>
                  </a:lnTo>
                  <a:lnTo>
                    <a:pt x="2124" y="13710"/>
                  </a:lnTo>
                  <a:lnTo>
                    <a:pt x="2280" y="10431"/>
                  </a:lnTo>
                  <a:lnTo>
                    <a:pt x="2374" y="8776"/>
                  </a:lnTo>
                  <a:lnTo>
                    <a:pt x="2405" y="7152"/>
                  </a:lnTo>
                  <a:lnTo>
                    <a:pt x="2561" y="6527"/>
                  </a:lnTo>
                  <a:lnTo>
                    <a:pt x="2686" y="5903"/>
                  </a:lnTo>
                  <a:lnTo>
                    <a:pt x="2811" y="5278"/>
                  </a:lnTo>
                  <a:lnTo>
                    <a:pt x="2873" y="4653"/>
                  </a:lnTo>
                  <a:lnTo>
                    <a:pt x="2967" y="3998"/>
                  </a:lnTo>
                  <a:lnTo>
                    <a:pt x="2998" y="3373"/>
                  </a:lnTo>
                  <a:lnTo>
                    <a:pt x="3029" y="2717"/>
                  </a:lnTo>
                  <a:lnTo>
                    <a:pt x="3029" y="2093"/>
                  </a:lnTo>
                  <a:lnTo>
                    <a:pt x="2998" y="2061"/>
                  </a:lnTo>
                  <a:lnTo>
                    <a:pt x="2998" y="2093"/>
                  </a:lnTo>
                  <a:lnTo>
                    <a:pt x="2686" y="4029"/>
                  </a:lnTo>
                  <a:lnTo>
                    <a:pt x="2405" y="5996"/>
                  </a:lnTo>
                  <a:lnTo>
                    <a:pt x="2405" y="4966"/>
                  </a:lnTo>
                  <a:lnTo>
                    <a:pt x="2374" y="2499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8" name="Google Shape;3778;p61"/>
            <p:cNvSpPr/>
            <p:nvPr/>
          </p:nvSpPr>
          <p:spPr>
            <a:xfrm>
              <a:off x="3419625" y="3854475"/>
              <a:ext cx="495775" cy="59350"/>
            </a:xfrm>
            <a:custGeom>
              <a:avLst/>
              <a:gdLst/>
              <a:ahLst/>
              <a:cxnLst/>
              <a:rect l="l" t="t" r="r" b="b"/>
              <a:pathLst>
                <a:path w="19831" h="2374" extrusionOk="0">
                  <a:moveTo>
                    <a:pt x="19769" y="0"/>
                  </a:moveTo>
                  <a:lnTo>
                    <a:pt x="18800" y="32"/>
                  </a:lnTo>
                  <a:lnTo>
                    <a:pt x="17832" y="63"/>
                  </a:lnTo>
                  <a:lnTo>
                    <a:pt x="16864" y="125"/>
                  </a:lnTo>
                  <a:lnTo>
                    <a:pt x="15896" y="219"/>
                  </a:lnTo>
                  <a:lnTo>
                    <a:pt x="13991" y="438"/>
                  </a:lnTo>
                  <a:lnTo>
                    <a:pt x="12055" y="656"/>
                  </a:lnTo>
                  <a:lnTo>
                    <a:pt x="10119" y="844"/>
                  </a:lnTo>
                  <a:lnTo>
                    <a:pt x="8214" y="1093"/>
                  </a:lnTo>
                  <a:lnTo>
                    <a:pt x="4404" y="1624"/>
                  </a:lnTo>
                  <a:lnTo>
                    <a:pt x="3311" y="1780"/>
                  </a:lnTo>
                  <a:lnTo>
                    <a:pt x="2218" y="1968"/>
                  </a:lnTo>
                  <a:lnTo>
                    <a:pt x="31" y="2311"/>
                  </a:lnTo>
                  <a:lnTo>
                    <a:pt x="0" y="2343"/>
                  </a:lnTo>
                  <a:lnTo>
                    <a:pt x="0" y="2374"/>
                  </a:lnTo>
                  <a:lnTo>
                    <a:pt x="31" y="2374"/>
                  </a:lnTo>
                  <a:lnTo>
                    <a:pt x="1936" y="2218"/>
                  </a:lnTo>
                  <a:lnTo>
                    <a:pt x="2905" y="2155"/>
                  </a:lnTo>
                  <a:lnTo>
                    <a:pt x="3873" y="2062"/>
                  </a:lnTo>
                  <a:lnTo>
                    <a:pt x="7683" y="1687"/>
                  </a:lnTo>
                  <a:lnTo>
                    <a:pt x="11555" y="1218"/>
                  </a:lnTo>
                  <a:lnTo>
                    <a:pt x="15396" y="781"/>
                  </a:lnTo>
                  <a:lnTo>
                    <a:pt x="16489" y="625"/>
                  </a:lnTo>
                  <a:lnTo>
                    <a:pt x="17582" y="469"/>
                  </a:lnTo>
                  <a:lnTo>
                    <a:pt x="18675" y="313"/>
                  </a:lnTo>
                  <a:lnTo>
                    <a:pt x="19769" y="94"/>
                  </a:lnTo>
                  <a:lnTo>
                    <a:pt x="19800" y="94"/>
                  </a:lnTo>
                  <a:lnTo>
                    <a:pt x="19831" y="63"/>
                  </a:lnTo>
                  <a:lnTo>
                    <a:pt x="19800" y="32"/>
                  </a:lnTo>
                  <a:lnTo>
                    <a:pt x="197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9" name="Google Shape;3779;p61"/>
            <p:cNvSpPr/>
            <p:nvPr/>
          </p:nvSpPr>
          <p:spPr>
            <a:xfrm>
              <a:off x="3925525" y="2681025"/>
              <a:ext cx="380250" cy="545750"/>
            </a:xfrm>
            <a:custGeom>
              <a:avLst/>
              <a:gdLst/>
              <a:ahLst/>
              <a:cxnLst/>
              <a:rect l="l" t="t" r="r" b="b"/>
              <a:pathLst>
                <a:path w="15210" h="21830" extrusionOk="0">
                  <a:moveTo>
                    <a:pt x="2249" y="1"/>
                  </a:moveTo>
                  <a:lnTo>
                    <a:pt x="2062" y="1625"/>
                  </a:lnTo>
                  <a:lnTo>
                    <a:pt x="1812" y="3280"/>
                  </a:lnTo>
                  <a:lnTo>
                    <a:pt x="1531" y="4904"/>
                  </a:lnTo>
                  <a:lnTo>
                    <a:pt x="1250" y="6465"/>
                  </a:lnTo>
                  <a:lnTo>
                    <a:pt x="750" y="8870"/>
                  </a:lnTo>
                  <a:lnTo>
                    <a:pt x="344" y="10837"/>
                  </a:lnTo>
                  <a:lnTo>
                    <a:pt x="63" y="12243"/>
                  </a:lnTo>
                  <a:lnTo>
                    <a:pt x="32" y="12680"/>
                  </a:lnTo>
                  <a:lnTo>
                    <a:pt x="1" y="12805"/>
                  </a:lnTo>
                  <a:lnTo>
                    <a:pt x="32" y="12867"/>
                  </a:lnTo>
                  <a:lnTo>
                    <a:pt x="376" y="13648"/>
                  </a:lnTo>
                  <a:lnTo>
                    <a:pt x="813" y="14460"/>
                  </a:lnTo>
                  <a:lnTo>
                    <a:pt x="1313" y="15272"/>
                  </a:lnTo>
                  <a:lnTo>
                    <a:pt x="1844" y="16053"/>
                  </a:lnTo>
                  <a:lnTo>
                    <a:pt x="2437" y="16865"/>
                  </a:lnTo>
                  <a:lnTo>
                    <a:pt x="3061" y="17614"/>
                  </a:lnTo>
                  <a:lnTo>
                    <a:pt x="3717" y="18364"/>
                  </a:lnTo>
                  <a:lnTo>
                    <a:pt x="4404" y="19051"/>
                  </a:lnTo>
                  <a:lnTo>
                    <a:pt x="5091" y="19675"/>
                  </a:lnTo>
                  <a:lnTo>
                    <a:pt x="5810" y="20269"/>
                  </a:lnTo>
                  <a:lnTo>
                    <a:pt x="6497" y="20768"/>
                  </a:lnTo>
                  <a:lnTo>
                    <a:pt x="7215" y="21174"/>
                  </a:lnTo>
                  <a:lnTo>
                    <a:pt x="7559" y="21362"/>
                  </a:lnTo>
                  <a:lnTo>
                    <a:pt x="7902" y="21486"/>
                  </a:lnTo>
                  <a:lnTo>
                    <a:pt x="8246" y="21611"/>
                  </a:lnTo>
                  <a:lnTo>
                    <a:pt x="8589" y="21705"/>
                  </a:lnTo>
                  <a:lnTo>
                    <a:pt x="8901" y="21799"/>
                  </a:lnTo>
                  <a:lnTo>
                    <a:pt x="9214" y="21830"/>
                  </a:lnTo>
                  <a:lnTo>
                    <a:pt x="9526" y="21830"/>
                  </a:lnTo>
                  <a:lnTo>
                    <a:pt x="9838" y="21799"/>
                  </a:lnTo>
                  <a:lnTo>
                    <a:pt x="10119" y="21736"/>
                  </a:lnTo>
                  <a:lnTo>
                    <a:pt x="10400" y="21674"/>
                  </a:lnTo>
                  <a:lnTo>
                    <a:pt x="10650" y="21549"/>
                  </a:lnTo>
                  <a:lnTo>
                    <a:pt x="10869" y="21393"/>
                  </a:lnTo>
                  <a:lnTo>
                    <a:pt x="11087" y="21237"/>
                  </a:lnTo>
                  <a:lnTo>
                    <a:pt x="11306" y="21018"/>
                  </a:lnTo>
                  <a:lnTo>
                    <a:pt x="11493" y="20799"/>
                  </a:lnTo>
                  <a:lnTo>
                    <a:pt x="11681" y="20581"/>
                  </a:lnTo>
                  <a:lnTo>
                    <a:pt x="11837" y="20331"/>
                  </a:lnTo>
                  <a:lnTo>
                    <a:pt x="11993" y="20050"/>
                  </a:lnTo>
                  <a:lnTo>
                    <a:pt x="12274" y="19457"/>
                  </a:lnTo>
                  <a:lnTo>
                    <a:pt x="12493" y="18832"/>
                  </a:lnTo>
                  <a:lnTo>
                    <a:pt x="12680" y="18176"/>
                  </a:lnTo>
                  <a:lnTo>
                    <a:pt x="12836" y="17489"/>
                  </a:lnTo>
                  <a:lnTo>
                    <a:pt x="12961" y="16802"/>
                  </a:lnTo>
                  <a:lnTo>
                    <a:pt x="13055" y="16146"/>
                  </a:lnTo>
                  <a:lnTo>
                    <a:pt x="13117" y="15522"/>
                  </a:lnTo>
                  <a:lnTo>
                    <a:pt x="13149" y="14928"/>
                  </a:lnTo>
                  <a:lnTo>
                    <a:pt x="13149" y="14397"/>
                  </a:lnTo>
                  <a:lnTo>
                    <a:pt x="13149" y="13585"/>
                  </a:lnTo>
                  <a:lnTo>
                    <a:pt x="13149" y="13429"/>
                  </a:lnTo>
                  <a:lnTo>
                    <a:pt x="13117" y="12992"/>
                  </a:lnTo>
                  <a:lnTo>
                    <a:pt x="13149" y="12555"/>
                  </a:lnTo>
                  <a:lnTo>
                    <a:pt x="13211" y="11837"/>
                  </a:lnTo>
                  <a:lnTo>
                    <a:pt x="13336" y="11150"/>
                  </a:lnTo>
                  <a:lnTo>
                    <a:pt x="13461" y="10431"/>
                  </a:lnTo>
                  <a:lnTo>
                    <a:pt x="13617" y="9744"/>
                  </a:lnTo>
                  <a:lnTo>
                    <a:pt x="13929" y="8370"/>
                  </a:lnTo>
                  <a:lnTo>
                    <a:pt x="14304" y="7152"/>
                  </a:lnTo>
                  <a:lnTo>
                    <a:pt x="14648" y="6090"/>
                  </a:lnTo>
                  <a:lnTo>
                    <a:pt x="14929" y="5247"/>
                  </a:lnTo>
                  <a:lnTo>
                    <a:pt x="15210" y="452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0" name="Google Shape;3780;p61"/>
            <p:cNvSpPr/>
            <p:nvPr/>
          </p:nvSpPr>
          <p:spPr>
            <a:xfrm>
              <a:off x="3997375" y="2687275"/>
              <a:ext cx="308400" cy="333400"/>
            </a:xfrm>
            <a:custGeom>
              <a:avLst/>
              <a:gdLst/>
              <a:ahLst/>
              <a:cxnLst/>
              <a:rect l="l" t="t" r="r" b="b"/>
              <a:pathLst>
                <a:path w="12336" h="13336" extrusionOk="0">
                  <a:moveTo>
                    <a:pt x="0" y="1"/>
                  </a:moveTo>
                  <a:lnTo>
                    <a:pt x="0" y="500"/>
                  </a:lnTo>
                  <a:lnTo>
                    <a:pt x="63" y="1156"/>
                  </a:lnTo>
                  <a:lnTo>
                    <a:pt x="156" y="1968"/>
                  </a:lnTo>
                  <a:lnTo>
                    <a:pt x="281" y="2874"/>
                  </a:lnTo>
                  <a:lnTo>
                    <a:pt x="500" y="3873"/>
                  </a:lnTo>
                  <a:lnTo>
                    <a:pt x="750" y="4904"/>
                  </a:lnTo>
                  <a:lnTo>
                    <a:pt x="1093" y="5997"/>
                  </a:lnTo>
                  <a:lnTo>
                    <a:pt x="1280" y="6559"/>
                  </a:lnTo>
                  <a:lnTo>
                    <a:pt x="1499" y="7090"/>
                  </a:lnTo>
                  <a:lnTo>
                    <a:pt x="1749" y="7652"/>
                  </a:lnTo>
                  <a:lnTo>
                    <a:pt x="1999" y="8183"/>
                  </a:lnTo>
                  <a:lnTo>
                    <a:pt x="2280" y="8713"/>
                  </a:lnTo>
                  <a:lnTo>
                    <a:pt x="2623" y="9244"/>
                  </a:lnTo>
                  <a:lnTo>
                    <a:pt x="2967" y="9744"/>
                  </a:lnTo>
                  <a:lnTo>
                    <a:pt x="3342" y="10213"/>
                  </a:lnTo>
                  <a:lnTo>
                    <a:pt x="3748" y="10681"/>
                  </a:lnTo>
                  <a:lnTo>
                    <a:pt x="4154" y="11118"/>
                  </a:lnTo>
                  <a:lnTo>
                    <a:pt x="4622" y="11493"/>
                  </a:lnTo>
                  <a:lnTo>
                    <a:pt x="5122" y="11868"/>
                  </a:lnTo>
                  <a:lnTo>
                    <a:pt x="5684" y="12211"/>
                  </a:lnTo>
                  <a:lnTo>
                    <a:pt x="6246" y="12523"/>
                  </a:lnTo>
                  <a:lnTo>
                    <a:pt x="6839" y="12773"/>
                  </a:lnTo>
                  <a:lnTo>
                    <a:pt x="7495" y="12992"/>
                  </a:lnTo>
                  <a:lnTo>
                    <a:pt x="8182" y="13148"/>
                  </a:lnTo>
                  <a:lnTo>
                    <a:pt x="8900" y="13273"/>
                  </a:lnTo>
                  <a:lnTo>
                    <a:pt x="9588" y="13335"/>
                  </a:lnTo>
                  <a:lnTo>
                    <a:pt x="10275" y="13335"/>
                  </a:lnTo>
                  <a:lnTo>
                    <a:pt x="10275" y="13179"/>
                  </a:lnTo>
                  <a:lnTo>
                    <a:pt x="10243" y="12742"/>
                  </a:lnTo>
                  <a:lnTo>
                    <a:pt x="10275" y="12305"/>
                  </a:lnTo>
                  <a:lnTo>
                    <a:pt x="10337" y="11618"/>
                  </a:lnTo>
                  <a:lnTo>
                    <a:pt x="10462" y="10900"/>
                  </a:lnTo>
                  <a:lnTo>
                    <a:pt x="10587" y="10181"/>
                  </a:lnTo>
                  <a:lnTo>
                    <a:pt x="10743" y="9494"/>
                  </a:lnTo>
                  <a:lnTo>
                    <a:pt x="11055" y="8151"/>
                  </a:lnTo>
                  <a:lnTo>
                    <a:pt x="11430" y="6902"/>
                  </a:lnTo>
                  <a:lnTo>
                    <a:pt x="11774" y="5840"/>
                  </a:lnTo>
                  <a:lnTo>
                    <a:pt x="12055" y="5028"/>
                  </a:lnTo>
                  <a:lnTo>
                    <a:pt x="12336" y="4279"/>
                  </a:lnTo>
                  <a:lnTo>
                    <a:pt x="3467" y="12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1" name="Google Shape;3781;p61"/>
            <p:cNvSpPr/>
            <p:nvPr/>
          </p:nvSpPr>
          <p:spPr>
            <a:xfrm>
              <a:off x="3909925" y="2092350"/>
              <a:ext cx="603525" cy="806525"/>
            </a:xfrm>
            <a:custGeom>
              <a:avLst/>
              <a:gdLst/>
              <a:ahLst/>
              <a:cxnLst/>
              <a:rect l="l" t="t" r="r" b="b"/>
              <a:pathLst>
                <a:path w="24141" h="32261" extrusionOk="0">
                  <a:moveTo>
                    <a:pt x="11836" y="1"/>
                  </a:moveTo>
                  <a:lnTo>
                    <a:pt x="11181" y="32"/>
                  </a:lnTo>
                  <a:lnTo>
                    <a:pt x="10525" y="94"/>
                  </a:lnTo>
                  <a:lnTo>
                    <a:pt x="9869" y="157"/>
                  </a:lnTo>
                  <a:lnTo>
                    <a:pt x="9244" y="282"/>
                  </a:lnTo>
                  <a:lnTo>
                    <a:pt x="8588" y="438"/>
                  </a:lnTo>
                  <a:lnTo>
                    <a:pt x="7964" y="625"/>
                  </a:lnTo>
                  <a:lnTo>
                    <a:pt x="7339" y="875"/>
                  </a:lnTo>
                  <a:lnTo>
                    <a:pt x="6715" y="1125"/>
                  </a:lnTo>
                  <a:lnTo>
                    <a:pt x="6121" y="1406"/>
                  </a:lnTo>
                  <a:lnTo>
                    <a:pt x="5528" y="1718"/>
                  </a:lnTo>
                  <a:lnTo>
                    <a:pt x="4966" y="2062"/>
                  </a:lnTo>
                  <a:lnTo>
                    <a:pt x="4404" y="2437"/>
                  </a:lnTo>
                  <a:lnTo>
                    <a:pt x="3873" y="2843"/>
                  </a:lnTo>
                  <a:lnTo>
                    <a:pt x="3373" y="3280"/>
                  </a:lnTo>
                  <a:lnTo>
                    <a:pt x="2905" y="3748"/>
                  </a:lnTo>
                  <a:lnTo>
                    <a:pt x="2468" y="4217"/>
                  </a:lnTo>
                  <a:lnTo>
                    <a:pt x="2030" y="4748"/>
                  </a:lnTo>
                  <a:lnTo>
                    <a:pt x="1656" y="5278"/>
                  </a:lnTo>
                  <a:lnTo>
                    <a:pt x="1312" y="5809"/>
                  </a:lnTo>
                  <a:lnTo>
                    <a:pt x="1000" y="6403"/>
                  </a:lnTo>
                  <a:lnTo>
                    <a:pt x="719" y="6996"/>
                  </a:lnTo>
                  <a:lnTo>
                    <a:pt x="469" y="7621"/>
                  </a:lnTo>
                  <a:lnTo>
                    <a:pt x="281" y="8277"/>
                  </a:lnTo>
                  <a:lnTo>
                    <a:pt x="125" y="8932"/>
                  </a:lnTo>
                  <a:lnTo>
                    <a:pt x="63" y="9432"/>
                  </a:lnTo>
                  <a:lnTo>
                    <a:pt x="32" y="9932"/>
                  </a:lnTo>
                  <a:lnTo>
                    <a:pt x="0" y="10525"/>
                  </a:lnTo>
                  <a:lnTo>
                    <a:pt x="0" y="11118"/>
                  </a:lnTo>
                  <a:lnTo>
                    <a:pt x="32" y="11774"/>
                  </a:lnTo>
                  <a:lnTo>
                    <a:pt x="94" y="12430"/>
                  </a:lnTo>
                  <a:lnTo>
                    <a:pt x="281" y="13867"/>
                  </a:lnTo>
                  <a:lnTo>
                    <a:pt x="563" y="15397"/>
                  </a:lnTo>
                  <a:lnTo>
                    <a:pt x="906" y="16958"/>
                  </a:lnTo>
                  <a:lnTo>
                    <a:pt x="1312" y="18582"/>
                  </a:lnTo>
                  <a:lnTo>
                    <a:pt x="1780" y="20175"/>
                  </a:lnTo>
                  <a:lnTo>
                    <a:pt x="2311" y="21768"/>
                  </a:lnTo>
                  <a:lnTo>
                    <a:pt x="2905" y="23298"/>
                  </a:lnTo>
                  <a:lnTo>
                    <a:pt x="3498" y="24734"/>
                  </a:lnTo>
                  <a:lnTo>
                    <a:pt x="3810" y="25421"/>
                  </a:lnTo>
                  <a:lnTo>
                    <a:pt x="4154" y="26077"/>
                  </a:lnTo>
                  <a:lnTo>
                    <a:pt x="4466" y="26702"/>
                  </a:lnTo>
                  <a:lnTo>
                    <a:pt x="4810" y="27295"/>
                  </a:lnTo>
                  <a:lnTo>
                    <a:pt x="5153" y="27826"/>
                  </a:lnTo>
                  <a:lnTo>
                    <a:pt x="5497" y="28326"/>
                  </a:lnTo>
                  <a:lnTo>
                    <a:pt x="5840" y="28763"/>
                  </a:lnTo>
                  <a:lnTo>
                    <a:pt x="6184" y="29169"/>
                  </a:lnTo>
                  <a:lnTo>
                    <a:pt x="6527" y="29512"/>
                  </a:lnTo>
                  <a:lnTo>
                    <a:pt x="6871" y="29794"/>
                  </a:lnTo>
                  <a:lnTo>
                    <a:pt x="7402" y="30137"/>
                  </a:lnTo>
                  <a:lnTo>
                    <a:pt x="7901" y="30449"/>
                  </a:lnTo>
                  <a:lnTo>
                    <a:pt x="8432" y="30762"/>
                  </a:lnTo>
                  <a:lnTo>
                    <a:pt x="8994" y="31011"/>
                  </a:lnTo>
                  <a:lnTo>
                    <a:pt x="9557" y="31261"/>
                  </a:lnTo>
                  <a:lnTo>
                    <a:pt x="10119" y="31480"/>
                  </a:lnTo>
                  <a:lnTo>
                    <a:pt x="10681" y="31667"/>
                  </a:lnTo>
                  <a:lnTo>
                    <a:pt x="11274" y="31855"/>
                  </a:lnTo>
                  <a:lnTo>
                    <a:pt x="11836" y="31980"/>
                  </a:lnTo>
                  <a:lnTo>
                    <a:pt x="12430" y="32105"/>
                  </a:lnTo>
                  <a:lnTo>
                    <a:pt x="13023" y="32167"/>
                  </a:lnTo>
                  <a:lnTo>
                    <a:pt x="13616" y="32229"/>
                  </a:lnTo>
                  <a:lnTo>
                    <a:pt x="14210" y="32261"/>
                  </a:lnTo>
                  <a:lnTo>
                    <a:pt x="14772" y="32261"/>
                  </a:lnTo>
                  <a:lnTo>
                    <a:pt x="15365" y="32198"/>
                  </a:lnTo>
                  <a:lnTo>
                    <a:pt x="15927" y="32136"/>
                  </a:lnTo>
                  <a:lnTo>
                    <a:pt x="16490" y="32073"/>
                  </a:lnTo>
                  <a:lnTo>
                    <a:pt x="17052" y="31948"/>
                  </a:lnTo>
                  <a:lnTo>
                    <a:pt x="17614" y="31792"/>
                  </a:lnTo>
                  <a:lnTo>
                    <a:pt x="18145" y="31605"/>
                  </a:lnTo>
                  <a:lnTo>
                    <a:pt x="18676" y="31386"/>
                  </a:lnTo>
                  <a:lnTo>
                    <a:pt x="19207" y="31136"/>
                  </a:lnTo>
                  <a:lnTo>
                    <a:pt x="19706" y="30855"/>
                  </a:lnTo>
                  <a:lnTo>
                    <a:pt x="20175" y="30574"/>
                  </a:lnTo>
                  <a:lnTo>
                    <a:pt x="20643" y="30231"/>
                  </a:lnTo>
                  <a:lnTo>
                    <a:pt x="21080" y="29856"/>
                  </a:lnTo>
                  <a:lnTo>
                    <a:pt x="21518" y="29450"/>
                  </a:lnTo>
                  <a:lnTo>
                    <a:pt x="21923" y="29013"/>
                  </a:lnTo>
                  <a:lnTo>
                    <a:pt x="22298" y="28544"/>
                  </a:lnTo>
                  <a:lnTo>
                    <a:pt x="22673" y="28045"/>
                  </a:lnTo>
                  <a:lnTo>
                    <a:pt x="22985" y="27514"/>
                  </a:lnTo>
                  <a:lnTo>
                    <a:pt x="23298" y="26952"/>
                  </a:lnTo>
                  <a:lnTo>
                    <a:pt x="23547" y="26327"/>
                  </a:lnTo>
                  <a:lnTo>
                    <a:pt x="23766" y="25671"/>
                  </a:lnTo>
                  <a:lnTo>
                    <a:pt x="23922" y="24953"/>
                  </a:lnTo>
                  <a:lnTo>
                    <a:pt x="24047" y="24203"/>
                  </a:lnTo>
                  <a:lnTo>
                    <a:pt x="24110" y="23392"/>
                  </a:lnTo>
                  <a:lnTo>
                    <a:pt x="24141" y="22517"/>
                  </a:lnTo>
                  <a:lnTo>
                    <a:pt x="24141" y="21643"/>
                  </a:lnTo>
                  <a:lnTo>
                    <a:pt x="24110" y="20706"/>
                  </a:lnTo>
                  <a:lnTo>
                    <a:pt x="24016" y="19769"/>
                  </a:lnTo>
                  <a:lnTo>
                    <a:pt x="23922" y="18770"/>
                  </a:lnTo>
                  <a:lnTo>
                    <a:pt x="23766" y="17770"/>
                  </a:lnTo>
                  <a:lnTo>
                    <a:pt x="23610" y="16771"/>
                  </a:lnTo>
                  <a:lnTo>
                    <a:pt x="23391" y="15772"/>
                  </a:lnTo>
                  <a:lnTo>
                    <a:pt x="23173" y="14741"/>
                  </a:lnTo>
                  <a:lnTo>
                    <a:pt x="22923" y="13742"/>
                  </a:lnTo>
                  <a:lnTo>
                    <a:pt x="22673" y="12711"/>
                  </a:lnTo>
                  <a:lnTo>
                    <a:pt x="22361" y="11712"/>
                  </a:lnTo>
                  <a:lnTo>
                    <a:pt x="22048" y="10744"/>
                  </a:lnTo>
                  <a:lnTo>
                    <a:pt x="21736" y="9776"/>
                  </a:lnTo>
                  <a:lnTo>
                    <a:pt x="21393" y="8839"/>
                  </a:lnTo>
                  <a:lnTo>
                    <a:pt x="21018" y="7933"/>
                  </a:lnTo>
                  <a:lnTo>
                    <a:pt x="20674" y="7059"/>
                  </a:lnTo>
                  <a:lnTo>
                    <a:pt x="20268" y="6215"/>
                  </a:lnTo>
                  <a:lnTo>
                    <a:pt x="19894" y="5435"/>
                  </a:lnTo>
                  <a:lnTo>
                    <a:pt x="19519" y="4685"/>
                  </a:lnTo>
                  <a:lnTo>
                    <a:pt x="19113" y="3998"/>
                  </a:lnTo>
                  <a:lnTo>
                    <a:pt x="18707" y="3373"/>
                  </a:lnTo>
                  <a:lnTo>
                    <a:pt x="18301" y="2811"/>
                  </a:lnTo>
                  <a:lnTo>
                    <a:pt x="17926" y="2312"/>
                  </a:lnTo>
                  <a:lnTo>
                    <a:pt x="17520" y="1874"/>
                  </a:lnTo>
                  <a:lnTo>
                    <a:pt x="17114" y="1531"/>
                  </a:lnTo>
                  <a:lnTo>
                    <a:pt x="16739" y="1281"/>
                  </a:lnTo>
                  <a:lnTo>
                    <a:pt x="16177" y="969"/>
                  </a:lnTo>
                  <a:lnTo>
                    <a:pt x="15584" y="719"/>
                  </a:lnTo>
                  <a:lnTo>
                    <a:pt x="14991" y="500"/>
                  </a:lnTo>
                  <a:lnTo>
                    <a:pt x="14366" y="313"/>
                  </a:lnTo>
                  <a:lnTo>
                    <a:pt x="13741" y="188"/>
                  </a:lnTo>
                  <a:lnTo>
                    <a:pt x="13117" y="94"/>
                  </a:lnTo>
                  <a:lnTo>
                    <a:pt x="12461" y="32"/>
                  </a:lnTo>
                  <a:lnTo>
                    <a:pt x="11836" y="1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2" name="Google Shape;3782;p61"/>
            <p:cNvSpPr/>
            <p:nvPr/>
          </p:nvSpPr>
          <p:spPr>
            <a:xfrm>
              <a:off x="4264375" y="2499900"/>
              <a:ext cx="17200" cy="66375"/>
            </a:xfrm>
            <a:custGeom>
              <a:avLst/>
              <a:gdLst/>
              <a:ahLst/>
              <a:cxnLst/>
              <a:rect l="l" t="t" r="r" b="b"/>
              <a:pathLst>
                <a:path w="688" h="2655" extrusionOk="0">
                  <a:moveTo>
                    <a:pt x="313" y="0"/>
                  </a:moveTo>
                  <a:lnTo>
                    <a:pt x="282" y="32"/>
                  </a:lnTo>
                  <a:lnTo>
                    <a:pt x="250" y="125"/>
                  </a:lnTo>
                  <a:lnTo>
                    <a:pt x="375" y="438"/>
                  </a:lnTo>
                  <a:lnTo>
                    <a:pt x="438" y="812"/>
                  </a:lnTo>
                  <a:lnTo>
                    <a:pt x="500" y="1156"/>
                  </a:lnTo>
                  <a:lnTo>
                    <a:pt x="531" y="1499"/>
                  </a:lnTo>
                  <a:lnTo>
                    <a:pt x="500" y="1812"/>
                  </a:lnTo>
                  <a:lnTo>
                    <a:pt x="407" y="2124"/>
                  </a:lnTo>
                  <a:lnTo>
                    <a:pt x="344" y="2249"/>
                  </a:lnTo>
                  <a:lnTo>
                    <a:pt x="250" y="2374"/>
                  </a:lnTo>
                  <a:lnTo>
                    <a:pt x="125" y="2499"/>
                  </a:lnTo>
                  <a:lnTo>
                    <a:pt x="1" y="2624"/>
                  </a:lnTo>
                  <a:lnTo>
                    <a:pt x="32" y="2655"/>
                  </a:lnTo>
                  <a:lnTo>
                    <a:pt x="188" y="2561"/>
                  </a:lnTo>
                  <a:lnTo>
                    <a:pt x="344" y="2436"/>
                  </a:lnTo>
                  <a:lnTo>
                    <a:pt x="469" y="2311"/>
                  </a:lnTo>
                  <a:lnTo>
                    <a:pt x="531" y="2187"/>
                  </a:lnTo>
                  <a:lnTo>
                    <a:pt x="625" y="1999"/>
                  </a:lnTo>
                  <a:lnTo>
                    <a:pt x="656" y="1843"/>
                  </a:lnTo>
                  <a:lnTo>
                    <a:pt x="688" y="1656"/>
                  </a:lnTo>
                  <a:lnTo>
                    <a:pt x="688" y="1468"/>
                  </a:lnTo>
                  <a:lnTo>
                    <a:pt x="656" y="1093"/>
                  </a:lnTo>
                  <a:lnTo>
                    <a:pt x="563" y="687"/>
                  </a:lnTo>
                  <a:lnTo>
                    <a:pt x="469" y="344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3" name="Google Shape;3783;p61"/>
            <p:cNvSpPr/>
            <p:nvPr/>
          </p:nvSpPr>
          <p:spPr>
            <a:xfrm>
              <a:off x="4224550" y="2481950"/>
              <a:ext cx="53900" cy="74975"/>
            </a:xfrm>
            <a:custGeom>
              <a:avLst/>
              <a:gdLst/>
              <a:ahLst/>
              <a:cxnLst/>
              <a:rect l="l" t="t" r="r" b="b"/>
              <a:pathLst>
                <a:path w="2156" h="2999" extrusionOk="0">
                  <a:moveTo>
                    <a:pt x="1031" y="0"/>
                  </a:moveTo>
                  <a:lnTo>
                    <a:pt x="813" y="31"/>
                  </a:lnTo>
                  <a:lnTo>
                    <a:pt x="563" y="125"/>
                  </a:lnTo>
                  <a:lnTo>
                    <a:pt x="344" y="250"/>
                  </a:lnTo>
                  <a:lnTo>
                    <a:pt x="188" y="437"/>
                  </a:lnTo>
                  <a:lnTo>
                    <a:pt x="95" y="656"/>
                  </a:lnTo>
                  <a:lnTo>
                    <a:pt x="32" y="906"/>
                  </a:lnTo>
                  <a:lnTo>
                    <a:pt x="1" y="1187"/>
                  </a:lnTo>
                  <a:lnTo>
                    <a:pt x="1" y="1468"/>
                  </a:lnTo>
                  <a:lnTo>
                    <a:pt x="63" y="1718"/>
                  </a:lnTo>
                  <a:lnTo>
                    <a:pt x="126" y="1999"/>
                  </a:lnTo>
                  <a:lnTo>
                    <a:pt x="251" y="2249"/>
                  </a:lnTo>
                  <a:lnTo>
                    <a:pt x="376" y="2499"/>
                  </a:lnTo>
                  <a:lnTo>
                    <a:pt x="563" y="2686"/>
                  </a:lnTo>
                  <a:lnTo>
                    <a:pt x="750" y="2842"/>
                  </a:lnTo>
                  <a:lnTo>
                    <a:pt x="969" y="2967"/>
                  </a:lnTo>
                  <a:lnTo>
                    <a:pt x="1188" y="2998"/>
                  </a:lnTo>
                  <a:lnTo>
                    <a:pt x="1437" y="2998"/>
                  </a:lnTo>
                  <a:lnTo>
                    <a:pt x="1656" y="2905"/>
                  </a:lnTo>
                  <a:lnTo>
                    <a:pt x="1843" y="2748"/>
                  </a:lnTo>
                  <a:lnTo>
                    <a:pt x="2000" y="2592"/>
                  </a:lnTo>
                  <a:lnTo>
                    <a:pt x="2093" y="2374"/>
                  </a:lnTo>
                  <a:lnTo>
                    <a:pt x="2156" y="2124"/>
                  </a:lnTo>
                  <a:lnTo>
                    <a:pt x="2156" y="1843"/>
                  </a:lnTo>
                  <a:lnTo>
                    <a:pt x="2156" y="1562"/>
                  </a:lnTo>
                  <a:lnTo>
                    <a:pt x="2093" y="1312"/>
                  </a:lnTo>
                  <a:lnTo>
                    <a:pt x="2031" y="1031"/>
                  </a:lnTo>
                  <a:lnTo>
                    <a:pt x="1906" y="781"/>
                  </a:lnTo>
                  <a:lnTo>
                    <a:pt x="1781" y="531"/>
                  </a:lnTo>
                  <a:lnTo>
                    <a:pt x="1625" y="344"/>
                  </a:lnTo>
                  <a:lnTo>
                    <a:pt x="1437" y="188"/>
                  </a:lnTo>
                  <a:lnTo>
                    <a:pt x="1250" y="63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4" name="Google Shape;3784;p61"/>
            <p:cNvSpPr/>
            <p:nvPr/>
          </p:nvSpPr>
          <p:spPr>
            <a:xfrm>
              <a:off x="4399450" y="2462425"/>
              <a:ext cx="40625" cy="53900"/>
            </a:xfrm>
            <a:custGeom>
              <a:avLst/>
              <a:gdLst/>
              <a:ahLst/>
              <a:cxnLst/>
              <a:rect l="l" t="t" r="r" b="b"/>
              <a:pathLst>
                <a:path w="1625" h="2156" extrusionOk="0">
                  <a:moveTo>
                    <a:pt x="0" y="0"/>
                  </a:moveTo>
                  <a:lnTo>
                    <a:pt x="63" y="375"/>
                  </a:lnTo>
                  <a:lnTo>
                    <a:pt x="125" y="750"/>
                  </a:lnTo>
                  <a:lnTo>
                    <a:pt x="250" y="1125"/>
                  </a:lnTo>
                  <a:lnTo>
                    <a:pt x="437" y="1468"/>
                  </a:lnTo>
                  <a:lnTo>
                    <a:pt x="656" y="1749"/>
                  </a:lnTo>
                  <a:lnTo>
                    <a:pt x="781" y="1874"/>
                  </a:lnTo>
                  <a:lnTo>
                    <a:pt x="906" y="1999"/>
                  </a:lnTo>
                  <a:lnTo>
                    <a:pt x="1062" y="2062"/>
                  </a:lnTo>
                  <a:lnTo>
                    <a:pt x="1218" y="2124"/>
                  </a:lnTo>
                  <a:lnTo>
                    <a:pt x="1406" y="2155"/>
                  </a:lnTo>
                  <a:lnTo>
                    <a:pt x="1593" y="2155"/>
                  </a:lnTo>
                  <a:lnTo>
                    <a:pt x="1624" y="2124"/>
                  </a:lnTo>
                  <a:lnTo>
                    <a:pt x="1593" y="2093"/>
                  </a:lnTo>
                  <a:lnTo>
                    <a:pt x="1437" y="2062"/>
                  </a:lnTo>
                  <a:lnTo>
                    <a:pt x="1281" y="2030"/>
                  </a:lnTo>
                  <a:lnTo>
                    <a:pt x="1125" y="1968"/>
                  </a:lnTo>
                  <a:lnTo>
                    <a:pt x="1000" y="1874"/>
                  </a:lnTo>
                  <a:lnTo>
                    <a:pt x="781" y="1656"/>
                  </a:lnTo>
                  <a:lnTo>
                    <a:pt x="594" y="1406"/>
                  </a:lnTo>
                  <a:lnTo>
                    <a:pt x="437" y="1093"/>
                  </a:lnTo>
                  <a:lnTo>
                    <a:pt x="281" y="750"/>
                  </a:lnTo>
                  <a:lnTo>
                    <a:pt x="188" y="406"/>
                  </a:lnTo>
                  <a:lnTo>
                    <a:pt x="94" y="63"/>
                  </a:lnTo>
                  <a:lnTo>
                    <a:pt x="63" y="3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5" name="Google Shape;3785;p61"/>
            <p:cNvSpPr/>
            <p:nvPr/>
          </p:nvSpPr>
          <p:spPr>
            <a:xfrm>
              <a:off x="4399450" y="2432750"/>
              <a:ext cx="55450" cy="74200"/>
            </a:xfrm>
            <a:custGeom>
              <a:avLst/>
              <a:gdLst/>
              <a:ahLst/>
              <a:cxnLst/>
              <a:rect l="l" t="t" r="r" b="b"/>
              <a:pathLst>
                <a:path w="2218" h="2968" extrusionOk="0">
                  <a:moveTo>
                    <a:pt x="843" y="1"/>
                  </a:moveTo>
                  <a:lnTo>
                    <a:pt x="594" y="63"/>
                  </a:lnTo>
                  <a:lnTo>
                    <a:pt x="375" y="157"/>
                  </a:lnTo>
                  <a:lnTo>
                    <a:pt x="219" y="313"/>
                  </a:lnTo>
                  <a:lnTo>
                    <a:pt x="125" y="500"/>
                  </a:lnTo>
                  <a:lnTo>
                    <a:pt x="32" y="719"/>
                  </a:lnTo>
                  <a:lnTo>
                    <a:pt x="0" y="969"/>
                  </a:lnTo>
                  <a:lnTo>
                    <a:pt x="0" y="1250"/>
                  </a:lnTo>
                  <a:lnTo>
                    <a:pt x="63" y="1531"/>
                  </a:lnTo>
                  <a:lnTo>
                    <a:pt x="125" y="1812"/>
                  </a:lnTo>
                  <a:lnTo>
                    <a:pt x="219" y="2062"/>
                  </a:lnTo>
                  <a:lnTo>
                    <a:pt x="344" y="2312"/>
                  </a:lnTo>
                  <a:lnTo>
                    <a:pt x="500" y="2530"/>
                  </a:lnTo>
                  <a:lnTo>
                    <a:pt x="656" y="2718"/>
                  </a:lnTo>
                  <a:lnTo>
                    <a:pt x="875" y="2843"/>
                  </a:lnTo>
                  <a:lnTo>
                    <a:pt x="1062" y="2936"/>
                  </a:lnTo>
                  <a:lnTo>
                    <a:pt x="1312" y="2968"/>
                  </a:lnTo>
                  <a:lnTo>
                    <a:pt x="1531" y="2905"/>
                  </a:lnTo>
                  <a:lnTo>
                    <a:pt x="1780" y="2811"/>
                  </a:lnTo>
                  <a:lnTo>
                    <a:pt x="1937" y="2655"/>
                  </a:lnTo>
                  <a:lnTo>
                    <a:pt x="2061" y="2437"/>
                  </a:lnTo>
                  <a:lnTo>
                    <a:pt x="2155" y="2218"/>
                  </a:lnTo>
                  <a:lnTo>
                    <a:pt x="2186" y="1968"/>
                  </a:lnTo>
                  <a:lnTo>
                    <a:pt x="2218" y="1687"/>
                  </a:lnTo>
                  <a:lnTo>
                    <a:pt x="2155" y="1406"/>
                  </a:lnTo>
                  <a:lnTo>
                    <a:pt x="2093" y="1125"/>
                  </a:lnTo>
                  <a:lnTo>
                    <a:pt x="1999" y="875"/>
                  </a:lnTo>
                  <a:lnTo>
                    <a:pt x="1874" y="625"/>
                  </a:lnTo>
                  <a:lnTo>
                    <a:pt x="1718" y="407"/>
                  </a:lnTo>
                  <a:lnTo>
                    <a:pt x="1531" y="219"/>
                  </a:lnTo>
                  <a:lnTo>
                    <a:pt x="1312" y="94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6" name="Google Shape;3786;p61"/>
            <p:cNvSpPr/>
            <p:nvPr/>
          </p:nvSpPr>
          <p:spPr>
            <a:xfrm>
              <a:off x="4183175" y="2396050"/>
              <a:ext cx="74200" cy="62500"/>
            </a:xfrm>
            <a:custGeom>
              <a:avLst/>
              <a:gdLst/>
              <a:ahLst/>
              <a:cxnLst/>
              <a:rect l="l" t="t" r="r" b="b"/>
              <a:pathLst>
                <a:path w="2968" h="2500" extrusionOk="0">
                  <a:moveTo>
                    <a:pt x="1812" y="1"/>
                  </a:moveTo>
                  <a:lnTo>
                    <a:pt x="1625" y="63"/>
                  </a:lnTo>
                  <a:lnTo>
                    <a:pt x="1437" y="126"/>
                  </a:lnTo>
                  <a:lnTo>
                    <a:pt x="1250" y="220"/>
                  </a:lnTo>
                  <a:lnTo>
                    <a:pt x="1063" y="344"/>
                  </a:lnTo>
                  <a:lnTo>
                    <a:pt x="875" y="469"/>
                  </a:lnTo>
                  <a:lnTo>
                    <a:pt x="719" y="594"/>
                  </a:lnTo>
                  <a:lnTo>
                    <a:pt x="563" y="750"/>
                  </a:lnTo>
                  <a:lnTo>
                    <a:pt x="407" y="907"/>
                  </a:lnTo>
                  <a:lnTo>
                    <a:pt x="282" y="1063"/>
                  </a:lnTo>
                  <a:lnTo>
                    <a:pt x="188" y="1250"/>
                  </a:lnTo>
                  <a:lnTo>
                    <a:pt x="94" y="1437"/>
                  </a:lnTo>
                  <a:lnTo>
                    <a:pt x="1" y="1656"/>
                  </a:lnTo>
                  <a:lnTo>
                    <a:pt x="1" y="1781"/>
                  </a:lnTo>
                  <a:lnTo>
                    <a:pt x="1" y="1906"/>
                  </a:lnTo>
                  <a:lnTo>
                    <a:pt x="32" y="2031"/>
                  </a:lnTo>
                  <a:lnTo>
                    <a:pt x="94" y="2156"/>
                  </a:lnTo>
                  <a:lnTo>
                    <a:pt x="157" y="2281"/>
                  </a:lnTo>
                  <a:lnTo>
                    <a:pt x="251" y="2343"/>
                  </a:lnTo>
                  <a:lnTo>
                    <a:pt x="375" y="2437"/>
                  </a:lnTo>
                  <a:lnTo>
                    <a:pt x="500" y="2468"/>
                  </a:lnTo>
                  <a:lnTo>
                    <a:pt x="625" y="2499"/>
                  </a:lnTo>
                  <a:lnTo>
                    <a:pt x="750" y="2499"/>
                  </a:lnTo>
                  <a:lnTo>
                    <a:pt x="875" y="2468"/>
                  </a:lnTo>
                  <a:lnTo>
                    <a:pt x="969" y="2406"/>
                  </a:lnTo>
                  <a:lnTo>
                    <a:pt x="1500" y="2093"/>
                  </a:lnTo>
                  <a:lnTo>
                    <a:pt x="2031" y="1719"/>
                  </a:lnTo>
                  <a:lnTo>
                    <a:pt x="2312" y="1531"/>
                  </a:lnTo>
                  <a:lnTo>
                    <a:pt x="2562" y="1344"/>
                  </a:lnTo>
                  <a:lnTo>
                    <a:pt x="2780" y="1125"/>
                  </a:lnTo>
                  <a:lnTo>
                    <a:pt x="2874" y="1000"/>
                  </a:lnTo>
                  <a:lnTo>
                    <a:pt x="2936" y="844"/>
                  </a:lnTo>
                  <a:lnTo>
                    <a:pt x="2968" y="626"/>
                  </a:lnTo>
                  <a:lnTo>
                    <a:pt x="2905" y="438"/>
                  </a:lnTo>
                  <a:lnTo>
                    <a:pt x="2811" y="251"/>
                  </a:lnTo>
                  <a:lnTo>
                    <a:pt x="2655" y="126"/>
                  </a:lnTo>
                  <a:lnTo>
                    <a:pt x="2437" y="32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7" name="Google Shape;3787;p61"/>
            <p:cNvSpPr/>
            <p:nvPr/>
          </p:nvSpPr>
          <p:spPr>
            <a:xfrm>
              <a:off x="4365100" y="2347650"/>
              <a:ext cx="83550" cy="42975"/>
            </a:xfrm>
            <a:custGeom>
              <a:avLst/>
              <a:gdLst/>
              <a:ahLst/>
              <a:cxnLst/>
              <a:rect l="l" t="t" r="r" b="b"/>
              <a:pathLst>
                <a:path w="3342" h="1719" extrusionOk="0">
                  <a:moveTo>
                    <a:pt x="1093" y="1"/>
                  </a:moveTo>
                  <a:lnTo>
                    <a:pt x="906" y="63"/>
                  </a:lnTo>
                  <a:lnTo>
                    <a:pt x="687" y="126"/>
                  </a:lnTo>
                  <a:lnTo>
                    <a:pt x="531" y="251"/>
                  </a:lnTo>
                  <a:lnTo>
                    <a:pt x="344" y="375"/>
                  </a:lnTo>
                  <a:lnTo>
                    <a:pt x="188" y="500"/>
                  </a:lnTo>
                  <a:lnTo>
                    <a:pt x="63" y="688"/>
                  </a:lnTo>
                  <a:lnTo>
                    <a:pt x="0" y="875"/>
                  </a:lnTo>
                  <a:lnTo>
                    <a:pt x="0" y="1094"/>
                  </a:lnTo>
                  <a:lnTo>
                    <a:pt x="94" y="1281"/>
                  </a:lnTo>
                  <a:lnTo>
                    <a:pt x="219" y="1437"/>
                  </a:lnTo>
                  <a:lnTo>
                    <a:pt x="531" y="1593"/>
                  </a:lnTo>
                  <a:lnTo>
                    <a:pt x="843" y="1656"/>
                  </a:lnTo>
                  <a:lnTo>
                    <a:pt x="1156" y="1718"/>
                  </a:lnTo>
                  <a:lnTo>
                    <a:pt x="1468" y="1687"/>
                  </a:lnTo>
                  <a:lnTo>
                    <a:pt x="2093" y="1718"/>
                  </a:lnTo>
                  <a:lnTo>
                    <a:pt x="2717" y="1687"/>
                  </a:lnTo>
                  <a:lnTo>
                    <a:pt x="2842" y="1656"/>
                  </a:lnTo>
                  <a:lnTo>
                    <a:pt x="2936" y="1625"/>
                  </a:lnTo>
                  <a:lnTo>
                    <a:pt x="3061" y="1562"/>
                  </a:lnTo>
                  <a:lnTo>
                    <a:pt x="3154" y="1469"/>
                  </a:lnTo>
                  <a:lnTo>
                    <a:pt x="3217" y="1375"/>
                  </a:lnTo>
                  <a:lnTo>
                    <a:pt x="3279" y="1250"/>
                  </a:lnTo>
                  <a:lnTo>
                    <a:pt x="3311" y="1125"/>
                  </a:lnTo>
                  <a:lnTo>
                    <a:pt x="3342" y="1000"/>
                  </a:lnTo>
                  <a:lnTo>
                    <a:pt x="3311" y="875"/>
                  </a:lnTo>
                  <a:lnTo>
                    <a:pt x="3279" y="750"/>
                  </a:lnTo>
                  <a:lnTo>
                    <a:pt x="3217" y="625"/>
                  </a:lnTo>
                  <a:lnTo>
                    <a:pt x="3123" y="532"/>
                  </a:lnTo>
                  <a:lnTo>
                    <a:pt x="2936" y="375"/>
                  </a:lnTo>
                  <a:lnTo>
                    <a:pt x="2748" y="282"/>
                  </a:lnTo>
                  <a:lnTo>
                    <a:pt x="2561" y="188"/>
                  </a:lnTo>
                  <a:lnTo>
                    <a:pt x="2374" y="126"/>
                  </a:lnTo>
                  <a:lnTo>
                    <a:pt x="2155" y="63"/>
                  </a:lnTo>
                  <a:lnTo>
                    <a:pt x="1968" y="32"/>
                  </a:lnTo>
                  <a:lnTo>
                    <a:pt x="17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8" name="Google Shape;3788;p61"/>
            <p:cNvSpPr/>
            <p:nvPr/>
          </p:nvSpPr>
          <p:spPr>
            <a:xfrm>
              <a:off x="4290925" y="2705225"/>
              <a:ext cx="49200" cy="21100"/>
            </a:xfrm>
            <a:custGeom>
              <a:avLst/>
              <a:gdLst/>
              <a:ahLst/>
              <a:cxnLst/>
              <a:rect l="l" t="t" r="r" b="b"/>
              <a:pathLst>
                <a:path w="1968" h="844" extrusionOk="0">
                  <a:moveTo>
                    <a:pt x="1937" y="1"/>
                  </a:moveTo>
                  <a:lnTo>
                    <a:pt x="1905" y="32"/>
                  </a:lnTo>
                  <a:lnTo>
                    <a:pt x="1687" y="188"/>
                  </a:lnTo>
                  <a:lnTo>
                    <a:pt x="1468" y="313"/>
                  </a:lnTo>
                  <a:lnTo>
                    <a:pt x="1250" y="407"/>
                  </a:lnTo>
                  <a:lnTo>
                    <a:pt x="1000" y="500"/>
                  </a:lnTo>
                  <a:lnTo>
                    <a:pt x="750" y="469"/>
                  </a:lnTo>
                  <a:lnTo>
                    <a:pt x="500" y="407"/>
                  </a:lnTo>
                  <a:lnTo>
                    <a:pt x="281" y="282"/>
                  </a:lnTo>
                  <a:lnTo>
                    <a:pt x="94" y="157"/>
                  </a:lnTo>
                  <a:lnTo>
                    <a:pt x="32" y="157"/>
                  </a:lnTo>
                  <a:lnTo>
                    <a:pt x="0" y="188"/>
                  </a:lnTo>
                  <a:lnTo>
                    <a:pt x="0" y="219"/>
                  </a:lnTo>
                  <a:lnTo>
                    <a:pt x="94" y="344"/>
                  </a:lnTo>
                  <a:lnTo>
                    <a:pt x="157" y="469"/>
                  </a:lnTo>
                  <a:lnTo>
                    <a:pt x="250" y="563"/>
                  </a:lnTo>
                  <a:lnTo>
                    <a:pt x="375" y="657"/>
                  </a:lnTo>
                  <a:lnTo>
                    <a:pt x="500" y="750"/>
                  </a:lnTo>
                  <a:lnTo>
                    <a:pt x="625" y="782"/>
                  </a:lnTo>
                  <a:lnTo>
                    <a:pt x="781" y="813"/>
                  </a:lnTo>
                  <a:lnTo>
                    <a:pt x="937" y="844"/>
                  </a:lnTo>
                  <a:lnTo>
                    <a:pt x="1093" y="813"/>
                  </a:lnTo>
                  <a:lnTo>
                    <a:pt x="1250" y="750"/>
                  </a:lnTo>
                  <a:lnTo>
                    <a:pt x="1406" y="688"/>
                  </a:lnTo>
                  <a:lnTo>
                    <a:pt x="1562" y="594"/>
                  </a:lnTo>
                  <a:lnTo>
                    <a:pt x="1687" y="469"/>
                  </a:lnTo>
                  <a:lnTo>
                    <a:pt x="1780" y="344"/>
                  </a:lnTo>
                  <a:lnTo>
                    <a:pt x="1874" y="219"/>
                  </a:lnTo>
                  <a:lnTo>
                    <a:pt x="1968" y="63"/>
                  </a:lnTo>
                  <a:lnTo>
                    <a:pt x="1968" y="32"/>
                  </a:lnTo>
                  <a:lnTo>
                    <a:pt x="19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9" name="Google Shape;3789;p61"/>
            <p:cNvSpPr/>
            <p:nvPr/>
          </p:nvSpPr>
          <p:spPr>
            <a:xfrm>
              <a:off x="4299500" y="2364050"/>
              <a:ext cx="130425" cy="292800"/>
            </a:xfrm>
            <a:custGeom>
              <a:avLst/>
              <a:gdLst/>
              <a:ahLst/>
              <a:cxnLst/>
              <a:rect l="l" t="t" r="r" b="b"/>
              <a:pathLst>
                <a:path w="5217" h="11712" extrusionOk="0">
                  <a:moveTo>
                    <a:pt x="1531" y="1"/>
                  </a:moveTo>
                  <a:lnTo>
                    <a:pt x="1469" y="32"/>
                  </a:lnTo>
                  <a:lnTo>
                    <a:pt x="1469" y="94"/>
                  </a:lnTo>
                  <a:lnTo>
                    <a:pt x="1781" y="1187"/>
                  </a:lnTo>
                  <a:lnTo>
                    <a:pt x="2156" y="2249"/>
                  </a:lnTo>
                  <a:lnTo>
                    <a:pt x="2905" y="4373"/>
                  </a:lnTo>
                  <a:lnTo>
                    <a:pt x="3686" y="6496"/>
                  </a:lnTo>
                  <a:lnTo>
                    <a:pt x="4061" y="7558"/>
                  </a:lnTo>
                  <a:lnTo>
                    <a:pt x="4404" y="8651"/>
                  </a:lnTo>
                  <a:lnTo>
                    <a:pt x="4404" y="8651"/>
                  </a:lnTo>
                  <a:lnTo>
                    <a:pt x="3998" y="8589"/>
                  </a:lnTo>
                  <a:lnTo>
                    <a:pt x="3624" y="8557"/>
                  </a:lnTo>
                  <a:lnTo>
                    <a:pt x="2843" y="8557"/>
                  </a:lnTo>
                  <a:lnTo>
                    <a:pt x="2843" y="8682"/>
                  </a:lnTo>
                  <a:lnTo>
                    <a:pt x="2905" y="8901"/>
                  </a:lnTo>
                  <a:lnTo>
                    <a:pt x="3155" y="9650"/>
                  </a:lnTo>
                  <a:lnTo>
                    <a:pt x="3405" y="10400"/>
                  </a:lnTo>
                  <a:lnTo>
                    <a:pt x="3561" y="10900"/>
                  </a:lnTo>
                  <a:lnTo>
                    <a:pt x="3561" y="10931"/>
                  </a:lnTo>
                  <a:lnTo>
                    <a:pt x="3155" y="11087"/>
                  </a:lnTo>
                  <a:lnTo>
                    <a:pt x="2718" y="11181"/>
                  </a:lnTo>
                  <a:lnTo>
                    <a:pt x="2312" y="11212"/>
                  </a:lnTo>
                  <a:lnTo>
                    <a:pt x="1906" y="11212"/>
                  </a:lnTo>
                  <a:lnTo>
                    <a:pt x="1500" y="11149"/>
                  </a:lnTo>
                  <a:lnTo>
                    <a:pt x="1063" y="11056"/>
                  </a:lnTo>
                  <a:lnTo>
                    <a:pt x="594" y="10931"/>
                  </a:lnTo>
                  <a:lnTo>
                    <a:pt x="126" y="10743"/>
                  </a:lnTo>
                  <a:lnTo>
                    <a:pt x="1" y="10743"/>
                  </a:lnTo>
                  <a:lnTo>
                    <a:pt x="1" y="10806"/>
                  </a:lnTo>
                  <a:lnTo>
                    <a:pt x="32" y="10837"/>
                  </a:lnTo>
                  <a:lnTo>
                    <a:pt x="282" y="11056"/>
                  </a:lnTo>
                  <a:lnTo>
                    <a:pt x="563" y="11243"/>
                  </a:lnTo>
                  <a:lnTo>
                    <a:pt x="844" y="11399"/>
                  </a:lnTo>
                  <a:lnTo>
                    <a:pt x="1156" y="11524"/>
                  </a:lnTo>
                  <a:lnTo>
                    <a:pt x="1469" y="11618"/>
                  </a:lnTo>
                  <a:lnTo>
                    <a:pt x="1781" y="11680"/>
                  </a:lnTo>
                  <a:lnTo>
                    <a:pt x="2125" y="11712"/>
                  </a:lnTo>
                  <a:lnTo>
                    <a:pt x="2437" y="11712"/>
                  </a:lnTo>
                  <a:lnTo>
                    <a:pt x="2749" y="11680"/>
                  </a:lnTo>
                  <a:lnTo>
                    <a:pt x="3030" y="11618"/>
                  </a:lnTo>
                  <a:lnTo>
                    <a:pt x="3311" y="11555"/>
                  </a:lnTo>
                  <a:lnTo>
                    <a:pt x="3561" y="11462"/>
                  </a:lnTo>
                  <a:lnTo>
                    <a:pt x="3780" y="11399"/>
                  </a:lnTo>
                  <a:lnTo>
                    <a:pt x="3967" y="11306"/>
                  </a:lnTo>
                  <a:lnTo>
                    <a:pt x="4030" y="11274"/>
                  </a:lnTo>
                  <a:lnTo>
                    <a:pt x="4092" y="11212"/>
                  </a:lnTo>
                  <a:lnTo>
                    <a:pt x="4092" y="11149"/>
                  </a:lnTo>
                  <a:lnTo>
                    <a:pt x="4092" y="11056"/>
                  </a:lnTo>
                  <a:lnTo>
                    <a:pt x="4061" y="10962"/>
                  </a:lnTo>
                  <a:lnTo>
                    <a:pt x="4061" y="10900"/>
                  </a:lnTo>
                  <a:lnTo>
                    <a:pt x="3936" y="10306"/>
                  </a:lnTo>
                  <a:lnTo>
                    <a:pt x="3748" y="9744"/>
                  </a:lnTo>
                  <a:lnTo>
                    <a:pt x="3561" y="9151"/>
                  </a:lnTo>
                  <a:lnTo>
                    <a:pt x="3967" y="9213"/>
                  </a:lnTo>
                  <a:lnTo>
                    <a:pt x="4529" y="9276"/>
                  </a:lnTo>
                  <a:lnTo>
                    <a:pt x="5029" y="9276"/>
                  </a:lnTo>
                  <a:lnTo>
                    <a:pt x="5123" y="9244"/>
                  </a:lnTo>
                  <a:lnTo>
                    <a:pt x="5185" y="9213"/>
                  </a:lnTo>
                  <a:lnTo>
                    <a:pt x="5216" y="9151"/>
                  </a:lnTo>
                  <a:lnTo>
                    <a:pt x="5185" y="9088"/>
                  </a:lnTo>
                  <a:lnTo>
                    <a:pt x="4467" y="6809"/>
                  </a:lnTo>
                  <a:lnTo>
                    <a:pt x="4061" y="5653"/>
                  </a:lnTo>
                  <a:lnTo>
                    <a:pt x="3655" y="4498"/>
                  </a:lnTo>
                  <a:lnTo>
                    <a:pt x="3218" y="3342"/>
                  </a:lnTo>
                  <a:lnTo>
                    <a:pt x="2718" y="2218"/>
                  </a:lnTo>
                  <a:lnTo>
                    <a:pt x="2187" y="1094"/>
                  </a:lnTo>
                  <a:lnTo>
                    <a:pt x="1625" y="32"/>
                  </a:lnTo>
                  <a:lnTo>
                    <a:pt x="15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0" name="Google Shape;3790;p61"/>
            <p:cNvSpPr/>
            <p:nvPr/>
          </p:nvSpPr>
          <p:spPr>
            <a:xfrm>
              <a:off x="4297175" y="2634175"/>
              <a:ext cx="78875" cy="55475"/>
            </a:xfrm>
            <a:custGeom>
              <a:avLst/>
              <a:gdLst/>
              <a:ahLst/>
              <a:cxnLst/>
              <a:rect l="l" t="t" r="r" b="b"/>
              <a:pathLst>
                <a:path w="3155" h="2219" extrusionOk="0">
                  <a:moveTo>
                    <a:pt x="125" y="1"/>
                  </a:moveTo>
                  <a:lnTo>
                    <a:pt x="31" y="469"/>
                  </a:lnTo>
                  <a:lnTo>
                    <a:pt x="0" y="938"/>
                  </a:lnTo>
                  <a:lnTo>
                    <a:pt x="31" y="1188"/>
                  </a:lnTo>
                  <a:lnTo>
                    <a:pt x="63" y="1406"/>
                  </a:lnTo>
                  <a:lnTo>
                    <a:pt x="125" y="1625"/>
                  </a:lnTo>
                  <a:lnTo>
                    <a:pt x="219" y="1812"/>
                  </a:lnTo>
                  <a:lnTo>
                    <a:pt x="344" y="1968"/>
                  </a:lnTo>
                  <a:lnTo>
                    <a:pt x="500" y="2093"/>
                  </a:lnTo>
                  <a:lnTo>
                    <a:pt x="718" y="2187"/>
                  </a:lnTo>
                  <a:lnTo>
                    <a:pt x="968" y="2218"/>
                  </a:lnTo>
                  <a:lnTo>
                    <a:pt x="1249" y="2187"/>
                  </a:lnTo>
                  <a:lnTo>
                    <a:pt x="1499" y="2156"/>
                  </a:lnTo>
                  <a:lnTo>
                    <a:pt x="1749" y="2031"/>
                  </a:lnTo>
                  <a:lnTo>
                    <a:pt x="1968" y="1906"/>
                  </a:lnTo>
                  <a:lnTo>
                    <a:pt x="2342" y="1594"/>
                  </a:lnTo>
                  <a:lnTo>
                    <a:pt x="2655" y="1219"/>
                  </a:lnTo>
                  <a:lnTo>
                    <a:pt x="2936" y="844"/>
                  </a:lnTo>
                  <a:lnTo>
                    <a:pt x="3154" y="407"/>
                  </a:lnTo>
                  <a:lnTo>
                    <a:pt x="3154" y="407"/>
                  </a:lnTo>
                  <a:lnTo>
                    <a:pt x="2748" y="469"/>
                  </a:lnTo>
                  <a:lnTo>
                    <a:pt x="1999" y="469"/>
                  </a:lnTo>
                  <a:lnTo>
                    <a:pt x="1593" y="438"/>
                  </a:lnTo>
                  <a:lnTo>
                    <a:pt x="1218" y="376"/>
                  </a:lnTo>
                  <a:lnTo>
                    <a:pt x="843" y="282"/>
                  </a:lnTo>
                  <a:lnTo>
                    <a:pt x="469" y="157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1" name="Google Shape;3791;p61"/>
            <p:cNvSpPr/>
            <p:nvPr/>
          </p:nvSpPr>
          <p:spPr>
            <a:xfrm>
              <a:off x="4297175" y="2657600"/>
              <a:ext cx="49200" cy="32825"/>
            </a:xfrm>
            <a:custGeom>
              <a:avLst/>
              <a:gdLst/>
              <a:ahLst/>
              <a:cxnLst/>
              <a:rect l="l" t="t" r="r" b="b"/>
              <a:pathLst>
                <a:path w="1968" h="1313" extrusionOk="0">
                  <a:moveTo>
                    <a:pt x="313" y="1"/>
                  </a:moveTo>
                  <a:lnTo>
                    <a:pt x="0" y="32"/>
                  </a:lnTo>
                  <a:lnTo>
                    <a:pt x="31" y="251"/>
                  </a:lnTo>
                  <a:lnTo>
                    <a:pt x="63" y="469"/>
                  </a:lnTo>
                  <a:lnTo>
                    <a:pt x="125" y="688"/>
                  </a:lnTo>
                  <a:lnTo>
                    <a:pt x="219" y="875"/>
                  </a:lnTo>
                  <a:lnTo>
                    <a:pt x="344" y="1063"/>
                  </a:lnTo>
                  <a:lnTo>
                    <a:pt x="500" y="1188"/>
                  </a:lnTo>
                  <a:lnTo>
                    <a:pt x="718" y="1281"/>
                  </a:lnTo>
                  <a:lnTo>
                    <a:pt x="968" y="1312"/>
                  </a:lnTo>
                  <a:lnTo>
                    <a:pt x="1249" y="1281"/>
                  </a:lnTo>
                  <a:lnTo>
                    <a:pt x="1499" y="1219"/>
                  </a:lnTo>
                  <a:lnTo>
                    <a:pt x="1749" y="1125"/>
                  </a:lnTo>
                  <a:lnTo>
                    <a:pt x="1968" y="969"/>
                  </a:lnTo>
                  <a:lnTo>
                    <a:pt x="1843" y="719"/>
                  </a:lnTo>
                  <a:lnTo>
                    <a:pt x="1655" y="500"/>
                  </a:lnTo>
                  <a:lnTo>
                    <a:pt x="1437" y="313"/>
                  </a:lnTo>
                  <a:lnTo>
                    <a:pt x="1187" y="188"/>
                  </a:lnTo>
                  <a:lnTo>
                    <a:pt x="906" y="94"/>
                  </a:lnTo>
                  <a:lnTo>
                    <a:pt x="625" y="32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2" name="Google Shape;3792;p61"/>
            <p:cNvSpPr/>
            <p:nvPr/>
          </p:nvSpPr>
          <p:spPr>
            <a:xfrm>
              <a:off x="3791250" y="1961975"/>
              <a:ext cx="617600" cy="649600"/>
            </a:xfrm>
            <a:custGeom>
              <a:avLst/>
              <a:gdLst/>
              <a:ahLst/>
              <a:cxnLst/>
              <a:rect l="l" t="t" r="r" b="b"/>
              <a:pathLst>
                <a:path w="24704" h="25984" extrusionOk="0">
                  <a:moveTo>
                    <a:pt x="20112" y="0"/>
                  </a:moveTo>
                  <a:lnTo>
                    <a:pt x="19956" y="32"/>
                  </a:lnTo>
                  <a:lnTo>
                    <a:pt x="19800" y="63"/>
                  </a:lnTo>
                  <a:lnTo>
                    <a:pt x="19644" y="125"/>
                  </a:lnTo>
                  <a:lnTo>
                    <a:pt x="19519" y="219"/>
                  </a:lnTo>
                  <a:lnTo>
                    <a:pt x="19425" y="313"/>
                  </a:lnTo>
                  <a:lnTo>
                    <a:pt x="19238" y="500"/>
                  </a:lnTo>
                  <a:lnTo>
                    <a:pt x="19113" y="719"/>
                  </a:lnTo>
                  <a:lnTo>
                    <a:pt x="19019" y="906"/>
                  </a:lnTo>
                  <a:lnTo>
                    <a:pt x="18988" y="1093"/>
                  </a:lnTo>
                  <a:lnTo>
                    <a:pt x="18894" y="937"/>
                  </a:lnTo>
                  <a:lnTo>
                    <a:pt x="18801" y="750"/>
                  </a:lnTo>
                  <a:lnTo>
                    <a:pt x="18645" y="531"/>
                  </a:lnTo>
                  <a:lnTo>
                    <a:pt x="18457" y="313"/>
                  </a:lnTo>
                  <a:lnTo>
                    <a:pt x="18207" y="157"/>
                  </a:lnTo>
                  <a:lnTo>
                    <a:pt x="18082" y="94"/>
                  </a:lnTo>
                  <a:lnTo>
                    <a:pt x="17957" y="63"/>
                  </a:lnTo>
                  <a:lnTo>
                    <a:pt x="17801" y="32"/>
                  </a:lnTo>
                  <a:lnTo>
                    <a:pt x="17645" y="32"/>
                  </a:lnTo>
                  <a:lnTo>
                    <a:pt x="17489" y="63"/>
                  </a:lnTo>
                  <a:lnTo>
                    <a:pt x="17333" y="125"/>
                  </a:lnTo>
                  <a:lnTo>
                    <a:pt x="17208" y="188"/>
                  </a:lnTo>
                  <a:lnTo>
                    <a:pt x="17083" y="281"/>
                  </a:lnTo>
                  <a:lnTo>
                    <a:pt x="16927" y="469"/>
                  </a:lnTo>
                  <a:lnTo>
                    <a:pt x="16771" y="687"/>
                  </a:lnTo>
                  <a:lnTo>
                    <a:pt x="16677" y="906"/>
                  </a:lnTo>
                  <a:lnTo>
                    <a:pt x="16615" y="1062"/>
                  </a:lnTo>
                  <a:lnTo>
                    <a:pt x="16583" y="1250"/>
                  </a:lnTo>
                  <a:lnTo>
                    <a:pt x="16490" y="1093"/>
                  </a:lnTo>
                  <a:lnTo>
                    <a:pt x="16365" y="906"/>
                  </a:lnTo>
                  <a:lnTo>
                    <a:pt x="16177" y="719"/>
                  </a:lnTo>
                  <a:lnTo>
                    <a:pt x="15990" y="531"/>
                  </a:lnTo>
                  <a:lnTo>
                    <a:pt x="15709" y="406"/>
                  </a:lnTo>
                  <a:lnTo>
                    <a:pt x="15584" y="344"/>
                  </a:lnTo>
                  <a:lnTo>
                    <a:pt x="15116" y="344"/>
                  </a:lnTo>
                  <a:lnTo>
                    <a:pt x="14928" y="406"/>
                  </a:lnTo>
                  <a:lnTo>
                    <a:pt x="14772" y="469"/>
                  </a:lnTo>
                  <a:lnTo>
                    <a:pt x="14522" y="656"/>
                  </a:lnTo>
                  <a:lnTo>
                    <a:pt x="14272" y="875"/>
                  </a:lnTo>
                  <a:lnTo>
                    <a:pt x="14116" y="1125"/>
                  </a:lnTo>
                  <a:lnTo>
                    <a:pt x="13960" y="1343"/>
                  </a:lnTo>
                  <a:lnTo>
                    <a:pt x="13866" y="1531"/>
                  </a:lnTo>
                  <a:lnTo>
                    <a:pt x="13804" y="1718"/>
                  </a:lnTo>
                  <a:lnTo>
                    <a:pt x="13679" y="1562"/>
                  </a:lnTo>
                  <a:lnTo>
                    <a:pt x="13554" y="1406"/>
                  </a:lnTo>
                  <a:lnTo>
                    <a:pt x="13367" y="1250"/>
                  </a:lnTo>
                  <a:lnTo>
                    <a:pt x="13148" y="1093"/>
                  </a:lnTo>
                  <a:lnTo>
                    <a:pt x="12867" y="969"/>
                  </a:lnTo>
                  <a:lnTo>
                    <a:pt x="12742" y="937"/>
                  </a:lnTo>
                  <a:lnTo>
                    <a:pt x="12555" y="906"/>
                  </a:lnTo>
                  <a:lnTo>
                    <a:pt x="12399" y="906"/>
                  </a:lnTo>
                  <a:lnTo>
                    <a:pt x="12211" y="937"/>
                  </a:lnTo>
                  <a:lnTo>
                    <a:pt x="12055" y="969"/>
                  </a:lnTo>
                  <a:lnTo>
                    <a:pt x="11899" y="1062"/>
                  </a:lnTo>
                  <a:lnTo>
                    <a:pt x="11743" y="1125"/>
                  </a:lnTo>
                  <a:lnTo>
                    <a:pt x="11618" y="1218"/>
                  </a:lnTo>
                  <a:lnTo>
                    <a:pt x="11399" y="1468"/>
                  </a:lnTo>
                  <a:lnTo>
                    <a:pt x="11243" y="1687"/>
                  </a:lnTo>
                  <a:lnTo>
                    <a:pt x="11118" y="1937"/>
                  </a:lnTo>
                  <a:lnTo>
                    <a:pt x="11056" y="2124"/>
                  </a:lnTo>
                  <a:lnTo>
                    <a:pt x="10993" y="2311"/>
                  </a:lnTo>
                  <a:lnTo>
                    <a:pt x="10837" y="2186"/>
                  </a:lnTo>
                  <a:lnTo>
                    <a:pt x="10681" y="2093"/>
                  </a:lnTo>
                  <a:lnTo>
                    <a:pt x="10462" y="1999"/>
                  </a:lnTo>
                  <a:lnTo>
                    <a:pt x="10213" y="1905"/>
                  </a:lnTo>
                  <a:lnTo>
                    <a:pt x="9931" y="1843"/>
                  </a:lnTo>
                  <a:lnTo>
                    <a:pt x="9775" y="1843"/>
                  </a:lnTo>
                  <a:lnTo>
                    <a:pt x="9619" y="1874"/>
                  </a:lnTo>
                  <a:lnTo>
                    <a:pt x="9494" y="1905"/>
                  </a:lnTo>
                  <a:lnTo>
                    <a:pt x="9338" y="1968"/>
                  </a:lnTo>
                  <a:lnTo>
                    <a:pt x="9213" y="2062"/>
                  </a:lnTo>
                  <a:lnTo>
                    <a:pt x="9088" y="2155"/>
                  </a:lnTo>
                  <a:lnTo>
                    <a:pt x="8870" y="2374"/>
                  </a:lnTo>
                  <a:lnTo>
                    <a:pt x="8714" y="2655"/>
                  </a:lnTo>
                  <a:lnTo>
                    <a:pt x="8620" y="2936"/>
                  </a:lnTo>
                  <a:lnTo>
                    <a:pt x="8557" y="3186"/>
                  </a:lnTo>
                  <a:lnTo>
                    <a:pt x="8495" y="3404"/>
                  </a:lnTo>
                  <a:lnTo>
                    <a:pt x="8464" y="3592"/>
                  </a:lnTo>
                  <a:lnTo>
                    <a:pt x="8308" y="3467"/>
                  </a:lnTo>
                  <a:lnTo>
                    <a:pt x="8120" y="3342"/>
                  </a:lnTo>
                  <a:lnTo>
                    <a:pt x="7902" y="3248"/>
                  </a:lnTo>
                  <a:lnTo>
                    <a:pt x="7714" y="3186"/>
                  </a:lnTo>
                  <a:lnTo>
                    <a:pt x="7277" y="3186"/>
                  </a:lnTo>
                  <a:lnTo>
                    <a:pt x="7058" y="3248"/>
                  </a:lnTo>
                  <a:lnTo>
                    <a:pt x="6840" y="3342"/>
                  </a:lnTo>
                  <a:lnTo>
                    <a:pt x="6684" y="3436"/>
                  </a:lnTo>
                  <a:lnTo>
                    <a:pt x="6559" y="3529"/>
                  </a:lnTo>
                  <a:lnTo>
                    <a:pt x="6434" y="3654"/>
                  </a:lnTo>
                  <a:lnTo>
                    <a:pt x="6309" y="3810"/>
                  </a:lnTo>
                  <a:lnTo>
                    <a:pt x="6153" y="4091"/>
                  </a:lnTo>
                  <a:lnTo>
                    <a:pt x="6028" y="4373"/>
                  </a:lnTo>
                  <a:lnTo>
                    <a:pt x="5965" y="4622"/>
                  </a:lnTo>
                  <a:lnTo>
                    <a:pt x="5934" y="4841"/>
                  </a:lnTo>
                  <a:lnTo>
                    <a:pt x="5903" y="5060"/>
                  </a:lnTo>
                  <a:lnTo>
                    <a:pt x="5747" y="4966"/>
                  </a:lnTo>
                  <a:lnTo>
                    <a:pt x="5591" y="4903"/>
                  </a:lnTo>
                  <a:lnTo>
                    <a:pt x="5372" y="4841"/>
                  </a:lnTo>
                  <a:lnTo>
                    <a:pt x="5122" y="4810"/>
                  </a:lnTo>
                  <a:lnTo>
                    <a:pt x="4872" y="4810"/>
                  </a:lnTo>
                  <a:lnTo>
                    <a:pt x="4591" y="4872"/>
                  </a:lnTo>
                  <a:lnTo>
                    <a:pt x="4435" y="4935"/>
                  </a:lnTo>
                  <a:lnTo>
                    <a:pt x="4310" y="5028"/>
                  </a:lnTo>
                  <a:lnTo>
                    <a:pt x="4185" y="5122"/>
                  </a:lnTo>
                  <a:lnTo>
                    <a:pt x="4092" y="5247"/>
                  </a:lnTo>
                  <a:lnTo>
                    <a:pt x="3904" y="5528"/>
                  </a:lnTo>
                  <a:lnTo>
                    <a:pt x="3779" y="5809"/>
                  </a:lnTo>
                  <a:lnTo>
                    <a:pt x="3686" y="6090"/>
                  </a:lnTo>
                  <a:lnTo>
                    <a:pt x="3654" y="6371"/>
                  </a:lnTo>
                  <a:lnTo>
                    <a:pt x="3623" y="6590"/>
                  </a:lnTo>
                  <a:lnTo>
                    <a:pt x="3623" y="6808"/>
                  </a:lnTo>
                  <a:lnTo>
                    <a:pt x="3467" y="6777"/>
                  </a:lnTo>
                  <a:lnTo>
                    <a:pt x="3030" y="6746"/>
                  </a:lnTo>
                  <a:lnTo>
                    <a:pt x="2780" y="6777"/>
                  </a:lnTo>
                  <a:lnTo>
                    <a:pt x="2530" y="6840"/>
                  </a:lnTo>
                  <a:lnTo>
                    <a:pt x="2280" y="6933"/>
                  </a:lnTo>
                  <a:lnTo>
                    <a:pt x="2155" y="6996"/>
                  </a:lnTo>
                  <a:lnTo>
                    <a:pt x="2030" y="7089"/>
                  </a:lnTo>
                  <a:lnTo>
                    <a:pt x="1937" y="7214"/>
                  </a:lnTo>
                  <a:lnTo>
                    <a:pt x="1843" y="7339"/>
                  </a:lnTo>
                  <a:lnTo>
                    <a:pt x="1718" y="7620"/>
                  </a:lnTo>
                  <a:lnTo>
                    <a:pt x="1624" y="7901"/>
                  </a:lnTo>
                  <a:lnTo>
                    <a:pt x="1593" y="8214"/>
                  </a:lnTo>
                  <a:lnTo>
                    <a:pt x="1562" y="8464"/>
                  </a:lnTo>
                  <a:lnTo>
                    <a:pt x="1562" y="8713"/>
                  </a:lnTo>
                  <a:lnTo>
                    <a:pt x="1593" y="8932"/>
                  </a:lnTo>
                  <a:lnTo>
                    <a:pt x="1531" y="8963"/>
                  </a:lnTo>
                  <a:lnTo>
                    <a:pt x="1343" y="8963"/>
                  </a:lnTo>
                  <a:lnTo>
                    <a:pt x="1094" y="8994"/>
                  </a:lnTo>
                  <a:lnTo>
                    <a:pt x="812" y="9057"/>
                  </a:lnTo>
                  <a:lnTo>
                    <a:pt x="688" y="9119"/>
                  </a:lnTo>
                  <a:lnTo>
                    <a:pt x="531" y="9182"/>
                  </a:lnTo>
                  <a:lnTo>
                    <a:pt x="406" y="9276"/>
                  </a:lnTo>
                  <a:lnTo>
                    <a:pt x="282" y="9400"/>
                  </a:lnTo>
                  <a:lnTo>
                    <a:pt x="188" y="9525"/>
                  </a:lnTo>
                  <a:lnTo>
                    <a:pt x="94" y="9682"/>
                  </a:lnTo>
                  <a:lnTo>
                    <a:pt x="32" y="9900"/>
                  </a:lnTo>
                  <a:lnTo>
                    <a:pt x="0" y="10119"/>
                  </a:lnTo>
                  <a:lnTo>
                    <a:pt x="32" y="10306"/>
                  </a:lnTo>
                  <a:lnTo>
                    <a:pt x="63" y="10525"/>
                  </a:lnTo>
                  <a:lnTo>
                    <a:pt x="250" y="11149"/>
                  </a:lnTo>
                  <a:lnTo>
                    <a:pt x="531" y="11961"/>
                  </a:lnTo>
                  <a:lnTo>
                    <a:pt x="875" y="12929"/>
                  </a:lnTo>
                  <a:lnTo>
                    <a:pt x="1812" y="15209"/>
                  </a:lnTo>
                  <a:lnTo>
                    <a:pt x="2874" y="17739"/>
                  </a:lnTo>
                  <a:lnTo>
                    <a:pt x="3998" y="20268"/>
                  </a:lnTo>
                  <a:lnTo>
                    <a:pt x="4997" y="22517"/>
                  </a:lnTo>
                  <a:lnTo>
                    <a:pt x="5778" y="24203"/>
                  </a:lnTo>
                  <a:lnTo>
                    <a:pt x="6215" y="25109"/>
                  </a:lnTo>
                  <a:lnTo>
                    <a:pt x="6340" y="25359"/>
                  </a:lnTo>
                  <a:lnTo>
                    <a:pt x="6496" y="25546"/>
                  </a:lnTo>
                  <a:lnTo>
                    <a:pt x="6621" y="25702"/>
                  </a:lnTo>
                  <a:lnTo>
                    <a:pt x="6777" y="25827"/>
                  </a:lnTo>
                  <a:lnTo>
                    <a:pt x="6902" y="25921"/>
                  </a:lnTo>
                  <a:lnTo>
                    <a:pt x="7058" y="25952"/>
                  </a:lnTo>
                  <a:lnTo>
                    <a:pt x="7215" y="25983"/>
                  </a:lnTo>
                  <a:lnTo>
                    <a:pt x="7371" y="25952"/>
                  </a:lnTo>
                  <a:lnTo>
                    <a:pt x="7527" y="25921"/>
                  </a:lnTo>
                  <a:lnTo>
                    <a:pt x="7683" y="25858"/>
                  </a:lnTo>
                  <a:lnTo>
                    <a:pt x="7839" y="25733"/>
                  </a:lnTo>
                  <a:lnTo>
                    <a:pt x="7995" y="25608"/>
                  </a:lnTo>
                  <a:lnTo>
                    <a:pt x="8276" y="25296"/>
                  </a:lnTo>
                  <a:lnTo>
                    <a:pt x="8589" y="24859"/>
                  </a:lnTo>
                  <a:lnTo>
                    <a:pt x="8870" y="24359"/>
                  </a:lnTo>
                  <a:lnTo>
                    <a:pt x="9120" y="23766"/>
                  </a:lnTo>
                  <a:lnTo>
                    <a:pt x="9338" y="23141"/>
                  </a:lnTo>
                  <a:lnTo>
                    <a:pt x="9557" y="22423"/>
                  </a:lnTo>
                  <a:lnTo>
                    <a:pt x="9744" y="21674"/>
                  </a:lnTo>
                  <a:lnTo>
                    <a:pt x="9869" y="20893"/>
                  </a:lnTo>
                  <a:lnTo>
                    <a:pt x="9963" y="20112"/>
                  </a:lnTo>
                  <a:lnTo>
                    <a:pt x="10025" y="19269"/>
                  </a:lnTo>
                  <a:lnTo>
                    <a:pt x="10056" y="18551"/>
                  </a:lnTo>
                  <a:lnTo>
                    <a:pt x="10119" y="17864"/>
                  </a:lnTo>
                  <a:lnTo>
                    <a:pt x="10213" y="17208"/>
                  </a:lnTo>
                  <a:lnTo>
                    <a:pt x="10306" y="16552"/>
                  </a:lnTo>
                  <a:lnTo>
                    <a:pt x="10431" y="15959"/>
                  </a:lnTo>
                  <a:lnTo>
                    <a:pt x="10619" y="15396"/>
                  </a:lnTo>
                  <a:lnTo>
                    <a:pt x="10806" y="14834"/>
                  </a:lnTo>
                  <a:lnTo>
                    <a:pt x="11025" y="14335"/>
                  </a:lnTo>
                  <a:lnTo>
                    <a:pt x="11243" y="13835"/>
                  </a:lnTo>
                  <a:lnTo>
                    <a:pt x="11524" y="13398"/>
                  </a:lnTo>
                  <a:lnTo>
                    <a:pt x="11805" y="12992"/>
                  </a:lnTo>
                  <a:lnTo>
                    <a:pt x="12149" y="12617"/>
                  </a:lnTo>
                  <a:lnTo>
                    <a:pt x="12492" y="12305"/>
                  </a:lnTo>
                  <a:lnTo>
                    <a:pt x="12867" y="11992"/>
                  </a:lnTo>
                  <a:lnTo>
                    <a:pt x="13242" y="11743"/>
                  </a:lnTo>
                  <a:lnTo>
                    <a:pt x="13679" y="11555"/>
                  </a:lnTo>
                  <a:lnTo>
                    <a:pt x="14147" y="11368"/>
                  </a:lnTo>
                  <a:lnTo>
                    <a:pt x="14616" y="11274"/>
                  </a:lnTo>
                  <a:lnTo>
                    <a:pt x="15084" y="11212"/>
                  </a:lnTo>
                  <a:lnTo>
                    <a:pt x="15584" y="11181"/>
                  </a:lnTo>
                  <a:lnTo>
                    <a:pt x="16084" y="11181"/>
                  </a:lnTo>
                  <a:lnTo>
                    <a:pt x="16615" y="11212"/>
                  </a:lnTo>
                  <a:lnTo>
                    <a:pt x="17645" y="11305"/>
                  </a:lnTo>
                  <a:lnTo>
                    <a:pt x="18613" y="11430"/>
                  </a:lnTo>
                  <a:lnTo>
                    <a:pt x="19550" y="11493"/>
                  </a:lnTo>
                  <a:lnTo>
                    <a:pt x="19987" y="11493"/>
                  </a:lnTo>
                  <a:lnTo>
                    <a:pt x="20393" y="11462"/>
                  </a:lnTo>
                  <a:lnTo>
                    <a:pt x="20768" y="11399"/>
                  </a:lnTo>
                  <a:lnTo>
                    <a:pt x="21112" y="11274"/>
                  </a:lnTo>
                  <a:lnTo>
                    <a:pt x="21299" y="11181"/>
                  </a:lnTo>
                  <a:lnTo>
                    <a:pt x="21518" y="11056"/>
                  </a:lnTo>
                  <a:lnTo>
                    <a:pt x="21830" y="10775"/>
                  </a:lnTo>
                  <a:lnTo>
                    <a:pt x="22142" y="10493"/>
                  </a:lnTo>
                  <a:lnTo>
                    <a:pt x="22361" y="10212"/>
                  </a:lnTo>
                  <a:lnTo>
                    <a:pt x="22579" y="9963"/>
                  </a:lnTo>
                  <a:lnTo>
                    <a:pt x="22798" y="9744"/>
                  </a:lnTo>
                  <a:lnTo>
                    <a:pt x="23017" y="9588"/>
                  </a:lnTo>
                  <a:lnTo>
                    <a:pt x="23142" y="9525"/>
                  </a:lnTo>
                  <a:lnTo>
                    <a:pt x="23266" y="9494"/>
                  </a:lnTo>
                  <a:lnTo>
                    <a:pt x="23391" y="9494"/>
                  </a:lnTo>
                  <a:lnTo>
                    <a:pt x="23516" y="9525"/>
                  </a:lnTo>
                  <a:lnTo>
                    <a:pt x="23641" y="9588"/>
                  </a:lnTo>
                  <a:lnTo>
                    <a:pt x="23766" y="9682"/>
                  </a:lnTo>
                  <a:lnTo>
                    <a:pt x="24016" y="9900"/>
                  </a:lnTo>
                  <a:lnTo>
                    <a:pt x="24235" y="10181"/>
                  </a:lnTo>
                  <a:lnTo>
                    <a:pt x="24422" y="10431"/>
                  </a:lnTo>
                  <a:lnTo>
                    <a:pt x="24578" y="10681"/>
                  </a:lnTo>
                  <a:lnTo>
                    <a:pt x="24703" y="10899"/>
                  </a:lnTo>
                  <a:lnTo>
                    <a:pt x="24297" y="9525"/>
                  </a:lnTo>
                  <a:lnTo>
                    <a:pt x="23829" y="7870"/>
                  </a:lnTo>
                  <a:lnTo>
                    <a:pt x="23298" y="6090"/>
                  </a:lnTo>
                  <a:lnTo>
                    <a:pt x="22767" y="4341"/>
                  </a:lnTo>
                  <a:lnTo>
                    <a:pt x="22455" y="3498"/>
                  </a:lnTo>
                  <a:lnTo>
                    <a:pt x="22173" y="2686"/>
                  </a:lnTo>
                  <a:lnTo>
                    <a:pt x="21861" y="1968"/>
                  </a:lnTo>
                  <a:lnTo>
                    <a:pt x="21580" y="1343"/>
                  </a:lnTo>
                  <a:lnTo>
                    <a:pt x="21268" y="812"/>
                  </a:lnTo>
                  <a:lnTo>
                    <a:pt x="21112" y="594"/>
                  </a:lnTo>
                  <a:lnTo>
                    <a:pt x="20955" y="406"/>
                  </a:lnTo>
                  <a:lnTo>
                    <a:pt x="20799" y="250"/>
                  </a:lnTo>
                  <a:lnTo>
                    <a:pt x="20643" y="125"/>
                  </a:lnTo>
                  <a:lnTo>
                    <a:pt x="20487" y="32"/>
                  </a:lnTo>
                  <a:lnTo>
                    <a:pt x="203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3" name="Google Shape;3793;p61"/>
            <p:cNvSpPr/>
            <p:nvPr/>
          </p:nvSpPr>
          <p:spPr>
            <a:xfrm>
              <a:off x="4142575" y="2424175"/>
              <a:ext cx="200675" cy="200675"/>
            </a:xfrm>
            <a:custGeom>
              <a:avLst/>
              <a:gdLst/>
              <a:ahLst/>
              <a:cxnLst/>
              <a:rect l="l" t="t" r="r" b="b"/>
              <a:pathLst>
                <a:path w="8027" h="8027" extrusionOk="0">
                  <a:moveTo>
                    <a:pt x="4404" y="562"/>
                  </a:moveTo>
                  <a:lnTo>
                    <a:pt x="4685" y="625"/>
                  </a:lnTo>
                  <a:lnTo>
                    <a:pt x="4966" y="687"/>
                  </a:lnTo>
                  <a:lnTo>
                    <a:pt x="5247" y="781"/>
                  </a:lnTo>
                  <a:lnTo>
                    <a:pt x="5497" y="875"/>
                  </a:lnTo>
                  <a:lnTo>
                    <a:pt x="5747" y="1031"/>
                  </a:lnTo>
                  <a:lnTo>
                    <a:pt x="5997" y="1156"/>
                  </a:lnTo>
                  <a:lnTo>
                    <a:pt x="6215" y="1343"/>
                  </a:lnTo>
                  <a:lnTo>
                    <a:pt x="6434" y="1530"/>
                  </a:lnTo>
                  <a:lnTo>
                    <a:pt x="6621" y="1718"/>
                  </a:lnTo>
                  <a:lnTo>
                    <a:pt x="6809" y="1968"/>
                  </a:lnTo>
                  <a:lnTo>
                    <a:pt x="6965" y="2186"/>
                  </a:lnTo>
                  <a:lnTo>
                    <a:pt x="7090" y="2436"/>
                  </a:lnTo>
                  <a:lnTo>
                    <a:pt x="7215" y="2717"/>
                  </a:lnTo>
                  <a:lnTo>
                    <a:pt x="7340" y="3061"/>
                  </a:lnTo>
                  <a:lnTo>
                    <a:pt x="7433" y="3404"/>
                  </a:lnTo>
                  <a:lnTo>
                    <a:pt x="7465" y="3716"/>
                  </a:lnTo>
                  <a:lnTo>
                    <a:pt x="7465" y="4060"/>
                  </a:lnTo>
                  <a:lnTo>
                    <a:pt x="7465" y="4404"/>
                  </a:lnTo>
                  <a:lnTo>
                    <a:pt x="7402" y="4747"/>
                  </a:lnTo>
                  <a:lnTo>
                    <a:pt x="7308" y="5059"/>
                  </a:lnTo>
                  <a:lnTo>
                    <a:pt x="7215" y="5372"/>
                  </a:lnTo>
                  <a:lnTo>
                    <a:pt x="7059" y="5684"/>
                  </a:lnTo>
                  <a:lnTo>
                    <a:pt x="6902" y="5965"/>
                  </a:lnTo>
                  <a:lnTo>
                    <a:pt x="6684" y="6215"/>
                  </a:lnTo>
                  <a:lnTo>
                    <a:pt x="6465" y="6465"/>
                  </a:lnTo>
                  <a:lnTo>
                    <a:pt x="6215" y="6715"/>
                  </a:lnTo>
                  <a:lnTo>
                    <a:pt x="5934" y="6902"/>
                  </a:lnTo>
                  <a:lnTo>
                    <a:pt x="5622" y="7089"/>
                  </a:lnTo>
                  <a:lnTo>
                    <a:pt x="5310" y="7245"/>
                  </a:lnTo>
                  <a:lnTo>
                    <a:pt x="4966" y="7370"/>
                  </a:lnTo>
                  <a:lnTo>
                    <a:pt x="4654" y="7433"/>
                  </a:lnTo>
                  <a:lnTo>
                    <a:pt x="4310" y="7495"/>
                  </a:lnTo>
                  <a:lnTo>
                    <a:pt x="3967" y="7495"/>
                  </a:lnTo>
                  <a:lnTo>
                    <a:pt x="3623" y="7464"/>
                  </a:lnTo>
                  <a:lnTo>
                    <a:pt x="3280" y="7433"/>
                  </a:lnTo>
                  <a:lnTo>
                    <a:pt x="2968" y="7339"/>
                  </a:lnTo>
                  <a:lnTo>
                    <a:pt x="2655" y="7214"/>
                  </a:lnTo>
                  <a:lnTo>
                    <a:pt x="2343" y="7089"/>
                  </a:lnTo>
                  <a:lnTo>
                    <a:pt x="2062" y="6902"/>
                  </a:lnTo>
                  <a:lnTo>
                    <a:pt x="1812" y="6715"/>
                  </a:lnTo>
                  <a:lnTo>
                    <a:pt x="1562" y="6465"/>
                  </a:lnTo>
                  <a:lnTo>
                    <a:pt x="1312" y="6215"/>
                  </a:lnTo>
                  <a:lnTo>
                    <a:pt x="1125" y="5965"/>
                  </a:lnTo>
                  <a:lnTo>
                    <a:pt x="938" y="5653"/>
                  </a:lnTo>
                  <a:lnTo>
                    <a:pt x="782" y="5340"/>
                  </a:lnTo>
                  <a:lnTo>
                    <a:pt x="688" y="4997"/>
                  </a:lnTo>
                  <a:lnTo>
                    <a:pt x="594" y="4653"/>
                  </a:lnTo>
                  <a:lnTo>
                    <a:pt x="563" y="4310"/>
                  </a:lnTo>
                  <a:lnTo>
                    <a:pt x="532" y="3966"/>
                  </a:lnTo>
                  <a:lnTo>
                    <a:pt x="563" y="3654"/>
                  </a:lnTo>
                  <a:lnTo>
                    <a:pt x="625" y="3311"/>
                  </a:lnTo>
                  <a:lnTo>
                    <a:pt x="688" y="2998"/>
                  </a:lnTo>
                  <a:lnTo>
                    <a:pt x="813" y="2686"/>
                  </a:lnTo>
                  <a:lnTo>
                    <a:pt x="969" y="2374"/>
                  </a:lnTo>
                  <a:lnTo>
                    <a:pt x="1125" y="2093"/>
                  </a:lnTo>
                  <a:lnTo>
                    <a:pt x="1312" y="1812"/>
                  </a:lnTo>
                  <a:lnTo>
                    <a:pt x="1562" y="1562"/>
                  </a:lnTo>
                  <a:lnTo>
                    <a:pt x="1812" y="1343"/>
                  </a:lnTo>
                  <a:lnTo>
                    <a:pt x="2093" y="1124"/>
                  </a:lnTo>
                  <a:lnTo>
                    <a:pt x="2374" y="968"/>
                  </a:lnTo>
                  <a:lnTo>
                    <a:pt x="2687" y="812"/>
                  </a:lnTo>
                  <a:lnTo>
                    <a:pt x="3124" y="656"/>
                  </a:lnTo>
                  <a:lnTo>
                    <a:pt x="3530" y="594"/>
                  </a:lnTo>
                  <a:lnTo>
                    <a:pt x="3842" y="562"/>
                  </a:lnTo>
                  <a:close/>
                  <a:moveTo>
                    <a:pt x="3780" y="0"/>
                  </a:moveTo>
                  <a:lnTo>
                    <a:pt x="3436" y="31"/>
                  </a:lnTo>
                  <a:lnTo>
                    <a:pt x="3030" y="125"/>
                  </a:lnTo>
                  <a:lnTo>
                    <a:pt x="2655" y="250"/>
                  </a:lnTo>
                  <a:lnTo>
                    <a:pt x="2281" y="375"/>
                  </a:lnTo>
                  <a:lnTo>
                    <a:pt x="1937" y="562"/>
                  </a:lnTo>
                  <a:lnTo>
                    <a:pt x="1625" y="781"/>
                  </a:lnTo>
                  <a:lnTo>
                    <a:pt x="1312" y="1031"/>
                  </a:lnTo>
                  <a:lnTo>
                    <a:pt x="1031" y="1312"/>
                  </a:lnTo>
                  <a:lnTo>
                    <a:pt x="782" y="1593"/>
                  </a:lnTo>
                  <a:lnTo>
                    <a:pt x="594" y="1905"/>
                  </a:lnTo>
                  <a:lnTo>
                    <a:pt x="407" y="2249"/>
                  </a:lnTo>
                  <a:lnTo>
                    <a:pt x="251" y="2623"/>
                  </a:lnTo>
                  <a:lnTo>
                    <a:pt x="126" y="2998"/>
                  </a:lnTo>
                  <a:lnTo>
                    <a:pt x="32" y="3373"/>
                  </a:lnTo>
                  <a:lnTo>
                    <a:pt x="1" y="3748"/>
                  </a:lnTo>
                  <a:lnTo>
                    <a:pt x="1" y="4154"/>
                  </a:lnTo>
                  <a:lnTo>
                    <a:pt x="32" y="4560"/>
                  </a:lnTo>
                  <a:lnTo>
                    <a:pt x="94" y="4966"/>
                  </a:lnTo>
                  <a:lnTo>
                    <a:pt x="219" y="5372"/>
                  </a:lnTo>
                  <a:lnTo>
                    <a:pt x="376" y="5746"/>
                  </a:lnTo>
                  <a:lnTo>
                    <a:pt x="563" y="6090"/>
                  </a:lnTo>
                  <a:lnTo>
                    <a:pt x="782" y="6402"/>
                  </a:lnTo>
                  <a:lnTo>
                    <a:pt x="1000" y="6715"/>
                  </a:lnTo>
                  <a:lnTo>
                    <a:pt x="1281" y="6964"/>
                  </a:lnTo>
                  <a:lnTo>
                    <a:pt x="1593" y="7214"/>
                  </a:lnTo>
                  <a:lnTo>
                    <a:pt x="1906" y="7433"/>
                  </a:lnTo>
                  <a:lnTo>
                    <a:pt x="2249" y="7620"/>
                  </a:lnTo>
                  <a:lnTo>
                    <a:pt x="2593" y="7776"/>
                  </a:lnTo>
                  <a:lnTo>
                    <a:pt x="2968" y="7901"/>
                  </a:lnTo>
                  <a:lnTo>
                    <a:pt x="3342" y="7995"/>
                  </a:lnTo>
                  <a:lnTo>
                    <a:pt x="3748" y="8026"/>
                  </a:lnTo>
                  <a:lnTo>
                    <a:pt x="4154" y="8026"/>
                  </a:lnTo>
                  <a:lnTo>
                    <a:pt x="4560" y="7995"/>
                  </a:lnTo>
                  <a:lnTo>
                    <a:pt x="5029" y="7901"/>
                  </a:lnTo>
                  <a:lnTo>
                    <a:pt x="5497" y="7745"/>
                  </a:lnTo>
                  <a:lnTo>
                    <a:pt x="5872" y="7558"/>
                  </a:lnTo>
                  <a:lnTo>
                    <a:pt x="6215" y="7370"/>
                  </a:lnTo>
                  <a:lnTo>
                    <a:pt x="6528" y="7120"/>
                  </a:lnTo>
                  <a:lnTo>
                    <a:pt x="6840" y="6871"/>
                  </a:lnTo>
                  <a:lnTo>
                    <a:pt x="7090" y="6590"/>
                  </a:lnTo>
                  <a:lnTo>
                    <a:pt x="7308" y="6277"/>
                  </a:lnTo>
                  <a:lnTo>
                    <a:pt x="7527" y="5934"/>
                  </a:lnTo>
                  <a:lnTo>
                    <a:pt x="7683" y="5590"/>
                  </a:lnTo>
                  <a:lnTo>
                    <a:pt x="7839" y="5216"/>
                  </a:lnTo>
                  <a:lnTo>
                    <a:pt x="7933" y="4841"/>
                  </a:lnTo>
                  <a:lnTo>
                    <a:pt x="7996" y="4466"/>
                  </a:lnTo>
                  <a:lnTo>
                    <a:pt x="8027" y="4091"/>
                  </a:lnTo>
                  <a:lnTo>
                    <a:pt x="7996" y="3685"/>
                  </a:lnTo>
                  <a:lnTo>
                    <a:pt x="7964" y="3311"/>
                  </a:lnTo>
                  <a:lnTo>
                    <a:pt x="7871" y="2905"/>
                  </a:lnTo>
                  <a:lnTo>
                    <a:pt x="7714" y="2530"/>
                  </a:lnTo>
                  <a:lnTo>
                    <a:pt x="7590" y="2217"/>
                  </a:lnTo>
                  <a:lnTo>
                    <a:pt x="7402" y="1905"/>
                  </a:lnTo>
                  <a:lnTo>
                    <a:pt x="7215" y="1624"/>
                  </a:lnTo>
                  <a:lnTo>
                    <a:pt x="7027" y="1374"/>
                  </a:lnTo>
                  <a:lnTo>
                    <a:pt x="6809" y="1124"/>
                  </a:lnTo>
                  <a:lnTo>
                    <a:pt x="6559" y="906"/>
                  </a:lnTo>
                  <a:lnTo>
                    <a:pt x="6278" y="718"/>
                  </a:lnTo>
                  <a:lnTo>
                    <a:pt x="5997" y="531"/>
                  </a:lnTo>
                  <a:lnTo>
                    <a:pt x="5716" y="375"/>
                  </a:lnTo>
                  <a:lnTo>
                    <a:pt x="5435" y="250"/>
                  </a:lnTo>
                  <a:lnTo>
                    <a:pt x="5122" y="156"/>
                  </a:lnTo>
                  <a:lnTo>
                    <a:pt x="4779" y="94"/>
                  </a:lnTo>
                  <a:lnTo>
                    <a:pt x="4467" y="31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4" name="Google Shape;3794;p61"/>
            <p:cNvSpPr/>
            <p:nvPr/>
          </p:nvSpPr>
          <p:spPr>
            <a:xfrm>
              <a:off x="4383825" y="2367950"/>
              <a:ext cx="153050" cy="197550"/>
            </a:xfrm>
            <a:custGeom>
              <a:avLst/>
              <a:gdLst/>
              <a:ahLst/>
              <a:cxnLst/>
              <a:rect l="l" t="t" r="r" b="b"/>
              <a:pathLst>
                <a:path w="6122" h="7902" extrusionOk="0">
                  <a:moveTo>
                    <a:pt x="2843" y="563"/>
                  </a:moveTo>
                  <a:lnTo>
                    <a:pt x="3061" y="594"/>
                  </a:lnTo>
                  <a:lnTo>
                    <a:pt x="3280" y="657"/>
                  </a:lnTo>
                  <a:lnTo>
                    <a:pt x="3498" y="750"/>
                  </a:lnTo>
                  <a:lnTo>
                    <a:pt x="3717" y="844"/>
                  </a:lnTo>
                  <a:lnTo>
                    <a:pt x="3904" y="969"/>
                  </a:lnTo>
                  <a:lnTo>
                    <a:pt x="4092" y="1125"/>
                  </a:lnTo>
                  <a:lnTo>
                    <a:pt x="4342" y="1344"/>
                  </a:lnTo>
                  <a:lnTo>
                    <a:pt x="4560" y="1593"/>
                  </a:lnTo>
                  <a:lnTo>
                    <a:pt x="4748" y="1843"/>
                  </a:lnTo>
                  <a:lnTo>
                    <a:pt x="4935" y="2124"/>
                  </a:lnTo>
                  <a:lnTo>
                    <a:pt x="5091" y="2405"/>
                  </a:lnTo>
                  <a:lnTo>
                    <a:pt x="5216" y="2718"/>
                  </a:lnTo>
                  <a:lnTo>
                    <a:pt x="5341" y="3030"/>
                  </a:lnTo>
                  <a:lnTo>
                    <a:pt x="5435" y="3342"/>
                  </a:lnTo>
                  <a:lnTo>
                    <a:pt x="5497" y="3686"/>
                  </a:lnTo>
                  <a:lnTo>
                    <a:pt x="5560" y="4029"/>
                  </a:lnTo>
                  <a:lnTo>
                    <a:pt x="5591" y="4373"/>
                  </a:lnTo>
                  <a:lnTo>
                    <a:pt x="5591" y="4716"/>
                  </a:lnTo>
                  <a:lnTo>
                    <a:pt x="5560" y="5029"/>
                  </a:lnTo>
                  <a:lnTo>
                    <a:pt x="5497" y="5341"/>
                  </a:lnTo>
                  <a:lnTo>
                    <a:pt x="5435" y="5622"/>
                  </a:lnTo>
                  <a:lnTo>
                    <a:pt x="5341" y="5903"/>
                  </a:lnTo>
                  <a:lnTo>
                    <a:pt x="5247" y="6153"/>
                  </a:lnTo>
                  <a:lnTo>
                    <a:pt x="5091" y="6403"/>
                  </a:lnTo>
                  <a:lnTo>
                    <a:pt x="4966" y="6621"/>
                  </a:lnTo>
                  <a:lnTo>
                    <a:pt x="4779" y="6809"/>
                  </a:lnTo>
                  <a:lnTo>
                    <a:pt x="4591" y="6996"/>
                  </a:lnTo>
                  <a:lnTo>
                    <a:pt x="4373" y="7121"/>
                  </a:lnTo>
                  <a:lnTo>
                    <a:pt x="4154" y="7246"/>
                  </a:lnTo>
                  <a:lnTo>
                    <a:pt x="3936" y="7308"/>
                  </a:lnTo>
                  <a:lnTo>
                    <a:pt x="3686" y="7371"/>
                  </a:lnTo>
                  <a:lnTo>
                    <a:pt x="3436" y="7371"/>
                  </a:lnTo>
                  <a:lnTo>
                    <a:pt x="3186" y="7340"/>
                  </a:lnTo>
                  <a:lnTo>
                    <a:pt x="2936" y="7308"/>
                  </a:lnTo>
                  <a:lnTo>
                    <a:pt x="2686" y="7215"/>
                  </a:lnTo>
                  <a:lnTo>
                    <a:pt x="2437" y="7090"/>
                  </a:lnTo>
                  <a:lnTo>
                    <a:pt x="2218" y="6934"/>
                  </a:lnTo>
                  <a:lnTo>
                    <a:pt x="1999" y="6777"/>
                  </a:lnTo>
                  <a:lnTo>
                    <a:pt x="1781" y="6559"/>
                  </a:lnTo>
                  <a:lnTo>
                    <a:pt x="1562" y="6340"/>
                  </a:lnTo>
                  <a:lnTo>
                    <a:pt x="1375" y="6090"/>
                  </a:lnTo>
                  <a:lnTo>
                    <a:pt x="1219" y="5841"/>
                  </a:lnTo>
                  <a:lnTo>
                    <a:pt x="1062" y="5560"/>
                  </a:lnTo>
                  <a:lnTo>
                    <a:pt x="906" y="5247"/>
                  </a:lnTo>
                  <a:lnTo>
                    <a:pt x="781" y="4904"/>
                  </a:lnTo>
                  <a:lnTo>
                    <a:pt x="688" y="4560"/>
                  </a:lnTo>
                  <a:lnTo>
                    <a:pt x="594" y="4248"/>
                  </a:lnTo>
                  <a:lnTo>
                    <a:pt x="563" y="3936"/>
                  </a:lnTo>
                  <a:lnTo>
                    <a:pt x="532" y="3592"/>
                  </a:lnTo>
                  <a:lnTo>
                    <a:pt x="532" y="3280"/>
                  </a:lnTo>
                  <a:lnTo>
                    <a:pt x="563" y="2936"/>
                  </a:lnTo>
                  <a:lnTo>
                    <a:pt x="594" y="2624"/>
                  </a:lnTo>
                  <a:lnTo>
                    <a:pt x="688" y="2312"/>
                  </a:lnTo>
                  <a:lnTo>
                    <a:pt x="781" y="1968"/>
                  </a:lnTo>
                  <a:lnTo>
                    <a:pt x="875" y="1750"/>
                  </a:lnTo>
                  <a:lnTo>
                    <a:pt x="1000" y="1531"/>
                  </a:lnTo>
                  <a:lnTo>
                    <a:pt x="1156" y="1312"/>
                  </a:lnTo>
                  <a:lnTo>
                    <a:pt x="1312" y="1125"/>
                  </a:lnTo>
                  <a:lnTo>
                    <a:pt x="1500" y="938"/>
                  </a:lnTo>
                  <a:lnTo>
                    <a:pt x="1718" y="813"/>
                  </a:lnTo>
                  <a:lnTo>
                    <a:pt x="1937" y="688"/>
                  </a:lnTo>
                  <a:lnTo>
                    <a:pt x="2187" y="594"/>
                  </a:lnTo>
                  <a:lnTo>
                    <a:pt x="2280" y="563"/>
                  </a:lnTo>
                  <a:close/>
                  <a:moveTo>
                    <a:pt x="2655" y="1"/>
                  </a:moveTo>
                  <a:lnTo>
                    <a:pt x="2405" y="32"/>
                  </a:lnTo>
                  <a:lnTo>
                    <a:pt x="2156" y="63"/>
                  </a:lnTo>
                  <a:lnTo>
                    <a:pt x="1937" y="126"/>
                  </a:lnTo>
                  <a:lnTo>
                    <a:pt x="1718" y="188"/>
                  </a:lnTo>
                  <a:lnTo>
                    <a:pt x="1500" y="313"/>
                  </a:lnTo>
                  <a:lnTo>
                    <a:pt x="1281" y="438"/>
                  </a:lnTo>
                  <a:lnTo>
                    <a:pt x="1094" y="563"/>
                  </a:lnTo>
                  <a:lnTo>
                    <a:pt x="906" y="719"/>
                  </a:lnTo>
                  <a:lnTo>
                    <a:pt x="750" y="906"/>
                  </a:lnTo>
                  <a:lnTo>
                    <a:pt x="594" y="1094"/>
                  </a:lnTo>
                  <a:lnTo>
                    <a:pt x="469" y="1312"/>
                  </a:lnTo>
                  <a:lnTo>
                    <a:pt x="375" y="1531"/>
                  </a:lnTo>
                  <a:lnTo>
                    <a:pt x="282" y="1781"/>
                  </a:lnTo>
                  <a:lnTo>
                    <a:pt x="157" y="2156"/>
                  </a:lnTo>
                  <a:lnTo>
                    <a:pt x="94" y="2499"/>
                  </a:lnTo>
                  <a:lnTo>
                    <a:pt x="32" y="2874"/>
                  </a:lnTo>
                  <a:lnTo>
                    <a:pt x="1" y="3249"/>
                  </a:lnTo>
                  <a:lnTo>
                    <a:pt x="1" y="3592"/>
                  </a:lnTo>
                  <a:lnTo>
                    <a:pt x="32" y="3967"/>
                  </a:lnTo>
                  <a:lnTo>
                    <a:pt x="94" y="4342"/>
                  </a:lnTo>
                  <a:lnTo>
                    <a:pt x="157" y="4716"/>
                  </a:lnTo>
                  <a:lnTo>
                    <a:pt x="282" y="5091"/>
                  </a:lnTo>
                  <a:lnTo>
                    <a:pt x="407" y="5435"/>
                  </a:lnTo>
                  <a:lnTo>
                    <a:pt x="563" y="5778"/>
                  </a:lnTo>
                  <a:lnTo>
                    <a:pt x="750" y="6090"/>
                  </a:lnTo>
                  <a:lnTo>
                    <a:pt x="938" y="6371"/>
                  </a:lnTo>
                  <a:lnTo>
                    <a:pt x="1156" y="6653"/>
                  </a:lnTo>
                  <a:lnTo>
                    <a:pt x="1375" y="6902"/>
                  </a:lnTo>
                  <a:lnTo>
                    <a:pt x="1593" y="7152"/>
                  </a:lnTo>
                  <a:lnTo>
                    <a:pt x="1843" y="7340"/>
                  </a:lnTo>
                  <a:lnTo>
                    <a:pt x="2124" y="7496"/>
                  </a:lnTo>
                  <a:lnTo>
                    <a:pt x="2374" y="7652"/>
                  </a:lnTo>
                  <a:lnTo>
                    <a:pt x="2655" y="7777"/>
                  </a:lnTo>
                  <a:lnTo>
                    <a:pt x="2936" y="7839"/>
                  </a:lnTo>
                  <a:lnTo>
                    <a:pt x="3217" y="7902"/>
                  </a:lnTo>
                  <a:lnTo>
                    <a:pt x="3811" y="7902"/>
                  </a:lnTo>
                  <a:lnTo>
                    <a:pt x="4061" y="7839"/>
                  </a:lnTo>
                  <a:lnTo>
                    <a:pt x="4342" y="7746"/>
                  </a:lnTo>
                  <a:lnTo>
                    <a:pt x="4623" y="7621"/>
                  </a:lnTo>
                  <a:lnTo>
                    <a:pt x="4872" y="7433"/>
                  </a:lnTo>
                  <a:lnTo>
                    <a:pt x="5091" y="7246"/>
                  </a:lnTo>
                  <a:lnTo>
                    <a:pt x="5310" y="7027"/>
                  </a:lnTo>
                  <a:lnTo>
                    <a:pt x="5497" y="6746"/>
                  </a:lnTo>
                  <a:lnTo>
                    <a:pt x="5653" y="6465"/>
                  </a:lnTo>
                  <a:lnTo>
                    <a:pt x="5809" y="6184"/>
                  </a:lnTo>
                  <a:lnTo>
                    <a:pt x="5934" y="5841"/>
                  </a:lnTo>
                  <a:lnTo>
                    <a:pt x="5997" y="5497"/>
                  </a:lnTo>
                  <a:lnTo>
                    <a:pt x="6059" y="5154"/>
                  </a:lnTo>
                  <a:lnTo>
                    <a:pt x="6122" y="4779"/>
                  </a:lnTo>
                  <a:lnTo>
                    <a:pt x="6122" y="4404"/>
                  </a:lnTo>
                  <a:lnTo>
                    <a:pt x="6090" y="3998"/>
                  </a:lnTo>
                  <a:lnTo>
                    <a:pt x="6028" y="3623"/>
                  </a:lnTo>
                  <a:lnTo>
                    <a:pt x="5934" y="3217"/>
                  </a:lnTo>
                  <a:lnTo>
                    <a:pt x="5841" y="2843"/>
                  </a:lnTo>
                  <a:lnTo>
                    <a:pt x="5716" y="2499"/>
                  </a:lnTo>
                  <a:lnTo>
                    <a:pt x="5560" y="2156"/>
                  </a:lnTo>
                  <a:lnTo>
                    <a:pt x="5372" y="1843"/>
                  </a:lnTo>
                  <a:lnTo>
                    <a:pt x="5185" y="1531"/>
                  </a:lnTo>
                  <a:lnTo>
                    <a:pt x="4935" y="1250"/>
                  </a:lnTo>
                  <a:lnTo>
                    <a:pt x="4685" y="969"/>
                  </a:lnTo>
                  <a:lnTo>
                    <a:pt x="4435" y="719"/>
                  </a:lnTo>
                  <a:lnTo>
                    <a:pt x="4185" y="532"/>
                  </a:lnTo>
                  <a:lnTo>
                    <a:pt x="3936" y="344"/>
                  </a:lnTo>
                  <a:lnTo>
                    <a:pt x="3686" y="219"/>
                  </a:lnTo>
                  <a:lnTo>
                    <a:pt x="3405" y="94"/>
                  </a:lnTo>
                  <a:lnTo>
                    <a:pt x="3155" y="32"/>
                  </a:lnTo>
                  <a:lnTo>
                    <a:pt x="29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5" name="Google Shape;3795;p61"/>
            <p:cNvSpPr/>
            <p:nvPr/>
          </p:nvSpPr>
          <p:spPr>
            <a:xfrm>
              <a:off x="4324500" y="2462425"/>
              <a:ext cx="71075" cy="36725"/>
            </a:xfrm>
            <a:custGeom>
              <a:avLst/>
              <a:gdLst/>
              <a:ahLst/>
              <a:cxnLst/>
              <a:rect l="l" t="t" r="r" b="b"/>
              <a:pathLst>
                <a:path w="2843" h="1469" extrusionOk="0">
                  <a:moveTo>
                    <a:pt x="1749" y="0"/>
                  </a:moveTo>
                  <a:lnTo>
                    <a:pt x="1530" y="32"/>
                  </a:lnTo>
                  <a:lnTo>
                    <a:pt x="1312" y="94"/>
                  </a:lnTo>
                  <a:lnTo>
                    <a:pt x="1125" y="188"/>
                  </a:lnTo>
                  <a:lnTo>
                    <a:pt x="781" y="375"/>
                  </a:lnTo>
                  <a:lnTo>
                    <a:pt x="437" y="625"/>
                  </a:lnTo>
                  <a:lnTo>
                    <a:pt x="188" y="906"/>
                  </a:lnTo>
                  <a:lnTo>
                    <a:pt x="0" y="1156"/>
                  </a:lnTo>
                  <a:lnTo>
                    <a:pt x="437" y="1468"/>
                  </a:lnTo>
                  <a:lnTo>
                    <a:pt x="625" y="1218"/>
                  </a:lnTo>
                  <a:lnTo>
                    <a:pt x="843" y="1031"/>
                  </a:lnTo>
                  <a:lnTo>
                    <a:pt x="1125" y="812"/>
                  </a:lnTo>
                  <a:lnTo>
                    <a:pt x="1437" y="625"/>
                  </a:lnTo>
                  <a:lnTo>
                    <a:pt x="1593" y="563"/>
                  </a:lnTo>
                  <a:lnTo>
                    <a:pt x="1780" y="531"/>
                  </a:lnTo>
                  <a:lnTo>
                    <a:pt x="2155" y="531"/>
                  </a:lnTo>
                  <a:lnTo>
                    <a:pt x="2342" y="594"/>
                  </a:lnTo>
                  <a:lnTo>
                    <a:pt x="2561" y="719"/>
                  </a:lnTo>
                  <a:lnTo>
                    <a:pt x="2842" y="250"/>
                  </a:lnTo>
                  <a:lnTo>
                    <a:pt x="2624" y="125"/>
                  </a:lnTo>
                  <a:lnTo>
                    <a:pt x="2405" y="63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6" name="Google Shape;3796;p61"/>
            <p:cNvSpPr/>
            <p:nvPr/>
          </p:nvSpPr>
          <p:spPr>
            <a:xfrm>
              <a:off x="3897425" y="2519425"/>
              <a:ext cx="255325" cy="116350"/>
            </a:xfrm>
            <a:custGeom>
              <a:avLst/>
              <a:gdLst/>
              <a:ahLst/>
              <a:cxnLst/>
              <a:rect l="l" t="t" r="r" b="b"/>
              <a:pathLst>
                <a:path w="10213" h="4654" extrusionOk="0">
                  <a:moveTo>
                    <a:pt x="10150" y="0"/>
                  </a:moveTo>
                  <a:lnTo>
                    <a:pt x="8839" y="219"/>
                  </a:lnTo>
                  <a:lnTo>
                    <a:pt x="6184" y="687"/>
                  </a:lnTo>
                  <a:lnTo>
                    <a:pt x="4716" y="968"/>
                  </a:lnTo>
                  <a:lnTo>
                    <a:pt x="3373" y="1218"/>
                  </a:lnTo>
                  <a:lnTo>
                    <a:pt x="2312" y="1468"/>
                  </a:lnTo>
                  <a:lnTo>
                    <a:pt x="1937" y="1562"/>
                  </a:lnTo>
                  <a:lnTo>
                    <a:pt x="1656" y="1655"/>
                  </a:lnTo>
                  <a:lnTo>
                    <a:pt x="1468" y="1780"/>
                  </a:lnTo>
                  <a:lnTo>
                    <a:pt x="1281" y="1905"/>
                  </a:lnTo>
                  <a:lnTo>
                    <a:pt x="1094" y="2093"/>
                  </a:lnTo>
                  <a:lnTo>
                    <a:pt x="938" y="2280"/>
                  </a:lnTo>
                  <a:lnTo>
                    <a:pt x="813" y="2499"/>
                  </a:lnTo>
                  <a:lnTo>
                    <a:pt x="657" y="2717"/>
                  </a:lnTo>
                  <a:lnTo>
                    <a:pt x="438" y="3186"/>
                  </a:lnTo>
                  <a:lnTo>
                    <a:pt x="251" y="3654"/>
                  </a:lnTo>
                  <a:lnTo>
                    <a:pt x="126" y="4060"/>
                  </a:lnTo>
                  <a:lnTo>
                    <a:pt x="1" y="4560"/>
                  </a:lnTo>
                  <a:lnTo>
                    <a:pt x="500" y="4653"/>
                  </a:lnTo>
                  <a:lnTo>
                    <a:pt x="657" y="4091"/>
                  </a:lnTo>
                  <a:lnTo>
                    <a:pt x="781" y="3716"/>
                  </a:lnTo>
                  <a:lnTo>
                    <a:pt x="938" y="3342"/>
                  </a:lnTo>
                  <a:lnTo>
                    <a:pt x="1125" y="2967"/>
                  </a:lnTo>
                  <a:lnTo>
                    <a:pt x="1375" y="2623"/>
                  </a:lnTo>
                  <a:lnTo>
                    <a:pt x="1468" y="2467"/>
                  </a:lnTo>
                  <a:lnTo>
                    <a:pt x="1625" y="2342"/>
                  </a:lnTo>
                  <a:lnTo>
                    <a:pt x="1750" y="2249"/>
                  </a:lnTo>
                  <a:lnTo>
                    <a:pt x="1906" y="2155"/>
                  </a:lnTo>
                  <a:lnTo>
                    <a:pt x="2405" y="1999"/>
                  </a:lnTo>
                  <a:lnTo>
                    <a:pt x="3249" y="1811"/>
                  </a:lnTo>
                  <a:lnTo>
                    <a:pt x="5591" y="1343"/>
                  </a:lnTo>
                  <a:lnTo>
                    <a:pt x="8183" y="875"/>
                  </a:lnTo>
                  <a:lnTo>
                    <a:pt x="10213" y="531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7" name="Google Shape;3797;p61"/>
            <p:cNvSpPr/>
            <p:nvPr/>
          </p:nvSpPr>
          <p:spPr>
            <a:xfrm>
              <a:off x="3894300" y="2512400"/>
              <a:ext cx="182725" cy="209250"/>
            </a:xfrm>
            <a:custGeom>
              <a:avLst/>
              <a:gdLst/>
              <a:ahLst/>
              <a:cxnLst/>
              <a:rect l="l" t="t" r="r" b="b"/>
              <a:pathLst>
                <a:path w="7309" h="8370" extrusionOk="0">
                  <a:moveTo>
                    <a:pt x="1312" y="0"/>
                  </a:moveTo>
                  <a:lnTo>
                    <a:pt x="1125" y="31"/>
                  </a:lnTo>
                  <a:lnTo>
                    <a:pt x="938" y="94"/>
                  </a:lnTo>
                  <a:lnTo>
                    <a:pt x="750" y="187"/>
                  </a:lnTo>
                  <a:lnTo>
                    <a:pt x="563" y="281"/>
                  </a:lnTo>
                  <a:lnTo>
                    <a:pt x="407" y="437"/>
                  </a:lnTo>
                  <a:lnTo>
                    <a:pt x="282" y="593"/>
                  </a:lnTo>
                  <a:lnTo>
                    <a:pt x="157" y="781"/>
                  </a:lnTo>
                  <a:lnTo>
                    <a:pt x="94" y="999"/>
                  </a:lnTo>
                  <a:lnTo>
                    <a:pt x="32" y="1218"/>
                  </a:lnTo>
                  <a:lnTo>
                    <a:pt x="1" y="1468"/>
                  </a:lnTo>
                  <a:lnTo>
                    <a:pt x="1" y="1749"/>
                  </a:lnTo>
                  <a:lnTo>
                    <a:pt x="32" y="2030"/>
                  </a:lnTo>
                  <a:lnTo>
                    <a:pt x="126" y="2623"/>
                  </a:lnTo>
                  <a:lnTo>
                    <a:pt x="282" y="3248"/>
                  </a:lnTo>
                  <a:lnTo>
                    <a:pt x="532" y="3904"/>
                  </a:lnTo>
                  <a:lnTo>
                    <a:pt x="813" y="4560"/>
                  </a:lnTo>
                  <a:lnTo>
                    <a:pt x="1156" y="5215"/>
                  </a:lnTo>
                  <a:lnTo>
                    <a:pt x="1562" y="5840"/>
                  </a:lnTo>
                  <a:lnTo>
                    <a:pt x="1968" y="6433"/>
                  </a:lnTo>
                  <a:lnTo>
                    <a:pt x="2437" y="6964"/>
                  </a:lnTo>
                  <a:lnTo>
                    <a:pt x="2874" y="7433"/>
                  </a:lnTo>
                  <a:lnTo>
                    <a:pt x="3124" y="7651"/>
                  </a:lnTo>
                  <a:lnTo>
                    <a:pt x="3374" y="7807"/>
                  </a:lnTo>
                  <a:lnTo>
                    <a:pt x="3592" y="7964"/>
                  </a:lnTo>
                  <a:lnTo>
                    <a:pt x="3842" y="8089"/>
                  </a:lnTo>
                  <a:lnTo>
                    <a:pt x="4061" y="8182"/>
                  </a:lnTo>
                  <a:lnTo>
                    <a:pt x="4310" y="8276"/>
                  </a:lnTo>
                  <a:lnTo>
                    <a:pt x="4529" y="8338"/>
                  </a:lnTo>
                  <a:lnTo>
                    <a:pt x="4779" y="8370"/>
                  </a:lnTo>
                  <a:lnTo>
                    <a:pt x="5247" y="8370"/>
                  </a:lnTo>
                  <a:lnTo>
                    <a:pt x="5466" y="8307"/>
                  </a:lnTo>
                  <a:lnTo>
                    <a:pt x="5685" y="8276"/>
                  </a:lnTo>
                  <a:lnTo>
                    <a:pt x="5903" y="8182"/>
                  </a:lnTo>
                  <a:lnTo>
                    <a:pt x="6122" y="8089"/>
                  </a:lnTo>
                  <a:lnTo>
                    <a:pt x="6309" y="7964"/>
                  </a:lnTo>
                  <a:lnTo>
                    <a:pt x="6497" y="7839"/>
                  </a:lnTo>
                  <a:lnTo>
                    <a:pt x="6684" y="7683"/>
                  </a:lnTo>
                  <a:lnTo>
                    <a:pt x="6840" y="7495"/>
                  </a:lnTo>
                  <a:lnTo>
                    <a:pt x="6965" y="7308"/>
                  </a:lnTo>
                  <a:lnTo>
                    <a:pt x="7090" y="7120"/>
                  </a:lnTo>
                  <a:lnTo>
                    <a:pt x="7215" y="6902"/>
                  </a:lnTo>
                  <a:lnTo>
                    <a:pt x="7277" y="6683"/>
                  </a:lnTo>
                  <a:lnTo>
                    <a:pt x="7308" y="6558"/>
                  </a:lnTo>
                  <a:lnTo>
                    <a:pt x="6059" y="2936"/>
                  </a:lnTo>
                  <a:lnTo>
                    <a:pt x="5903" y="2748"/>
                  </a:lnTo>
                  <a:lnTo>
                    <a:pt x="5466" y="2311"/>
                  </a:lnTo>
                  <a:lnTo>
                    <a:pt x="4810" y="1718"/>
                  </a:lnTo>
                  <a:lnTo>
                    <a:pt x="4404" y="1405"/>
                  </a:lnTo>
                  <a:lnTo>
                    <a:pt x="3998" y="1093"/>
                  </a:lnTo>
                  <a:lnTo>
                    <a:pt x="3561" y="812"/>
                  </a:lnTo>
                  <a:lnTo>
                    <a:pt x="3124" y="531"/>
                  </a:lnTo>
                  <a:lnTo>
                    <a:pt x="2655" y="312"/>
                  </a:lnTo>
                  <a:lnTo>
                    <a:pt x="2187" y="125"/>
                  </a:lnTo>
                  <a:lnTo>
                    <a:pt x="1750" y="31"/>
                  </a:lnTo>
                  <a:lnTo>
                    <a:pt x="1531" y="0"/>
                  </a:ln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8" name="Google Shape;3798;p61"/>
            <p:cNvSpPr/>
            <p:nvPr/>
          </p:nvSpPr>
          <p:spPr>
            <a:xfrm>
              <a:off x="3931775" y="2562350"/>
              <a:ext cx="114025" cy="124175"/>
            </a:xfrm>
            <a:custGeom>
              <a:avLst/>
              <a:gdLst/>
              <a:ahLst/>
              <a:cxnLst/>
              <a:rect l="l" t="t" r="r" b="b"/>
              <a:pathLst>
                <a:path w="4561" h="4967" extrusionOk="0">
                  <a:moveTo>
                    <a:pt x="32" y="1"/>
                  </a:moveTo>
                  <a:lnTo>
                    <a:pt x="1" y="32"/>
                  </a:lnTo>
                  <a:lnTo>
                    <a:pt x="1" y="63"/>
                  </a:lnTo>
                  <a:lnTo>
                    <a:pt x="32" y="63"/>
                  </a:lnTo>
                  <a:lnTo>
                    <a:pt x="344" y="157"/>
                  </a:lnTo>
                  <a:lnTo>
                    <a:pt x="657" y="282"/>
                  </a:lnTo>
                  <a:lnTo>
                    <a:pt x="938" y="407"/>
                  </a:lnTo>
                  <a:lnTo>
                    <a:pt x="1188" y="563"/>
                  </a:lnTo>
                  <a:lnTo>
                    <a:pt x="1469" y="750"/>
                  </a:lnTo>
                  <a:lnTo>
                    <a:pt x="1718" y="938"/>
                  </a:lnTo>
                  <a:lnTo>
                    <a:pt x="2156" y="1344"/>
                  </a:lnTo>
                  <a:lnTo>
                    <a:pt x="2593" y="1812"/>
                  </a:lnTo>
                  <a:lnTo>
                    <a:pt x="2968" y="2343"/>
                  </a:lnTo>
                  <a:lnTo>
                    <a:pt x="3311" y="2874"/>
                  </a:lnTo>
                  <a:lnTo>
                    <a:pt x="3623" y="3436"/>
                  </a:lnTo>
                  <a:lnTo>
                    <a:pt x="3405" y="3217"/>
                  </a:lnTo>
                  <a:lnTo>
                    <a:pt x="3186" y="3093"/>
                  </a:lnTo>
                  <a:lnTo>
                    <a:pt x="2936" y="2968"/>
                  </a:lnTo>
                  <a:lnTo>
                    <a:pt x="2687" y="2905"/>
                  </a:lnTo>
                  <a:lnTo>
                    <a:pt x="2437" y="2905"/>
                  </a:lnTo>
                  <a:lnTo>
                    <a:pt x="2156" y="2968"/>
                  </a:lnTo>
                  <a:lnTo>
                    <a:pt x="1875" y="3093"/>
                  </a:lnTo>
                  <a:lnTo>
                    <a:pt x="1625" y="3311"/>
                  </a:lnTo>
                  <a:lnTo>
                    <a:pt x="1594" y="3342"/>
                  </a:lnTo>
                  <a:lnTo>
                    <a:pt x="1594" y="3374"/>
                  </a:lnTo>
                  <a:lnTo>
                    <a:pt x="1625" y="3405"/>
                  </a:lnTo>
                  <a:lnTo>
                    <a:pt x="1656" y="3405"/>
                  </a:lnTo>
                  <a:lnTo>
                    <a:pt x="1875" y="3311"/>
                  </a:lnTo>
                  <a:lnTo>
                    <a:pt x="2093" y="3280"/>
                  </a:lnTo>
                  <a:lnTo>
                    <a:pt x="2343" y="3249"/>
                  </a:lnTo>
                  <a:lnTo>
                    <a:pt x="2562" y="3280"/>
                  </a:lnTo>
                  <a:lnTo>
                    <a:pt x="2780" y="3342"/>
                  </a:lnTo>
                  <a:lnTo>
                    <a:pt x="2968" y="3436"/>
                  </a:lnTo>
                  <a:lnTo>
                    <a:pt x="3155" y="3561"/>
                  </a:lnTo>
                  <a:lnTo>
                    <a:pt x="3342" y="3717"/>
                  </a:lnTo>
                  <a:lnTo>
                    <a:pt x="3592" y="3998"/>
                  </a:lnTo>
                  <a:lnTo>
                    <a:pt x="3842" y="4279"/>
                  </a:lnTo>
                  <a:lnTo>
                    <a:pt x="4061" y="4592"/>
                  </a:lnTo>
                  <a:lnTo>
                    <a:pt x="4279" y="4904"/>
                  </a:lnTo>
                  <a:lnTo>
                    <a:pt x="4310" y="4935"/>
                  </a:lnTo>
                  <a:lnTo>
                    <a:pt x="4373" y="4966"/>
                  </a:lnTo>
                  <a:lnTo>
                    <a:pt x="4498" y="4935"/>
                  </a:lnTo>
                  <a:lnTo>
                    <a:pt x="4529" y="4904"/>
                  </a:lnTo>
                  <a:lnTo>
                    <a:pt x="4560" y="4873"/>
                  </a:lnTo>
                  <a:lnTo>
                    <a:pt x="4560" y="4810"/>
                  </a:lnTo>
                  <a:lnTo>
                    <a:pt x="4560" y="4779"/>
                  </a:lnTo>
                  <a:lnTo>
                    <a:pt x="4560" y="4716"/>
                  </a:lnTo>
                  <a:lnTo>
                    <a:pt x="4467" y="4342"/>
                  </a:lnTo>
                  <a:lnTo>
                    <a:pt x="4373" y="3936"/>
                  </a:lnTo>
                  <a:lnTo>
                    <a:pt x="4217" y="3498"/>
                  </a:lnTo>
                  <a:lnTo>
                    <a:pt x="4029" y="3093"/>
                  </a:lnTo>
                  <a:lnTo>
                    <a:pt x="3842" y="2687"/>
                  </a:lnTo>
                  <a:lnTo>
                    <a:pt x="3592" y="2281"/>
                  </a:lnTo>
                  <a:lnTo>
                    <a:pt x="3311" y="1906"/>
                  </a:lnTo>
                  <a:lnTo>
                    <a:pt x="3030" y="1562"/>
                  </a:lnTo>
                  <a:lnTo>
                    <a:pt x="2718" y="1219"/>
                  </a:lnTo>
                  <a:lnTo>
                    <a:pt x="2374" y="906"/>
                  </a:lnTo>
                  <a:lnTo>
                    <a:pt x="1999" y="657"/>
                  </a:lnTo>
                  <a:lnTo>
                    <a:pt x="1625" y="407"/>
                  </a:lnTo>
                  <a:lnTo>
                    <a:pt x="1250" y="219"/>
                  </a:lnTo>
                  <a:lnTo>
                    <a:pt x="844" y="94"/>
                  </a:lnTo>
                  <a:lnTo>
                    <a:pt x="438" y="3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9" name="Google Shape;3799;p61"/>
            <p:cNvSpPr/>
            <p:nvPr/>
          </p:nvSpPr>
          <p:spPr>
            <a:xfrm>
              <a:off x="3012850" y="3055000"/>
              <a:ext cx="388825" cy="1024350"/>
            </a:xfrm>
            <a:custGeom>
              <a:avLst/>
              <a:gdLst/>
              <a:ahLst/>
              <a:cxnLst/>
              <a:rect l="l" t="t" r="r" b="b"/>
              <a:pathLst>
                <a:path w="15553" h="40974" extrusionOk="0">
                  <a:moveTo>
                    <a:pt x="3498" y="1"/>
                  </a:moveTo>
                  <a:lnTo>
                    <a:pt x="3311" y="32"/>
                  </a:lnTo>
                  <a:lnTo>
                    <a:pt x="3124" y="63"/>
                  </a:lnTo>
                  <a:lnTo>
                    <a:pt x="2780" y="188"/>
                  </a:lnTo>
                  <a:lnTo>
                    <a:pt x="2437" y="407"/>
                  </a:lnTo>
                  <a:lnTo>
                    <a:pt x="2093" y="656"/>
                  </a:lnTo>
                  <a:lnTo>
                    <a:pt x="1812" y="1000"/>
                  </a:lnTo>
                  <a:lnTo>
                    <a:pt x="1531" y="1406"/>
                  </a:lnTo>
                  <a:lnTo>
                    <a:pt x="1281" y="1874"/>
                  </a:lnTo>
                  <a:lnTo>
                    <a:pt x="1062" y="2436"/>
                  </a:lnTo>
                  <a:lnTo>
                    <a:pt x="844" y="3030"/>
                  </a:lnTo>
                  <a:lnTo>
                    <a:pt x="656" y="3717"/>
                  </a:lnTo>
                  <a:lnTo>
                    <a:pt x="500" y="4435"/>
                  </a:lnTo>
                  <a:lnTo>
                    <a:pt x="344" y="5247"/>
                  </a:lnTo>
                  <a:lnTo>
                    <a:pt x="251" y="6121"/>
                  </a:lnTo>
                  <a:lnTo>
                    <a:pt x="157" y="7027"/>
                  </a:lnTo>
                  <a:lnTo>
                    <a:pt x="63" y="8026"/>
                  </a:lnTo>
                  <a:lnTo>
                    <a:pt x="32" y="9057"/>
                  </a:lnTo>
                  <a:lnTo>
                    <a:pt x="1" y="10150"/>
                  </a:lnTo>
                  <a:lnTo>
                    <a:pt x="1" y="11306"/>
                  </a:lnTo>
                  <a:lnTo>
                    <a:pt x="32" y="12524"/>
                  </a:lnTo>
                  <a:lnTo>
                    <a:pt x="126" y="15646"/>
                  </a:lnTo>
                  <a:lnTo>
                    <a:pt x="313" y="18769"/>
                  </a:lnTo>
                  <a:lnTo>
                    <a:pt x="532" y="21892"/>
                  </a:lnTo>
                  <a:lnTo>
                    <a:pt x="813" y="25015"/>
                  </a:lnTo>
                  <a:lnTo>
                    <a:pt x="1125" y="28107"/>
                  </a:lnTo>
                  <a:lnTo>
                    <a:pt x="1500" y="31230"/>
                  </a:lnTo>
                  <a:lnTo>
                    <a:pt x="1906" y="34322"/>
                  </a:lnTo>
                  <a:lnTo>
                    <a:pt x="2374" y="37413"/>
                  </a:lnTo>
                  <a:lnTo>
                    <a:pt x="15241" y="40973"/>
                  </a:lnTo>
                  <a:lnTo>
                    <a:pt x="15303" y="39943"/>
                  </a:lnTo>
                  <a:lnTo>
                    <a:pt x="15366" y="38694"/>
                  </a:lnTo>
                  <a:lnTo>
                    <a:pt x="15459" y="37070"/>
                  </a:lnTo>
                  <a:lnTo>
                    <a:pt x="15522" y="35102"/>
                  </a:lnTo>
                  <a:lnTo>
                    <a:pt x="15553" y="32823"/>
                  </a:lnTo>
                  <a:lnTo>
                    <a:pt x="15522" y="30324"/>
                  </a:lnTo>
                  <a:lnTo>
                    <a:pt x="15428" y="27639"/>
                  </a:lnTo>
                  <a:lnTo>
                    <a:pt x="15366" y="26233"/>
                  </a:lnTo>
                  <a:lnTo>
                    <a:pt x="15272" y="24828"/>
                  </a:lnTo>
                  <a:lnTo>
                    <a:pt x="15147" y="23391"/>
                  </a:lnTo>
                  <a:lnTo>
                    <a:pt x="14991" y="21955"/>
                  </a:lnTo>
                  <a:lnTo>
                    <a:pt x="14803" y="20487"/>
                  </a:lnTo>
                  <a:lnTo>
                    <a:pt x="14616" y="19050"/>
                  </a:lnTo>
                  <a:lnTo>
                    <a:pt x="14366" y="17614"/>
                  </a:lnTo>
                  <a:lnTo>
                    <a:pt x="14085" y="16209"/>
                  </a:lnTo>
                  <a:lnTo>
                    <a:pt x="13773" y="14803"/>
                  </a:lnTo>
                  <a:lnTo>
                    <a:pt x="13429" y="13429"/>
                  </a:lnTo>
                  <a:lnTo>
                    <a:pt x="13023" y="12086"/>
                  </a:lnTo>
                  <a:lnTo>
                    <a:pt x="12586" y="10806"/>
                  </a:lnTo>
                  <a:lnTo>
                    <a:pt x="12118" y="9588"/>
                  </a:lnTo>
                  <a:lnTo>
                    <a:pt x="11587" y="8401"/>
                  </a:lnTo>
                  <a:lnTo>
                    <a:pt x="11306" y="7839"/>
                  </a:lnTo>
                  <a:lnTo>
                    <a:pt x="10993" y="7277"/>
                  </a:lnTo>
                  <a:lnTo>
                    <a:pt x="10681" y="6746"/>
                  </a:lnTo>
                  <a:lnTo>
                    <a:pt x="10369" y="6246"/>
                  </a:lnTo>
                  <a:lnTo>
                    <a:pt x="9713" y="5278"/>
                  </a:lnTo>
                  <a:lnTo>
                    <a:pt x="9088" y="4404"/>
                  </a:lnTo>
                  <a:lnTo>
                    <a:pt x="8495" y="3592"/>
                  </a:lnTo>
                  <a:lnTo>
                    <a:pt x="7902" y="2874"/>
                  </a:lnTo>
                  <a:lnTo>
                    <a:pt x="7308" y="2249"/>
                  </a:lnTo>
                  <a:lnTo>
                    <a:pt x="6777" y="1687"/>
                  </a:lnTo>
                  <a:lnTo>
                    <a:pt x="6247" y="1218"/>
                  </a:lnTo>
                  <a:lnTo>
                    <a:pt x="5747" y="844"/>
                  </a:lnTo>
                  <a:lnTo>
                    <a:pt x="5247" y="500"/>
                  </a:lnTo>
                  <a:lnTo>
                    <a:pt x="4779" y="282"/>
                  </a:lnTo>
                  <a:lnTo>
                    <a:pt x="4342" y="94"/>
                  </a:lnTo>
                  <a:lnTo>
                    <a:pt x="3904" y="32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0" name="Google Shape;3800;p61"/>
            <p:cNvSpPr/>
            <p:nvPr/>
          </p:nvSpPr>
          <p:spPr>
            <a:xfrm>
              <a:off x="3012850" y="3055000"/>
              <a:ext cx="388825" cy="1024350"/>
            </a:xfrm>
            <a:custGeom>
              <a:avLst/>
              <a:gdLst/>
              <a:ahLst/>
              <a:cxnLst/>
              <a:rect l="l" t="t" r="r" b="b"/>
              <a:pathLst>
                <a:path w="15553" h="40974" fill="none" extrusionOk="0">
                  <a:moveTo>
                    <a:pt x="2374" y="37413"/>
                  </a:moveTo>
                  <a:lnTo>
                    <a:pt x="15241" y="40973"/>
                  </a:lnTo>
                  <a:lnTo>
                    <a:pt x="15241" y="40973"/>
                  </a:lnTo>
                  <a:lnTo>
                    <a:pt x="15303" y="39943"/>
                  </a:lnTo>
                  <a:lnTo>
                    <a:pt x="15366" y="38694"/>
                  </a:lnTo>
                  <a:lnTo>
                    <a:pt x="15459" y="37070"/>
                  </a:lnTo>
                  <a:lnTo>
                    <a:pt x="15522" y="35102"/>
                  </a:lnTo>
                  <a:lnTo>
                    <a:pt x="15553" y="32823"/>
                  </a:lnTo>
                  <a:lnTo>
                    <a:pt x="15522" y="30324"/>
                  </a:lnTo>
                  <a:lnTo>
                    <a:pt x="15428" y="27639"/>
                  </a:lnTo>
                  <a:lnTo>
                    <a:pt x="15366" y="26233"/>
                  </a:lnTo>
                  <a:lnTo>
                    <a:pt x="15272" y="24828"/>
                  </a:lnTo>
                  <a:lnTo>
                    <a:pt x="15147" y="23391"/>
                  </a:lnTo>
                  <a:lnTo>
                    <a:pt x="14991" y="21955"/>
                  </a:lnTo>
                  <a:lnTo>
                    <a:pt x="14803" y="20487"/>
                  </a:lnTo>
                  <a:lnTo>
                    <a:pt x="14616" y="19050"/>
                  </a:lnTo>
                  <a:lnTo>
                    <a:pt x="14366" y="17614"/>
                  </a:lnTo>
                  <a:lnTo>
                    <a:pt x="14085" y="16209"/>
                  </a:lnTo>
                  <a:lnTo>
                    <a:pt x="13773" y="14803"/>
                  </a:lnTo>
                  <a:lnTo>
                    <a:pt x="13429" y="13429"/>
                  </a:lnTo>
                  <a:lnTo>
                    <a:pt x="13023" y="12086"/>
                  </a:lnTo>
                  <a:lnTo>
                    <a:pt x="12586" y="10806"/>
                  </a:lnTo>
                  <a:lnTo>
                    <a:pt x="12118" y="9588"/>
                  </a:lnTo>
                  <a:lnTo>
                    <a:pt x="11587" y="8401"/>
                  </a:lnTo>
                  <a:lnTo>
                    <a:pt x="11306" y="7839"/>
                  </a:lnTo>
                  <a:lnTo>
                    <a:pt x="10993" y="7277"/>
                  </a:lnTo>
                  <a:lnTo>
                    <a:pt x="10681" y="6746"/>
                  </a:lnTo>
                  <a:lnTo>
                    <a:pt x="10369" y="6246"/>
                  </a:lnTo>
                  <a:lnTo>
                    <a:pt x="10369" y="6246"/>
                  </a:lnTo>
                  <a:lnTo>
                    <a:pt x="9713" y="5278"/>
                  </a:lnTo>
                  <a:lnTo>
                    <a:pt x="9088" y="4404"/>
                  </a:lnTo>
                  <a:lnTo>
                    <a:pt x="8495" y="3592"/>
                  </a:lnTo>
                  <a:lnTo>
                    <a:pt x="7902" y="2874"/>
                  </a:lnTo>
                  <a:lnTo>
                    <a:pt x="7308" y="2249"/>
                  </a:lnTo>
                  <a:lnTo>
                    <a:pt x="6777" y="1687"/>
                  </a:lnTo>
                  <a:lnTo>
                    <a:pt x="6247" y="1218"/>
                  </a:lnTo>
                  <a:lnTo>
                    <a:pt x="5747" y="844"/>
                  </a:lnTo>
                  <a:lnTo>
                    <a:pt x="5247" y="500"/>
                  </a:lnTo>
                  <a:lnTo>
                    <a:pt x="4779" y="282"/>
                  </a:lnTo>
                  <a:lnTo>
                    <a:pt x="4342" y="94"/>
                  </a:lnTo>
                  <a:lnTo>
                    <a:pt x="3904" y="32"/>
                  </a:lnTo>
                  <a:lnTo>
                    <a:pt x="3498" y="1"/>
                  </a:lnTo>
                  <a:lnTo>
                    <a:pt x="3311" y="32"/>
                  </a:lnTo>
                  <a:lnTo>
                    <a:pt x="3124" y="63"/>
                  </a:lnTo>
                  <a:lnTo>
                    <a:pt x="2780" y="188"/>
                  </a:lnTo>
                  <a:lnTo>
                    <a:pt x="2437" y="407"/>
                  </a:lnTo>
                  <a:lnTo>
                    <a:pt x="2093" y="656"/>
                  </a:lnTo>
                  <a:lnTo>
                    <a:pt x="1812" y="1000"/>
                  </a:lnTo>
                  <a:lnTo>
                    <a:pt x="1531" y="1406"/>
                  </a:lnTo>
                  <a:lnTo>
                    <a:pt x="1281" y="1874"/>
                  </a:lnTo>
                  <a:lnTo>
                    <a:pt x="1062" y="2436"/>
                  </a:lnTo>
                  <a:lnTo>
                    <a:pt x="844" y="3030"/>
                  </a:lnTo>
                  <a:lnTo>
                    <a:pt x="656" y="3717"/>
                  </a:lnTo>
                  <a:lnTo>
                    <a:pt x="500" y="4435"/>
                  </a:lnTo>
                  <a:lnTo>
                    <a:pt x="344" y="5247"/>
                  </a:lnTo>
                  <a:lnTo>
                    <a:pt x="251" y="6121"/>
                  </a:lnTo>
                  <a:lnTo>
                    <a:pt x="157" y="7027"/>
                  </a:lnTo>
                  <a:lnTo>
                    <a:pt x="63" y="8026"/>
                  </a:lnTo>
                  <a:lnTo>
                    <a:pt x="32" y="9057"/>
                  </a:lnTo>
                  <a:lnTo>
                    <a:pt x="1" y="10150"/>
                  </a:lnTo>
                  <a:lnTo>
                    <a:pt x="1" y="11306"/>
                  </a:lnTo>
                  <a:lnTo>
                    <a:pt x="32" y="12524"/>
                  </a:lnTo>
                  <a:lnTo>
                    <a:pt x="32" y="12524"/>
                  </a:lnTo>
                  <a:lnTo>
                    <a:pt x="126" y="15646"/>
                  </a:lnTo>
                  <a:lnTo>
                    <a:pt x="313" y="18769"/>
                  </a:lnTo>
                  <a:lnTo>
                    <a:pt x="532" y="21892"/>
                  </a:lnTo>
                  <a:lnTo>
                    <a:pt x="813" y="25015"/>
                  </a:lnTo>
                  <a:lnTo>
                    <a:pt x="1125" y="28107"/>
                  </a:lnTo>
                  <a:lnTo>
                    <a:pt x="1500" y="31230"/>
                  </a:lnTo>
                  <a:lnTo>
                    <a:pt x="1906" y="34322"/>
                  </a:lnTo>
                  <a:lnTo>
                    <a:pt x="2374" y="3741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1" name="Google Shape;3801;p61"/>
            <p:cNvSpPr/>
            <p:nvPr/>
          </p:nvSpPr>
          <p:spPr>
            <a:xfrm>
              <a:off x="3482850" y="3820125"/>
              <a:ext cx="85125" cy="47650"/>
            </a:xfrm>
            <a:custGeom>
              <a:avLst/>
              <a:gdLst/>
              <a:ahLst/>
              <a:cxnLst/>
              <a:rect l="l" t="t" r="r" b="b"/>
              <a:pathLst>
                <a:path w="3405" h="1906" extrusionOk="0">
                  <a:moveTo>
                    <a:pt x="2281" y="0"/>
                  </a:moveTo>
                  <a:lnTo>
                    <a:pt x="1968" y="32"/>
                  </a:lnTo>
                  <a:lnTo>
                    <a:pt x="1656" y="63"/>
                  </a:lnTo>
                  <a:lnTo>
                    <a:pt x="1344" y="156"/>
                  </a:lnTo>
                  <a:lnTo>
                    <a:pt x="1063" y="250"/>
                  </a:lnTo>
                  <a:lnTo>
                    <a:pt x="782" y="406"/>
                  </a:lnTo>
                  <a:lnTo>
                    <a:pt x="501" y="562"/>
                  </a:lnTo>
                  <a:lnTo>
                    <a:pt x="251" y="750"/>
                  </a:lnTo>
                  <a:lnTo>
                    <a:pt x="1" y="968"/>
                  </a:lnTo>
                  <a:lnTo>
                    <a:pt x="63" y="1031"/>
                  </a:lnTo>
                  <a:lnTo>
                    <a:pt x="282" y="1218"/>
                  </a:lnTo>
                  <a:lnTo>
                    <a:pt x="532" y="1406"/>
                  </a:lnTo>
                  <a:lnTo>
                    <a:pt x="813" y="1562"/>
                  </a:lnTo>
                  <a:lnTo>
                    <a:pt x="1094" y="1687"/>
                  </a:lnTo>
                  <a:lnTo>
                    <a:pt x="1375" y="1780"/>
                  </a:lnTo>
                  <a:lnTo>
                    <a:pt x="1656" y="1843"/>
                  </a:lnTo>
                  <a:lnTo>
                    <a:pt x="1937" y="1874"/>
                  </a:lnTo>
                  <a:lnTo>
                    <a:pt x="2249" y="1905"/>
                  </a:lnTo>
                  <a:lnTo>
                    <a:pt x="2530" y="1874"/>
                  </a:lnTo>
                  <a:lnTo>
                    <a:pt x="2843" y="1843"/>
                  </a:lnTo>
                  <a:lnTo>
                    <a:pt x="3124" y="1780"/>
                  </a:lnTo>
                  <a:lnTo>
                    <a:pt x="3405" y="1687"/>
                  </a:lnTo>
                  <a:lnTo>
                    <a:pt x="2811" y="63"/>
                  </a:lnTo>
                  <a:lnTo>
                    <a:pt x="2562" y="32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2" name="Google Shape;3802;p61"/>
            <p:cNvSpPr/>
            <p:nvPr/>
          </p:nvSpPr>
          <p:spPr>
            <a:xfrm>
              <a:off x="3482850" y="3820125"/>
              <a:ext cx="85125" cy="47650"/>
            </a:xfrm>
            <a:custGeom>
              <a:avLst/>
              <a:gdLst/>
              <a:ahLst/>
              <a:cxnLst/>
              <a:rect l="l" t="t" r="r" b="b"/>
              <a:pathLst>
                <a:path w="3405" h="1906" fill="none" extrusionOk="0">
                  <a:moveTo>
                    <a:pt x="2281" y="0"/>
                  </a:moveTo>
                  <a:lnTo>
                    <a:pt x="2281" y="0"/>
                  </a:lnTo>
                  <a:lnTo>
                    <a:pt x="1968" y="32"/>
                  </a:lnTo>
                  <a:lnTo>
                    <a:pt x="1656" y="63"/>
                  </a:lnTo>
                  <a:lnTo>
                    <a:pt x="1344" y="156"/>
                  </a:lnTo>
                  <a:lnTo>
                    <a:pt x="1063" y="250"/>
                  </a:lnTo>
                  <a:lnTo>
                    <a:pt x="782" y="406"/>
                  </a:lnTo>
                  <a:lnTo>
                    <a:pt x="501" y="562"/>
                  </a:lnTo>
                  <a:lnTo>
                    <a:pt x="251" y="750"/>
                  </a:lnTo>
                  <a:lnTo>
                    <a:pt x="1" y="968"/>
                  </a:lnTo>
                  <a:lnTo>
                    <a:pt x="63" y="1031"/>
                  </a:lnTo>
                  <a:lnTo>
                    <a:pt x="63" y="1031"/>
                  </a:lnTo>
                  <a:lnTo>
                    <a:pt x="282" y="1218"/>
                  </a:lnTo>
                  <a:lnTo>
                    <a:pt x="532" y="1406"/>
                  </a:lnTo>
                  <a:lnTo>
                    <a:pt x="813" y="1562"/>
                  </a:lnTo>
                  <a:lnTo>
                    <a:pt x="1094" y="1687"/>
                  </a:lnTo>
                  <a:lnTo>
                    <a:pt x="1375" y="1780"/>
                  </a:lnTo>
                  <a:lnTo>
                    <a:pt x="1656" y="1843"/>
                  </a:lnTo>
                  <a:lnTo>
                    <a:pt x="1937" y="1874"/>
                  </a:lnTo>
                  <a:lnTo>
                    <a:pt x="2249" y="1905"/>
                  </a:lnTo>
                  <a:lnTo>
                    <a:pt x="2249" y="1905"/>
                  </a:lnTo>
                  <a:lnTo>
                    <a:pt x="2530" y="1874"/>
                  </a:lnTo>
                  <a:lnTo>
                    <a:pt x="2843" y="1843"/>
                  </a:lnTo>
                  <a:lnTo>
                    <a:pt x="3124" y="1780"/>
                  </a:lnTo>
                  <a:lnTo>
                    <a:pt x="3405" y="1687"/>
                  </a:lnTo>
                  <a:lnTo>
                    <a:pt x="3405" y="1687"/>
                  </a:lnTo>
                  <a:lnTo>
                    <a:pt x="2811" y="63"/>
                  </a:lnTo>
                  <a:lnTo>
                    <a:pt x="2811" y="63"/>
                  </a:lnTo>
                  <a:lnTo>
                    <a:pt x="2562" y="32"/>
                  </a:lnTo>
                  <a:lnTo>
                    <a:pt x="228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3" name="Google Shape;3803;p61"/>
            <p:cNvSpPr/>
            <p:nvPr/>
          </p:nvSpPr>
          <p:spPr>
            <a:xfrm>
              <a:off x="3427425" y="3802950"/>
              <a:ext cx="6275" cy="21875"/>
            </a:xfrm>
            <a:custGeom>
              <a:avLst/>
              <a:gdLst/>
              <a:ahLst/>
              <a:cxnLst/>
              <a:rect l="l" t="t" r="r" b="b"/>
              <a:pathLst>
                <a:path w="251" h="875" extrusionOk="0">
                  <a:moveTo>
                    <a:pt x="125" y="0"/>
                  </a:moveTo>
                  <a:lnTo>
                    <a:pt x="1" y="875"/>
                  </a:lnTo>
                  <a:lnTo>
                    <a:pt x="250" y="125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4" name="Google Shape;3804;p61"/>
            <p:cNvSpPr/>
            <p:nvPr/>
          </p:nvSpPr>
          <p:spPr>
            <a:xfrm>
              <a:off x="3427425" y="3802950"/>
              <a:ext cx="6275" cy="21875"/>
            </a:xfrm>
            <a:custGeom>
              <a:avLst/>
              <a:gdLst/>
              <a:ahLst/>
              <a:cxnLst/>
              <a:rect l="l" t="t" r="r" b="b"/>
              <a:pathLst>
                <a:path w="251" h="875" fill="none" extrusionOk="0">
                  <a:moveTo>
                    <a:pt x="125" y="0"/>
                  </a:moveTo>
                  <a:lnTo>
                    <a:pt x="125" y="0"/>
                  </a:lnTo>
                  <a:lnTo>
                    <a:pt x="1" y="875"/>
                  </a:lnTo>
                  <a:lnTo>
                    <a:pt x="1" y="875"/>
                  </a:lnTo>
                  <a:lnTo>
                    <a:pt x="250" y="125"/>
                  </a:lnTo>
                  <a:lnTo>
                    <a:pt x="250" y="125"/>
                  </a:lnTo>
                  <a:lnTo>
                    <a:pt x="12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5" name="Google Shape;3805;p61"/>
            <p:cNvSpPr/>
            <p:nvPr/>
          </p:nvSpPr>
          <p:spPr>
            <a:xfrm>
              <a:off x="3421950" y="3806075"/>
              <a:ext cx="12525" cy="42950"/>
            </a:xfrm>
            <a:custGeom>
              <a:avLst/>
              <a:gdLst/>
              <a:ahLst/>
              <a:cxnLst/>
              <a:rect l="l" t="t" r="r" b="b"/>
              <a:pathLst>
                <a:path w="501" h="1718" extrusionOk="0">
                  <a:moveTo>
                    <a:pt x="469" y="0"/>
                  </a:moveTo>
                  <a:lnTo>
                    <a:pt x="220" y="750"/>
                  </a:lnTo>
                  <a:lnTo>
                    <a:pt x="1" y="1718"/>
                  </a:lnTo>
                  <a:lnTo>
                    <a:pt x="501" y="63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6" name="Google Shape;3806;p61"/>
            <p:cNvSpPr/>
            <p:nvPr/>
          </p:nvSpPr>
          <p:spPr>
            <a:xfrm>
              <a:off x="3421950" y="3806075"/>
              <a:ext cx="12525" cy="42950"/>
            </a:xfrm>
            <a:custGeom>
              <a:avLst/>
              <a:gdLst/>
              <a:ahLst/>
              <a:cxnLst/>
              <a:rect l="l" t="t" r="r" b="b"/>
              <a:pathLst>
                <a:path w="501" h="1718" fill="none" extrusionOk="0">
                  <a:moveTo>
                    <a:pt x="469" y="0"/>
                  </a:moveTo>
                  <a:lnTo>
                    <a:pt x="469" y="0"/>
                  </a:lnTo>
                  <a:lnTo>
                    <a:pt x="220" y="750"/>
                  </a:lnTo>
                  <a:lnTo>
                    <a:pt x="220" y="750"/>
                  </a:lnTo>
                  <a:lnTo>
                    <a:pt x="1" y="1718"/>
                  </a:lnTo>
                  <a:lnTo>
                    <a:pt x="1" y="1718"/>
                  </a:lnTo>
                  <a:lnTo>
                    <a:pt x="501" y="63"/>
                  </a:lnTo>
                  <a:lnTo>
                    <a:pt x="501" y="63"/>
                  </a:lnTo>
                  <a:lnTo>
                    <a:pt x="4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7" name="Google Shape;3807;p61"/>
            <p:cNvSpPr/>
            <p:nvPr/>
          </p:nvSpPr>
          <p:spPr>
            <a:xfrm>
              <a:off x="3414925" y="3807625"/>
              <a:ext cx="68750" cy="77325"/>
            </a:xfrm>
            <a:custGeom>
              <a:avLst/>
              <a:gdLst/>
              <a:ahLst/>
              <a:cxnLst/>
              <a:rect l="l" t="t" r="r" b="b"/>
              <a:pathLst>
                <a:path w="2750" h="3093" extrusionOk="0">
                  <a:moveTo>
                    <a:pt x="2218" y="1219"/>
                  </a:moveTo>
                  <a:lnTo>
                    <a:pt x="2031" y="1687"/>
                  </a:lnTo>
                  <a:lnTo>
                    <a:pt x="1812" y="2124"/>
                  </a:lnTo>
                  <a:lnTo>
                    <a:pt x="1812" y="2124"/>
                  </a:lnTo>
                  <a:lnTo>
                    <a:pt x="2187" y="1812"/>
                  </a:lnTo>
                  <a:lnTo>
                    <a:pt x="2499" y="1625"/>
                  </a:lnTo>
                  <a:lnTo>
                    <a:pt x="2749" y="1500"/>
                  </a:lnTo>
                  <a:lnTo>
                    <a:pt x="2593" y="1437"/>
                  </a:lnTo>
                  <a:lnTo>
                    <a:pt x="2218" y="1219"/>
                  </a:lnTo>
                  <a:close/>
                  <a:moveTo>
                    <a:pt x="782" y="1"/>
                  </a:moveTo>
                  <a:lnTo>
                    <a:pt x="282" y="1656"/>
                  </a:lnTo>
                  <a:lnTo>
                    <a:pt x="1" y="2624"/>
                  </a:lnTo>
                  <a:lnTo>
                    <a:pt x="719" y="3092"/>
                  </a:lnTo>
                  <a:lnTo>
                    <a:pt x="938" y="2561"/>
                  </a:lnTo>
                  <a:lnTo>
                    <a:pt x="1250" y="2062"/>
                  </a:lnTo>
                  <a:lnTo>
                    <a:pt x="1562" y="1531"/>
                  </a:lnTo>
                  <a:lnTo>
                    <a:pt x="1968" y="1062"/>
                  </a:lnTo>
                  <a:lnTo>
                    <a:pt x="1437" y="625"/>
                  </a:lnTo>
                  <a:lnTo>
                    <a:pt x="1156" y="344"/>
                  </a:lnTo>
                  <a:lnTo>
                    <a:pt x="813" y="3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8" name="Google Shape;3808;p61"/>
            <p:cNvSpPr/>
            <p:nvPr/>
          </p:nvSpPr>
          <p:spPr>
            <a:xfrm>
              <a:off x="3460225" y="3838075"/>
              <a:ext cx="23450" cy="22675"/>
            </a:xfrm>
            <a:custGeom>
              <a:avLst/>
              <a:gdLst/>
              <a:ahLst/>
              <a:cxnLst/>
              <a:rect l="l" t="t" r="r" b="b"/>
              <a:pathLst>
                <a:path w="938" h="907" fill="none" extrusionOk="0">
                  <a:moveTo>
                    <a:pt x="406" y="1"/>
                  </a:moveTo>
                  <a:lnTo>
                    <a:pt x="406" y="1"/>
                  </a:lnTo>
                  <a:lnTo>
                    <a:pt x="219" y="469"/>
                  </a:lnTo>
                  <a:lnTo>
                    <a:pt x="0" y="906"/>
                  </a:lnTo>
                  <a:lnTo>
                    <a:pt x="0" y="906"/>
                  </a:lnTo>
                  <a:lnTo>
                    <a:pt x="375" y="594"/>
                  </a:lnTo>
                  <a:lnTo>
                    <a:pt x="687" y="407"/>
                  </a:lnTo>
                  <a:lnTo>
                    <a:pt x="937" y="282"/>
                  </a:lnTo>
                  <a:lnTo>
                    <a:pt x="937" y="282"/>
                  </a:lnTo>
                  <a:lnTo>
                    <a:pt x="781" y="219"/>
                  </a:lnTo>
                  <a:lnTo>
                    <a:pt x="40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9" name="Google Shape;3809;p61"/>
            <p:cNvSpPr/>
            <p:nvPr/>
          </p:nvSpPr>
          <p:spPr>
            <a:xfrm>
              <a:off x="3414925" y="3807625"/>
              <a:ext cx="49225" cy="77325"/>
            </a:xfrm>
            <a:custGeom>
              <a:avLst/>
              <a:gdLst/>
              <a:ahLst/>
              <a:cxnLst/>
              <a:rect l="l" t="t" r="r" b="b"/>
              <a:pathLst>
                <a:path w="1969" h="3093" fill="none" extrusionOk="0">
                  <a:moveTo>
                    <a:pt x="782" y="1"/>
                  </a:moveTo>
                  <a:lnTo>
                    <a:pt x="782" y="1"/>
                  </a:lnTo>
                  <a:lnTo>
                    <a:pt x="282" y="1656"/>
                  </a:lnTo>
                  <a:lnTo>
                    <a:pt x="282" y="1656"/>
                  </a:lnTo>
                  <a:lnTo>
                    <a:pt x="1" y="2624"/>
                  </a:lnTo>
                  <a:lnTo>
                    <a:pt x="1" y="2624"/>
                  </a:lnTo>
                  <a:lnTo>
                    <a:pt x="719" y="3092"/>
                  </a:lnTo>
                  <a:lnTo>
                    <a:pt x="719" y="3092"/>
                  </a:lnTo>
                  <a:lnTo>
                    <a:pt x="938" y="2561"/>
                  </a:lnTo>
                  <a:lnTo>
                    <a:pt x="1250" y="2062"/>
                  </a:lnTo>
                  <a:lnTo>
                    <a:pt x="1250" y="2062"/>
                  </a:lnTo>
                  <a:lnTo>
                    <a:pt x="1562" y="1531"/>
                  </a:lnTo>
                  <a:lnTo>
                    <a:pt x="1968" y="1062"/>
                  </a:lnTo>
                  <a:lnTo>
                    <a:pt x="1968" y="1062"/>
                  </a:lnTo>
                  <a:lnTo>
                    <a:pt x="1437" y="625"/>
                  </a:lnTo>
                  <a:lnTo>
                    <a:pt x="1156" y="344"/>
                  </a:lnTo>
                  <a:lnTo>
                    <a:pt x="813" y="32"/>
                  </a:lnTo>
                  <a:lnTo>
                    <a:pt x="813" y="32"/>
                  </a:lnTo>
                  <a:lnTo>
                    <a:pt x="7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0" name="Google Shape;3810;p61"/>
            <p:cNvSpPr/>
            <p:nvPr/>
          </p:nvSpPr>
          <p:spPr>
            <a:xfrm>
              <a:off x="3432900" y="3834175"/>
              <a:ext cx="37500" cy="52325"/>
            </a:xfrm>
            <a:custGeom>
              <a:avLst/>
              <a:gdLst/>
              <a:ahLst/>
              <a:cxnLst/>
              <a:rect l="l" t="t" r="r" b="b"/>
              <a:pathLst>
                <a:path w="1500" h="2093" extrusionOk="0">
                  <a:moveTo>
                    <a:pt x="1249" y="0"/>
                  </a:moveTo>
                  <a:lnTo>
                    <a:pt x="843" y="469"/>
                  </a:lnTo>
                  <a:lnTo>
                    <a:pt x="531" y="1000"/>
                  </a:lnTo>
                  <a:lnTo>
                    <a:pt x="219" y="1499"/>
                  </a:lnTo>
                  <a:lnTo>
                    <a:pt x="0" y="2030"/>
                  </a:lnTo>
                  <a:lnTo>
                    <a:pt x="94" y="2093"/>
                  </a:lnTo>
                  <a:lnTo>
                    <a:pt x="156" y="1999"/>
                  </a:lnTo>
                  <a:lnTo>
                    <a:pt x="656" y="1468"/>
                  </a:lnTo>
                  <a:lnTo>
                    <a:pt x="1093" y="1062"/>
                  </a:lnTo>
                  <a:lnTo>
                    <a:pt x="1312" y="625"/>
                  </a:lnTo>
                  <a:lnTo>
                    <a:pt x="1499" y="157"/>
                  </a:lnTo>
                  <a:lnTo>
                    <a:pt x="1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1" name="Google Shape;3811;p61"/>
            <p:cNvSpPr/>
            <p:nvPr/>
          </p:nvSpPr>
          <p:spPr>
            <a:xfrm>
              <a:off x="3432900" y="3834175"/>
              <a:ext cx="37500" cy="52325"/>
            </a:xfrm>
            <a:custGeom>
              <a:avLst/>
              <a:gdLst/>
              <a:ahLst/>
              <a:cxnLst/>
              <a:rect l="l" t="t" r="r" b="b"/>
              <a:pathLst>
                <a:path w="1500" h="2093" fill="none" extrusionOk="0">
                  <a:moveTo>
                    <a:pt x="1249" y="0"/>
                  </a:moveTo>
                  <a:lnTo>
                    <a:pt x="1249" y="0"/>
                  </a:lnTo>
                  <a:lnTo>
                    <a:pt x="843" y="469"/>
                  </a:lnTo>
                  <a:lnTo>
                    <a:pt x="531" y="1000"/>
                  </a:lnTo>
                  <a:lnTo>
                    <a:pt x="531" y="1000"/>
                  </a:lnTo>
                  <a:lnTo>
                    <a:pt x="219" y="1499"/>
                  </a:lnTo>
                  <a:lnTo>
                    <a:pt x="0" y="2030"/>
                  </a:lnTo>
                  <a:lnTo>
                    <a:pt x="0" y="2030"/>
                  </a:lnTo>
                  <a:lnTo>
                    <a:pt x="94" y="2093"/>
                  </a:lnTo>
                  <a:lnTo>
                    <a:pt x="94" y="2093"/>
                  </a:lnTo>
                  <a:lnTo>
                    <a:pt x="156" y="1999"/>
                  </a:lnTo>
                  <a:lnTo>
                    <a:pt x="156" y="1999"/>
                  </a:lnTo>
                  <a:lnTo>
                    <a:pt x="656" y="1468"/>
                  </a:lnTo>
                  <a:lnTo>
                    <a:pt x="1093" y="1062"/>
                  </a:lnTo>
                  <a:lnTo>
                    <a:pt x="1093" y="1062"/>
                  </a:lnTo>
                  <a:lnTo>
                    <a:pt x="1312" y="625"/>
                  </a:lnTo>
                  <a:lnTo>
                    <a:pt x="1499" y="157"/>
                  </a:lnTo>
                  <a:lnTo>
                    <a:pt x="1499" y="157"/>
                  </a:lnTo>
                  <a:lnTo>
                    <a:pt x="12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2" name="Google Shape;3812;p61"/>
            <p:cNvSpPr/>
            <p:nvPr/>
          </p:nvSpPr>
          <p:spPr>
            <a:xfrm>
              <a:off x="2062700" y="2997225"/>
              <a:ext cx="1370225" cy="1425650"/>
            </a:xfrm>
            <a:custGeom>
              <a:avLst/>
              <a:gdLst/>
              <a:ahLst/>
              <a:cxnLst/>
              <a:rect l="l" t="t" r="r" b="b"/>
              <a:pathLst>
                <a:path w="54809" h="57026" extrusionOk="0">
                  <a:moveTo>
                    <a:pt x="32760" y="1"/>
                  </a:moveTo>
                  <a:lnTo>
                    <a:pt x="32136" y="63"/>
                  </a:lnTo>
                  <a:lnTo>
                    <a:pt x="31511" y="125"/>
                  </a:lnTo>
                  <a:lnTo>
                    <a:pt x="30886" y="250"/>
                  </a:lnTo>
                  <a:lnTo>
                    <a:pt x="30262" y="407"/>
                  </a:lnTo>
                  <a:lnTo>
                    <a:pt x="29606" y="625"/>
                  </a:lnTo>
                  <a:lnTo>
                    <a:pt x="28950" y="844"/>
                  </a:lnTo>
                  <a:lnTo>
                    <a:pt x="28263" y="1156"/>
                  </a:lnTo>
                  <a:lnTo>
                    <a:pt x="27607" y="1500"/>
                  </a:lnTo>
                  <a:lnTo>
                    <a:pt x="26889" y="1874"/>
                  </a:lnTo>
                  <a:lnTo>
                    <a:pt x="26202" y="2312"/>
                  </a:lnTo>
                  <a:lnTo>
                    <a:pt x="25484" y="2780"/>
                  </a:lnTo>
                  <a:lnTo>
                    <a:pt x="24765" y="3342"/>
                  </a:lnTo>
                  <a:lnTo>
                    <a:pt x="24016" y="3904"/>
                  </a:lnTo>
                  <a:lnTo>
                    <a:pt x="23360" y="4498"/>
                  </a:lnTo>
                  <a:lnTo>
                    <a:pt x="22704" y="5122"/>
                  </a:lnTo>
                  <a:lnTo>
                    <a:pt x="22048" y="5809"/>
                  </a:lnTo>
                  <a:lnTo>
                    <a:pt x="21393" y="6496"/>
                  </a:lnTo>
                  <a:lnTo>
                    <a:pt x="20737" y="7246"/>
                  </a:lnTo>
                  <a:lnTo>
                    <a:pt x="20112" y="8027"/>
                  </a:lnTo>
                  <a:lnTo>
                    <a:pt x="19488" y="8838"/>
                  </a:lnTo>
                  <a:lnTo>
                    <a:pt x="18863" y="9682"/>
                  </a:lnTo>
                  <a:lnTo>
                    <a:pt x="18238" y="10525"/>
                  </a:lnTo>
                  <a:lnTo>
                    <a:pt x="17645" y="11431"/>
                  </a:lnTo>
                  <a:lnTo>
                    <a:pt x="17052" y="12367"/>
                  </a:lnTo>
                  <a:lnTo>
                    <a:pt x="16458" y="13304"/>
                  </a:lnTo>
                  <a:lnTo>
                    <a:pt x="15303" y="15272"/>
                  </a:lnTo>
                  <a:lnTo>
                    <a:pt x="14179" y="17302"/>
                  </a:lnTo>
                  <a:lnTo>
                    <a:pt x="13117" y="19425"/>
                  </a:lnTo>
                  <a:lnTo>
                    <a:pt x="12055" y="21580"/>
                  </a:lnTo>
                  <a:lnTo>
                    <a:pt x="11056" y="23797"/>
                  </a:lnTo>
                  <a:lnTo>
                    <a:pt x="10087" y="26015"/>
                  </a:lnTo>
                  <a:lnTo>
                    <a:pt x="9151" y="28294"/>
                  </a:lnTo>
                  <a:lnTo>
                    <a:pt x="8276" y="30543"/>
                  </a:lnTo>
                  <a:lnTo>
                    <a:pt x="7433" y="32791"/>
                  </a:lnTo>
                  <a:lnTo>
                    <a:pt x="6621" y="35009"/>
                  </a:lnTo>
                  <a:lnTo>
                    <a:pt x="5840" y="37195"/>
                  </a:lnTo>
                  <a:lnTo>
                    <a:pt x="5122" y="39318"/>
                  </a:lnTo>
                  <a:lnTo>
                    <a:pt x="4435" y="41411"/>
                  </a:lnTo>
                  <a:lnTo>
                    <a:pt x="3810" y="43409"/>
                  </a:lnTo>
                  <a:lnTo>
                    <a:pt x="2686" y="47157"/>
                  </a:lnTo>
                  <a:lnTo>
                    <a:pt x="1718" y="50436"/>
                  </a:lnTo>
                  <a:lnTo>
                    <a:pt x="1000" y="53153"/>
                  </a:lnTo>
                  <a:lnTo>
                    <a:pt x="438" y="55245"/>
                  </a:lnTo>
                  <a:lnTo>
                    <a:pt x="0" y="57025"/>
                  </a:lnTo>
                  <a:lnTo>
                    <a:pt x="51248" y="57025"/>
                  </a:lnTo>
                  <a:lnTo>
                    <a:pt x="50811" y="41317"/>
                  </a:lnTo>
                  <a:lnTo>
                    <a:pt x="50998" y="41067"/>
                  </a:lnTo>
                  <a:lnTo>
                    <a:pt x="51467" y="40349"/>
                  </a:lnTo>
                  <a:lnTo>
                    <a:pt x="51810" y="39849"/>
                  </a:lnTo>
                  <a:lnTo>
                    <a:pt x="52154" y="39225"/>
                  </a:lnTo>
                  <a:lnTo>
                    <a:pt x="52560" y="38538"/>
                  </a:lnTo>
                  <a:lnTo>
                    <a:pt x="52934" y="37788"/>
                  </a:lnTo>
                  <a:lnTo>
                    <a:pt x="53340" y="36976"/>
                  </a:lnTo>
                  <a:lnTo>
                    <a:pt x="53715" y="36070"/>
                  </a:lnTo>
                  <a:lnTo>
                    <a:pt x="54059" y="35134"/>
                  </a:lnTo>
                  <a:lnTo>
                    <a:pt x="54340" y="34165"/>
                  </a:lnTo>
                  <a:lnTo>
                    <a:pt x="54558" y="33135"/>
                  </a:lnTo>
                  <a:lnTo>
                    <a:pt x="54652" y="32635"/>
                  </a:lnTo>
                  <a:lnTo>
                    <a:pt x="54746" y="32104"/>
                  </a:lnTo>
                  <a:lnTo>
                    <a:pt x="54777" y="31573"/>
                  </a:lnTo>
                  <a:lnTo>
                    <a:pt x="54808" y="31043"/>
                  </a:lnTo>
                  <a:lnTo>
                    <a:pt x="54808" y="30512"/>
                  </a:lnTo>
                  <a:lnTo>
                    <a:pt x="54777" y="29981"/>
                  </a:lnTo>
                  <a:lnTo>
                    <a:pt x="54714" y="29356"/>
                  </a:lnTo>
                  <a:lnTo>
                    <a:pt x="54590" y="28638"/>
                  </a:lnTo>
                  <a:lnTo>
                    <a:pt x="54402" y="27888"/>
                  </a:lnTo>
                  <a:lnTo>
                    <a:pt x="54152" y="27076"/>
                  </a:lnTo>
                  <a:lnTo>
                    <a:pt x="53871" y="26233"/>
                  </a:lnTo>
                  <a:lnTo>
                    <a:pt x="53528" y="25328"/>
                  </a:lnTo>
                  <a:lnTo>
                    <a:pt x="53153" y="24391"/>
                  </a:lnTo>
                  <a:lnTo>
                    <a:pt x="52778" y="23423"/>
                  </a:lnTo>
                  <a:lnTo>
                    <a:pt x="51873" y="21424"/>
                  </a:lnTo>
                  <a:lnTo>
                    <a:pt x="50873" y="19363"/>
                  </a:lnTo>
                  <a:lnTo>
                    <a:pt x="49811" y="17302"/>
                  </a:lnTo>
                  <a:lnTo>
                    <a:pt x="48687" y="15240"/>
                  </a:lnTo>
                  <a:lnTo>
                    <a:pt x="47594" y="13242"/>
                  </a:lnTo>
                  <a:lnTo>
                    <a:pt x="46501" y="11337"/>
                  </a:lnTo>
                  <a:lnTo>
                    <a:pt x="45471" y="9588"/>
                  </a:lnTo>
                  <a:lnTo>
                    <a:pt x="44534" y="8058"/>
                  </a:lnTo>
                  <a:lnTo>
                    <a:pt x="43690" y="6715"/>
                  </a:lnTo>
                  <a:lnTo>
                    <a:pt x="43003" y="5653"/>
                  </a:lnTo>
                  <a:lnTo>
                    <a:pt x="42504" y="4904"/>
                  </a:lnTo>
                  <a:lnTo>
                    <a:pt x="42191" y="4498"/>
                  </a:lnTo>
                  <a:lnTo>
                    <a:pt x="41379" y="3717"/>
                  </a:lnTo>
                  <a:lnTo>
                    <a:pt x="40536" y="2967"/>
                  </a:lnTo>
                  <a:lnTo>
                    <a:pt x="40099" y="2593"/>
                  </a:lnTo>
                  <a:lnTo>
                    <a:pt x="39662" y="2280"/>
                  </a:lnTo>
                  <a:lnTo>
                    <a:pt x="39193" y="1937"/>
                  </a:lnTo>
                  <a:lnTo>
                    <a:pt x="38694" y="1656"/>
                  </a:lnTo>
                  <a:lnTo>
                    <a:pt x="38225" y="1375"/>
                  </a:lnTo>
                  <a:lnTo>
                    <a:pt x="37726" y="1125"/>
                  </a:lnTo>
                  <a:lnTo>
                    <a:pt x="37226" y="875"/>
                  </a:lnTo>
                  <a:lnTo>
                    <a:pt x="36695" y="656"/>
                  </a:lnTo>
                  <a:lnTo>
                    <a:pt x="36164" y="469"/>
                  </a:lnTo>
                  <a:lnTo>
                    <a:pt x="35633" y="313"/>
                  </a:lnTo>
                  <a:lnTo>
                    <a:pt x="35071" y="188"/>
                  </a:lnTo>
                  <a:lnTo>
                    <a:pt x="34509" y="94"/>
                  </a:lnTo>
                  <a:lnTo>
                    <a:pt x="33916" y="32"/>
                  </a:lnTo>
                  <a:lnTo>
                    <a:pt x="333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3" name="Google Shape;3813;p61"/>
            <p:cNvSpPr/>
            <p:nvPr/>
          </p:nvSpPr>
          <p:spPr>
            <a:xfrm>
              <a:off x="2062700" y="2997225"/>
              <a:ext cx="1370225" cy="1425650"/>
            </a:xfrm>
            <a:custGeom>
              <a:avLst/>
              <a:gdLst/>
              <a:ahLst/>
              <a:cxnLst/>
              <a:rect l="l" t="t" r="r" b="b"/>
              <a:pathLst>
                <a:path w="54809" h="57026" fill="none" extrusionOk="0">
                  <a:moveTo>
                    <a:pt x="50811" y="41317"/>
                  </a:moveTo>
                  <a:lnTo>
                    <a:pt x="51248" y="57025"/>
                  </a:lnTo>
                  <a:lnTo>
                    <a:pt x="0" y="57025"/>
                  </a:lnTo>
                  <a:lnTo>
                    <a:pt x="0" y="57025"/>
                  </a:lnTo>
                  <a:lnTo>
                    <a:pt x="438" y="55245"/>
                  </a:lnTo>
                  <a:lnTo>
                    <a:pt x="1000" y="53153"/>
                  </a:lnTo>
                  <a:lnTo>
                    <a:pt x="1718" y="50436"/>
                  </a:lnTo>
                  <a:lnTo>
                    <a:pt x="2686" y="47157"/>
                  </a:lnTo>
                  <a:lnTo>
                    <a:pt x="3810" y="43409"/>
                  </a:lnTo>
                  <a:lnTo>
                    <a:pt x="4435" y="41411"/>
                  </a:lnTo>
                  <a:lnTo>
                    <a:pt x="5122" y="39318"/>
                  </a:lnTo>
                  <a:lnTo>
                    <a:pt x="5840" y="37195"/>
                  </a:lnTo>
                  <a:lnTo>
                    <a:pt x="6621" y="35009"/>
                  </a:lnTo>
                  <a:lnTo>
                    <a:pt x="7433" y="32791"/>
                  </a:lnTo>
                  <a:lnTo>
                    <a:pt x="8276" y="30543"/>
                  </a:lnTo>
                  <a:lnTo>
                    <a:pt x="9151" y="28294"/>
                  </a:lnTo>
                  <a:lnTo>
                    <a:pt x="10087" y="26015"/>
                  </a:lnTo>
                  <a:lnTo>
                    <a:pt x="11056" y="23797"/>
                  </a:lnTo>
                  <a:lnTo>
                    <a:pt x="12055" y="21580"/>
                  </a:lnTo>
                  <a:lnTo>
                    <a:pt x="13117" y="19425"/>
                  </a:lnTo>
                  <a:lnTo>
                    <a:pt x="14179" y="17302"/>
                  </a:lnTo>
                  <a:lnTo>
                    <a:pt x="15303" y="15272"/>
                  </a:lnTo>
                  <a:lnTo>
                    <a:pt x="16458" y="13304"/>
                  </a:lnTo>
                  <a:lnTo>
                    <a:pt x="17052" y="12367"/>
                  </a:lnTo>
                  <a:lnTo>
                    <a:pt x="17645" y="11431"/>
                  </a:lnTo>
                  <a:lnTo>
                    <a:pt x="18238" y="10525"/>
                  </a:lnTo>
                  <a:lnTo>
                    <a:pt x="18863" y="9682"/>
                  </a:lnTo>
                  <a:lnTo>
                    <a:pt x="19488" y="8838"/>
                  </a:lnTo>
                  <a:lnTo>
                    <a:pt x="20112" y="8027"/>
                  </a:lnTo>
                  <a:lnTo>
                    <a:pt x="20737" y="7246"/>
                  </a:lnTo>
                  <a:lnTo>
                    <a:pt x="21393" y="6496"/>
                  </a:lnTo>
                  <a:lnTo>
                    <a:pt x="22048" y="5809"/>
                  </a:lnTo>
                  <a:lnTo>
                    <a:pt x="22704" y="5122"/>
                  </a:lnTo>
                  <a:lnTo>
                    <a:pt x="23360" y="4498"/>
                  </a:lnTo>
                  <a:lnTo>
                    <a:pt x="24016" y="3904"/>
                  </a:lnTo>
                  <a:lnTo>
                    <a:pt x="24016" y="3904"/>
                  </a:lnTo>
                  <a:lnTo>
                    <a:pt x="24765" y="3342"/>
                  </a:lnTo>
                  <a:lnTo>
                    <a:pt x="25484" y="2780"/>
                  </a:lnTo>
                  <a:lnTo>
                    <a:pt x="26202" y="2312"/>
                  </a:lnTo>
                  <a:lnTo>
                    <a:pt x="26889" y="1874"/>
                  </a:lnTo>
                  <a:lnTo>
                    <a:pt x="27607" y="1500"/>
                  </a:lnTo>
                  <a:lnTo>
                    <a:pt x="28263" y="1156"/>
                  </a:lnTo>
                  <a:lnTo>
                    <a:pt x="28950" y="844"/>
                  </a:lnTo>
                  <a:lnTo>
                    <a:pt x="29606" y="625"/>
                  </a:lnTo>
                  <a:lnTo>
                    <a:pt x="30262" y="407"/>
                  </a:lnTo>
                  <a:lnTo>
                    <a:pt x="30886" y="250"/>
                  </a:lnTo>
                  <a:lnTo>
                    <a:pt x="31511" y="125"/>
                  </a:lnTo>
                  <a:lnTo>
                    <a:pt x="32136" y="63"/>
                  </a:lnTo>
                  <a:lnTo>
                    <a:pt x="32760" y="1"/>
                  </a:lnTo>
                  <a:lnTo>
                    <a:pt x="33353" y="1"/>
                  </a:lnTo>
                  <a:lnTo>
                    <a:pt x="33916" y="32"/>
                  </a:lnTo>
                  <a:lnTo>
                    <a:pt x="34509" y="94"/>
                  </a:lnTo>
                  <a:lnTo>
                    <a:pt x="35071" y="188"/>
                  </a:lnTo>
                  <a:lnTo>
                    <a:pt x="35633" y="313"/>
                  </a:lnTo>
                  <a:lnTo>
                    <a:pt x="36164" y="469"/>
                  </a:lnTo>
                  <a:lnTo>
                    <a:pt x="36695" y="656"/>
                  </a:lnTo>
                  <a:lnTo>
                    <a:pt x="37226" y="875"/>
                  </a:lnTo>
                  <a:lnTo>
                    <a:pt x="37726" y="1125"/>
                  </a:lnTo>
                  <a:lnTo>
                    <a:pt x="38225" y="1375"/>
                  </a:lnTo>
                  <a:lnTo>
                    <a:pt x="38694" y="1656"/>
                  </a:lnTo>
                  <a:lnTo>
                    <a:pt x="39193" y="1937"/>
                  </a:lnTo>
                  <a:lnTo>
                    <a:pt x="39662" y="2280"/>
                  </a:lnTo>
                  <a:lnTo>
                    <a:pt x="40099" y="2593"/>
                  </a:lnTo>
                  <a:lnTo>
                    <a:pt x="40536" y="2967"/>
                  </a:lnTo>
                  <a:lnTo>
                    <a:pt x="41379" y="3717"/>
                  </a:lnTo>
                  <a:lnTo>
                    <a:pt x="42191" y="4498"/>
                  </a:lnTo>
                  <a:lnTo>
                    <a:pt x="42191" y="4498"/>
                  </a:lnTo>
                  <a:lnTo>
                    <a:pt x="42504" y="4904"/>
                  </a:lnTo>
                  <a:lnTo>
                    <a:pt x="43003" y="5653"/>
                  </a:lnTo>
                  <a:lnTo>
                    <a:pt x="43690" y="6715"/>
                  </a:lnTo>
                  <a:lnTo>
                    <a:pt x="44534" y="8058"/>
                  </a:lnTo>
                  <a:lnTo>
                    <a:pt x="45471" y="9588"/>
                  </a:lnTo>
                  <a:lnTo>
                    <a:pt x="46501" y="11337"/>
                  </a:lnTo>
                  <a:lnTo>
                    <a:pt x="47594" y="13242"/>
                  </a:lnTo>
                  <a:lnTo>
                    <a:pt x="48687" y="15240"/>
                  </a:lnTo>
                  <a:lnTo>
                    <a:pt x="49811" y="17302"/>
                  </a:lnTo>
                  <a:lnTo>
                    <a:pt x="50873" y="19363"/>
                  </a:lnTo>
                  <a:lnTo>
                    <a:pt x="51873" y="21424"/>
                  </a:lnTo>
                  <a:lnTo>
                    <a:pt x="52778" y="23423"/>
                  </a:lnTo>
                  <a:lnTo>
                    <a:pt x="53153" y="24391"/>
                  </a:lnTo>
                  <a:lnTo>
                    <a:pt x="53528" y="25328"/>
                  </a:lnTo>
                  <a:lnTo>
                    <a:pt x="53871" y="26233"/>
                  </a:lnTo>
                  <a:lnTo>
                    <a:pt x="54152" y="27076"/>
                  </a:lnTo>
                  <a:lnTo>
                    <a:pt x="54402" y="27888"/>
                  </a:lnTo>
                  <a:lnTo>
                    <a:pt x="54590" y="28638"/>
                  </a:lnTo>
                  <a:lnTo>
                    <a:pt x="54714" y="29356"/>
                  </a:lnTo>
                  <a:lnTo>
                    <a:pt x="54777" y="29981"/>
                  </a:lnTo>
                  <a:lnTo>
                    <a:pt x="54777" y="29981"/>
                  </a:lnTo>
                  <a:lnTo>
                    <a:pt x="54808" y="30512"/>
                  </a:lnTo>
                  <a:lnTo>
                    <a:pt x="54808" y="31043"/>
                  </a:lnTo>
                  <a:lnTo>
                    <a:pt x="54777" y="31573"/>
                  </a:lnTo>
                  <a:lnTo>
                    <a:pt x="54746" y="32104"/>
                  </a:lnTo>
                  <a:lnTo>
                    <a:pt x="54652" y="32635"/>
                  </a:lnTo>
                  <a:lnTo>
                    <a:pt x="54558" y="33135"/>
                  </a:lnTo>
                  <a:lnTo>
                    <a:pt x="54340" y="34165"/>
                  </a:lnTo>
                  <a:lnTo>
                    <a:pt x="54059" y="35134"/>
                  </a:lnTo>
                  <a:lnTo>
                    <a:pt x="53715" y="36070"/>
                  </a:lnTo>
                  <a:lnTo>
                    <a:pt x="53340" y="36976"/>
                  </a:lnTo>
                  <a:lnTo>
                    <a:pt x="52934" y="37788"/>
                  </a:lnTo>
                  <a:lnTo>
                    <a:pt x="52560" y="38538"/>
                  </a:lnTo>
                  <a:lnTo>
                    <a:pt x="52154" y="39225"/>
                  </a:lnTo>
                  <a:lnTo>
                    <a:pt x="51810" y="39849"/>
                  </a:lnTo>
                  <a:lnTo>
                    <a:pt x="51467" y="40349"/>
                  </a:lnTo>
                  <a:lnTo>
                    <a:pt x="50998" y="41067"/>
                  </a:lnTo>
                  <a:lnTo>
                    <a:pt x="50811" y="4131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4" name="Google Shape;3814;p61"/>
            <p:cNvSpPr/>
            <p:nvPr/>
          </p:nvSpPr>
          <p:spPr>
            <a:xfrm>
              <a:off x="3264250" y="3339200"/>
              <a:ext cx="173350" cy="1079000"/>
            </a:xfrm>
            <a:custGeom>
              <a:avLst/>
              <a:gdLst/>
              <a:ahLst/>
              <a:cxnLst/>
              <a:rect l="l" t="t" r="r" b="b"/>
              <a:pathLst>
                <a:path w="6934" h="43160" extrusionOk="0">
                  <a:moveTo>
                    <a:pt x="1" y="0"/>
                  </a:moveTo>
                  <a:lnTo>
                    <a:pt x="1" y="31"/>
                  </a:lnTo>
                  <a:lnTo>
                    <a:pt x="1" y="62"/>
                  </a:lnTo>
                  <a:lnTo>
                    <a:pt x="1281" y="2717"/>
                  </a:lnTo>
                  <a:lnTo>
                    <a:pt x="2530" y="5434"/>
                  </a:lnTo>
                  <a:lnTo>
                    <a:pt x="3124" y="6777"/>
                  </a:lnTo>
                  <a:lnTo>
                    <a:pt x="3717" y="8151"/>
                  </a:lnTo>
                  <a:lnTo>
                    <a:pt x="4279" y="9525"/>
                  </a:lnTo>
                  <a:lnTo>
                    <a:pt x="4810" y="10899"/>
                  </a:lnTo>
                  <a:lnTo>
                    <a:pt x="5341" y="12304"/>
                  </a:lnTo>
                  <a:lnTo>
                    <a:pt x="5559" y="12991"/>
                  </a:lnTo>
                  <a:lnTo>
                    <a:pt x="5778" y="13710"/>
                  </a:lnTo>
                  <a:lnTo>
                    <a:pt x="5934" y="14428"/>
                  </a:lnTo>
                  <a:lnTo>
                    <a:pt x="6090" y="15146"/>
                  </a:lnTo>
                  <a:lnTo>
                    <a:pt x="6184" y="15865"/>
                  </a:lnTo>
                  <a:lnTo>
                    <a:pt x="6215" y="16614"/>
                  </a:lnTo>
                  <a:lnTo>
                    <a:pt x="6184" y="17332"/>
                  </a:lnTo>
                  <a:lnTo>
                    <a:pt x="6122" y="18051"/>
                  </a:lnTo>
                  <a:lnTo>
                    <a:pt x="6028" y="18769"/>
                  </a:lnTo>
                  <a:lnTo>
                    <a:pt x="5903" y="19487"/>
                  </a:lnTo>
                  <a:lnTo>
                    <a:pt x="5778" y="20174"/>
                  </a:lnTo>
                  <a:lnTo>
                    <a:pt x="5591" y="20892"/>
                  </a:lnTo>
                  <a:lnTo>
                    <a:pt x="5372" y="21580"/>
                  </a:lnTo>
                  <a:lnTo>
                    <a:pt x="5153" y="22267"/>
                  </a:lnTo>
                  <a:lnTo>
                    <a:pt x="4904" y="22985"/>
                  </a:lnTo>
                  <a:lnTo>
                    <a:pt x="4623" y="23672"/>
                  </a:lnTo>
                  <a:lnTo>
                    <a:pt x="4310" y="24390"/>
                  </a:lnTo>
                  <a:lnTo>
                    <a:pt x="3998" y="25077"/>
                  </a:lnTo>
                  <a:lnTo>
                    <a:pt x="3623" y="25764"/>
                  </a:lnTo>
                  <a:lnTo>
                    <a:pt x="3248" y="26451"/>
                  </a:lnTo>
                  <a:lnTo>
                    <a:pt x="2842" y="27170"/>
                  </a:lnTo>
                  <a:lnTo>
                    <a:pt x="2468" y="27919"/>
                  </a:lnTo>
                  <a:lnTo>
                    <a:pt x="2655" y="30886"/>
                  </a:lnTo>
                  <a:lnTo>
                    <a:pt x="2811" y="33853"/>
                  </a:lnTo>
                  <a:lnTo>
                    <a:pt x="2936" y="36851"/>
                  </a:lnTo>
                  <a:lnTo>
                    <a:pt x="3030" y="39817"/>
                  </a:lnTo>
                  <a:lnTo>
                    <a:pt x="3061" y="40629"/>
                  </a:lnTo>
                  <a:lnTo>
                    <a:pt x="3092" y="41473"/>
                  </a:lnTo>
                  <a:lnTo>
                    <a:pt x="3092" y="41879"/>
                  </a:lnTo>
                  <a:lnTo>
                    <a:pt x="3092" y="42285"/>
                  </a:lnTo>
                  <a:lnTo>
                    <a:pt x="3124" y="42691"/>
                  </a:lnTo>
                  <a:lnTo>
                    <a:pt x="3186" y="43097"/>
                  </a:lnTo>
                  <a:lnTo>
                    <a:pt x="3217" y="43128"/>
                  </a:lnTo>
                  <a:lnTo>
                    <a:pt x="3248" y="43159"/>
                  </a:lnTo>
                  <a:lnTo>
                    <a:pt x="3311" y="43128"/>
                  </a:lnTo>
                  <a:lnTo>
                    <a:pt x="3342" y="43097"/>
                  </a:lnTo>
                  <a:lnTo>
                    <a:pt x="3405" y="42753"/>
                  </a:lnTo>
                  <a:lnTo>
                    <a:pt x="3436" y="42410"/>
                  </a:lnTo>
                  <a:lnTo>
                    <a:pt x="3436" y="42035"/>
                  </a:lnTo>
                  <a:lnTo>
                    <a:pt x="3436" y="41691"/>
                  </a:lnTo>
                  <a:lnTo>
                    <a:pt x="3498" y="40192"/>
                  </a:lnTo>
                  <a:lnTo>
                    <a:pt x="3530" y="38693"/>
                  </a:lnTo>
                  <a:lnTo>
                    <a:pt x="3530" y="37194"/>
                  </a:lnTo>
                  <a:lnTo>
                    <a:pt x="3530" y="35726"/>
                  </a:lnTo>
                  <a:lnTo>
                    <a:pt x="3498" y="34227"/>
                  </a:lnTo>
                  <a:lnTo>
                    <a:pt x="3342" y="31292"/>
                  </a:lnTo>
                  <a:lnTo>
                    <a:pt x="3248" y="29605"/>
                  </a:lnTo>
                  <a:lnTo>
                    <a:pt x="3124" y="27919"/>
                  </a:lnTo>
                  <a:lnTo>
                    <a:pt x="3779" y="26732"/>
                  </a:lnTo>
                  <a:lnTo>
                    <a:pt x="4404" y="25577"/>
                  </a:lnTo>
                  <a:lnTo>
                    <a:pt x="4997" y="24359"/>
                  </a:lnTo>
                  <a:lnTo>
                    <a:pt x="5559" y="23172"/>
                  </a:lnTo>
                  <a:lnTo>
                    <a:pt x="5809" y="22485"/>
                  </a:lnTo>
                  <a:lnTo>
                    <a:pt x="6059" y="21798"/>
                  </a:lnTo>
                  <a:lnTo>
                    <a:pt x="6278" y="21080"/>
                  </a:lnTo>
                  <a:lnTo>
                    <a:pt x="6465" y="20393"/>
                  </a:lnTo>
                  <a:lnTo>
                    <a:pt x="6621" y="19675"/>
                  </a:lnTo>
                  <a:lnTo>
                    <a:pt x="6746" y="18956"/>
                  </a:lnTo>
                  <a:lnTo>
                    <a:pt x="6840" y="18238"/>
                  </a:lnTo>
                  <a:lnTo>
                    <a:pt x="6902" y="17520"/>
                  </a:lnTo>
                  <a:lnTo>
                    <a:pt x="6934" y="16739"/>
                  </a:lnTo>
                  <a:lnTo>
                    <a:pt x="6902" y="15989"/>
                  </a:lnTo>
                  <a:lnTo>
                    <a:pt x="6809" y="15240"/>
                  </a:lnTo>
                  <a:lnTo>
                    <a:pt x="6684" y="14522"/>
                  </a:lnTo>
                  <a:lnTo>
                    <a:pt x="6496" y="13772"/>
                  </a:lnTo>
                  <a:lnTo>
                    <a:pt x="6309" y="13054"/>
                  </a:lnTo>
                  <a:lnTo>
                    <a:pt x="6059" y="12336"/>
                  </a:lnTo>
                  <a:lnTo>
                    <a:pt x="5778" y="11617"/>
                  </a:lnTo>
                  <a:lnTo>
                    <a:pt x="5216" y="10212"/>
                  </a:lnTo>
                  <a:lnTo>
                    <a:pt x="4591" y="8807"/>
                  </a:lnTo>
                  <a:lnTo>
                    <a:pt x="3967" y="7433"/>
                  </a:lnTo>
                  <a:lnTo>
                    <a:pt x="3311" y="6059"/>
                  </a:lnTo>
                  <a:lnTo>
                    <a:pt x="2999" y="5434"/>
                  </a:lnTo>
                  <a:lnTo>
                    <a:pt x="2999" y="5309"/>
                  </a:lnTo>
                  <a:lnTo>
                    <a:pt x="2967" y="5215"/>
                  </a:lnTo>
                  <a:lnTo>
                    <a:pt x="2967" y="4997"/>
                  </a:lnTo>
                  <a:lnTo>
                    <a:pt x="2905" y="4747"/>
                  </a:lnTo>
                  <a:lnTo>
                    <a:pt x="2811" y="4278"/>
                  </a:lnTo>
                  <a:lnTo>
                    <a:pt x="2686" y="3779"/>
                  </a:lnTo>
                  <a:lnTo>
                    <a:pt x="2374" y="2842"/>
                  </a:lnTo>
                  <a:lnTo>
                    <a:pt x="1999" y="1936"/>
                  </a:lnTo>
                  <a:lnTo>
                    <a:pt x="1968" y="1874"/>
                  </a:lnTo>
                  <a:lnTo>
                    <a:pt x="1906" y="1874"/>
                  </a:lnTo>
                  <a:lnTo>
                    <a:pt x="1874" y="1905"/>
                  </a:lnTo>
                  <a:lnTo>
                    <a:pt x="1874" y="1967"/>
                  </a:lnTo>
                  <a:lnTo>
                    <a:pt x="2187" y="2904"/>
                  </a:lnTo>
                  <a:lnTo>
                    <a:pt x="2436" y="3841"/>
                  </a:lnTo>
                  <a:lnTo>
                    <a:pt x="2655" y="4684"/>
                  </a:lnTo>
                  <a:lnTo>
                    <a:pt x="2655" y="4684"/>
                  </a:lnTo>
                  <a:lnTo>
                    <a:pt x="2030" y="3498"/>
                  </a:lnTo>
                  <a:lnTo>
                    <a:pt x="1406" y="2342"/>
                  </a:lnTo>
                  <a:lnTo>
                    <a:pt x="750" y="1156"/>
                  </a:lnTo>
                  <a:lnTo>
                    <a:pt x="32" y="3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5" name="Google Shape;3815;p61"/>
            <p:cNvSpPr/>
            <p:nvPr/>
          </p:nvSpPr>
          <p:spPr>
            <a:xfrm>
              <a:off x="2456975" y="3084675"/>
              <a:ext cx="1111800" cy="1670000"/>
            </a:xfrm>
            <a:custGeom>
              <a:avLst/>
              <a:gdLst/>
              <a:ahLst/>
              <a:cxnLst/>
              <a:rect l="l" t="t" r="r" b="b"/>
              <a:pathLst>
                <a:path w="44472" h="66800" extrusionOk="0">
                  <a:moveTo>
                    <a:pt x="9463" y="0"/>
                  </a:moveTo>
                  <a:lnTo>
                    <a:pt x="9244" y="31"/>
                  </a:lnTo>
                  <a:lnTo>
                    <a:pt x="9057" y="94"/>
                  </a:lnTo>
                  <a:lnTo>
                    <a:pt x="8838" y="156"/>
                  </a:lnTo>
                  <a:lnTo>
                    <a:pt x="8401" y="375"/>
                  </a:lnTo>
                  <a:lnTo>
                    <a:pt x="7995" y="656"/>
                  </a:lnTo>
                  <a:lnTo>
                    <a:pt x="7558" y="1031"/>
                  </a:lnTo>
                  <a:lnTo>
                    <a:pt x="7152" y="1437"/>
                  </a:lnTo>
                  <a:lnTo>
                    <a:pt x="6746" y="1936"/>
                  </a:lnTo>
                  <a:lnTo>
                    <a:pt x="6340" y="2467"/>
                  </a:lnTo>
                  <a:lnTo>
                    <a:pt x="5934" y="3061"/>
                  </a:lnTo>
                  <a:lnTo>
                    <a:pt x="5559" y="3685"/>
                  </a:lnTo>
                  <a:lnTo>
                    <a:pt x="5184" y="4372"/>
                  </a:lnTo>
                  <a:lnTo>
                    <a:pt x="4810" y="5091"/>
                  </a:lnTo>
                  <a:lnTo>
                    <a:pt x="4466" y="5840"/>
                  </a:lnTo>
                  <a:lnTo>
                    <a:pt x="4123" y="6590"/>
                  </a:lnTo>
                  <a:lnTo>
                    <a:pt x="3810" y="7402"/>
                  </a:lnTo>
                  <a:lnTo>
                    <a:pt x="3498" y="8214"/>
                  </a:lnTo>
                  <a:lnTo>
                    <a:pt x="3217" y="9057"/>
                  </a:lnTo>
                  <a:lnTo>
                    <a:pt x="2936" y="9900"/>
                  </a:lnTo>
                  <a:lnTo>
                    <a:pt x="2686" y="10743"/>
                  </a:lnTo>
                  <a:lnTo>
                    <a:pt x="2467" y="11586"/>
                  </a:lnTo>
                  <a:lnTo>
                    <a:pt x="2249" y="12430"/>
                  </a:lnTo>
                  <a:lnTo>
                    <a:pt x="1780" y="14678"/>
                  </a:lnTo>
                  <a:lnTo>
                    <a:pt x="1343" y="16958"/>
                  </a:lnTo>
                  <a:lnTo>
                    <a:pt x="1000" y="19269"/>
                  </a:lnTo>
                  <a:lnTo>
                    <a:pt x="687" y="21611"/>
                  </a:lnTo>
                  <a:lnTo>
                    <a:pt x="437" y="23953"/>
                  </a:lnTo>
                  <a:lnTo>
                    <a:pt x="250" y="26295"/>
                  </a:lnTo>
                  <a:lnTo>
                    <a:pt x="125" y="28638"/>
                  </a:lnTo>
                  <a:lnTo>
                    <a:pt x="31" y="30980"/>
                  </a:lnTo>
                  <a:lnTo>
                    <a:pt x="0" y="33291"/>
                  </a:lnTo>
                  <a:lnTo>
                    <a:pt x="31" y="35602"/>
                  </a:lnTo>
                  <a:lnTo>
                    <a:pt x="125" y="37881"/>
                  </a:lnTo>
                  <a:lnTo>
                    <a:pt x="250" y="40099"/>
                  </a:lnTo>
                  <a:lnTo>
                    <a:pt x="437" y="42285"/>
                  </a:lnTo>
                  <a:lnTo>
                    <a:pt x="656" y="44440"/>
                  </a:lnTo>
                  <a:lnTo>
                    <a:pt x="906" y="46532"/>
                  </a:lnTo>
                  <a:lnTo>
                    <a:pt x="1249" y="48562"/>
                  </a:lnTo>
                  <a:lnTo>
                    <a:pt x="1593" y="50498"/>
                  </a:lnTo>
                  <a:lnTo>
                    <a:pt x="1999" y="52372"/>
                  </a:lnTo>
                  <a:lnTo>
                    <a:pt x="2436" y="54183"/>
                  </a:lnTo>
                  <a:lnTo>
                    <a:pt x="2936" y="55870"/>
                  </a:lnTo>
                  <a:lnTo>
                    <a:pt x="3467" y="57494"/>
                  </a:lnTo>
                  <a:lnTo>
                    <a:pt x="4029" y="58993"/>
                  </a:lnTo>
                  <a:lnTo>
                    <a:pt x="4341" y="59680"/>
                  </a:lnTo>
                  <a:lnTo>
                    <a:pt x="4653" y="60367"/>
                  </a:lnTo>
                  <a:lnTo>
                    <a:pt x="4966" y="61022"/>
                  </a:lnTo>
                  <a:lnTo>
                    <a:pt x="5278" y="61647"/>
                  </a:lnTo>
                  <a:lnTo>
                    <a:pt x="5622" y="62240"/>
                  </a:lnTo>
                  <a:lnTo>
                    <a:pt x="5965" y="62803"/>
                  </a:lnTo>
                  <a:lnTo>
                    <a:pt x="6309" y="63333"/>
                  </a:lnTo>
                  <a:lnTo>
                    <a:pt x="6683" y="63802"/>
                  </a:lnTo>
                  <a:lnTo>
                    <a:pt x="7058" y="64270"/>
                  </a:lnTo>
                  <a:lnTo>
                    <a:pt x="7433" y="64708"/>
                  </a:lnTo>
                  <a:lnTo>
                    <a:pt x="7808" y="65082"/>
                  </a:lnTo>
                  <a:lnTo>
                    <a:pt x="8214" y="65426"/>
                  </a:lnTo>
                  <a:lnTo>
                    <a:pt x="8620" y="65738"/>
                  </a:lnTo>
                  <a:lnTo>
                    <a:pt x="9026" y="66019"/>
                  </a:lnTo>
                  <a:lnTo>
                    <a:pt x="9432" y="66238"/>
                  </a:lnTo>
                  <a:lnTo>
                    <a:pt x="9869" y="66456"/>
                  </a:lnTo>
                  <a:lnTo>
                    <a:pt x="10275" y="66581"/>
                  </a:lnTo>
                  <a:lnTo>
                    <a:pt x="10712" y="66706"/>
                  </a:lnTo>
                  <a:lnTo>
                    <a:pt x="11180" y="66769"/>
                  </a:lnTo>
                  <a:lnTo>
                    <a:pt x="11618" y="66800"/>
                  </a:lnTo>
                  <a:lnTo>
                    <a:pt x="12773" y="66737"/>
                  </a:lnTo>
                  <a:lnTo>
                    <a:pt x="13897" y="66644"/>
                  </a:lnTo>
                  <a:lnTo>
                    <a:pt x="15053" y="66456"/>
                  </a:lnTo>
                  <a:lnTo>
                    <a:pt x="16208" y="66207"/>
                  </a:lnTo>
                  <a:lnTo>
                    <a:pt x="17364" y="65894"/>
                  </a:lnTo>
                  <a:lnTo>
                    <a:pt x="18519" y="65519"/>
                  </a:lnTo>
                  <a:lnTo>
                    <a:pt x="19675" y="65051"/>
                  </a:lnTo>
                  <a:lnTo>
                    <a:pt x="20830" y="64551"/>
                  </a:lnTo>
                  <a:lnTo>
                    <a:pt x="21986" y="63958"/>
                  </a:lnTo>
                  <a:lnTo>
                    <a:pt x="23110" y="63333"/>
                  </a:lnTo>
                  <a:lnTo>
                    <a:pt x="24266" y="62646"/>
                  </a:lnTo>
                  <a:lnTo>
                    <a:pt x="25390" y="61897"/>
                  </a:lnTo>
                  <a:lnTo>
                    <a:pt x="26514" y="61085"/>
                  </a:lnTo>
                  <a:lnTo>
                    <a:pt x="27638" y="60242"/>
                  </a:lnTo>
                  <a:lnTo>
                    <a:pt x="28731" y="59336"/>
                  </a:lnTo>
                  <a:lnTo>
                    <a:pt x="29824" y="58368"/>
                  </a:lnTo>
                  <a:lnTo>
                    <a:pt x="30886" y="57369"/>
                  </a:lnTo>
                  <a:lnTo>
                    <a:pt x="31948" y="56307"/>
                  </a:lnTo>
                  <a:lnTo>
                    <a:pt x="33010" y="55214"/>
                  </a:lnTo>
                  <a:lnTo>
                    <a:pt x="34040" y="54058"/>
                  </a:lnTo>
                  <a:lnTo>
                    <a:pt x="35040" y="52872"/>
                  </a:lnTo>
                  <a:lnTo>
                    <a:pt x="36008" y="51654"/>
                  </a:lnTo>
                  <a:lnTo>
                    <a:pt x="36976" y="50404"/>
                  </a:lnTo>
                  <a:lnTo>
                    <a:pt x="37913" y="49093"/>
                  </a:lnTo>
                  <a:lnTo>
                    <a:pt x="38819" y="47750"/>
                  </a:lnTo>
                  <a:lnTo>
                    <a:pt x="39724" y="46407"/>
                  </a:lnTo>
                  <a:lnTo>
                    <a:pt x="40567" y="45002"/>
                  </a:lnTo>
                  <a:lnTo>
                    <a:pt x="41411" y="43565"/>
                  </a:lnTo>
                  <a:lnTo>
                    <a:pt x="42223" y="42097"/>
                  </a:lnTo>
                  <a:lnTo>
                    <a:pt x="42972" y="40630"/>
                  </a:lnTo>
                  <a:lnTo>
                    <a:pt x="43722" y="39099"/>
                  </a:lnTo>
                  <a:lnTo>
                    <a:pt x="44409" y="37569"/>
                  </a:lnTo>
                  <a:lnTo>
                    <a:pt x="44471" y="37444"/>
                  </a:lnTo>
                  <a:lnTo>
                    <a:pt x="44471" y="37319"/>
                  </a:lnTo>
                  <a:lnTo>
                    <a:pt x="44471" y="37163"/>
                  </a:lnTo>
                  <a:lnTo>
                    <a:pt x="44409" y="36976"/>
                  </a:lnTo>
                  <a:lnTo>
                    <a:pt x="44346" y="36820"/>
                  </a:lnTo>
                  <a:lnTo>
                    <a:pt x="44252" y="36632"/>
                  </a:lnTo>
                  <a:lnTo>
                    <a:pt x="44003" y="36226"/>
                  </a:lnTo>
                  <a:lnTo>
                    <a:pt x="43659" y="35789"/>
                  </a:lnTo>
                  <a:lnTo>
                    <a:pt x="43222" y="35321"/>
                  </a:lnTo>
                  <a:lnTo>
                    <a:pt x="42722" y="34852"/>
                  </a:lnTo>
                  <a:lnTo>
                    <a:pt x="42129" y="34353"/>
                  </a:lnTo>
                  <a:lnTo>
                    <a:pt x="41504" y="33822"/>
                  </a:lnTo>
                  <a:lnTo>
                    <a:pt x="40817" y="33291"/>
                  </a:lnTo>
                  <a:lnTo>
                    <a:pt x="40068" y="32729"/>
                  </a:lnTo>
                  <a:lnTo>
                    <a:pt x="39256" y="32198"/>
                  </a:lnTo>
                  <a:lnTo>
                    <a:pt x="37601" y="31073"/>
                  </a:lnTo>
                  <a:lnTo>
                    <a:pt x="35821" y="30012"/>
                  </a:lnTo>
                  <a:lnTo>
                    <a:pt x="34009" y="29012"/>
                  </a:lnTo>
                  <a:lnTo>
                    <a:pt x="33135" y="28544"/>
                  </a:lnTo>
                  <a:lnTo>
                    <a:pt x="32229" y="28075"/>
                  </a:lnTo>
                  <a:lnTo>
                    <a:pt x="31355" y="27669"/>
                  </a:lnTo>
                  <a:lnTo>
                    <a:pt x="30511" y="27295"/>
                  </a:lnTo>
                  <a:lnTo>
                    <a:pt x="29700" y="26951"/>
                  </a:lnTo>
                  <a:lnTo>
                    <a:pt x="28950" y="26670"/>
                  </a:lnTo>
                  <a:lnTo>
                    <a:pt x="28201" y="26420"/>
                  </a:lnTo>
                  <a:lnTo>
                    <a:pt x="27545" y="26202"/>
                  </a:lnTo>
                  <a:lnTo>
                    <a:pt x="26920" y="26077"/>
                  </a:lnTo>
                  <a:lnTo>
                    <a:pt x="26358" y="25983"/>
                  </a:lnTo>
                  <a:lnTo>
                    <a:pt x="25671" y="25983"/>
                  </a:lnTo>
                  <a:lnTo>
                    <a:pt x="25484" y="26014"/>
                  </a:lnTo>
                  <a:lnTo>
                    <a:pt x="25327" y="26077"/>
                  </a:lnTo>
                  <a:lnTo>
                    <a:pt x="25171" y="26139"/>
                  </a:lnTo>
                  <a:lnTo>
                    <a:pt x="25046" y="26233"/>
                  </a:lnTo>
                  <a:lnTo>
                    <a:pt x="24953" y="26327"/>
                  </a:lnTo>
                  <a:lnTo>
                    <a:pt x="24453" y="27014"/>
                  </a:lnTo>
                  <a:lnTo>
                    <a:pt x="23985" y="27732"/>
                  </a:lnTo>
                  <a:lnTo>
                    <a:pt x="23516" y="28450"/>
                  </a:lnTo>
                  <a:lnTo>
                    <a:pt x="23079" y="29200"/>
                  </a:lnTo>
                  <a:lnTo>
                    <a:pt x="22236" y="30730"/>
                  </a:lnTo>
                  <a:lnTo>
                    <a:pt x="21486" y="32167"/>
                  </a:lnTo>
                  <a:lnTo>
                    <a:pt x="20331" y="34477"/>
                  </a:lnTo>
                  <a:lnTo>
                    <a:pt x="19956" y="35196"/>
                  </a:lnTo>
                  <a:lnTo>
                    <a:pt x="19831" y="35414"/>
                  </a:lnTo>
                  <a:lnTo>
                    <a:pt x="19737" y="35508"/>
                  </a:lnTo>
                  <a:lnTo>
                    <a:pt x="19706" y="35508"/>
                  </a:lnTo>
                  <a:lnTo>
                    <a:pt x="19644" y="35477"/>
                  </a:lnTo>
                  <a:lnTo>
                    <a:pt x="19581" y="35352"/>
                  </a:lnTo>
                  <a:lnTo>
                    <a:pt x="19487" y="35102"/>
                  </a:lnTo>
                  <a:lnTo>
                    <a:pt x="19363" y="34727"/>
                  </a:lnTo>
                  <a:lnTo>
                    <a:pt x="19144" y="33759"/>
                  </a:lnTo>
                  <a:lnTo>
                    <a:pt x="18863" y="32416"/>
                  </a:lnTo>
                  <a:lnTo>
                    <a:pt x="18207" y="28919"/>
                  </a:lnTo>
                  <a:lnTo>
                    <a:pt x="17426" y="24578"/>
                  </a:lnTo>
                  <a:lnTo>
                    <a:pt x="16583" y="19800"/>
                  </a:lnTo>
                  <a:lnTo>
                    <a:pt x="15709" y="14897"/>
                  </a:lnTo>
                  <a:lnTo>
                    <a:pt x="15240" y="12523"/>
                  </a:lnTo>
                  <a:lnTo>
                    <a:pt x="14772" y="10275"/>
                  </a:lnTo>
                  <a:lnTo>
                    <a:pt x="14303" y="8182"/>
                  </a:lnTo>
                  <a:lnTo>
                    <a:pt x="13866" y="6277"/>
                  </a:lnTo>
                  <a:lnTo>
                    <a:pt x="13523" y="5091"/>
                  </a:lnTo>
                  <a:lnTo>
                    <a:pt x="13210" y="4060"/>
                  </a:lnTo>
                  <a:lnTo>
                    <a:pt x="12836" y="3154"/>
                  </a:lnTo>
                  <a:lnTo>
                    <a:pt x="12492" y="2374"/>
                  </a:lnTo>
                  <a:lnTo>
                    <a:pt x="12117" y="1687"/>
                  </a:lnTo>
                  <a:lnTo>
                    <a:pt x="11711" y="1156"/>
                  </a:lnTo>
                  <a:lnTo>
                    <a:pt x="11524" y="906"/>
                  </a:lnTo>
                  <a:lnTo>
                    <a:pt x="11337" y="719"/>
                  </a:lnTo>
                  <a:lnTo>
                    <a:pt x="11118" y="531"/>
                  </a:lnTo>
                  <a:lnTo>
                    <a:pt x="10931" y="375"/>
                  </a:lnTo>
                  <a:lnTo>
                    <a:pt x="10712" y="250"/>
                  </a:lnTo>
                  <a:lnTo>
                    <a:pt x="10493" y="156"/>
                  </a:lnTo>
                  <a:lnTo>
                    <a:pt x="10306" y="63"/>
                  </a:lnTo>
                  <a:lnTo>
                    <a:pt x="10087" y="31"/>
                  </a:lnTo>
                  <a:lnTo>
                    <a:pt x="9869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6" name="Google Shape;3816;p61"/>
            <p:cNvSpPr/>
            <p:nvPr/>
          </p:nvSpPr>
          <p:spPr>
            <a:xfrm>
              <a:off x="2456975" y="3084675"/>
              <a:ext cx="1111800" cy="1670000"/>
            </a:xfrm>
            <a:custGeom>
              <a:avLst/>
              <a:gdLst/>
              <a:ahLst/>
              <a:cxnLst/>
              <a:rect l="l" t="t" r="r" b="b"/>
              <a:pathLst>
                <a:path w="44472" h="66800" fill="none" extrusionOk="0">
                  <a:moveTo>
                    <a:pt x="2249" y="12430"/>
                  </a:moveTo>
                  <a:lnTo>
                    <a:pt x="2249" y="12430"/>
                  </a:lnTo>
                  <a:lnTo>
                    <a:pt x="1780" y="14678"/>
                  </a:lnTo>
                  <a:lnTo>
                    <a:pt x="1343" y="16958"/>
                  </a:lnTo>
                  <a:lnTo>
                    <a:pt x="1000" y="19269"/>
                  </a:lnTo>
                  <a:lnTo>
                    <a:pt x="687" y="21611"/>
                  </a:lnTo>
                  <a:lnTo>
                    <a:pt x="437" y="23953"/>
                  </a:lnTo>
                  <a:lnTo>
                    <a:pt x="250" y="26295"/>
                  </a:lnTo>
                  <a:lnTo>
                    <a:pt x="125" y="28638"/>
                  </a:lnTo>
                  <a:lnTo>
                    <a:pt x="31" y="30980"/>
                  </a:lnTo>
                  <a:lnTo>
                    <a:pt x="0" y="33291"/>
                  </a:lnTo>
                  <a:lnTo>
                    <a:pt x="31" y="35602"/>
                  </a:lnTo>
                  <a:lnTo>
                    <a:pt x="125" y="37881"/>
                  </a:lnTo>
                  <a:lnTo>
                    <a:pt x="250" y="40099"/>
                  </a:lnTo>
                  <a:lnTo>
                    <a:pt x="437" y="42285"/>
                  </a:lnTo>
                  <a:lnTo>
                    <a:pt x="656" y="44440"/>
                  </a:lnTo>
                  <a:lnTo>
                    <a:pt x="906" y="46532"/>
                  </a:lnTo>
                  <a:lnTo>
                    <a:pt x="1249" y="48562"/>
                  </a:lnTo>
                  <a:lnTo>
                    <a:pt x="1593" y="50498"/>
                  </a:lnTo>
                  <a:lnTo>
                    <a:pt x="1999" y="52372"/>
                  </a:lnTo>
                  <a:lnTo>
                    <a:pt x="2436" y="54183"/>
                  </a:lnTo>
                  <a:lnTo>
                    <a:pt x="2936" y="55870"/>
                  </a:lnTo>
                  <a:lnTo>
                    <a:pt x="3467" y="57494"/>
                  </a:lnTo>
                  <a:lnTo>
                    <a:pt x="4029" y="58993"/>
                  </a:lnTo>
                  <a:lnTo>
                    <a:pt x="4341" y="59680"/>
                  </a:lnTo>
                  <a:lnTo>
                    <a:pt x="4653" y="60367"/>
                  </a:lnTo>
                  <a:lnTo>
                    <a:pt x="4966" y="61022"/>
                  </a:lnTo>
                  <a:lnTo>
                    <a:pt x="5278" y="61647"/>
                  </a:lnTo>
                  <a:lnTo>
                    <a:pt x="5622" y="62240"/>
                  </a:lnTo>
                  <a:lnTo>
                    <a:pt x="5965" y="62803"/>
                  </a:lnTo>
                  <a:lnTo>
                    <a:pt x="6309" y="63333"/>
                  </a:lnTo>
                  <a:lnTo>
                    <a:pt x="6683" y="63802"/>
                  </a:lnTo>
                  <a:lnTo>
                    <a:pt x="7058" y="64270"/>
                  </a:lnTo>
                  <a:lnTo>
                    <a:pt x="7433" y="64708"/>
                  </a:lnTo>
                  <a:lnTo>
                    <a:pt x="7808" y="65082"/>
                  </a:lnTo>
                  <a:lnTo>
                    <a:pt x="8214" y="65426"/>
                  </a:lnTo>
                  <a:lnTo>
                    <a:pt x="8620" y="65738"/>
                  </a:lnTo>
                  <a:lnTo>
                    <a:pt x="9026" y="66019"/>
                  </a:lnTo>
                  <a:lnTo>
                    <a:pt x="9432" y="66238"/>
                  </a:lnTo>
                  <a:lnTo>
                    <a:pt x="9869" y="66456"/>
                  </a:lnTo>
                  <a:lnTo>
                    <a:pt x="10275" y="66581"/>
                  </a:lnTo>
                  <a:lnTo>
                    <a:pt x="10712" y="66706"/>
                  </a:lnTo>
                  <a:lnTo>
                    <a:pt x="11180" y="66769"/>
                  </a:lnTo>
                  <a:lnTo>
                    <a:pt x="11618" y="66800"/>
                  </a:lnTo>
                  <a:lnTo>
                    <a:pt x="11618" y="66800"/>
                  </a:lnTo>
                  <a:lnTo>
                    <a:pt x="12773" y="66737"/>
                  </a:lnTo>
                  <a:lnTo>
                    <a:pt x="13897" y="66644"/>
                  </a:lnTo>
                  <a:lnTo>
                    <a:pt x="15053" y="66456"/>
                  </a:lnTo>
                  <a:lnTo>
                    <a:pt x="16208" y="66207"/>
                  </a:lnTo>
                  <a:lnTo>
                    <a:pt x="17364" y="65894"/>
                  </a:lnTo>
                  <a:lnTo>
                    <a:pt x="18519" y="65519"/>
                  </a:lnTo>
                  <a:lnTo>
                    <a:pt x="19675" y="65051"/>
                  </a:lnTo>
                  <a:lnTo>
                    <a:pt x="20830" y="64551"/>
                  </a:lnTo>
                  <a:lnTo>
                    <a:pt x="21986" y="63958"/>
                  </a:lnTo>
                  <a:lnTo>
                    <a:pt x="23110" y="63333"/>
                  </a:lnTo>
                  <a:lnTo>
                    <a:pt x="24266" y="62646"/>
                  </a:lnTo>
                  <a:lnTo>
                    <a:pt x="25390" y="61897"/>
                  </a:lnTo>
                  <a:lnTo>
                    <a:pt x="26514" y="61085"/>
                  </a:lnTo>
                  <a:lnTo>
                    <a:pt x="27638" y="60242"/>
                  </a:lnTo>
                  <a:lnTo>
                    <a:pt x="28731" y="59336"/>
                  </a:lnTo>
                  <a:lnTo>
                    <a:pt x="29824" y="58368"/>
                  </a:lnTo>
                  <a:lnTo>
                    <a:pt x="30886" y="57369"/>
                  </a:lnTo>
                  <a:lnTo>
                    <a:pt x="31948" y="56307"/>
                  </a:lnTo>
                  <a:lnTo>
                    <a:pt x="33010" y="55214"/>
                  </a:lnTo>
                  <a:lnTo>
                    <a:pt x="34040" y="54058"/>
                  </a:lnTo>
                  <a:lnTo>
                    <a:pt x="35040" y="52872"/>
                  </a:lnTo>
                  <a:lnTo>
                    <a:pt x="36008" y="51654"/>
                  </a:lnTo>
                  <a:lnTo>
                    <a:pt x="36976" y="50404"/>
                  </a:lnTo>
                  <a:lnTo>
                    <a:pt x="37913" y="49093"/>
                  </a:lnTo>
                  <a:lnTo>
                    <a:pt x="38819" y="47750"/>
                  </a:lnTo>
                  <a:lnTo>
                    <a:pt x="39724" y="46407"/>
                  </a:lnTo>
                  <a:lnTo>
                    <a:pt x="40567" y="45002"/>
                  </a:lnTo>
                  <a:lnTo>
                    <a:pt x="41411" y="43565"/>
                  </a:lnTo>
                  <a:lnTo>
                    <a:pt x="42223" y="42097"/>
                  </a:lnTo>
                  <a:lnTo>
                    <a:pt x="42972" y="40630"/>
                  </a:lnTo>
                  <a:lnTo>
                    <a:pt x="43722" y="39099"/>
                  </a:lnTo>
                  <a:lnTo>
                    <a:pt x="44409" y="37569"/>
                  </a:lnTo>
                  <a:lnTo>
                    <a:pt x="44409" y="37569"/>
                  </a:lnTo>
                  <a:lnTo>
                    <a:pt x="44471" y="37444"/>
                  </a:lnTo>
                  <a:lnTo>
                    <a:pt x="44471" y="37319"/>
                  </a:lnTo>
                  <a:lnTo>
                    <a:pt x="44471" y="37163"/>
                  </a:lnTo>
                  <a:lnTo>
                    <a:pt x="44409" y="36976"/>
                  </a:lnTo>
                  <a:lnTo>
                    <a:pt x="44346" y="36820"/>
                  </a:lnTo>
                  <a:lnTo>
                    <a:pt x="44252" y="36632"/>
                  </a:lnTo>
                  <a:lnTo>
                    <a:pt x="44003" y="36226"/>
                  </a:lnTo>
                  <a:lnTo>
                    <a:pt x="43659" y="35789"/>
                  </a:lnTo>
                  <a:lnTo>
                    <a:pt x="43222" y="35321"/>
                  </a:lnTo>
                  <a:lnTo>
                    <a:pt x="42722" y="34852"/>
                  </a:lnTo>
                  <a:lnTo>
                    <a:pt x="42129" y="34353"/>
                  </a:lnTo>
                  <a:lnTo>
                    <a:pt x="41504" y="33822"/>
                  </a:lnTo>
                  <a:lnTo>
                    <a:pt x="40817" y="33291"/>
                  </a:lnTo>
                  <a:lnTo>
                    <a:pt x="40068" y="32729"/>
                  </a:lnTo>
                  <a:lnTo>
                    <a:pt x="39256" y="32198"/>
                  </a:lnTo>
                  <a:lnTo>
                    <a:pt x="37601" y="31073"/>
                  </a:lnTo>
                  <a:lnTo>
                    <a:pt x="35821" y="30012"/>
                  </a:lnTo>
                  <a:lnTo>
                    <a:pt x="34009" y="29012"/>
                  </a:lnTo>
                  <a:lnTo>
                    <a:pt x="33135" y="28544"/>
                  </a:lnTo>
                  <a:lnTo>
                    <a:pt x="32229" y="28075"/>
                  </a:lnTo>
                  <a:lnTo>
                    <a:pt x="31355" y="27669"/>
                  </a:lnTo>
                  <a:lnTo>
                    <a:pt x="30511" y="27295"/>
                  </a:lnTo>
                  <a:lnTo>
                    <a:pt x="29700" y="26951"/>
                  </a:lnTo>
                  <a:lnTo>
                    <a:pt x="28950" y="26670"/>
                  </a:lnTo>
                  <a:lnTo>
                    <a:pt x="28201" y="26420"/>
                  </a:lnTo>
                  <a:lnTo>
                    <a:pt x="27545" y="26202"/>
                  </a:lnTo>
                  <a:lnTo>
                    <a:pt x="26920" y="26077"/>
                  </a:lnTo>
                  <a:lnTo>
                    <a:pt x="26358" y="25983"/>
                  </a:lnTo>
                  <a:lnTo>
                    <a:pt x="25890" y="25983"/>
                  </a:lnTo>
                  <a:lnTo>
                    <a:pt x="25671" y="25983"/>
                  </a:lnTo>
                  <a:lnTo>
                    <a:pt x="25484" y="26014"/>
                  </a:lnTo>
                  <a:lnTo>
                    <a:pt x="25327" y="26077"/>
                  </a:lnTo>
                  <a:lnTo>
                    <a:pt x="25171" y="26139"/>
                  </a:lnTo>
                  <a:lnTo>
                    <a:pt x="25046" y="26233"/>
                  </a:lnTo>
                  <a:lnTo>
                    <a:pt x="24953" y="26327"/>
                  </a:lnTo>
                  <a:lnTo>
                    <a:pt x="24953" y="26327"/>
                  </a:lnTo>
                  <a:lnTo>
                    <a:pt x="24453" y="27014"/>
                  </a:lnTo>
                  <a:lnTo>
                    <a:pt x="23985" y="27732"/>
                  </a:lnTo>
                  <a:lnTo>
                    <a:pt x="23516" y="28450"/>
                  </a:lnTo>
                  <a:lnTo>
                    <a:pt x="23079" y="29200"/>
                  </a:lnTo>
                  <a:lnTo>
                    <a:pt x="22236" y="30730"/>
                  </a:lnTo>
                  <a:lnTo>
                    <a:pt x="21486" y="32167"/>
                  </a:lnTo>
                  <a:lnTo>
                    <a:pt x="20331" y="34477"/>
                  </a:lnTo>
                  <a:lnTo>
                    <a:pt x="19956" y="35196"/>
                  </a:lnTo>
                  <a:lnTo>
                    <a:pt x="19831" y="35414"/>
                  </a:lnTo>
                  <a:lnTo>
                    <a:pt x="19737" y="35508"/>
                  </a:lnTo>
                  <a:lnTo>
                    <a:pt x="19737" y="35508"/>
                  </a:lnTo>
                  <a:lnTo>
                    <a:pt x="19706" y="35508"/>
                  </a:lnTo>
                  <a:lnTo>
                    <a:pt x="19644" y="35477"/>
                  </a:lnTo>
                  <a:lnTo>
                    <a:pt x="19581" y="35352"/>
                  </a:lnTo>
                  <a:lnTo>
                    <a:pt x="19487" y="35102"/>
                  </a:lnTo>
                  <a:lnTo>
                    <a:pt x="19363" y="34727"/>
                  </a:lnTo>
                  <a:lnTo>
                    <a:pt x="19144" y="33759"/>
                  </a:lnTo>
                  <a:lnTo>
                    <a:pt x="18863" y="32416"/>
                  </a:lnTo>
                  <a:lnTo>
                    <a:pt x="18207" y="28919"/>
                  </a:lnTo>
                  <a:lnTo>
                    <a:pt x="17426" y="24578"/>
                  </a:lnTo>
                  <a:lnTo>
                    <a:pt x="16583" y="19800"/>
                  </a:lnTo>
                  <a:lnTo>
                    <a:pt x="15709" y="14897"/>
                  </a:lnTo>
                  <a:lnTo>
                    <a:pt x="15240" y="12523"/>
                  </a:lnTo>
                  <a:lnTo>
                    <a:pt x="14772" y="10275"/>
                  </a:lnTo>
                  <a:lnTo>
                    <a:pt x="14303" y="8182"/>
                  </a:lnTo>
                  <a:lnTo>
                    <a:pt x="13866" y="6277"/>
                  </a:lnTo>
                  <a:lnTo>
                    <a:pt x="13866" y="6277"/>
                  </a:lnTo>
                  <a:lnTo>
                    <a:pt x="13523" y="5091"/>
                  </a:lnTo>
                  <a:lnTo>
                    <a:pt x="13210" y="4060"/>
                  </a:lnTo>
                  <a:lnTo>
                    <a:pt x="12836" y="3154"/>
                  </a:lnTo>
                  <a:lnTo>
                    <a:pt x="12492" y="2374"/>
                  </a:lnTo>
                  <a:lnTo>
                    <a:pt x="12117" y="1687"/>
                  </a:lnTo>
                  <a:lnTo>
                    <a:pt x="11711" y="1156"/>
                  </a:lnTo>
                  <a:lnTo>
                    <a:pt x="11524" y="906"/>
                  </a:lnTo>
                  <a:lnTo>
                    <a:pt x="11337" y="719"/>
                  </a:lnTo>
                  <a:lnTo>
                    <a:pt x="11118" y="531"/>
                  </a:lnTo>
                  <a:lnTo>
                    <a:pt x="10931" y="375"/>
                  </a:lnTo>
                  <a:lnTo>
                    <a:pt x="10712" y="250"/>
                  </a:lnTo>
                  <a:lnTo>
                    <a:pt x="10493" y="156"/>
                  </a:lnTo>
                  <a:lnTo>
                    <a:pt x="10306" y="63"/>
                  </a:lnTo>
                  <a:lnTo>
                    <a:pt x="10087" y="31"/>
                  </a:lnTo>
                  <a:lnTo>
                    <a:pt x="9869" y="0"/>
                  </a:lnTo>
                  <a:lnTo>
                    <a:pt x="9681" y="0"/>
                  </a:lnTo>
                  <a:lnTo>
                    <a:pt x="9463" y="0"/>
                  </a:lnTo>
                  <a:lnTo>
                    <a:pt x="9244" y="31"/>
                  </a:lnTo>
                  <a:lnTo>
                    <a:pt x="9057" y="94"/>
                  </a:lnTo>
                  <a:lnTo>
                    <a:pt x="8838" y="156"/>
                  </a:lnTo>
                  <a:lnTo>
                    <a:pt x="8401" y="375"/>
                  </a:lnTo>
                  <a:lnTo>
                    <a:pt x="7995" y="656"/>
                  </a:lnTo>
                  <a:lnTo>
                    <a:pt x="7558" y="1031"/>
                  </a:lnTo>
                  <a:lnTo>
                    <a:pt x="7152" y="1437"/>
                  </a:lnTo>
                  <a:lnTo>
                    <a:pt x="6746" y="1936"/>
                  </a:lnTo>
                  <a:lnTo>
                    <a:pt x="6340" y="2467"/>
                  </a:lnTo>
                  <a:lnTo>
                    <a:pt x="5934" y="3061"/>
                  </a:lnTo>
                  <a:lnTo>
                    <a:pt x="5559" y="3685"/>
                  </a:lnTo>
                  <a:lnTo>
                    <a:pt x="5184" y="4372"/>
                  </a:lnTo>
                  <a:lnTo>
                    <a:pt x="4810" y="5091"/>
                  </a:lnTo>
                  <a:lnTo>
                    <a:pt x="4466" y="5840"/>
                  </a:lnTo>
                  <a:lnTo>
                    <a:pt x="4123" y="6590"/>
                  </a:lnTo>
                  <a:lnTo>
                    <a:pt x="3810" y="7402"/>
                  </a:lnTo>
                  <a:lnTo>
                    <a:pt x="3498" y="8214"/>
                  </a:lnTo>
                  <a:lnTo>
                    <a:pt x="3217" y="9057"/>
                  </a:lnTo>
                  <a:lnTo>
                    <a:pt x="2936" y="9900"/>
                  </a:lnTo>
                  <a:lnTo>
                    <a:pt x="2686" y="10743"/>
                  </a:lnTo>
                  <a:lnTo>
                    <a:pt x="2467" y="11586"/>
                  </a:lnTo>
                  <a:lnTo>
                    <a:pt x="2249" y="124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7" name="Google Shape;3817;p61"/>
            <p:cNvSpPr/>
            <p:nvPr/>
          </p:nvSpPr>
          <p:spPr>
            <a:xfrm>
              <a:off x="2743500" y="3967675"/>
              <a:ext cx="210825" cy="480950"/>
            </a:xfrm>
            <a:custGeom>
              <a:avLst/>
              <a:gdLst/>
              <a:ahLst/>
              <a:cxnLst/>
              <a:rect l="l" t="t" r="r" b="b"/>
              <a:pathLst>
                <a:path w="8433" h="19238" extrusionOk="0">
                  <a:moveTo>
                    <a:pt x="8370" y="1"/>
                  </a:moveTo>
                  <a:lnTo>
                    <a:pt x="7402" y="1312"/>
                  </a:lnTo>
                  <a:lnTo>
                    <a:pt x="6434" y="2624"/>
                  </a:lnTo>
                  <a:lnTo>
                    <a:pt x="5559" y="3967"/>
                  </a:lnTo>
                  <a:lnTo>
                    <a:pt x="4716" y="5372"/>
                  </a:lnTo>
                  <a:lnTo>
                    <a:pt x="3904" y="6777"/>
                  </a:lnTo>
                  <a:lnTo>
                    <a:pt x="3186" y="8214"/>
                  </a:lnTo>
                  <a:lnTo>
                    <a:pt x="2499" y="9713"/>
                  </a:lnTo>
                  <a:lnTo>
                    <a:pt x="1843" y="11181"/>
                  </a:lnTo>
                  <a:lnTo>
                    <a:pt x="1500" y="12149"/>
                  </a:lnTo>
                  <a:lnTo>
                    <a:pt x="1187" y="13148"/>
                  </a:lnTo>
                  <a:lnTo>
                    <a:pt x="906" y="14116"/>
                  </a:lnTo>
                  <a:lnTo>
                    <a:pt x="688" y="15116"/>
                  </a:lnTo>
                  <a:lnTo>
                    <a:pt x="438" y="16115"/>
                  </a:lnTo>
                  <a:lnTo>
                    <a:pt x="250" y="17146"/>
                  </a:lnTo>
                  <a:lnTo>
                    <a:pt x="94" y="18145"/>
                  </a:lnTo>
                  <a:lnTo>
                    <a:pt x="0" y="19176"/>
                  </a:lnTo>
                  <a:lnTo>
                    <a:pt x="0" y="19238"/>
                  </a:lnTo>
                  <a:lnTo>
                    <a:pt x="94" y="19238"/>
                  </a:lnTo>
                  <a:lnTo>
                    <a:pt x="125" y="19207"/>
                  </a:lnTo>
                  <a:lnTo>
                    <a:pt x="282" y="18645"/>
                  </a:lnTo>
                  <a:lnTo>
                    <a:pt x="406" y="18082"/>
                  </a:lnTo>
                  <a:lnTo>
                    <a:pt x="656" y="16958"/>
                  </a:lnTo>
                  <a:lnTo>
                    <a:pt x="969" y="15834"/>
                  </a:lnTo>
                  <a:lnTo>
                    <a:pt x="1281" y="14741"/>
                  </a:lnTo>
                  <a:lnTo>
                    <a:pt x="1905" y="12805"/>
                  </a:lnTo>
                  <a:lnTo>
                    <a:pt x="2218" y="11837"/>
                  </a:lnTo>
                  <a:lnTo>
                    <a:pt x="2593" y="10900"/>
                  </a:lnTo>
                  <a:lnTo>
                    <a:pt x="2874" y="10244"/>
                  </a:lnTo>
                  <a:lnTo>
                    <a:pt x="3217" y="9526"/>
                  </a:lnTo>
                  <a:lnTo>
                    <a:pt x="4029" y="7933"/>
                  </a:lnTo>
                  <a:lnTo>
                    <a:pt x="4935" y="6215"/>
                  </a:lnTo>
                  <a:lnTo>
                    <a:pt x="5872" y="4498"/>
                  </a:lnTo>
                  <a:lnTo>
                    <a:pt x="7527" y="1562"/>
                  </a:lnTo>
                  <a:lnTo>
                    <a:pt x="8432" y="63"/>
                  </a:lnTo>
                  <a:lnTo>
                    <a:pt x="8432" y="32"/>
                  </a:lnTo>
                  <a:lnTo>
                    <a:pt x="84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8" name="Google Shape;3818;p61"/>
            <p:cNvSpPr/>
            <p:nvPr/>
          </p:nvSpPr>
          <p:spPr>
            <a:xfrm>
              <a:off x="3056575" y="3010500"/>
              <a:ext cx="886950" cy="1140675"/>
            </a:xfrm>
            <a:custGeom>
              <a:avLst/>
              <a:gdLst/>
              <a:ahLst/>
              <a:cxnLst/>
              <a:rect l="l" t="t" r="r" b="b"/>
              <a:pathLst>
                <a:path w="35478" h="45627" extrusionOk="0">
                  <a:moveTo>
                    <a:pt x="29950" y="0"/>
                  </a:moveTo>
                  <a:lnTo>
                    <a:pt x="29356" y="63"/>
                  </a:lnTo>
                  <a:lnTo>
                    <a:pt x="28763" y="157"/>
                  </a:lnTo>
                  <a:lnTo>
                    <a:pt x="28107" y="313"/>
                  </a:lnTo>
                  <a:lnTo>
                    <a:pt x="27420" y="500"/>
                  </a:lnTo>
                  <a:lnTo>
                    <a:pt x="26702" y="719"/>
                  </a:lnTo>
                  <a:lnTo>
                    <a:pt x="25952" y="969"/>
                  </a:lnTo>
                  <a:lnTo>
                    <a:pt x="25203" y="1250"/>
                  </a:lnTo>
                  <a:lnTo>
                    <a:pt x="24422" y="1562"/>
                  </a:lnTo>
                  <a:lnTo>
                    <a:pt x="22861" y="2249"/>
                  </a:lnTo>
                  <a:lnTo>
                    <a:pt x="21268" y="2998"/>
                  </a:lnTo>
                  <a:lnTo>
                    <a:pt x="19706" y="3810"/>
                  </a:lnTo>
                  <a:lnTo>
                    <a:pt x="18176" y="4654"/>
                  </a:lnTo>
                  <a:lnTo>
                    <a:pt x="16771" y="5466"/>
                  </a:lnTo>
                  <a:lnTo>
                    <a:pt x="15490" y="6215"/>
                  </a:lnTo>
                  <a:lnTo>
                    <a:pt x="14366" y="6965"/>
                  </a:lnTo>
                  <a:lnTo>
                    <a:pt x="13429" y="7589"/>
                  </a:lnTo>
                  <a:lnTo>
                    <a:pt x="12711" y="8120"/>
                  </a:lnTo>
                  <a:lnTo>
                    <a:pt x="12336" y="8464"/>
                  </a:lnTo>
                  <a:lnTo>
                    <a:pt x="11899" y="8870"/>
                  </a:lnTo>
                  <a:lnTo>
                    <a:pt x="11493" y="9338"/>
                  </a:lnTo>
                  <a:lnTo>
                    <a:pt x="11056" y="9838"/>
                  </a:lnTo>
                  <a:lnTo>
                    <a:pt x="10619" y="10400"/>
                  </a:lnTo>
                  <a:lnTo>
                    <a:pt x="10150" y="10993"/>
                  </a:lnTo>
                  <a:lnTo>
                    <a:pt x="9276" y="12274"/>
                  </a:lnTo>
                  <a:lnTo>
                    <a:pt x="8401" y="13616"/>
                  </a:lnTo>
                  <a:lnTo>
                    <a:pt x="7589" y="14959"/>
                  </a:lnTo>
                  <a:lnTo>
                    <a:pt x="6871" y="16240"/>
                  </a:lnTo>
                  <a:lnTo>
                    <a:pt x="6246" y="17395"/>
                  </a:lnTo>
                  <a:lnTo>
                    <a:pt x="5216" y="19456"/>
                  </a:lnTo>
                  <a:lnTo>
                    <a:pt x="4154" y="21674"/>
                  </a:lnTo>
                  <a:lnTo>
                    <a:pt x="2155" y="25983"/>
                  </a:lnTo>
                  <a:lnTo>
                    <a:pt x="625" y="29356"/>
                  </a:lnTo>
                  <a:lnTo>
                    <a:pt x="1" y="30699"/>
                  </a:lnTo>
                  <a:lnTo>
                    <a:pt x="2655" y="33135"/>
                  </a:lnTo>
                  <a:lnTo>
                    <a:pt x="5372" y="35633"/>
                  </a:lnTo>
                  <a:lnTo>
                    <a:pt x="8495" y="38444"/>
                  </a:lnTo>
                  <a:lnTo>
                    <a:pt x="11680" y="41223"/>
                  </a:lnTo>
                  <a:lnTo>
                    <a:pt x="13148" y="42504"/>
                  </a:lnTo>
                  <a:lnTo>
                    <a:pt x="14491" y="43597"/>
                  </a:lnTo>
                  <a:lnTo>
                    <a:pt x="15615" y="44502"/>
                  </a:lnTo>
                  <a:lnTo>
                    <a:pt x="16552" y="45189"/>
                  </a:lnTo>
                  <a:lnTo>
                    <a:pt x="16896" y="45408"/>
                  </a:lnTo>
                  <a:lnTo>
                    <a:pt x="17177" y="45564"/>
                  </a:lnTo>
                  <a:lnTo>
                    <a:pt x="17364" y="45627"/>
                  </a:lnTo>
                  <a:lnTo>
                    <a:pt x="17427" y="45627"/>
                  </a:lnTo>
                  <a:lnTo>
                    <a:pt x="17458" y="45595"/>
                  </a:lnTo>
                  <a:lnTo>
                    <a:pt x="17926" y="44908"/>
                  </a:lnTo>
                  <a:lnTo>
                    <a:pt x="18426" y="44221"/>
                  </a:lnTo>
                  <a:lnTo>
                    <a:pt x="18894" y="43441"/>
                  </a:lnTo>
                  <a:lnTo>
                    <a:pt x="19363" y="42660"/>
                  </a:lnTo>
                  <a:lnTo>
                    <a:pt x="19831" y="41785"/>
                  </a:lnTo>
                  <a:lnTo>
                    <a:pt x="20268" y="40880"/>
                  </a:lnTo>
                  <a:lnTo>
                    <a:pt x="20706" y="39943"/>
                  </a:lnTo>
                  <a:lnTo>
                    <a:pt x="21143" y="38943"/>
                  </a:lnTo>
                  <a:lnTo>
                    <a:pt x="21580" y="37913"/>
                  </a:lnTo>
                  <a:lnTo>
                    <a:pt x="21986" y="36820"/>
                  </a:lnTo>
                  <a:lnTo>
                    <a:pt x="22392" y="35664"/>
                  </a:lnTo>
                  <a:lnTo>
                    <a:pt x="22767" y="34478"/>
                  </a:lnTo>
                  <a:lnTo>
                    <a:pt x="23142" y="33260"/>
                  </a:lnTo>
                  <a:lnTo>
                    <a:pt x="23485" y="31979"/>
                  </a:lnTo>
                  <a:lnTo>
                    <a:pt x="23797" y="30668"/>
                  </a:lnTo>
                  <a:lnTo>
                    <a:pt x="24110" y="29294"/>
                  </a:lnTo>
                  <a:lnTo>
                    <a:pt x="24609" y="29013"/>
                  </a:lnTo>
                  <a:lnTo>
                    <a:pt x="25859" y="28263"/>
                  </a:lnTo>
                  <a:lnTo>
                    <a:pt x="26733" y="27732"/>
                  </a:lnTo>
                  <a:lnTo>
                    <a:pt x="27670" y="27108"/>
                  </a:lnTo>
                  <a:lnTo>
                    <a:pt x="28669" y="26452"/>
                  </a:lnTo>
                  <a:lnTo>
                    <a:pt x="29669" y="25702"/>
                  </a:lnTo>
                  <a:lnTo>
                    <a:pt x="30699" y="24922"/>
                  </a:lnTo>
                  <a:lnTo>
                    <a:pt x="31667" y="24110"/>
                  </a:lnTo>
                  <a:lnTo>
                    <a:pt x="32104" y="23672"/>
                  </a:lnTo>
                  <a:lnTo>
                    <a:pt x="32542" y="23266"/>
                  </a:lnTo>
                  <a:lnTo>
                    <a:pt x="32948" y="22829"/>
                  </a:lnTo>
                  <a:lnTo>
                    <a:pt x="33291" y="22423"/>
                  </a:lnTo>
                  <a:lnTo>
                    <a:pt x="33635" y="21986"/>
                  </a:lnTo>
                  <a:lnTo>
                    <a:pt x="33916" y="21580"/>
                  </a:lnTo>
                  <a:lnTo>
                    <a:pt x="34166" y="21174"/>
                  </a:lnTo>
                  <a:lnTo>
                    <a:pt x="34353" y="20737"/>
                  </a:lnTo>
                  <a:lnTo>
                    <a:pt x="34478" y="20362"/>
                  </a:lnTo>
                  <a:lnTo>
                    <a:pt x="34572" y="19956"/>
                  </a:lnTo>
                  <a:lnTo>
                    <a:pt x="34572" y="19581"/>
                  </a:lnTo>
                  <a:lnTo>
                    <a:pt x="34509" y="19207"/>
                  </a:lnTo>
                  <a:lnTo>
                    <a:pt x="34415" y="18894"/>
                  </a:lnTo>
                  <a:lnTo>
                    <a:pt x="34291" y="18644"/>
                  </a:lnTo>
                  <a:lnTo>
                    <a:pt x="34134" y="18395"/>
                  </a:lnTo>
                  <a:lnTo>
                    <a:pt x="33978" y="18207"/>
                  </a:lnTo>
                  <a:lnTo>
                    <a:pt x="33791" y="18082"/>
                  </a:lnTo>
                  <a:lnTo>
                    <a:pt x="33572" y="17957"/>
                  </a:lnTo>
                  <a:lnTo>
                    <a:pt x="33354" y="17864"/>
                  </a:lnTo>
                  <a:lnTo>
                    <a:pt x="33104" y="17832"/>
                  </a:lnTo>
                  <a:lnTo>
                    <a:pt x="32854" y="17801"/>
                  </a:lnTo>
                  <a:lnTo>
                    <a:pt x="32323" y="17801"/>
                  </a:lnTo>
                  <a:lnTo>
                    <a:pt x="32073" y="17864"/>
                  </a:lnTo>
                  <a:lnTo>
                    <a:pt x="31756" y="17930"/>
                  </a:lnTo>
                  <a:lnTo>
                    <a:pt x="31756" y="17930"/>
                  </a:lnTo>
                  <a:lnTo>
                    <a:pt x="31917" y="17832"/>
                  </a:lnTo>
                  <a:lnTo>
                    <a:pt x="32635" y="17364"/>
                  </a:lnTo>
                  <a:lnTo>
                    <a:pt x="33322" y="16833"/>
                  </a:lnTo>
                  <a:lnTo>
                    <a:pt x="33947" y="16302"/>
                  </a:lnTo>
                  <a:lnTo>
                    <a:pt x="34259" y="16021"/>
                  </a:lnTo>
                  <a:lnTo>
                    <a:pt x="34509" y="15709"/>
                  </a:lnTo>
                  <a:lnTo>
                    <a:pt x="34759" y="15428"/>
                  </a:lnTo>
                  <a:lnTo>
                    <a:pt x="34978" y="15115"/>
                  </a:lnTo>
                  <a:lnTo>
                    <a:pt x="35134" y="14803"/>
                  </a:lnTo>
                  <a:lnTo>
                    <a:pt x="35290" y="14491"/>
                  </a:lnTo>
                  <a:lnTo>
                    <a:pt x="35384" y="14179"/>
                  </a:lnTo>
                  <a:lnTo>
                    <a:pt x="35446" y="13866"/>
                  </a:lnTo>
                  <a:lnTo>
                    <a:pt x="35477" y="13554"/>
                  </a:lnTo>
                  <a:lnTo>
                    <a:pt x="35446" y="13210"/>
                  </a:lnTo>
                  <a:lnTo>
                    <a:pt x="35384" y="12867"/>
                  </a:lnTo>
                  <a:lnTo>
                    <a:pt x="35290" y="12555"/>
                  </a:lnTo>
                  <a:lnTo>
                    <a:pt x="35165" y="12274"/>
                  </a:lnTo>
                  <a:lnTo>
                    <a:pt x="35009" y="12024"/>
                  </a:lnTo>
                  <a:lnTo>
                    <a:pt x="34853" y="11836"/>
                  </a:lnTo>
                  <a:lnTo>
                    <a:pt x="34634" y="11680"/>
                  </a:lnTo>
                  <a:lnTo>
                    <a:pt x="34447" y="11524"/>
                  </a:lnTo>
                  <a:lnTo>
                    <a:pt x="34197" y="11430"/>
                  </a:lnTo>
                  <a:lnTo>
                    <a:pt x="33978" y="11337"/>
                  </a:lnTo>
                  <a:lnTo>
                    <a:pt x="33728" y="11274"/>
                  </a:lnTo>
                  <a:lnTo>
                    <a:pt x="33447" y="11243"/>
                  </a:lnTo>
                  <a:lnTo>
                    <a:pt x="33197" y="11243"/>
                  </a:lnTo>
                  <a:lnTo>
                    <a:pt x="32635" y="11274"/>
                  </a:lnTo>
                  <a:lnTo>
                    <a:pt x="32073" y="11368"/>
                  </a:lnTo>
                  <a:lnTo>
                    <a:pt x="31933" y="11407"/>
                  </a:lnTo>
                  <a:lnTo>
                    <a:pt x="31948" y="11399"/>
                  </a:lnTo>
                  <a:lnTo>
                    <a:pt x="32573" y="11087"/>
                  </a:lnTo>
                  <a:lnTo>
                    <a:pt x="33197" y="10712"/>
                  </a:lnTo>
                  <a:lnTo>
                    <a:pt x="33791" y="10275"/>
                  </a:lnTo>
                  <a:lnTo>
                    <a:pt x="34041" y="10056"/>
                  </a:lnTo>
                  <a:lnTo>
                    <a:pt x="34322" y="9806"/>
                  </a:lnTo>
                  <a:lnTo>
                    <a:pt x="34540" y="9557"/>
                  </a:lnTo>
                  <a:lnTo>
                    <a:pt x="34759" y="9307"/>
                  </a:lnTo>
                  <a:lnTo>
                    <a:pt x="34946" y="9057"/>
                  </a:lnTo>
                  <a:lnTo>
                    <a:pt x="35102" y="8776"/>
                  </a:lnTo>
                  <a:lnTo>
                    <a:pt x="35259" y="8464"/>
                  </a:lnTo>
                  <a:lnTo>
                    <a:pt x="35352" y="8183"/>
                  </a:lnTo>
                  <a:lnTo>
                    <a:pt x="35415" y="7870"/>
                  </a:lnTo>
                  <a:lnTo>
                    <a:pt x="35415" y="7558"/>
                  </a:lnTo>
                  <a:lnTo>
                    <a:pt x="35415" y="7214"/>
                  </a:lnTo>
                  <a:lnTo>
                    <a:pt x="35352" y="6871"/>
                  </a:lnTo>
                  <a:lnTo>
                    <a:pt x="35259" y="6559"/>
                  </a:lnTo>
                  <a:lnTo>
                    <a:pt x="35134" y="6278"/>
                  </a:lnTo>
                  <a:lnTo>
                    <a:pt x="34978" y="5997"/>
                  </a:lnTo>
                  <a:lnTo>
                    <a:pt x="34790" y="5778"/>
                  </a:lnTo>
                  <a:lnTo>
                    <a:pt x="34603" y="5591"/>
                  </a:lnTo>
                  <a:lnTo>
                    <a:pt x="34415" y="5434"/>
                  </a:lnTo>
                  <a:lnTo>
                    <a:pt x="34197" y="5309"/>
                  </a:lnTo>
                  <a:lnTo>
                    <a:pt x="33947" y="5185"/>
                  </a:lnTo>
                  <a:lnTo>
                    <a:pt x="33697" y="5091"/>
                  </a:lnTo>
                  <a:lnTo>
                    <a:pt x="33447" y="5028"/>
                  </a:lnTo>
                  <a:lnTo>
                    <a:pt x="33166" y="4997"/>
                  </a:lnTo>
                  <a:lnTo>
                    <a:pt x="32885" y="4966"/>
                  </a:lnTo>
                  <a:lnTo>
                    <a:pt x="32323" y="4966"/>
                  </a:lnTo>
                  <a:lnTo>
                    <a:pt x="31761" y="5028"/>
                  </a:lnTo>
                  <a:lnTo>
                    <a:pt x="31199" y="5153"/>
                  </a:lnTo>
                  <a:lnTo>
                    <a:pt x="30668" y="5278"/>
                  </a:lnTo>
                  <a:lnTo>
                    <a:pt x="30168" y="5434"/>
                  </a:lnTo>
                  <a:lnTo>
                    <a:pt x="29731" y="5591"/>
                  </a:lnTo>
                  <a:lnTo>
                    <a:pt x="29263" y="5778"/>
                  </a:lnTo>
                  <a:lnTo>
                    <a:pt x="29263" y="5778"/>
                  </a:lnTo>
                  <a:lnTo>
                    <a:pt x="29637" y="5591"/>
                  </a:lnTo>
                  <a:lnTo>
                    <a:pt x="30012" y="5403"/>
                  </a:lnTo>
                  <a:lnTo>
                    <a:pt x="30418" y="5153"/>
                  </a:lnTo>
                  <a:lnTo>
                    <a:pt x="30855" y="4872"/>
                  </a:lnTo>
                  <a:lnTo>
                    <a:pt x="31261" y="4560"/>
                  </a:lnTo>
                  <a:lnTo>
                    <a:pt x="31667" y="4216"/>
                  </a:lnTo>
                  <a:lnTo>
                    <a:pt x="32011" y="3810"/>
                  </a:lnTo>
                  <a:lnTo>
                    <a:pt x="32167" y="3623"/>
                  </a:lnTo>
                  <a:lnTo>
                    <a:pt x="32292" y="3404"/>
                  </a:lnTo>
                  <a:lnTo>
                    <a:pt x="32417" y="3186"/>
                  </a:lnTo>
                  <a:lnTo>
                    <a:pt x="32510" y="2936"/>
                  </a:lnTo>
                  <a:lnTo>
                    <a:pt x="32604" y="2717"/>
                  </a:lnTo>
                  <a:lnTo>
                    <a:pt x="32635" y="2468"/>
                  </a:lnTo>
                  <a:lnTo>
                    <a:pt x="32667" y="2187"/>
                  </a:lnTo>
                  <a:lnTo>
                    <a:pt x="32635" y="1937"/>
                  </a:lnTo>
                  <a:lnTo>
                    <a:pt x="32604" y="1656"/>
                  </a:lnTo>
                  <a:lnTo>
                    <a:pt x="32542" y="1406"/>
                  </a:lnTo>
                  <a:lnTo>
                    <a:pt x="32417" y="1125"/>
                  </a:lnTo>
                  <a:lnTo>
                    <a:pt x="32261" y="812"/>
                  </a:lnTo>
                  <a:lnTo>
                    <a:pt x="32136" y="656"/>
                  </a:lnTo>
                  <a:lnTo>
                    <a:pt x="32011" y="531"/>
                  </a:lnTo>
                  <a:lnTo>
                    <a:pt x="31886" y="406"/>
                  </a:lnTo>
                  <a:lnTo>
                    <a:pt x="31730" y="313"/>
                  </a:lnTo>
                  <a:lnTo>
                    <a:pt x="31542" y="219"/>
                  </a:lnTo>
                  <a:lnTo>
                    <a:pt x="31355" y="157"/>
                  </a:lnTo>
                  <a:lnTo>
                    <a:pt x="30949" y="32"/>
                  </a:lnTo>
                  <a:lnTo>
                    <a:pt x="30481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9" name="Google Shape;3819;p61"/>
            <p:cNvSpPr/>
            <p:nvPr/>
          </p:nvSpPr>
          <p:spPr>
            <a:xfrm>
              <a:off x="3559375" y="3293900"/>
              <a:ext cx="308400" cy="137450"/>
            </a:xfrm>
            <a:custGeom>
              <a:avLst/>
              <a:gdLst/>
              <a:ahLst/>
              <a:cxnLst/>
              <a:rect l="l" t="t" r="r" b="b"/>
              <a:pathLst>
                <a:path w="12336" h="5498" extrusionOk="0">
                  <a:moveTo>
                    <a:pt x="12274" y="1"/>
                  </a:moveTo>
                  <a:lnTo>
                    <a:pt x="11555" y="157"/>
                  </a:lnTo>
                  <a:lnTo>
                    <a:pt x="10868" y="375"/>
                  </a:lnTo>
                  <a:lnTo>
                    <a:pt x="9182" y="938"/>
                  </a:lnTo>
                  <a:lnTo>
                    <a:pt x="8370" y="1187"/>
                  </a:lnTo>
                  <a:lnTo>
                    <a:pt x="7589" y="1469"/>
                  </a:lnTo>
                  <a:lnTo>
                    <a:pt x="6777" y="1781"/>
                  </a:lnTo>
                  <a:lnTo>
                    <a:pt x="5996" y="2124"/>
                  </a:lnTo>
                  <a:lnTo>
                    <a:pt x="5247" y="2468"/>
                  </a:lnTo>
                  <a:lnTo>
                    <a:pt x="4497" y="2811"/>
                  </a:lnTo>
                  <a:lnTo>
                    <a:pt x="3061" y="3592"/>
                  </a:lnTo>
                  <a:lnTo>
                    <a:pt x="2311" y="4029"/>
                  </a:lnTo>
                  <a:lnTo>
                    <a:pt x="1562" y="4498"/>
                  </a:lnTo>
                  <a:lnTo>
                    <a:pt x="781" y="4966"/>
                  </a:lnTo>
                  <a:lnTo>
                    <a:pt x="32" y="5403"/>
                  </a:lnTo>
                  <a:lnTo>
                    <a:pt x="0" y="5435"/>
                  </a:lnTo>
                  <a:lnTo>
                    <a:pt x="0" y="5466"/>
                  </a:lnTo>
                  <a:lnTo>
                    <a:pt x="32" y="5497"/>
                  </a:lnTo>
                  <a:lnTo>
                    <a:pt x="94" y="5497"/>
                  </a:lnTo>
                  <a:lnTo>
                    <a:pt x="844" y="5122"/>
                  </a:lnTo>
                  <a:lnTo>
                    <a:pt x="1624" y="4748"/>
                  </a:lnTo>
                  <a:lnTo>
                    <a:pt x="2405" y="4373"/>
                  </a:lnTo>
                  <a:lnTo>
                    <a:pt x="3217" y="4061"/>
                  </a:lnTo>
                  <a:lnTo>
                    <a:pt x="6340" y="2718"/>
                  </a:lnTo>
                  <a:lnTo>
                    <a:pt x="7839" y="2031"/>
                  </a:lnTo>
                  <a:lnTo>
                    <a:pt x="9338" y="1344"/>
                  </a:lnTo>
                  <a:lnTo>
                    <a:pt x="10087" y="1000"/>
                  </a:lnTo>
                  <a:lnTo>
                    <a:pt x="10868" y="719"/>
                  </a:lnTo>
                  <a:lnTo>
                    <a:pt x="11586" y="438"/>
                  </a:lnTo>
                  <a:lnTo>
                    <a:pt x="12305" y="94"/>
                  </a:lnTo>
                  <a:lnTo>
                    <a:pt x="12336" y="63"/>
                  </a:lnTo>
                  <a:lnTo>
                    <a:pt x="12305" y="32"/>
                  </a:lnTo>
                  <a:lnTo>
                    <a:pt x="122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0" name="Google Shape;3820;p61"/>
            <p:cNvSpPr/>
            <p:nvPr/>
          </p:nvSpPr>
          <p:spPr>
            <a:xfrm>
              <a:off x="3519550" y="3145575"/>
              <a:ext cx="291250" cy="131950"/>
            </a:xfrm>
            <a:custGeom>
              <a:avLst/>
              <a:gdLst/>
              <a:ahLst/>
              <a:cxnLst/>
              <a:rect l="l" t="t" r="r" b="b"/>
              <a:pathLst>
                <a:path w="11650" h="5278" extrusionOk="0">
                  <a:moveTo>
                    <a:pt x="11524" y="0"/>
                  </a:moveTo>
                  <a:lnTo>
                    <a:pt x="11025" y="125"/>
                  </a:lnTo>
                  <a:lnTo>
                    <a:pt x="10306" y="312"/>
                  </a:lnTo>
                  <a:lnTo>
                    <a:pt x="9463" y="594"/>
                  </a:lnTo>
                  <a:lnTo>
                    <a:pt x="8558" y="906"/>
                  </a:lnTo>
                  <a:lnTo>
                    <a:pt x="6777" y="1562"/>
                  </a:lnTo>
                  <a:lnTo>
                    <a:pt x="5559" y="2061"/>
                  </a:lnTo>
                  <a:lnTo>
                    <a:pt x="4841" y="2374"/>
                  </a:lnTo>
                  <a:lnTo>
                    <a:pt x="4123" y="2717"/>
                  </a:lnTo>
                  <a:lnTo>
                    <a:pt x="3405" y="3092"/>
                  </a:lnTo>
                  <a:lnTo>
                    <a:pt x="2718" y="3467"/>
                  </a:lnTo>
                  <a:lnTo>
                    <a:pt x="2031" y="3873"/>
                  </a:lnTo>
                  <a:lnTo>
                    <a:pt x="1375" y="4279"/>
                  </a:lnTo>
                  <a:lnTo>
                    <a:pt x="688" y="4716"/>
                  </a:lnTo>
                  <a:lnTo>
                    <a:pt x="32" y="5153"/>
                  </a:lnTo>
                  <a:lnTo>
                    <a:pt x="1" y="5184"/>
                  </a:lnTo>
                  <a:lnTo>
                    <a:pt x="32" y="5247"/>
                  </a:lnTo>
                  <a:lnTo>
                    <a:pt x="63" y="5278"/>
                  </a:lnTo>
                  <a:lnTo>
                    <a:pt x="94" y="5247"/>
                  </a:lnTo>
                  <a:lnTo>
                    <a:pt x="2999" y="3998"/>
                  </a:lnTo>
                  <a:lnTo>
                    <a:pt x="5903" y="2686"/>
                  </a:lnTo>
                  <a:lnTo>
                    <a:pt x="8963" y="1374"/>
                  </a:lnTo>
                  <a:lnTo>
                    <a:pt x="10681" y="656"/>
                  </a:lnTo>
                  <a:lnTo>
                    <a:pt x="11618" y="219"/>
                  </a:lnTo>
                  <a:lnTo>
                    <a:pt x="11649" y="156"/>
                  </a:lnTo>
                  <a:lnTo>
                    <a:pt x="11618" y="63"/>
                  </a:lnTo>
                  <a:lnTo>
                    <a:pt x="11587" y="31"/>
                  </a:lnTo>
                  <a:lnTo>
                    <a:pt x="115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1" name="Google Shape;3821;p61"/>
            <p:cNvSpPr/>
            <p:nvPr/>
          </p:nvSpPr>
          <p:spPr>
            <a:xfrm>
              <a:off x="3589825" y="3451625"/>
              <a:ext cx="269375" cy="136650"/>
            </a:xfrm>
            <a:custGeom>
              <a:avLst/>
              <a:gdLst/>
              <a:ahLst/>
              <a:cxnLst/>
              <a:rect l="l" t="t" r="r" b="b"/>
              <a:pathLst>
                <a:path w="10775" h="5466" extrusionOk="0">
                  <a:moveTo>
                    <a:pt x="10681" y="0"/>
                  </a:moveTo>
                  <a:lnTo>
                    <a:pt x="10212" y="125"/>
                  </a:lnTo>
                  <a:lnTo>
                    <a:pt x="9525" y="312"/>
                  </a:lnTo>
                  <a:lnTo>
                    <a:pt x="7870" y="906"/>
                  </a:lnTo>
                  <a:lnTo>
                    <a:pt x="6215" y="1562"/>
                  </a:lnTo>
                  <a:lnTo>
                    <a:pt x="5091" y="2030"/>
                  </a:lnTo>
                  <a:lnTo>
                    <a:pt x="3779" y="2779"/>
                  </a:lnTo>
                  <a:lnTo>
                    <a:pt x="2499" y="3591"/>
                  </a:lnTo>
                  <a:lnTo>
                    <a:pt x="1249" y="4435"/>
                  </a:lnTo>
                  <a:lnTo>
                    <a:pt x="32" y="5340"/>
                  </a:lnTo>
                  <a:lnTo>
                    <a:pt x="0" y="5403"/>
                  </a:lnTo>
                  <a:lnTo>
                    <a:pt x="0" y="5434"/>
                  </a:lnTo>
                  <a:lnTo>
                    <a:pt x="32" y="5465"/>
                  </a:lnTo>
                  <a:lnTo>
                    <a:pt x="94" y="5465"/>
                  </a:lnTo>
                  <a:lnTo>
                    <a:pt x="2748" y="3997"/>
                  </a:lnTo>
                  <a:lnTo>
                    <a:pt x="4060" y="3279"/>
                  </a:lnTo>
                  <a:lnTo>
                    <a:pt x="5434" y="2592"/>
                  </a:lnTo>
                  <a:lnTo>
                    <a:pt x="6527" y="2092"/>
                  </a:lnTo>
                  <a:lnTo>
                    <a:pt x="8120" y="1405"/>
                  </a:lnTo>
                  <a:lnTo>
                    <a:pt x="9713" y="687"/>
                  </a:lnTo>
                  <a:lnTo>
                    <a:pt x="10337" y="375"/>
                  </a:lnTo>
                  <a:lnTo>
                    <a:pt x="10743" y="156"/>
                  </a:lnTo>
                  <a:lnTo>
                    <a:pt x="10774" y="125"/>
                  </a:lnTo>
                  <a:lnTo>
                    <a:pt x="10743" y="63"/>
                  </a:lnTo>
                  <a:lnTo>
                    <a:pt x="10712" y="31"/>
                  </a:lnTo>
                  <a:lnTo>
                    <a:pt x="106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2" name="Google Shape;3822;p61"/>
            <p:cNvSpPr/>
            <p:nvPr/>
          </p:nvSpPr>
          <p:spPr>
            <a:xfrm>
              <a:off x="2435900" y="3076850"/>
              <a:ext cx="513750" cy="1058700"/>
            </a:xfrm>
            <a:custGeom>
              <a:avLst/>
              <a:gdLst/>
              <a:ahLst/>
              <a:cxnLst/>
              <a:rect l="l" t="t" r="r" b="b"/>
              <a:pathLst>
                <a:path w="20550" h="42348" extrusionOk="0">
                  <a:moveTo>
                    <a:pt x="10275" y="1"/>
                  </a:moveTo>
                  <a:lnTo>
                    <a:pt x="10056" y="32"/>
                  </a:lnTo>
                  <a:lnTo>
                    <a:pt x="9837" y="95"/>
                  </a:lnTo>
                  <a:lnTo>
                    <a:pt x="9619" y="157"/>
                  </a:lnTo>
                  <a:lnTo>
                    <a:pt x="9182" y="344"/>
                  </a:lnTo>
                  <a:lnTo>
                    <a:pt x="8744" y="626"/>
                  </a:lnTo>
                  <a:lnTo>
                    <a:pt x="8276" y="969"/>
                  </a:lnTo>
                  <a:lnTo>
                    <a:pt x="7839" y="1406"/>
                  </a:lnTo>
                  <a:lnTo>
                    <a:pt x="7401" y="1937"/>
                  </a:lnTo>
                  <a:lnTo>
                    <a:pt x="6964" y="2531"/>
                  </a:lnTo>
                  <a:lnTo>
                    <a:pt x="6527" y="3218"/>
                  </a:lnTo>
                  <a:lnTo>
                    <a:pt x="6121" y="3998"/>
                  </a:lnTo>
                  <a:lnTo>
                    <a:pt x="5684" y="4842"/>
                  </a:lnTo>
                  <a:lnTo>
                    <a:pt x="5247" y="5778"/>
                  </a:lnTo>
                  <a:lnTo>
                    <a:pt x="4841" y="6778"/>
                  </a:lnTo>
                  <a:lnTo>
                    <a:pt x="4403" y="7902"/>
                  </a:lnTo>
                  <a:lnTo>
                    <a:pt x="3997" y="9089"/>
                  </a:lnTo>
                  <a:lnTo>
                    <a:pt x="3591" y="10369"/>
                  </a:lnTo>
                  <a:lnTo>
                    <a:pt x="3248" y="11525"/>
                  </a:lnTo>
                  <a:lnTo>
                    <a:pt x="2936" y="12743"/>
                  </a:lnTo>
                  <a:lnTo>
                    <a:pt x="2655" y="13992"/>
                  </a:lnTo>
                  <a:lnTo>
                    <a:pt x="2374" y="15272"/>
                  </a:lnTo>
                  <a:lnTo>
                    <a:pt x="2124" y="16553"/>
                  </a:lnTo>
                  <a:lnTo>
                    <a:pt x="1874" y="17864"/>
                  </a:lnTo>
                  <a:lnTo>
                    <a:pt x="1655" y="19207"/>
                  </a:lnTo>
                  <a:lnTo>
                    <a:pt x="1468" y="20550"/>
                  </a:lnTo>
                  <a:lnTo>
                    <a:pt x="1124" y="23236"/>
                  </a:lnTo>
                  <a:lnTo>
                    <a:pt x="812" y="25890"/>
                  </a:lnTo>
                  <a:lnTo>
                    <a:pt x="593" y="28482"/>
                  </a:lnTo>
                  <a:lnTo>
                    <a:pt x="406" y="30949"/>
                  </a:lnTo>
                  <a:lnTo>
                    <a:pt x="250" y="33323"/>
                  </a:lnTo>
                  <a:lnTo>
                    <a:pt x="156" y="35478"/>
                  </a:lnTo>
                  <a:lnTo>
                    <a:pt x="94" y="37414"/>
                  </a:lnTo>
                  <a:lnTo>
                    <a:pt x="31" y="39100"/>
                  </a:lnTo>
                  <a:lnTo>
                    <a:pt x="0" y="41505"/>
                  </a:lnTo>
                  <a:lnTo>
                    <a:pt x="0" y="42348"/>
                  </a:lnTo>
                  <a:lnTo>
                    <a:pt x="20549" y="34790"/>
                  </a:lnTo>
                  <a:lnTo>
                    <a:pt x="20299" y="31636"/>
                  </a:lnTo>
                  <a:lnTo>
                    <a:pt x="19987" y="28482"/>
                  </a:lnTo>
                  <a:lnTo>
                    <a:pt x="19612" y="25328"/>
                  </a:lnTo>
                  <a:lnTo>
                    <a:pt x="19175" y="22205"/>
                  </a:lnTo>
                  <a:lnTo>
                    <a:pt x="18644" y="19113"/>
                  </a:lnTo>
                  <a:lnTo>
                    <a:pt x="18051" y="15990"/>
                  </a:lnTo>
                  <a:lnTo>
                    <a:pt x="17395" y="12899"/>
                  </a:lnTo>
                  <a:lnTo>
                    <a:pt x="16645" y="9838"/>
                  </a:lnTo>
                  <a:lnTo>
                    <a:pt x="16333" y="8651"/>
                  </a:lnTo>
                  <a:lnTo>
                    <a:pt x="16021" y="7558"/>
                  </a:lnTo>
                  <a:lnTo>
                    <a:pt x="15677" y="6559"/>
                  </a:lnTo>
                  <a:lnTo>
                    <a:pt x="15303" y="5591"/>
                  </a:lnTo>
                  <a:lnTo>
                    <a:pt x="14959" y="4717"/>
                  </a:lnTo>
                  <a:lnTo>
                    <a:pt x="14584" y="3905"/>
                  </a:lnTo>
                  <a:lnTo>
                    <a:pt x="14209" y="3186"/>
                  </a:lnTo>
                  <a:lnTo>
                    <a:pt x="13804" y="2531"/>
                  </a:lnTo>
                  <a:lnTo>
                    <a:pt x="13429" y="1937"/>
                  </a:lnTo>
                  <a:lnTo>
                    <a:pt x="13023" y="1438"/>
                  </a:lnTo>
                  <a:lnTo>
                    <a:pt x="12617" y="1000"/>
                  </a:lnTo>
                  <a:lnTo>
                    <a:pt x="12180" y="657"/>
                  </a:lnTo>
                  <a:lnTo>
                    <a:pt x="11774" y="376"/>
                  </a:lnTo>
                  <a:lnTo>
                    <a:pt x="11336" y="188"/>
                  </a:lnTo>
                  <a:lnTo>
                    <a:pt x="11118" y="95"/>
                  </a:lnTo>
                  <a:lnTo>
                    <a:pt x="10930" y="63"/>
                  </a:lnTo>
                  <a:lnTo>
                    <a:pt x="10712" y="32"/>
                  </a:lnTo>
                  <a:lnTo>
                    <a:pt x="104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3" name="Google Shape;3823;p61"/>
            <p:cNvSpPr/>
            <p:nvPr/>
          </p:nvSpPr>
          <p:spPr>
            <a:xfrm>
              <a:off x="2435900" y="3076850"/>
              <a:ext cx="513750" cy="1058700"/>
            </a:xfrm>
            <a:custGeom>
              <a:avLst/>
              <a:gdLst/>
              <a:ahLst/>
              <a:cxnLst/>
              <a:rect l="l" t="t" r="r" b="b"/>
              <a:pathLst>
                <a:path w="20550" h="42348" fill="none" extrusionOk="0">
                  <a:moveTo>
                    <a:pt x="20549" y="34790"/>
                  </a:moveTo>
                  <a:lnTo>
                    <a:pt x="0" y="42348"/>
                  </a:lnTo>
                  <a:lnTo>
                    <a:pt x="0" y="42348"/>
                  </a:lnTo>
                  <a:lnTo>
                    <a:pt x="0" y="41505"/>
                  </a:lnTo>
                  <a:lnTo>
                    <a:pt x="31" y="39100"/>
                  </a:lnTo>
                  <a:lnTo>
                    <a:pt x="94" y="37414"/>
                  </a:lnTo>
                  <a:lnTo>
                    <a:pt x="156" y="35478"/>
                  </a:lnTo>
                  <a:lnTo>
                    <a:pt x="250" y="33323"/>
                  </a:lnTo>
                  <a:lnTo>
                    <a:pt x="406" y="30949"/>
                  </a:lnTo>
                  <a:lnTo>
                    <a:pt x="593" y="28482"/>
                  </a:lnTo>
                  <a:lnTo>
                    <a:pt x="812" y="25890"/>
                  </a:lnTo>
                  <a:lnTo>
                    <a:pt x="1124" y="23236"/>
                  </a:lnTo>
                  <a:lnTo>
                    <a:pt x="1468" y="20550"/>
                  </a:lnTo>
                  <a:lnTo>
                    <a:pt x="1655" y="19207"/>
                  </a:lnTo>
                  <a:lnTo>
                    <a:pt x="1874" y="17864"/>
                  </a:lnTo>
                  <a:lnTo>
                    <a:pt x="2124" y="16553"/>
                  </a:lnTo>
                  <a:lnTo>
                    <a:pt x="2374" y="15272"/>
                  </a:lnTo>
                  <a:lnTo>
                    <a:pt x="2655" y="13992"/>
                  </a:lnTo>
                  <a:lnTo>
                    <a:pt x="2936" y="12743"/>
                  </a:lnTo>
                  <a:lnTo>
                    <a:pt x="3248" y="11525"/>
                  </a:lnTo>
                  <a:lnTo>
                    <a:pt x="3591" y="10369"/>
                  </a:lnTo>
                  <a:lnTo>
                    <a:pt x="3591" y="10369"/>
                  </a:lnTo>
                  <a:lnTo>
                    <a:pt x="3997" y="9089"/>
                  </a:lnTo>
                  <a:lnTo>
                    <a:pt x="4403" y="7902"/>
                  </a:lnTo>
                  <a:lnTo>
                    <a:pt x="4841" y="6778"/>
                  </a:lnTo>
                  <a:lnTo>
                    <a:pt x="5247" y="5778"/>
                  </a:lnTo>
                  <a:lnTo>
                    <a:pt x="5684" y="4842"/>
                  </a:lnTo>
                  <a:lnTo>
                    <a:pt x="6121" y="3998"/>
                  </a:lnTo>
                  <a:lnTo>
                    <a:pt x="6527" y="3218"/>
                  </a:lnTo>
                  <a:lnTo>
                    <a:pt x="6964" y="2531"/>
                  </a:lnTo>
                  <a:lnTo>
                    <a:pt x="7401" y="1937"/>
                  </a:lnTo>
                  <a:lnTo>
                    <a:pt x="7839" y="1406"/>
                  </a:lnTo>
                  <a:lnTo>
                    <a:pt x="8276" y="969"/>
                  </a:lnTo>
                  <a:lnTo>
                    <a:pt x="8744" y="626"/>
                  </a:lnTo>
                  <a:lnTo>
                    <a:pt x="9182" y="344"/>
                  </a:lnTo>
                  <a:lnTo>
                    <a:pt x="9619" y="157"/>
                  </a:lnTo>
                  <a:lnTo>
                    <a:pt x="9837" y="95"/>
                  </a:lnTo>
                  <a:lnTo>
                    <a:pt x="10056" y="32"/>
                  </a:lnTo>
                  <a:lnTo>
                    <a:pt x="10275" y="1"/>
                  </a:lnTo>
                  <a:lnTo>
                    <a:pt x="10493" y="1"/>
                  </a:lnTo>
                  <a:lnTo>
                    <a:pt x="10712" y="32"/>
                  </a:lnTo>
                  <a:lnTo>
                    <a:pt x="10930" y="63"/>
                  </a:lnTo>
                  <a:lnTo>
                    <a:pt x="11118" y="95"/>
                  </a:lnTo>
                  <a:lnTo>
                    <a:pt x="11336" y="188"/>
                  </a:lnTo>
                  <a:lnTo>
                    <a:pt x="11774" y="376"/>
                  </a:lnTo>
                  <a:lnTo>
                    <a:pt x="12180" y="657"/>
                  </a:lnTo>
                  <a:lnTo>
                    <a:pt x="12617" y="1000"/>
                  </a:lnTo>
                  <a:lnTo>
                    <a:pt x="13023" y="1438"/>
                  </a:lnTo>
                  <a:lnTo>
                    <a:pt x="13429" y="1937"/>
                  </a:lnTo>
                  <a:lnTo>
                    <a:pt x="13804" y="2531"/>
                  </a:lnTo>
                  <a:lnTo>
                    <a:pt x="14209" y="3186"/>
                  </a:lnTo>
                  <a:lnTo>
                    <a:pt x="14584" y="3905"/>
                  </a:lnTo>
                  <a:lnTo>
                    <a:pt x="14959" y="4717"/>
                  </a:lnTo>
                  <a:lnTo>
                    <a:pt x="15303" y="5591"/>
                  </a:lnTo>
                  <a:lnTo>
                    <a:pt x="15677" y="6559"/>
                  </a:lnTo>
                  <a:lnTo>
                    <a:pt x="16021" y="7558"/>
                  </a:lnTo>
                  <a:lnTo>
                    <a:pt x="16333" y="8651"/>
                  </a:lnTo>
                  <a:lnTo>
                    <a:pt x="16645" y="9838"/>
                  </a:lnTo>
                  <a:lnTo>
                    <a:pt x="16645" y="9838"/>
                  </a:lnTo>
                  <a:lnTo>
                    <a:pt x="17395" y="12899"/>
                  </a:lnTo>
                  <a:lnTo>
                    <a:pt x="18051" y="15990"/>
                  </a:lnTo>
                  <a:lnTo>
                    <a:pt x="18644" y="19113"/>
                  </a:lnTo>
                  <a:lnTo>
                    <a:pt x="19175" y="22205"/>
                  </a:lnTo>
                  <a:lnTo>
                    <a:pt x="19612" y="25328"/>
                  </a:lnTo>
                  <a:lnTo>
                    <a:pt x="19987" y="28482"/>
                  </a:lnTo>
                  <a:lnTo>
                    <a:pt x="20299" y="31636"/>
                  </a:lnTo>
                  <a:lnTo>
                    <a:pt x="20549" y="3479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4" name="Google Shape;3824;p61"/>
            <p:cNvSpPr/>
            <p:nvPr/>
          </p:nvSpPr>
          <p:spPr>
            <a:xfrm>
              <a:off x="2438225" y="3986425"/>
              <a:ext cx="800" cy="7050"/>
            </a:xfrm>
            <a:custGeom>
              <a:avLst/>
              <a:gdLst/>
              <a:ahLst/>
              <a:cxnLst/>
              <a:rect l="l" t="t" r="r" b="b"/>
              <a:pathLst>
                <a:path w="32" h="282" extrusionOk="0">
                  <a:moveTo>
                    <a:pt x="32" y="0"/>
                  </a:moveTo>
                  <a:lnTo>
                    <a:pt x="32" y="0"/>
                  </a:lnTo>
                  <a:lnTo>
                    <a:pt x="1" y="281"/>
                  </a:lnTo>
                  <a:lnTo>
                    <a:pt x="1" y="281"/>
                  </a:lnTo>
                  <a:lnTo>
                    <a:pt x="1" y="281"/>
                  </a:lnTo>
                  <a:lnTo>
                    <a:pt x="1" y="28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5" name="Google Shape;3825;p61"/>
            <p:cNvSpPr/>
            <p:nvPr/>
          </p:nvSpPr>
          <p:spPr>
            <a:xfrm>
              <a:off x="2438225" y="3986425"/>
              <a:ext cx="800" cy="7050"/>
            </a:xfrm>
            <a:custGeom>
              <a:avLst/>
              <a:gdLst/>
              <a:ahLst/>
              <a:cxnLst/>
              <a:rect l="l" t="t" r="r" b="b"/>
              <a:pathLst>
                <a:path w="32" h="282" fill="none" extrusionOk="0">
                  <a:moveTo>
                    <a:pt x="32" y="0"/>
                  </a:moveTo>
                  <a:lnTo>
                    <a:pt x="32" y="0"/>
                  </a:lnTo>
                  <a:lnTo>
                    <a:pt x="1" y="281"/>
                  </a:lnTo>
                  <a:lnTo>
                    <a:pt x="1" y="281"/>
                  </a:lnTo>
                  <a:lnTo>
                    <a:pt x="1" y="281"/>
                  </a:lnTo>
                  <a:lnTo>
                    <a:pt x="1" y="281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6" name="Google Shape;3826;p61"/>
            <p:cNvSpPr/>
            <p:nvPr/>
          </p:nvSpPr>
          <p:spPr>
            <a:xfrm>
              <a:off x="2438225" y="3944250"/>
              <a:ext cx="47650" cy="49225"/>
            </a:xfrm>
            <a:custGeom>
              <a:avLst/>
              <a:gdLst/>
              <a:ahLst/>
              <a:cxnLst/>
              <a:rect l="l" t="t" r="r" b="b"/>
              <a:pathLst>
                <a:path w="1906" h="1969" extrusionOk="0">
                  <a:moveTo>
                    <a:pt x="500" y="1"/>
                  </a:moveTo>
                  <a:lnTo>
                    <a:pt x="94" y="32"/>
                  </a:lnTo>
                  <a:lnTo>
                    <a:pt x="32" y="1687"/>
                  </a:lnTo>
                  <a:lnTo>
                    <a:pt x="1" y="1968"/>
                  </a:lnTo>
                  <a:lnTo>
                    <a:pt x="313" y="1875"/>
                  </a:lnTo>
                  <a:lnTo>
                    <a:pt x="594" y="1718"/>
                  </a:lnTo>
                  <a:lnTo>
                    <a:pt x="875" y="1531"/>
                  </a:lnTo>
                  <a:lnTo>
                    <a:pt x="1125" y="1344"/>
                  </a:lnTo>
                  <a:lnTo>
                    <a:pt x="1344" y="1125"/>
                  </a:lnTo>
                  <a:lnTo>
                    <a:pt x="1562" y="875"/>
                  </a:lnTo>
                  <a:lnTo>
                    <a:pt x="1750" y="594"/>
                  </a:lnTo>
                  <a:lnTo>
                    <a:pt x="1906" y="313"/>
                  </a:lnTo>
                  <a:lnTo>
                    <a:pt x="1843" y="282"/>
                  </a:lnTo>
                  <a:lnTo>
                    <a:pt x="1500" y="157"/>
                  </a:lnTo>
                  <a:lnTo>
                    <a:pt x="1187" y="63"/>
                  </a:lnTo>
                  <a:lnTo>
                    <a:pt x="8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7" name="Google Shape;3827;p61"/>
            <p:cNvSpPr/>
            <p:nvPr/>
          </p:nvSpPr>
          <p:spPr>
            <a:xfrm>
              <a:off x="2438225" y="3944250"/>
              <a:ext cx="47650" cy="49225"/>
            </a:xfrm>
            <a:custGeom>
              <a:avLst/>
              <a:gdLst/>
              <a:ahLst/>
              <a:cxnLst/>
              <a:rect l="l" t="t" r="r" b="b"/>
              <a:pathLst>
                <a:path w="1906" h="1969" fill="none" extrusionOk="0">
                  <a:moveTo>
                    <a:pt x="500" y="1"/>
                  </a:moveTo>
                  <a:lnTo>
                    <a:pt x="500" y="1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32" y="1687"/>
                  </a:lnTo>
                  <a:lnTo>
                    <a:pt x="32" y="1687"/>
                  </a:lnTo>
                  <a:lnTo>
                    <a:pt x="1" y="1968"/>
                  </a:lnTo>
                  <a:lnTo>
                    <a:pt x="1" y="1968"/>
                  </a:lnTo>
                  <a:lnTo>
                    <a:pt x="313" y="1875"/>
                  </a:lnTo>
                  <a:lnTo>
                    <a:pt x="594" y="1718"/>
                  </a:lnTo>
                  <a:lnTo>
                    <a:pt x="875" y="1531"/>
                  </a:lnTo>
                  <a:lnTo>
                    <a:pt x="1125" y="1344"/>
                  </a:lnTo>
                  <a:lnTo>
                    <a:pt x="1344" y="1125"/>
                  </a:lnTo>
                  <a:lnTo>
                    <a:pt x="1562" y="875"/>
                  </a:lnTo>
                  <a:lnTo>
                    <a:pt x="1750" y="594"/>
                  </a:lnTo>
                  <a:lnTo>
                    <a:pt x="1906" y="313"/>
                  </a:lnTo>
                  <a:lnTo>
                    <a:pt x="1843" y="282"/>
                  </a:lnTo>
                  <a:lnTo>
                    <a:pt x="1843" y="282"/>
                  </a:lnTo>
                  <a:lnTo>
                    <a:pt x="1500" y="157"/>
                  </a:lnTo>
                  <a:lnTo>
                    <a:pt x="1187" y="63"/>
                  </a:lnTo>
                  <a:lnTo>
                    <a:pt x="844" y="1"/>
                  </a:lnTo>
                  <a:lnTo>
                    <a:pt x="5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8" name="Google Shape;3828;p61"/>
            <p:cNvSpPr/>
            <p:nvPr/>
          </p:nvSpPr>
          <p:spPr>
            <a:xfrm>
              <a:off x="2485075" y="3835725"/>
              <a:ext cx="245175" cy="156975"/>
            </a:xfrm>
            <a:custGeom>
              <a:avLst/>
              <a:gdLst/>
              <a:ahLst/>
              <a:cxnLst/>
              <a:rect l="l" t="t" r="r" b="b"/>
              <a:pathLst>
                <a:path w="9807" h="6279" extrusionOk="0">
                  <a:moveTo>
                    <a:pt x="8027" y="750"/>
                  </a:moveTo>
                  <a:lnTo>
                    <a:pt x="7683" y="813"/>
                  </a:lnTo>
                  <a:lnTo>
                    <a:pt x="7371" y="907"/>
                  </a:lnTo>
                  <a:lnTo>
                    <a:pt x="7090" y="1031"/>
                  </a:lnTo>
                  <a:lnTo>
                    <a:pt x="6809" y="1188"/>
                  </a:lnTo>
                  <a:lnTo>
                    <a:pt x="6559" y="1344"/>
                  </a:lnTo>
                  <a:lnTo>
                    <a:pt x="6309" y="1531"/>
                  </a:lnTo>
                  <a:lnTo>
                    <a:pt x="6122" y="1719"/>
                  </a:lnTo>
                  <a:lnTo>
                    <a:pt x="5778" y="2062"/>
                  </a:lnTo>
                  <a:lnTo>
                    <a:pt x="5528" y="2374"/>
                  </a:lnTo>
                  <a:lnTo>
                    <a:pt x="5310" y="2687"/>
                  </a:lnTo>
                  <a:lnTo>
                    <a:pt x="5434" y="2718"/>
                  </a:lnTo>
                  <a:lnTo>
                    <a:pt x="5716" y="2780"/>
                  </a:lnTo>
                  <a:lnTo>
                    <a:pt x="6184" y="2874"/>
                  </a:lnTo>
                  <a:lnTo>
                    <a:pt x="6746" y="2905"/>
                  </a:lnTo>
                  <a:lnTo>
                    <a:pt x="7121" y="2874"/>
                  </a:lnTo>
                  <a:lnTo>
                    <a:pt x="7527" y="2812"/>
                  </a:lnTo>
                  <a:lnTo>
                    <a:pt x="7964" y="2718"/>
                  </a:lnTo>
                  <a:lnTo>
                    <a:pt x="8370" y="2530"/>
                  </a:lnTo>
                  <a:lnTo>
                    <a:pt x="8776" y="2312"/>
                  </a:lnTo>
                  <a:lnTo>
                    <a:pt x="8963" y="2156"/>
                  </a:lnTo>
                  <a:lnTo>
                    <a:pt x="9151" y="1968"/>
                  </a:lnTo>
                  <a:lnTo>
                    <a:pt x="9338" y="1781"/>
                  </a:lnTo>
                  <a:lnTo>
                    <a:pt x="9494" y="1562"/>
                  </a:lnTo>
                  <a:lnTo>
                    <a:pt x="9650" y="1313"/>
                  </a:lnTo>
                  <a:lnTo>
                    <a:pt x="9807" y="1063"/>
                  </a:lnTo>
                  <a:lnTo>
                    <a:pt x="9744" y="1031"/>
                  </a:lnTo>
                  <a:lnTo>
                    <a:pt x="9401" y="907"/>
                  </a:lnTo>
                  <a:lnTo>
                    <a:pt x="9057" y="813"/>
                  </a:lnTo>
                  <a:lnTo>
                    <a:pt x="8714" y="750"/>
                  </a:lnTo>
                  <a:close/>
                  <a:moveTo>
                    <a:pt x="3436" y="1"/>
                  </a:moveTo>
                  <a:lnTo>
                    <a:pt x="3248" y="32"/>
                  </a:lnTo>
                  <a:lnTo>
                    <a:pt x="3061" y="63"/>
                  </a:lnTo>
                  <a:lnTo>
                    <a:pt x="2874" y="126"/>
                  </a:lnTo>
                  <a:lnTo>
                    <a:pt x="2717" y="220"/>
                  </a:lnTo>
                  <a:lnTo>
                    <a:pt x="2561" y="344"/>
                  </a:lnTo>
                  <a:lnTo>
                    <a:pt x="2405" y="469"/>
                  </a:lnTo>
                  <a:lnTo>
                    <a:pt x="2124" y="782"/>
                  </a:lnTo>
                  <a:lnTo>
                    <a:pt x="1874" y="1188"/>
                  </a:lnTo>
                  <a:lnTo>
                    <a:pt x="1656" y="1594"/>
                  </a:lnTo>
                  <a:lnTo>
                    <a:pt x="1437" y="2062"/>
                  </a:lnTo>
                  <a:lnTo>
                    <a:pt x="1250" y="2562"/>
                  </a:lnTo>
                  <a:lnTo>
                    <a:pt x="1031" y="3093"/>
                  </a:lnTo>
                  <a:lnTo>
                    <a:pt x="812" y="3530"/>
                  </a:lnTo>
                  <a:lnTo>
                    <a:pt x="594" y="3905"/>
                  </a:lnTo>
                  <a:lnTo>
                    <a:pt x="407" y="4186"/>
                  </a:lnTo>
                  <a:lnTo>
                    <a:pt x="125" y="4529"/>
                  </a:lnTo>
                  <a:lnTo>
                    <a:pt x="1" y="4623"/>
                  </a:lnTo>
                  <a:lnTo>
                    <a:pt x="32" y="4623"/>
                  </a:lnTo>
                  <a:lnTo>
                    <a:pt x="219" y="4654"/>
                  </a:lnTo>
                  <a:lnTo>
                    <a:pt x="688" y="4748"/>
                  </a:lnTo>
                  <a:lnTo>
                    <a:pt x="1000" y="4841"/>
                  </a:lnTo>
                  <a:lnTo>
                    <a:pt x="1375" y="4966"/>
                  </a:lnTo>
                  <a:lnTo>
                    <a:pt x="1812" y="5154"/>
                  </a:lnTo>
                  <a:lnTo>
                    <a:pt x="2312" y="5404"/>
                  </a:lnTo>
                  <a:lnTo>
                    <a:pt x="2936" y="5747"/>
                  </a:lnTo>
                  <a:lnTo>
                    <a:pt x="3529" y="5997"/>
                  </a:lnTo>
                  <a:lnTo>
                    <a:pt x="3842" y="6122"/>
                  </a:lnTo>
                  <a:lnTo>
                    <a:pt x="4123" y="6184"/>
                  </a:lnTo>
                  <a:lnTo>
                    <a:pt x="4404" y="6247"/>
                  </a:lnTo>
                  <a:lnTo>
                    <a:pt x="4685" y="6278"/>
                  </a:lnTo>
                  <a:lnTo>
                    <a:pt x="4904" y="6247"/>
                  </a:lnTo>
                  <a:lnTo>
                    <a:pt x="5091" y="6216"/>
                  </a:lnTo>
                  <a:lnTo>
                    <a:pt x="5278" y="6153"/>
                  </a:lnTo>
                  <a:lnTo>
                    <a:pt x="5466" y="6059"/>
                  </a:lnTo>
                  <a:lnTo>
                    <a:pt x="5622" y="5934"/>
                  </a:lnTo>
                  <a:lnTo>
                    <a:pt x="5778" y="5778"/>
                  </a:lnTo>
                  <a:lnTo>
                    <a:pt x="5934" y="5591"/>
                  </a:lnTo>
                  <a:lnTo>
                    <a:pt x="6059" y="5372"/>
                  </a:lnTo>
                  <a:lnTo>
                    <a:pt x="6184" y="5123"/>
                  </a:lnTo>
                  <a:lnTo>
                    <a:pt x="6278" y="4841"/>
                  </a:lnTo>
                  <a:lnTo>
                    <a:pt x="6309" y="4592"/>
                  </a:lnTo>
                  <a:lnTo>
                    <a:pt x="6278" y="4311"/>
                  </a:lnTo>
                  <a:lnTo>
                    <a:pt x="6184" y="4061"/>
                  </a:lnTo>
                  <a:lnTo>
                    <a:pt x="6059" y="3811"/>
                  </a:lnTo>
                  <a:lnTo>
                    <a:pt x="5903" y="3592"/>
                  </a:lnTo>
                  <a:lnTo>
                    <a:pt x="5684" y="3436"/>
                  </a:lnTo>
                  <a:lnTo>
                    <a:pt x="5403" y="3280"/>
                  </a:lnTo>
                  <a:lnTo>
                    <a:pt x="5185" y="3218"/>
                  </a:lnTo>
                  <a:lnTo>
                    <a:pt x="4935" y="3124"/>
                  </a:lnTo>
                  <a:lnTo>
                    <a:pt x="4716" y="3093"/>
                  </a:lnTo>
                  <a:lnTo>
                    <a:pt x="4466" y="3061"/>
                  </a:lnTo>
                  <a:lnTo>
                    <a:pt x="4310" y="3061"/>
                  </a:lnTo>
                  <a:lnTo>
                    <a:pt x="4435" y="2968"/>
                  </a:lnTo>
                  <a:lnTo>
                    <a:pt x="4591" y="2812"/>
                  </a:lnTo>
                  <a:lnTo>
                    <a:pt x="4747" y="2593"/>
                  </a:lnTo>
                  <a:lnTo>
                    <a:pt x="4872" y="2374"/>
                  </a:lnTo>
                  <a:lnTo>
                    <a:pt x="4997" y="2156"/>
                  </a:lnTo>
                  <a:lnTo>
                    <a:pt x="5122" y="1906"/>
                  </a:lnTo>
                  <a:lnTo>
                    <a:pt x="5153" y="1625"/>
                  </a:lnTo>
                  <a:lnTo>
                    <a:pt x="5153" y="1375"/>
                  </a:lnTo>
                  <a:lnTo>
                    <a:pt x="5122" y="1094"/>
                  </a:lnTo>
                  <a:lnTo>
                    <a:pt x="4997" y="844"/>
                  </a:lnTo>
                  <a:lnTo>
                    <a:pt x="4872" y="625"/>
                  </a:lnTo>
                  <a:lnTo>
                    <a:pt x="4685" y="438"/>
                  </a:lnTo>
                  <a:lnTo>
                    <a:pt x="4435" y="282"/>
                  </a:lnTo>
                  <a:lnTo>
                    <a:pt x="4154" y="157"/>
                  </a:lnTo>
                  <a:lnTo>
                    <a:pt x="3779" y="32"/>
                  </a:lnTo>
                  <a:lnTo>
                    <a:pt x="36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9" name="Google Shape;3829;p61"/>
            <p:cNvSpPr/>
            <p:nvPr/>
          </p:nvSpPr>
          <p:spPr>
            <a:xfrm>
              <a:off x="2617800" y="3854475"/>
              <a:ext cx="112450" cy="53900"/>
            </a:xfrm>
            <a:custGeom>
              <a:avLst/>
              <a:gdLst/>
              <a:ahLst/>
              <a:cxnLst/>
              <a:rect l="l" t="t" r="r" b="b"/>
              <a:pathLst>
                <a:path w="4498" h="2156" fill="none" extrusionOk="0">
                  <a:moveTo>
                    <a:pt x="3092" y="0"/>
                  </a:moveTo>
                  <a:lnTo>
                    <a:pt x="3092" y="0"/>
                  </a:lnTo>
                  <a:lnTo>
                    <a:pt x="2718" y="0"/>
                  </a:lnTo>
                  <a:lnTo>
                    <a:pt x="2374" y="63"/>
                  </a:lnTo>
                  <a:lnTo>
                    <a:pt x="2062" y="157"/>
                  </a:lnTo>
                  <a:lnTo>
                    <a:pt x="1781" y="281"/>
                  </a:lnTo>
                  <a:lnTo>
                    <a:pt x="1500" y="438"/>
                  </a:lnTo>
                  <a:lnTo>
                    <a:pt x="1250" y="594"/>
                  </a:lnTo>
                  <a:lnTo>
                    <a:pt x="1000" y="781"/>
                  </a:lnTo>
                  <a:lnTo>
                    <a:pt x="813" y="969"/>
                  </a:lnTo>
                  <a:lnTo>
                    <a:pt x="469" y="1312"/>
                  </a:lnTo>
                  <a:lnTo>
                    <a:pt x="219" y="1624"/>
                  </a:lnTo>
                  <a:lnTo>
                    <a:pt x="1" y="1937"/>
                  </a:lnTo>
                  <a:lnTo>
                    <a:pt x="1" y="1937"/>
                  </a:lnTo>
                  <a:lnTo>
                    <a:pt x="125" y="1968"/>
                  </a:lnTo>
                  <a:lnTo>
                    <a:pt x="407" y="2030"/>
                  </a:lnTo>
                  <a:lnTo>
                    <a:pt x="875" y="2124"/>
                  </a:lnTo>
                  <a:lnTo>
                    <a:pt x="1437" y="2155"/>
                  </a:lnTo>
                  <a:lnTo>
                    <a:pt x="1437" y="2155"/>
                  </a:lnTo>
                  <a:lnTo>
                    <a:pt x="1812" y="2124"/>
                  </a:lnTo>
                  <a:lnTo>
                    <a:pt x="2218" y="2062"/>
                  </a:lnTo>
                  <a:lnTo>
                    <a:pt x="2655" y="1968"/>
                  </a:lnTo>
                  <a:lnTo>
                    <a:pt x="3061" y="1780"/>
                  </a:lnTo>
                  <a:lnTo>
                    <a:pt x="3467" y="1562"/>
                  </a:lnTo>
                  <a:lnTo>
                    <a:pt x="3654" y="1406"/>
                  </a:lnTo>
                  <a:lnTo>
                    <a:pt x="3842" y="1218"/>
                  </a:lnTo>
                  <a:lnTo>
                    <a:pt x="4029" y="1031"/>
                  </a:lnTo>
                  <a:lnTo>
                    <a:pt x="4185" y="812"/>
                  </a:lnTo>
                  <a:lnTo>
                    <a:pt x="4341" y="563"/>
                  </a:lnTo>
                  <a:lnTo>
                    <a:pt x="4498" y="313"/>
                  </a:lnTo>
                  <a:lnTo>
                    <a:pt x="4435" y="281"/>
                  </a:lnTo>
                  <a:lnTo>
                    <a:pt x="4435" y="281"/>
                  </a:lnTo>
                  <a:lnTo>
                    <a:pt x="4092" y="157"/>
                  </a:lnTo>
                  <a:lnTo>
                    <a:pt x="3748" y="63"/>
                  </a:lnTo>
                  <a:lnTo>
                    <a:pt x="3405" y="0"/>
                  </a:lnTo>
                  <a:lnTo>
                    <a:pt x="30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0" name="Google Shape;3830;p61"/>
            <p:cNvSpPr/>
            <p:nvPr/>
          </p:nvSpPr>
          <p:spPr>
            <a:xfrm>
              <a:off x="2485075" y="3835725"/>
              <a:ext cx="157725" cy="156975"/>
            </a:xfrm>
            <a:custGeom>
              <a:avLst/>
              <a:gdLst/>
              <a:ahLst/>
              <a:cxnLst/>
              <a:rect l="l" t="t" r="r" b="b"/>
              <a:pathLst>
                <a:path w="6309" h="6279" fill="none" extrusionOk="0">
                  <a:moveTo>
                    <a:pt x="3436" y="1"/>
                  </a:moveTo>
                  <a:lnTo>
                    <a:pt x="3436" y="1"/>
                  </a:lnTo>
                  <a:lnTo>
                    <a:pt x="3248" y="32"/>
                  </a:lnTo>
                  <a:lnTo>
                    <a:pt x="3061" y="63"/>
                  </a:lnTo>
                  <a:lnTo>
                    <a:pt x="2874" y="126"/>
                  </a:lnTo>
                  <a:lnTo>
                    <a:pt x="2717" y="220"/>
                  </a:lnTo>
                  <a:lnTo>
                    <a:pt x="2561" y="344"/>
                  </a:lnTo>
                  <a:lnTo>
                    <a:pt x="2405" y="469"/>
                  </a:lnTo>
                  <a:lnTo>
                    <a:pt x="2124" y="782"/>
                  </a:lnTo>
                  <a:lnTo>
                    <a:pt x="1874" y="1188"/>
                  </a:lnTo>
                  <a:lnTo>
                    <a:pt x="1656" y="1594"/>
                  </a:lnTo>
                  <a:lnTo>
                    <a:pt x="1437" y="2062"/>
                  </a:lnTo>
                  <a:lnTo>
                    <a:pt x="1250" y="2562"/>
                  </a:lnTo>
                  <a:lnTo>
                    <a:pt x="1250" y="2562"/>
                  </a:lnTo>
                  <a:lnTo>
                    <a:pt x="1031" y="3093"/>
                  </a:lnTo>
                  <a:lnTo>
                    <a:pt x="812" y="3530"/>
                  </a:lnTo>
                  <a:lnTo>
                    <a:pt x="594" y="3905"/>
                  </a:lnTo>
                  <a:lnTo>
                    <a:pt x="407" y="4186"/>
                  </a:lnTo>
                  <a:lnTo>
                    <a:pt x="125" y="4529"/>
                  </a:lnTo>
                  <a:lnTo>
                    <a:pt x="1" y="4623"/>
                  </a:lnTo>
                  <a:lnTo>
                    <a:pt x="1" y="4623"/>
                  </a:lnTo>
                  <a:lnTo>
                    <a:pt x="32" y="4623"/>
                  </a:lnTo>
                  <a:lnTo>
                    <a:pt x="32" y="4623"/>
                  </a:lnTo>
                  <a:lnTo>
                    <a:pt x="219" y="4654"/>
                  </a:lnTo>
                  <a:lnTo>
                    <a:pt x="688" y="4748"/>
                  </a:lnTo>
                  <a:lnTo>
                    <a:pt x="1000" y="4841"/>
                  </a:lnTo>
                  <a:lnTo>
                    <a:pt x="1375" y="4966"/>
                  </a:lnTo>
                  <a:lnTo>
                    <a:pt x="1812" y="5154"/>
                  </a:lnTo>
                  <a:lnTo>
                    <a:pt x="2312" y="5404"/>
                  </a:lnTo>
                  <a:lnTo>
                    <a:pt x="2312" y="5404"/>
                  </a:lnTo>
                  <a:lnTo>
                    <a:pt x="2936" y="5747"/>
                  </a:lnTo>
                  <a:lnTo>
                    <a:pt x="3529" y="5997"/>
                  </a:lnTo>
                  <a:lnTo>
                    <a:pt x="3842" y="6122"/>
                  </a:lnTo>
                  <a:lnTo>
                    <a:pt x="4123" y="6184"/>
                  </a:lnTo>
                  <a:lnTo>
                    <a:pt x="4404" y="6247"/>
                  </a:lnTo>
                  <a:lnTo>
                    <a:pt x="4685" y="6278"/>
                  </a:lnTo>
                  <a:lnTo>
                    <a:pt x="4685" y="6278"/>
                  </a:lnTo>
                  <a:lnTo>
                    <a:pt x="4904" y="6247"/>
                  </a:lnTo>
                  <a:lnTo>
                    <a:pt x="5091" y="6216"/>
                  </a:lnTo>
                  <a:lnTo>
                    <a:pt x="5278" y="6153"/>
                  </a:lnTo>
                  <a:lnTo>
                    <a:pt x="5466" y="6059"/>
                  </a:lnTo>
                  <a:lnTo>
                    <a:pt x="5622" y="5934"/>
                  </a:lnTo>
                  <a:lnTo>
                    <a:pt x="5778" y="5778"/>
                  </a:lnTo>
                  <a:lnTo>
                    <a:pt x="5934" y="5591"/>
                  </a:lnTo>
                  <a:lnTo>
                    <a:pt x="6059" y="5372"/>
                  </a:lnTo>
                  <a:lnTo>
                    <a:pt x="6059" y="5372"/>
                  </a:lnTo>
                  <a:lnTo>
                    <a:pt x="6184" y="5123"/>
                  </a:lnTo>
                  <a:lnTo>
                    <a:pt x="6278" y="4841"/>
                  </a:lnTo>
                  <a:lnTo>
                    <a:pt x="6309" y="4592"/>
                  </a:lnTo>
                  <a:lnTo>
                    <a:pt x="6278" y="4311"/>
                  </a:lnTo>
                  <a:lnTo>
                    <a:pt x="6184" y="4061"/>
                  </a:lnTo>
                  <a:lnTo>
                    <a:pt x="6059" y="3811"/>
                  </a:lnTo>
                  <a:lnTo>
                    <a:pt x="5903" y="3592"/>
                  </a:lnTo>
                  <a:lnTo>
                    <a:pt x="5684" y="3436"/>
                  </a:lnTo>
                  <a:lnTo>
                    <a:pt x="5684" y="3436"/>
                  </a:lnTo>
                  <a:lnTo>
                    <a:pt x="5403" y="3280"/>
                  </a:lnTo>
                  <a:lnTo>
                    <a:pt x="5403" y="3280"/>
                  </a:lnTo>
                  <a:lnTo>
                    <a:pt x="5185" y="3218"/>
                  </a:lnTo>
                  <a:lnTo>
                    <a:pt x="4935" y="3124"/>
                  </a:lnTo>
                  <a:lnTo>
                    <a:pt x="4716" y="3093"/>
                  </a:lnTo>
                  <a:lnTo>
                    <a:pt x="4466" y="3061"/>
                  </a:lnTo>
                  <a:lnTo>
                    <a:pt x="4466" y="3061"/>
                  </a:lnTo>
                  <a:lnTo>
                    <a:pt x="4404" y="3061"/>
                  </a:lnTo>
                  <a:lnTo>
                    <a:pt x="4404" y="3061"/>
                  </a:lnTo>
                  <a:lnTo>
                    <a:pt x="4310" y="3061"/>
                  </a:lnTo>
                  <a:lnTo>
                    <a:pt x="4310" y="3061"/>
                  </a:lnTo>
                  <a:lnTo>
                    <a:pt x="4435" y="2968"/>
                  </a:lnTo>
                  <a:lnTo>
                    <a:pt x="4435" y="2968"/>
                  </a:lnTo>
                  <a:lnTo>
                    <a:pt x="4591" y="2812"/>
                  </a:lnTo>
                  <a:lnTo>
                    <a:pt x="4747" y="2593"/>
                  </a:lnTo>
                  <a:lnTo>
                    <a:pt x="4872" y="2374"/>
                  </a:lnTo>
                  <a:lnTo>
                    <a:pt x="4997" y="2156"/>
                  </a:lnTo>
                  <a:lnTo>
                    <a:pt x="4997" y="2156"/>
                  </a:lnTo>
                  <a:lnTo>
                    <a:pt x="5122" y="1906"/>
                  </a:lnTo>
                  <a:lnTo>
                    <a:pt x="5153" y="1625"/>
                  </a:lnTo>
                  <a:lnTo>
                    <a:pt x="5153" y="1375"/>
                  </a:lnTo>
                  <a:lnTo>
                    <a:pt x="5122" y="1094"/>
                  </a:lnTo>
                  <a:lnTo>
                    <a:pt x="4997" y="844"/>
                  </a:lnTo>
                  <a:lnTo>
                    <a:pt x="4872" y="625"/>
                  </a:lnTo>
                  <a:lnTo>
                    <a:pt x="4685" y="438"/>
                  </a:lnTo>
                  <a:lnTo>
                    <a:pt x="4435" y="282"/>
                  </a:lnTo>
                  <a:lnTo>
                    <a:pt x="4435" y="282"/>
                  </a:lnTo>
                  <a:lnTo>
                    <a:pt x="4154" y="157"/>
                  </a:lnTo>
                  <a:lnTo>
                    <a:pt x="4154" y="157"/>
                  </a:lnTo>
                  <a:lnTo>
                    <a:pt x="3779" y="32"/>
                  </a:lnTo>
                  <a:lnTo>
                    <a:pt x="3623" y="1"/>
                  </a:lnTo>
                  <a:lnTo>
                    <a:pt x="343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1" name="Google Shape;3831;p61"/>
            <p:cNvSpPr/>
            <p:nvPr/>
          </p:nvSpPr>
          <p:spPr>
            <a:xfrm>
              <a:off x="2730225" y="3745950"/>
              <a:ext cx="156950" cy="156175"/>
            </a:xfrm>
            <a:custGeom>
              <a:avLst/>
              <a:gdLst/>
              <a:ahLst/>
              <a:cxnLst/>
              <a:rect l="l" t="t" r="r" b="b"/>
              <a:pathLst>
                <a:path w="6278" h="6247" extrusionOk="0">
                  <a:moveTo>
                    <a:pt x="3217" y="1"/>
                  </a:moveTo>
                  <a:lnTo>
                    <a:pt x="3030" y="63"/>
                  </a:lnTo>
                  <a:lnTo>
                    <a:pt x="2874" y="125"/>
                  </a:lnTo>
                  <a:lnTo>
                    <a:pt x="2686" y="219"/>
                  </a:lnTo>
                  <a:lnTo>
                    <a:pt x="2530" y="313"/>
                  </a:lnTo>
                  <a:lnTo>
                    <a:pt x="2374" y="469"/>
                  </a:lnTo>
                  <a:lnTo>
                    <a:pt x="2124" y="781"/>
                  </a:lnTo>
                  <a:lnTo>
                    <a:pt x="1874" y="1156"/>
                  </a:lnTo>
                  <a:lnTo>
                    <a:pt x="1625" y="1593"/>
                  </a:lnTo>
                  <a:lnTo>
                    <a:pt x="1437" y="2062"/>
                  </a:lnTo>
                  <a:lnTo>
                    <a:pt x="1250" y="2561"/>
                  </a:lnTo>
                  <a:lnTo>
                    <a:pt x="1000" y="3092"/>
                  </a:lnTo>
                  <a:lnTo>
                    <a:pt x="781" y="3529"/>
                  </a:lnTo>
                  <a:lnTo>
                    <a:pt x="594" y="3904"/>
                  </a:lnTo>
                  <a:lnTo>
                    <a:pt x="407" y="4185"/>
                  </a:lnTo>
                  <a:lnTo>
                    <a:pt x="94" y="4529"/>
                  </a:lnTo>
                  <a:lnTo>
                    <a:pt x="1" y="4622"/>
                  </a:lnTo>
                  <a:lnTo>
                    <a:pt x="219" y="4654"/>
                  </a:lnTo>
                  <a:lnTo>
                    <a:pt x="656" y="4747"/>
                  </a:lnTo>
                  <a:lnTo>
                    <a:pt x="1000" y="4841"/>
                  </a:lnTo>
                  <a:lnTo>
                    <a:pt x="1375" y="4966"/>
                  </a:lnTo>
                  <a:lnTo>
                    <a:pt x="1812" y="5153"/>
                  </a:lnTo>
                  <a:lnTo>
                    <a:pt x="2312" y="5403"/>
                  </a:lnTo>
                  <a:lnTo>
                    <a:pt x="2905" y="5716"/>
                  </a:lnTo>
                  <a:lnTo>
                    <a:pt x="3530" y="5997"/>
                  </a:lnTo>
                  <a:lnTo>
                    <a:pt x="3842" y="6121"/>
                  </a:lnTo>
                  <a:lnTo>
                    <a:pt x="4123" y="6184"/>
                  </a:lnTo>
                  <a:lnTo>
                    <a:pt x="4404" y="6246"/>
                  </a:lnTo>
                  <a:lnTo>
                    <a:pt x="4872" y="6246"/>
                  </a:lnTo>
                  <a:lnTo>
                    <a:pt x="5091" y="6215"/>
                  </a:lnTo>
                  <a:lnTo>
                    <a:pt x="5278" y="6153"/>
                  </a:lnTo>
                  <a:lnTo>
                    <a:pt x="5435" y="6059"/>
                  </a:lnTo>
                  <a:lnTo>
                    <a:pt x="5622" y="5934"/>
                  </a:lnTo>
                  <a:lnTo>
                    <a:pt x="5778" y="5778"/>
                  </a:lnTo>
                  <a:lnTo>
                    <a:pt x="5903" y="5591"/>
                  </a:lnTo>
                  <a:lnTo>
                    <a:pt x="6059" y="5341"/>
                  </a:lnTo>
                  <a:lnTo>
                    <a:pt x="6184" y="5091"/>
                  </a:lnTo>
                  <a:lnTo>
                    <a:pt x="6246" y="4841"/>
                  </a:lnTo>
                  <a:lnTo>
                    <a:pt x="6278" y="4560"/>
                  </a:lnTo>
                  <a:lnTo>
                    <a:pt x="6246" y="4310"/>
                  </a:lnTo>
                  <a:lnTo>
                    <a:pt x="6184" y="4029"/>
                  </a:lnTo>
                  <a:lnTo>
                    <a:pt x="6028" y="3811"/>
                  </a:lnTo>
                  <a:lnTo>
                    <a:pt x="5872" y="3592"/>
                  </a:lnTo>
                  <a:lnTo>
                    <a:pt x="5653" y="3405"/>
                  </a:lnTo>
                  <a:lnTo>
                    <a:pt x="5372" y="3280"/>
                  </a:lnTo>
                  <a:lnTo>
                    <a:pt x="5153" y="3186"/>
                  </a:lnTo>
                  <a:lnTo>
                    <a:pt x="4935" y="3123"/>
                  </a:lnTo>
                  <a:lnTo>
                    <a:pt x="4685" y="3092"/>
                  </a:lnTo>
                  <a:lnTo>
                    <a:pt x="4466" y="3061"/>
                  </a:lnTo>
                  <a:lnTo>
                    <a:pt x="4310" y="3061"/>
                  </a:lnTo>
                  <a:lnTo>
                    <a:pt x="4404" y="2967"/>
                  </a:lnTo>
                  <a:lnTo>
                    <a:pt x="4591" y="2780"/>
                  </a:lnTo>
                  <a:lnTo>
                    <a:pt x="4747" y="2593"/>
                  </a:lnTo>
                  <a:lnTo>
                    <a:pt x="4872" y="2374"/>
                  </a:lnTo>
                  <a:lnTo>
                    <a:pt x="4997" y="2155"/>
                  </a:lnTo>
                  <a:lnTo>
                    <a:pt x="5091" y="1906"/>
                  </a:lnTo>
                  <a:lnTo>
                    <a:pt x="5153" y="1624"/>
                  </a:lnTo>
                  <a:lnTo>
                    <a:pt x="5153" y="1343"/>
                  </a:lnTo>
                  <a:lnTo>
                    <a:pt x="5091" y="1094"/>
                  </a:lnTo>
                  <a:lnTo>
                    <a:pt x="4997" y="844"/>
                  </a:lnTo>
                  <a:lnTo>
                    <a:pt x="4841" y="625"/>
                  </a:lnTo>
                  <a:lnTo>
                    <a:pt x="4654" y="438"/>
                  </a:lnTo>
                  <a:lnTo>
                    <a:pt x="4404" y="250"/>
                  </a:lnTo>
                  <a:lnTo>
                    <a:pt x="4154" y="157"/>
                  </a:lnTo>
                  <a:lnTo>
                    <a:pt x="3779" y="32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2" name="Google Shape;3832;p61"/>
            <p:cNvSpPr/>
            <p:nvPr/>
          </p:nvSpPr>
          <p:spPr>
            <a:xfrm>
              <a:off x="2730225" y="3745950"/>
              <a:ext cx="156950" cy="156175"/>
            </a:xfrm>
            <a:custGeom>
              <a:avLst/>
              <a:gdLst/>
              <a:ahLst/>
              <a:cxnLst/>
              <a:rect l="l" t="t" r="r" b="b"/>
              <a:pathLst>
                <a:path w="6278" h="6247" fill="none" extrusionOk="0">
                  <a:moveTo>
                    <a:pt x="3436" y="1"/>
                  </a:moveTo>
                  <a:lnTo>
                    <a:pt x="3436" y="1"/>
                  </a:lnTo>
                  <a:lnTo>
                    <a:pt x="3217" y="1"/>
                  </a:lnTo>
                  <a:lnTo>
                    <a:pt x="3030" y="63"/>
                  </a:lnTo>
                  <a:lnTo>
                    <a:pt x="2874" y="125"/>
                  </a:lnTo>
                  <a:lnTo>
                    <a:pt x="2686" y="219"/>
                  </a:lnTo>
                  <a:lnTo>
                    <a:pt x="2530" y="313"/>
                  </a:lnTo>
                  <a:lnTo>
                    <a:pt x="2374" y="469"/>
                  </a:lnTo>
                  <a:lnTo>
                    <a:pt x="2124" y="781"/>
                  </a:lnTo>
                  <a:lnTo>
                    <a:pt x="1874" y="1156"/>
                  </a:lnTo>
                  <a:lnTo>
                    <a:pt x="1625" y="1593"/>
                  </a:lnTo>
                  <a:lnTo>
                    <a:pt x="1437" y="2062"/>
                  </a:lnTo>
                  <a:lnTo>
                    <a:pt x="1250" y="2561"/>
                  </a:lnTo>
                  <a:lnTo>
                    <a:pt x="1250" y="2561"/>
                  </a:lnTo>
                  <a:lnTo>
                    <a:pt x="1000" y="3092"/>
                  </a:lnTo>
                  <a:lnTo>
                    <a:pt x="781" y="3529"/>
                  </a:lnTo>
                  <a:lnTo>
                    <a:pt x="594" y="3904"/>
                  </a:lnTo>
                  <a:lnTo>
                    <a:pt x="407" y="4185"/>
                  </a:lnTo>
                  <a:lnTo>
                    <a:pt x="94" y="4529"/>
                  </a:lnTo>
                  <a:lnTo>
                    <a:pt x="1" y="4622"/>
                  </a:lnTo>
                  <a:lnTo>
                    <a:pt x="1" y="4622"/>
                  </a:lnTo>
                  <a:lnTo>
                    <a:pt x="1" y="4622"/>
                  </a:lnTo>
                  <a:lnTo>
                    <a:pt x="1" y="4622"/>
                  </a:lnTo>
                  <a:lnTo>
                    <a:pt x="219" y="4654"/>
                  </a:lnTo>
                  <a:lnTo>
                    <a:pt x="656" y="4747"/>
                  </a:lnTo>
                  <a:lnTo>
                    <a:pt x="1000" y="4841"/>
                  </a:lnTo>
                  <a:lnTo>
                    <a:pt x="1375" y="4966"/>
                  </a:lnTo>
                  <a:lnTo>
                    <a:pt x="1812" y="5153"/>
                  </a:lnTo>
                  <a:lnTo>
                    <a:pt x="2312" y="5403"/>
                  </a:lnTo>
                  <a:lnTo>
                    <a:pt x="2312" y="5403"/>
                  </a:lnTo>
                  <a:lnTo>
                    <a:pt x="2905" y="5716"/>
                  </a:lnTo>
                  <a:lnTo>
                    <a:pt x="3530" y="5997"/>
                  </a:lnTo>
                  <a:lnTo>
                    <a:pt x="3842" y="6121"/>
                  </a:lnTo>
                  <a:lnTo>
                    <a:pt x="4123" y="6184"/>
                  </a:lnTo>
                  <a:lnTo>
                    <a:pt x="4404" y="6246"/>
                  </a:lnTo>
                  <a:lnTo>
                    <a:pt x="4685" y="6246"/>
                  </a:lnTo>
                  <a:lnTo>
                    <a:pt x="4685" y="6246"/>
                  </a:lnTo>
                  <a:lnTo>
                    <a:pt x="4872" y="6246"/>
                  </a:lnTo>
                  <a:lnTo>
                    <a:pt x="5091" y="6215"/>
                  </a:lnTo>
                  <a:lnTo>
                    <a:pt x="5278" y="6153"/>
                  </a:lnTo>
                  <a:lnTo>
                    <a:pt x="5435" y="6059"/>
                  </a:lnTo>
                  <a:lnTo>
                    <a:pt x="5622" y="5934"/>
                  </a:lnTo>
                  <a:lnTo>
                    <a:pt x="5778" y="5778"/>
                  </a:lnTo>
                  <a:lnTo>
                    <a:pt x="5903" y="5591"/>
                  </a:lnTo>
                  <a:lnTo>
                    <a:pt x="6059" y="5341"/>
                  </a:lnTo>
                  <a:lnTo>
                    <a:pt x="6059" y="5341"/>
                  </a:lnTo>
                  <a:lnTo>
                    <a:pt x="6184" y="5091"/>
                  </a:lnTo>
                  <a:lnTo>
                    <a:pt x="6246" y="4841"/>
                  </a:lnTo>
                  <a:lnTo>
                    <a:pt x="6278" y="4560"/>
                  </a:lnTo>
                  <a:lnTo>
                    <a:pt x="6246" y="4310"/>
                  </a:lnTo>
                  <a:lnTo>
                    <a:pt x="6184" y="4029"/>
                  </a:lnTo>
                  <a:lnTo>
                    <a:pt x="6028" y="3811"/>
                  </a:lnTo>
                  <a:lnTo>
                    <a:pt x="5872" y="3592"/>
                  </a:lnTo>
                  <a:lnTo>
                    <a:pt x="5653" y="3405"/>
                  </a:lnTo>
                  <a:lnTo>
                    <a:pt x="5653" y="3405"/>
                  </a:lnTo>
                  <a:lnTo>
                    <a:pt x="5372" y="3280"/>
                  </a:lnTo>
                  <a:lnTo>
                    <a:pt x="5372" y="3280"/>
                  </a:lnTo>
                  <a:lnTo>
                    <a:pt x="5153" y="3186"/>
                  </a:lnTo>
                  <a:lnTo>
                    <a:pt x="4935" y="3123"/>
                  </a:lnTo>
                  <a:lnTo>
                    <a:pt x="4685" y="3092"/>
                  </a:lnTo>
                  <a:lnTo>
                    <a:pt x="4466" y="3061"/>
                  </a:lnTo>
                  <a:lnTo>
                    <a:pt x="4466" y="3061"/>
                  </a:lnTo>
                  <a:lnTo>
                    <a:pt x="4373" y="3061"/>
                  </a:lnTo>
                  <a:lnTo>
                    <a:pt x="4373" y="3061"/>
                  </a:lnTo>
                  <a:lnTo>
                    <a:pt x="4310" y="3061"/>
                  </a:lnTo>
                  <a:lnTo>
                    <a:pt x="4404" y="2967"/>
                  </a:lnTo>
                  <a:lnTo>
                    <a:pt x="4404" y="2967"/>
                  </a:lnTo>
                  <a:lnTo>
                    <a:pt x="4591" y="2780"/>
                  </a:lnTo>
                  <a:lnTo>
                    <a:pt x="4747" y="2593"/>
                  </a:lnTo>
                  <a:lnTo>
                    <a:pt x="4872" y="2374"/>
                  </a:lnTo>
                  <a:lnTo>
                    <a:pt x="4997" y="2155"/>
                  </a:lnTo>
                  <a:lnTo>
                    <a:pt x="4997" y="2155"/>
                  </a:lnTo>
                  <a:lnTo>
                    <a:pt x="5091" y="1906"/>
                  </a:lnTo>
                  <a:lnTo>
                    <a:pt x="5153" y="1624"/>
                  </a:lnTo>
                  <a:lnTo>
                    <a:pt x="5153" y="1343"/>
                  </a:lnTo>
                  <a:lnTo>
                    <a:pt x="5091" y="1094"/>
                  </a:lnTo>
                  <a:lnTo>
                    <a:pt x="4997" y="844"/>
                  </a:lnTo>
                  <a:lnTo>
                    <a:pt x="4841" y="625"/>
                  </a:lnTo>
                  <a:lnTo>
                    <a:pt x="4654" y="438"/>
                  </a:lnTo>
                  <a:lnTo>
                    <a:pt x="4404" y="250"/>
                  </a:lnTo>
                  <a:lnTo>
                    <a:pt x="4404" y="250"/>
                  </a:lnTo>
                  <a:lnTo>
                    <a:pt x="4154" y="157"/>
                  </a:lnTo>
                  <a:lnTo>
                    <a:pt x="4154" y="157"/>
                  </a:lnTo>
                  <a:lnTo>
                    <a:pt x="3779" y="32"/>
                  </a:lnTo>
                  <a:lnTo>
                    <a:pt x="3592" y="1"/>
                  </a:lnTo>
                  <a:lnTo>
                    <a:pt x="343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3" name="Google Shape;3833;p61"/>
            <p:cNvSpPr/>
            <p:nvPr/>
          </p:nvSpPr>
          <p:spPr>
            <a:xfrm>
              <a:off x="2936350" y="3794350"/>
              <a:ext cx="1575" cy="15650"/>
            </a:xfrm>
            <a:custGeom>
              <a:avLst/>
              <a:gdLst/>
              <a:ahLst/>
              <a:cxnLst/>
              <a:rect l="l" t="t" r="r" b="b"/>
              <a:pathLst>
                <a:path w="63" h="626" extrusionOk="0">
                  <a:moveTo>
                    <a:pt x="0" y="1"/>
                  </a:moveTo>
                  <a:lnTo>
                    <a:pt x="0" y="1"/>
                  </a:lnTo>
                  <a:lnTo>
                    <a:pt x="63" y="625"/>
                  </a:lnTo>
                  <a:lnTo>
                    <a:pt x="63" y="625"/>
                  </a:lnTo>
                  <a:lnTo>
                    <a:pt x="63" y="625"/>
                  </a:lnTo>
                  <a:lnTo>
                    <a:pt x="63" y="6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4" name="Google Shape;3834;p61"/>
            <p:cNvSpPr/>
            <p:nvPr/>
          </p:nvSpPr>
          <p:spPr>
            <a:xfrm>
              <a:off x="2936350" y="3794350"/>
              <a:ext cx="1575" cy="15650"/>
            </a:xfrm>
            <a:custGeom>
              <a:avLst/>
              <a:gdLst/>
              <a:ahLst/>
              <a:cxnLst/>
              <a:rect l="l" t="t" r="r" b="b"/>
              <a:pathLst>
                <a:path w="63" h="626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63" y="625"/>
                  </a:lnTo>
                  <a:lnTo>
                    <a:pt x="63" y="625"/>
                  </a:lnTo>
                  <a:lnTo>
                    <a:pt x="63" y="625"/>
                  </a:lnTo>
                  <a:lnTo>
                    <a:pt x="63" y="625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5" name="Google Shape;3835;p61"/>
            <p:cNvSpPr/>
            <p:nvPr/>
          </p:nvSpPr>
          <p:spPr>
            <a:xfrm>
              <a:off x="2862950" y="3764700"/>
              <a:ext cx="74975" cy="53100"/>
            </a:xfrm>
            <a:custGeom>
              <a:avLst/>
              <a:gdLst/>
              <a:ahLst/>
              <a:cxnLst/>
              <a:rect l="l" t="t" r="r" b="b"/>
              <a:pathLst>
                <a:path w="2999" h="2124" extrusionOk="0">
                  <a:moveTo>
                    <a:pt x="2811" y="0"/>
                  </a:moveTo>
                  <a:lnTo>
                    <a:pt x="2468" y="31"/>
                  </a:lnTo>
                  <a:lnTo>
                    <a:pt x="2155" y="125"/>
                  </a:lnTo>
                  <a:lnTo>
                    <a:pt x="1874" y="219"/>
                  </a:lnTo>
                  <a:lnTo>
                    <a:pt x="1593" y="375"/>
                  </a:lnTo>
                  <a:lnTo>
                    <a:pt x="1343" y="500"/>
                  </a:lnTo>
                  <a:lnTo>
                    <a:pt x="1125" y="687"/>
                  </a:lnTo>
                  <a:lnTo>
                    <a:pt x="719" y="1031"/>
                  </a:lnTo>
                  <a:lnTo>
                    <a:pt x="407" y="1343"/>
                  </a:lnTo>
                  <a:lnTo>
                    <a:pt x="188" y="1655"/>
                  </a:lnTo>
                  <a:lnTo>
                    <a:pt x="1" y="1936"/>
                  </a:lnTo>
                  <a:lnTo>
                    <a:pt x="313" y="2030"/>
                  </a:lnTo>
                  <a:lnTo>
                    <a:pt x="656" y="2092"/>
                  </a:lnTo>
                  <a:lnTo>
                    <a:pt x="1000" y="2124"/>
                  </a:lnTo>
                  <a:lnTo>
                    <a:pt x="1749" y="2124"/>
                  </a:lnTo>
                  <a:lnTo>
                    <a:pt x="2187" y="2061"/>
                  </a:lnTo>
                  <a:lnTo>
                    <a:pt x="2593" y="1936"/>
                  </a:lnTo>
                  <a:lnTo>
                    <a:pt x="2999" y="1811"/>
                  </a:lnTo>
                  <a:lnTo>
                    <a:pt x="2936" y="1187"/>
                  </a:lnTo>
                  <a:lnTo>
                    <a:pt x="28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6" name="Google Shape;3836;p61"/>
            <p:cNvSpPr/>
            <p:nvPr/>
          </p:nvSpPr>
          <p:spPr>
            <a:xfrm>
              <a:off x="2862950" y="3764700"/>
              <a:ext cx="74975" cy="53100"/>
            </a:xfrm>
            <a:custGeom>
              <a:avLst/>
              <a:gdLst/>
              <a:ahLst/>
              <a:cxnLst/>
              <a:rect l="l" t="t" r="r" b="b"/>
              <a:pathLst>
                <a:path w="2999" h="2124" fill="none" extrusionOk="0">
                  <a:moveTo>
                    <a:pt x="2811" y="0"/>
                  </a:moveTo>
                  <a:lnTo>
                    <a:pt x="2811" y="0"/>
                  </a:lnTo>
                  <a:lnTo>
                    <a:pt x="2468" y="31"/>
                  </a:lnTo>
                  <a:lnTo>
                    <a:pt x="2155" y="125"/>
                  </a:lnTo>
                  <a:lnTo>
                    <a:pt x="1874" y="219"/>
                  </a:lnTo>
                  <a:lnTo>
                    <a:pt x="1593" y="375"/>
                  </a:lnTo>
                  <a:lnTo>
                    <a:pt x="1343" y="500"/>
                  </a:lnTo>
                  <a:lnTo>
                    <a:pt x="1125" y="687"/>
                  </a:lnTo>
                  <a:lnTo>
                    <a:pt x="719" y="1031"/>
                  </a:lnTo>
                  <a:lnTo>
                    <a:pt x="407" y="1343"/>
                  </a:lnTo>
                  <a:lnTo>
                    <a:pt x="188" y="1655"/>
                  </a:lnTo>
                  <a:lnTo>
                    <a:pt x="1" y="1936"/>
                  </a:lnTo>
                  <a:lnTo>
                    <a:pt x="1" y="1936"/>
                  </a:lnTo>
                  <a:lnTo>
                    <a:pt x="313" y="2030"/>
                  </a:lnTo>
                  <a:lnTo>
                    <a:pt x="656" y="2092"/>
                  </a:lnTo>
                  <a:lnTo>
                    <a:pt x="1000" y="2124"/>
                  </a:lnTo>
                  <a:lnTo>
                    <a:pt x="1343" y="2124"/>
                  </a:lnTo>
                  <a:lnTo>
                    <a:pt x="1343" y="2124"/>
                  </a:lnTo>
                  <a:lnTo>
                    <a:pt x="1749" y="2124"/>
                  </a:lnTo>
                  <a:lnTo>
                    <a:pt x="2187" y="2061"/>
                  </a:lnTo>
                  <a:lnTo>
                    <a:pt x="2593" y="1936"/>
                  </a:lnTo>
                  <a:lnTo>
                    <a:pt x="2999" y="1811"/>
                  </a:lnTo>
                  <a:lnTo>
                    <a:pt x="2999" y="1811"/>
                  </a:lnTo>
                  <a:lnTo>
                    <a:pt x="2936" y="1187"/>
                  </a:lnTo>
                  <a:lnTo>
                    <a:pt x="2936" y="1187"/>
                  </a:lnTo>
                  <a:lnTo>
                    <a:pt x="28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7" name="Google Shape;3837;p61"/>
            <p:cNvSpPr/>
            <p:nvPr/>
          </p:nvSpPr>
          <p:spPr>
            <a:xfrm>
              <a:off x="2426525" y="3559350"/>
              <a:ext cx="53900" cy="580900"/>
            </a:xfrm>
            <a:custGeom>
              <a:avLst/>
              <a:gdLst/>
              <a:ahLst/>
              <a:cxnLst/>
              <a:rect l="l" t="t" r="r" b="b"/>
              <a:pathLst>
                <a:path w="2156" h="23236" extrusionOk="0">
                  <a:moveTo>
                    <a:pt x="2124" y="1"/>
                  </a:moveTo>
                  <a:lnTo>
                    <a:pt x="2061" y="32"/>
                  </a:lnTo>
                  <a:lnTo>
                    <a:pt x="2061" y="63"/>
                  </a:lnTo>
                  <a:lnTo>
                    <a:pt x="1812" y="1156"/>
                  </a:lnTo>
                  <a:lnTo>
                    <a:pt x="1593" y="2249"/>
                  </a:lnTo>
                  <a:lnTo>
                    <a:pt x="1218" y="4467"/>
                  </a:lnTo>
                  <a:lnTo>
                    <a:pt x="1031" y="5560"/>
                  </a:lnTo>
                  <a:lnTo>
                    <a:pt x="875" y="6684"/>
                  </a:lnTo>
                  <a:lnTo>
                    <a:pt x="844" y="5841"/>
                  </a:lnTo>
                  <a:lnTo>
                    <a:pt x="875" y="4966"/>
                  </a:lnTo>
                  <a:lnTo>
                    <a:pt x="937" y="4123"/>
                  </a:lnTo>
                  <a:lnTo>
                    <a:pt x="1062" y="3280"/>
                  </a:lnTo>
                  <a:lnTo>
                    <a:pt x="1031" y="3249"/>
                  </a:lnTo>
                  <a:lnTo>
                    <a:pt x="1000" y="3217"/>
                  </a:lnTo>
                  <a:lnTo>
                    <a:pt x="968" y="3217"/>
                  </a:lnTo>
                  <a:lnTo>
                    <a:pt x="937" y="3249"/>
                  </a:lnTo>
                  <a:lnTo>
                    <a:pt x="844" y="3842"/>
                  </a:lnTo>
                  <a:lnTo>
                    <a:pt x="750" y="4404"/>
                  </a:lnTo>
                  <a:lnTo>
                    <a:pt x="719" y="4997"/>
                  </a:lnTo>
                  <a:lnTo>
                    <a:pt x="687" y="5591"/>
                  </a:lnTo>
                  <a:lnTo>
                    <a:pt x="719" y="6403"/>
                  </a:lnTo>
                  <a:lnTo>
                    <a:pt x="812" y="7246"/>
                  </a:lnTo>
                  <a:lnTo>
                    <a:pt x="594" y="8995"/>
                  </a:lnTo>
                  <a:lnTo>
                    <a:pt x="375" y="11212"/>
                  </a:lnTo>
                  <a:lnTo>
                    <a:pt x="188" y="13461"/>
                  </a:lnTo>
                  <a:lnTo>
                    <a:pt x="94" y="15709"/>
                  </a:lnTo>
                  <a:lnTo>
                    <a:pt x="32" y="17926"/>
                  </a:lnTo>
                  <a:lnTo>
                    <a:pt x="32" y="20456"/>
                  </a:lnTo>
                  <a:lnTo>
                    <a:pt x="0" y="21112"/>
                  </a:lnTo>
                  <a:lnTo>
                    <a:pt x="32" y="21768"/>
                  </a:lnTo>
                  <a:lnTo>
                    <a:pt x="63" y="22392"/>
                  </a:lnTo>
                  <a:lnTo>
                    <a:pt x="125" y="23048"/>
                  </a:lnTo>
                  <a:lnTo>
                    <a:pt x="125" y="23110"/>
                  </a:lnTo>
                  <a:lnTo>
                    <a:pt x="156" y="23173"/>
                  </a:lnTo>
                  <a:lnTo>
                    <a:pt x="219" y="23204"/>
                  </a:lnTo>
                  <a:lnTo>
                    <a:pt x="313" y="23235"/>
                  </a:lnTo>
                  <a:lnTo>
                    <a:pt x="687" y="23204"/>
                  </a:lnTo>
                  <a:lnTo>
                    <a:pt x="1031" y="23142"/>
                  </a:lnTo>
                  <a:lnTo>
                    <a:pt x="1406" y="23048"/>
                  </a:lnTo>
                  <a:lnTo>
                    <a:pt x="1718" y="22861"/>
                  </a:lnTo>
                  <a:lnTo>
                    <a:pt x="1749" y="22861"/>
                  </a:lnTo>
                  <a:lnTo>
                    <a:pt x="1749" y="22829"/>
                  </a:lnTo>
                  <a:lnTo>
                    <a:pt x="1687" y="22798"/>
                  </a:lnTo>
                  <a:lnTo>
                    <a:pt x="1406" y="22861"/>
                  </a:lnTo>
                  <a:lnTo>
                    <a:pt x="1093" y="22892"/>
                  </a:lnTo>
                  <a:lnTo>
                    <a:pt x="500" y="22892"/>
                  </a:lnTo>
                  <a:lnTo>
                    <a:pt x="531" y="22361"/>
                  </a:lnTo>
                  <a:lnTo>
                    <a:pt x="562" y="21861"/>
                  </a:lnTo>
                  <a:lnTo>
                    <a:pt x="562" y="20831"/>
                  </a:lnTo>
                  <a:lnTo>
                    <a:pt x="625" y="18613"/>
                  </a:lnTo>
                  <a:lnTo>
                    <a:pt x="719" y="16334"/>
                  </a:lnTo>
                  <a:lnTo>
                    <a:pt x="844" y="14054"/>
                  </a:lnTo>
                  <a:lnTo>
                    <a:pt x="968" y="11805"/>
                  </a:lnTo>
                  <a:lnTo>
                    <a:pt x="1156" y="9557"/>
                  </a:lnTo>
                  <a:lnTo>
                    <a:pt x="1374" y="7308"/>
                  </a:lnTo>
                  <a:lnTo>
                    <a:pt x="1593" y="5091"/>
                  </a:lnTo>
                  <a:lnTo>
                    <a:pt x="1874" y="2530"/>
                  </a:lnTo>
                  <a:lnTo>
                    <a:pt x="2030" y="1281"/>
                  </a:lnTo>
                  <a:lnTo>
                    <a:pt x="2155" y="63"/>
                  </a:lnTo>
                  <a:lnTo>
                    <a:pt x="2155" y="32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8" name="Google Shape;3838;p61"/>
            <p:cNvSpPr/>
            <p:nvPr/>
          </p:nvSpPr>
          <p:spPr>
            <a:xfrm>
              <a:off x="2898075" y="3527350"/>
              <a:ext cx="58600" cy="423950"/>
            </a:xfrm>
            <a:custGeom>
              <a:avLst/>
              <a:gdLst/>
              <a:ahLst/>
              <a:cxnLst/>
              <a:rect l="l" t="t" r="r" b="b"/>
              <a:pathLst>
                <a:path w="2344" h="16958" extrusionOk="0">
                  <a:moveTo>
                    <a:pt x="1" y="0"/>
                  </a:moveTo>
                  <a:lnTo>
                    <a:pt x="1" y="32"/>
                  </a:lnTo>
                  <a:lnTo>
                    <a:pt x="376" y="3311"/>
                  </a:lnTo>
                  <a:lnTo>
                    <a:pt x="563" y="4966"/>
                  </a:lnTo>
                  <a:lnTo>
                    <a:pt x="750" y="6590"/>
                  </a:lnTo>
                  <a:lnTo>
                    <a:pt x="1032" y="9088"/>
                  </a:lnTo>
                  <a:lnTo>
                    <a:pt x="1469" y="12461"/>
                  </a:lnTo>
                  <a:lnTo>
                    <a:pt x="2031" y="16708"/>
                  </a:lnTo>
                  <a:lnTo>
                    <a:pt x="1875" y="16802"/>
                  </a:lnTo>
                  <a:lnTo>
                    <a:pt x="1719" y="16864"/>
                  </a:lnTo>
                  <a:lnTo>
                    <a:pt x="1687" y="16895"/>
                  </a:lnTo>
                  <a:lnTo>
                    <a:pt x="1687" y="16927"/>
                  </a:lnTo>
                  <a:lnTo>
                    <a:pt x="1719" y="16958"/>
                  </a:lnTo>
                  <a:lnTo>
                    <a:pt x="1750" y="16958"/>
                  </a:lnTo>
                  <a:lnTo>
                    <a:pt x="2031" y="16864"/>
                  </a:lnTo>
                  <a:lnTo>
                    <a:pt x="2343" y="16739"/>
                  </a:lnTo>
                  <a:lnTo>
                    <a:pt x="2312" y="16240"/>
                  </a:lnTo>
                  <a:lnTo>
                    <a:pt x="2187" y="15084"/>
                  </a:lnTo>
                  <a:lnTo>
                    <a:pt x="1781" y="11493"/>
                  </a:lnTo>
                  <a:lnTo>
                    <a:pt x="1313" y="7527"/>
                  </a:lnTo>
                  <a:lnTo>
                    <a:pt x="1094" y="5903"/>
                  </a:lnTo>
                  <a:lnTo>
                    <a:pt x="938" y="4778"/>
                  </a:lnTo>
                  <a:lnTo>
                    <a:pt x="938" y="4248"/>
                  </a:lnTo>
                  <a:lnTo>
                    <a:pt x="969" y="3685"/>
                  </a:lnTo>
                  <a:lnTo>
                    <a:pt x="969" y="2905"/>
                  </a:lnTo>
                  <a:lnTo>
                    <a:pt x="938" y="2124"/>
                  </a:lnTo>
                  <a:lnTo>
                    <a:pt x="907" y="2093"/>
                  </a:lnTo>
                  <a:lnTo>
                    <a:pt x="907" y="2124"/>
                  </a:lnTo>
                  <a:lnTo>
                    <a:pt x="844" y="2905"/>
                  </a:lnTo>
                  <a:lnTo>
                    <a:pt x="844" y="3685"/>
                  </a:lnTo>
                  <a:lnTo>
                    <a:pt x="844" y="4216"/>
                  </a:lnTo>
                  <a:lnTo>
                    <a:pt x="813" y="4060"/>
                  </a:lnTo>
                  <a:lnTo>
                    <a:pt x="469" y="2030"/>
                  </a:lnTo>
                  <a:lnTo>
                    <a:pt x="95" y="3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9" name="Google Shape;3839;p61"/>
            <p:cNvSpPr/>
            <p:nvPr/>
          </p:nvSpPr>
          <p:spPr>
            <a:xfrm>
              <a:off x="2551450" y="2608425"/>
              <a:ext cx="371650" cy="418500"/>
            </a:xfrm>
            <a:custGeom>
              <a:avLst/>
              <a:gdLst/>
              <a:ahLst/>
              <a:cxnLst/>
              <a:rect l="l" t="t" r="r" b="b"/>
              <a:pathLst>
                <a:path w="14866" h="16740" extrusionOk="0">
                  <a:moveTo>
                    <a:pt x="12835" y="0"/>
                  </a:moveTo>
                  <a:lnTo>
                    <a:pt x="12086" y="63"/>
                  </a:lnTo>
                  <a:lnTo>
                    <a:pt x="11243" y="219"/>
                  </a:lnTo>
                  <a:lnTo>
                    <a:pt x="10399" y="406"/>
                  </a:lnTo>
                  <a:lnTo>
                    <a:pt x="9494" y="625"/>
                  </a:lnTo>
                  <a:lnTo>
                    <a:pt x="8557" y="937"/>
                  </a:lnTo>
                  <a:lnTo>
                    <a:pt x="7651" y="1312"/>
                  </a:lnTo>
                  <a:lnTo>
                    <a:pt x="6714" y="1718"/>
                  </a:lnTo>
                  <a:lnTo>
                    <a:pt x="5809" y="2155"/>
                  </a:lnTo>
                  <a:lnTo>
                    <a:pt x="4966" y="2686"/>
                  </a:lnTo>
                  <a:lnTo>
                    <a:pt x="4122" y="3217"/>
                  </a:lnTo>
                  <a:lnTo>
                    <a:pt x="3748" y="3529"/>
                  </a:lnTo>
                  <a:lnTo>
                    <a:pt x="3373" y="3810"/>
                  </a:lnTo>
                  <a:lnTo>
                    <a:pt x="3029" y="4154"/>
                  </a:lnTo>
                  <a:lnTo>
                    <a:pt x="2686" y="4466"/>
                  </a:lnTo>
                  <a:lnTo>
                    <a:pt x="2405" y="4810"/>
                  </a:lnTo>
                  <a:lnTo>
                    <a:pt x="2092" y="5153"/>
                  </a:lnTo>
                  <a:lnTo>
                    <a:pt x="1843" y="5497"/>
                  </a:lnTo>
                  <a:lnTo>
                    <a:pt x="1624" y="5871"/>
                  </a:lnTo>
                  <a:lnTo>
                    <a:pt x="1405" y="6246"/>
                  </a:lnTo>
                  <a:lnTo>
                    <a:pt x="1218" y="6621"/>
                  </a:lnTo>
                  <a:lnTo>
                    <a:pt x="874" y="7433"/>
                  </a:lnTo>
                  <a:lnTo>
                    <a:pt x="593" y="8245"/>
                  </a:lnTo>
                  <a:lnTo>
                    <a:pt x="375" y="9119"/>
                  </a:lnTo>
                  <a:lnTo>
                    <a:pt x="219" y="9963"/>
                  </a:lnTo>
                  <a:lnTo>
                    <a:pt x="94" y="10837"/>
                  </a:lnTo>
                  <a:lnTo>
                    <a:pt x="31" y="11649"/>
                  </a:lnTo>
                  <a:lnTo>
                    <a:pt x="0" y="12461"/>
                  </a:lnTo>
                  <a:lnTo>
                    <a:pt x="31" y="13242"/>
                  </a:lnTo>
                  <a:lnTo>
                    <a:pt x="94" y="13960"/>
                  </a:lnTo>
                  <a:lnTo>
                    <a:pt x="187" y="14616"/>
                  </a:lnTo>
                  <a:lnTo>
                    <a:pt x="312" y="15209"/>
                  </a:lnTo>
                  <a:lnTo>
                    <a:pt x="468" y="15709"/>
                  </a:lnTo>
                  <a:lnTo>
                    <a:pt x="656" y="16115"/>
                  </a:lnTo>
                  <a:lnTo>
                    <a:pt x="750" y="16271"/>
                  </a:lnTo>
                  <a:lnTo>
                    <a:pt x="874" y="16396"/>
                  </a:lnTo>
                  <a:lnTo>
                    <a:pt x="968" y="16489"/>
                  </a:lnTo>
                  <a:lnTo>
                    <a:pt x="1093" y="16552"/>
                  </a:lnTo>
                  <a:lnTo>
                    <a:pt x="1405" y="16646"/>
                  </a:lnTo>
                  <a:lnTo>
                    <a:pt x="1780" y="16708"/>
                  </a:lnTo>
                  <a:lnTo>
                    <a:pt x="2217" y="16739"/>
                  </a:lnTo>
                  <a:lnTo>
                    <a:pt x="2748" y="16739"/>
                  </a:lnTo>
                  <a:lnTo>
                    <a:pt x="3342" y="16708"/>
                  </a:lnTo>
                  <a:lnTo>
                    <a:pt x="3997" y="16646"/>
                  </a:lnTo>
                  <a:lnTo>
                    <a:pt x="4684" y="16552"/>
                  </a:lnTo>
                  <a:lnTo>
                    <a:pt x="5434" y="16427"/>
                  </a:lnTo>
                  <a:lnTo>
                    <a:pt x="6183" y="16271"/>
                  </a:lnTo>
                  <a:lnTo>
                    <a:pt x="6964" y="16052"/>
                  </a:lnTo>
                  <a:lnTo>
                    <a:pt x="7745" y="15834"/>
                  </a:lnTo>
                  <a:lnTo>
                    <a:pt x="8526" y="15553"/>
                  </a:lnTo>
                  <a:lnTo>
                    <a:pt x="9306" y="15271"/>
                  </a:lnTo>
                  <a:lnTo>
                    <a:pt x="10056" y="14928"/>
                  </a:lnTo>
                  <a:lnTo>
                    <a:pt x="10805" y="14584"/>
                  </a:lnTo>
                  <a:lnTo>
                    <a:pt x="11524" y="14178"/>
                  </a:lnTo>
                  <a:lnTo>
                    <a:pt x="11836" y="13929"/>
                  </a:lnTo>
                  <a:lnTo>
                    <a:pt x="12148" y="13648"/>
                  </a:lnTo>
                  <a:lnTo>
                    <a:pt x="12461" y="13304"/>
                  </a:lnTo>
                  <a:lnTo>
                    <a:pt x="12742" y="12929"/>
                  </a:lnTo>
                  <a:lnTo>
                    <a:pt x="12992" y="12523"/>
                  </a:lnTo>
                  <a:lnTo>
                    <a:pt x="13241" y="12055"/>
                  </a:lnTo>
                  <a:lnTo>
                    <a:pt x="13460" y="11555"/>
                  </a:lnTo>
                  <a:lnTo>
                    <a:pt x="13647" y="11056"/>
                  </a:lnTo>
                  <a:lnTo>
                    <a:pt x="13835" y="10525"/>
                  </a:lnTo>
                  <a:lnTo>
                    <a:pt x="14022" y="9963"/>
                  </a:lnTo>
                  <a:lnTo>
                    <a:pt x="14178" y="9369"/>
                  </a:lnTo>
                  <a:lnTo>
                    <a:pt x="14303" y="8776"/>
                  </a:lnTo>
                  <a:lnTo>
                    <a:pt x="14553" y="7589"/>
                  </a:lnTo>
                  <a:lnTo>
                    <a:pt x="14709" y="6371"/>
                  </a:lnTo>
                  <a:lnTo>
                    <a:pt x="14834" y="5184"/>
                  </a:lnTo>
                  <a:lnTo>
                    <a:pt x="14865" y="4029"/>
                  </a:lnTo>
                  <a:lnTo>
                    <a:pt x="14865" y="2998"/>
                  </a:lnTo>
                  <a:lnTo>
                    <a:pt x="14834" y="2061"/>
                  </a:lnTo>
                  <a:lnTo>
                    <a:pt x="14709" y="1250"/>
                  </a:lnTo>
                  <a:lnTo>
                    <a:pt x="14647" y="937"/>
                  </a:lnTo>
                  <a:lnTo>
                    <a:pt x="14553" y="656"/>
                  </a:lnTo>
                  <a:lnTo>
                    <a:pt x="14459" y="406"/>
                  </a:lnTo>
                  <a:lnTo>
                    <a:pt x="14366" y="250"/>
                  </a:lnTo>
                  <a:lnTo>
                    <a:pt x="14241" y="125"/>
                  </a:lnTo>
                  <a:lnTo>
                    <a:pt x="14116" y="63"/>
                  </a:lnTo>
                  <a:lnTo>
                    <a:pt x="13835" y="32"/>
                  </a:lnTo>
                  <a:lnTo>
                    <a:pt x="135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0" name="Google Shape;3840;p61"/>
            <p:cNvSpPr/>
            <p:nvPr/>
          </p:nvSpPr>
          <p:spPr>
            <a:xfrm>
              <a:off x="2526450" y="2606075"/>
              <a:ext cx="379475" cy="415375"/>
            </a:xfrm>
            <a:custGeom>
              <a:avLst/>
              <a:gdLst/>
              <a:ahLst/>
              <a:cxnLst/>
              <a:rect l="l" t="t" r="r" b="b"/>
              <a:pathLst>
                <a:path w="15179" h="16615" extrusionOk="0">
                  <a:moveTo>
                    <a:pt x="15116" y="1"/>
                  </a:moveTo>
                  <a:lnTo>
                    <a:pt x="14647" y="32"/>
                  </a:lnTo>
                  <a:lnTo>
                    <a:pt x="14179" y="63"/>
                  </a:lnTo>
                  <a:lnTo>
                    <a:pt x="13211" y="188"/>
                  </a:lnTo>
                  <a:lnTo>
                    <a:pt x="12243" y="375"/>
                  </a:lnTo>
                  <a:lnTo>
                    <a:pt x="11306" y="625"/>
                  </a:lnTo>
                  <a:lnTo>
                    <a:pt x="10338" y="906"/>
                  </a:lnTo>
                  <a:lnTo>
                    <a:pt x="9401" y="1187"/>
                  </a:lnTo>
                  <a:lnTo>
                    <a:pt x="7589" y="1812"/>
                  </a:lnTo>
                  <a:lnTo>
                    <a:pt x="6153" y="2312"/>
                  </a:lnTo>
                  <a:lnTo>
                    <a:pt x="5435" y="2593"/>
                  </a:lnTo>
                  <a:lnTo>
                    <a:pt x="4748" y="2936"/>
                  </a:lnTo>
                  <a:lnTo>
                    <a:pt x="4092" y="3280"/>
                  </a:lnTo>
                  <a:lnTo>
                    <a:pt x="3436" y="3654"/>
                  </a:lnTo>
                  <a:lnTo>
                    <a:pt x="2811" y="4092"/>
                  </a:lnTo>
                  <a:lnTo>
                    <a:pt x="2218" y="4591"/>
                  </a:lnTo>
                  <a:lnTo>
                    <a:pt x="1968" y="4841"/>
                  </a:lnTo>
                  <a:lnTo>
                    <a:pt x="1718" y="5122"/>
                  </a:lnTo>
                  <a:lnTo>
                    <a:pt x="1468" y="5403"/>
                  </a:lnTo>
                  <a:lnTo>
                    <a:pt x="1250" y="5684"/>
                  </a:lnTo>
                  <a:lnTo>
                    <a:pt x="1062" y="5997"/>
                  </a:lnTo>
                  <a:lnTo>
                    <a:pt x="875" y="6309"/>
                  </a:lnTo>
                  <a:lnTo>
                    <a:pt x="688" y="6621"/>
                  </a:lnTo>
                  <a:lnTo>
                    <a:pt x="532" y="6934"/>
                  </a:lnTo>
                  <a:lnTo>
                    <a:pt x="407" y="7277"/>
                  </a:lnTo>
                  <a:lnTo>
                    <a:pt x="282" y="7621"/>
                  </a:lnTo>
                  <a:lnTo>
                    <a:pt x="188" y="7964"/>
                  </a:lnTo>
                  <a:lnTo>
                    <a:pt x="126" y="8339"/>
                  </a:lnTo>
                  <a:lnTo>
                    <a:pt x="63" y="8682"/>
                  </a:lnTo>
                  <a:lnTo>
                    <a:pt x="32" y="9057"/>
                  </a:lnTo>
                  <a:lnTo>
                    <a:pt x="1" y="9432"/>
                  </a:lnTo>
                  <a:lnTo>
                    <a:pt x="1" y="9775"/>
                  </a:lnTo>
                  <a:lnTo>
                    <a:pt x="32" y="10650"/>
                  </a:lnTo>
                  <a:lnTo>
                    <a:pt x="94" y="11524"/>
                  </a:lnTo>
                  <a:lnTo>
                    <a:pt x="219" y="12399"/>
                  </a:lnTo>
                  <a:lnTo>
                    <a:pt x="375" y="13304"/>
                  </a:lnTo>
                  <a:lnTo>
                    <a:pt x="594" y="14179"/>
                  </a:lnTo>
                  <a:lnTo>
                    <a:pt x="875" y="15022"/>
                  </a:lnTo>
                  <a:lnTo>
                    <a:pt x="1031" y="15428"/>
                  </a:lnTo>
                  <a:lnTo>
                    <a:pt x="1219" y="15834"/>
                  </a:lnTo>
                  <a:lnTo>
                    <a:pt x="1406" y="16209"/>
                  </a:lnTo>
                  <a:lnTo>
                    <a:pt x="1625" y="16583"/>
                  </a:lnTo>
                  <a:lnTo>
                    <a:pt x="1656" y="16615"/>
                  </a:lnTo>
                  <a:lnTo>
                    <a:pt x="1718" y="16615"/>
                  </a:lnTo>
                  <a:lnTo>
                    <a:pt x="1750" y="16583"/>
                  </a:lnTo>
                  <a:lnTo>
                    <a:pt x="1750" y="16552"/>
                  </a:lnTo>
                  <a:lnTo>
                    <a:pt x="1281" y="14960"/>
                  </a:lnTo>
                  <a:lnTo>
                    <a:pt x="1031" y="14148"/>
                  </a:lnTo>
                  <a:lnTo>
                    <a:pt x="844" y="13304"/>
                  </a:lnTo>
                  <a:lnTo>
                    <a:pt x="688" y="12492"/>
                  </a:lnTo>
                  <a:lnTo>
                    <a:pt x="563" y="11649"/>
                  </a:lnTo>
                  <a:lnTo>
                    <a:pt x="469" y="10837"/>
                  </a:lnTo>
                  <a:lnTo>
                    <a:pt x="469" y="10025"/>
                  </a:lnTo>
                  <a:lnTo>
                    <a:pt x="500" y="9213"/>
                  </a:lnTo>
                  <a:lnTo>
                    <a:pt x="563" y="8807"/>
                  </a:lnTo>
                  <a:lnTo>
                    <a:pt x="625" y="8433"/>
                  </a:lnTo>
                  <a:lnTo>
                    <a:pt x="688" y="8027"/>
                  </a:lnTo>
                  <a:lnTo>
                    <a:pt x="813" y="7652"/>
                  </a:lnTo>
                  <a:lnTo>
                    <a:pt x="938" y="7277"/>
                  </a:lnTo>
                  <a:lnTo>
                    <a:pt x="1094" y="6902"/>
                  </a:lnTo>
                  <a:lnTo>
                    <a:pt x="1250" y="6559"/>
                  </a:lnTo>
                  <a:lnTo>
                    <a:pt x="1468" y="6215"/>
                  </a:lnTo>
                  <a:lnTo>
                    <a:pt x="1687" y="5872"/>
                  </a:lnTo>
                  <a:lnTo>
                    <a:pt x="1937" y="5528"/>
                  </a:lnTo>
                  <a:lnTo>
                    <a:pt x="2187" y="5216"/>
                  </a:lnTo>
                  <a:lnTo>
                    <a:pt x="2499" y="4904"/>
                  </a:lnTo>
                  <a:lnTo>
                    <a:pt x="2843" y="4591"/>
                  </a:lnTo>
                  <a:lnTo>
                    <a:pt x="3186" y="4310"/>
                  </a:lnTo>
                  <a:lnTo>
                    <a:pt x="3842" y="3842"/>
                  </a:lnTo>
                  <a:lnTo>
                    <a:pt x="4529" y="3436"/>
                  </a:lnTo>
                  <a:lnTo>
                    <a:pt x="5216" y="3061"/>
                  </a:lnTo>
                  <a:lnTo>
                    <a:pt x="5934" y="2718"/>
                  </a:lnTo>
                  <a:lnTo>
                    <a:pt x="6653" y="2405"/>
                  </a:lnTo>
                  <a:lnTo>
                    <a:pt x="7402" y="2124"/>
                  </a:lnTo>
                  <a:lnTo>
                    <a:pt x="8152" y="1906"/>
                  </a:lnTo>
                  <a:lnTo>
                    <a:pt x="8932" y="1656"/>
                  </a:lnTo>
                  <a:lnTo>
                    <a:pt x="10494" y="1250"/>
                  </a:lnTo>
                  <a:lnTo>
                    <a:pt x="12055" y="906"/>
                  </a:lnTo>
                  <a:lnTo>
                    <a:pt x="13586" y="563"/>
                  </a:lnTo>
                  <a:lnTo>
                    <a:pt x="15116" y="188"/>
                  </a:lnTo>
                  <a:lnTo>
                    <a:pt x="15178" y="157"/>
                  </a:lnTo>
                  <a:lnTo>
                    <a:pt x="15178" y="94"/>
                  </a:lnTo>
                  <a:lnTo>
                    <a:pt x="15178" y="32"/>
                  </a:lnTo>
                  <a:lnTo>
                    <a:pt x="151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1" name="Google Shape;3841;p61"/>
            <p:cNvSpPr/>
            <p:nvPr/>
          </p:nvSpPr>
          <p:spPr>
            <a:xfrm>
              <a:off x="2342975" y="2994875"/>
              <a:ext cx="334975" cy="562950"/>
            </a:xfrm>
            <a:custGeom>
              <a:avLst/>
              <a:gdLst/>
              <a:ahLst/>
              <a:cxnLst/>
              <a:rect l="l" t="t" r="r" b="b"/>
              <a:pathLst>
                <a:path w="13399" h="22518" extrusionOk="0">
                  <a:moveTo>
                    <a:pt x="9807" y="1"/>
                  </a:moveTo>
                  <a:lnTo>
                    <a:pt x="9557" y="32"/>
                  </a:lnTo>
                  <a:lnTo>
                    <a:pt x="9276" y="126"/>
                  </a:lnTo>
                  <a:lnTo>
                    <a:pt x="8714" y="376"/>
                  </a:lnTo>
                  <a:lnTo>
                    <a:pt x="8058" y="688"/>
                  </a:lnTo>
                  <a:lnTo>
                    <a:pt x="7371" y="1125"/>
                  </a:lnTo>
                  <a:lnTo>
                    <a:pt x="6621" y="1625"/>
                  </a:lnTo>
                  <a:lnTo>
                    <a:pt x="5872" y="2187"/>
                  </a:lnTo>
                  <a:lnTo>
                    <a:pt x="5122" y="2812"/>
                  </a:lnTo>
                  <a:lnTo>
                    <a:pt x="4342" y="3499"/>
                  </a:lnTo>
                  <a:lnTo>
                    <a:pt x="3623" y="4248"/>
                  </a:lnTo>
                  <a:lnTo>
                    <a:pt x="2905" y="5060"/>
                  </a:lnTo>
                  <a:lnTo>
                    <a:pt x="2249" y="5872"/>
                  </a:lnTo>
                  <a:lnTo>
                    <a:pt x="1656" y="6746"/>
                  </a:lnTo>
                  <a:lnTo>
                    <a:pt x="1375" y="7184"/>
                  </a:lnTo>
                  <a:lnTo>
                    <a:pt x="1125" y="7621"/>
                  </a:lnTo>
                  <a:lnTo>
                    <a:pt x="875" y="8058"/>
                  </a:lnTo>
                  <a:lnTo>
                    <a:pt x="688" y="8495"/>
                  </a:lnTo>
                  <a:lnTo>
                    <a:pt x="500" y="8964"/>
                  </a:lnTo>
                  <a:lnTo>
                    <a:pt x="344" y="9401"/>
                  </a:lnTo>
                  <a:lnTo>
                    <a:pt x="219" y="9869"/>
                  </a:lnTo>
                  <a:lnTo>
                    <a:pt x="126" y="10307"/>
                  </a:lnTo>
                  <a:lnTo>
                    <a:pt x="32" y="10775"/>
                  </a:lnTo>
                  <a:lnTo>
                    <a:pt x="1" y="11243"/>
                  </a:lnTo>
                  <a:lnTo>
                    <a:pt x="1" y="11712"/>
                  </a:lnTo>
                  <a:lnTo>
                    <a:pt x="1" y="12212"/>
                  </a:lnTo>
                  <a:lnTo>
                    <a:pt x="32" y="12711"/>
                  </a:lnTo>
                  <a:lnTo>
                    <a:pt x="94" y="13211"/>
                  </a:lnTo>
                  <a:lnTo>
                    <a:pt x="188" y="13679"/>
                  </a:lnTo>
                  <a:lnTo>
                    <a:pt x="282" y="14179"/>
                  </a:lnTo>
                  <a:lnTo>
                    <a:pt x="532" y="15178"/>
                  </a:lnTo>
                  <a:lnTo>
                    <a:pt x="844" y="16178"/>
                  </a:lnTo>
                  <a:lnTo>
                    <a:pt x="1187" y="17115"/>
                  </a:lnTo>
                  <a:lnTo>
                    <a:pt x="1593" y="18051"/>
                  </a:lnTo>
                  <a:lnTo>
                    <a:pt x="1999" y="18895"/>
                  </a:lnTo>
                  <a:lnTo>
                    <a:pt x="2437" y="19707"/>
                  </a:lnTo>
                  <a:lnTo>
                    <a:pt x="2874" y="20425"/>
                  </a:lnTo>
                  <a:lnTo>
                    <a:pt x="3311" y="21081"/>
                  </a:lnTo>
                  <a:lnTo>
                    <a:pt x="3717" y="21612"/>
                  </a:lnTo>
                  <a:lnTo>
                    <a:pt x="4092" y="22018"/>
                  </a:lnTo>
                  <a:lnTo>
                    <a:pt x="4404" y="22330"/>
                  </a:lnTo>
                  <a:lnTo>
                    <a:pt x="4560" y="22424"/>
                  </a:lnTo>
                  <a:lnTo>
                    <a:pt x="4685" y="22486"/>
                  </a:lnTo>
                  <a:lnTo>
                    <a:pt x="4810" y="22517"/>
                  </a:lnTo>
                  <a:lnTo>
                    <a:pt x="4966" y="22517"/>
                  </a:lnTo>
                  <a:lnTo>
                    <a:pt x="5122" y="22486"/>
                  </a:lnTo>
                  <a:lnTo>
                    <a:pt x="5310" y="22424"/>
                  </a:lnTo>
                  <a:lnTo>
                    <a:pt x="5747" y="22236"/>
                  </a:lnTo>
                  <a:lnTo>
                    <a:pt x="6247" y="21955"/>
                  </a:lnTo>
                  <a:lnTo>
                    <a:pt x="6809" y="21580"/>
                  </a:lnTo>
                  <a:lnTo>
                    <a:pt x="7402" y="21112"/>
                  </a:lnTo>
                  <a:lnTo>
                    <a:pt x="8027" y="20612"/>
                  </a:lnTo>
                  <a:lnTo>
                    <a:pt x="8651" y="20050"/>
                  </a:lnTo>
                  <a:lnTo>
                    <a:pt x="9276" y="19426"/>
                  </a:lnTo>
                  <a:lnTo>
                    <a:pt x="9932" y="18770"/>
                  </a:lnTo>
                  <a:lnTo>
                    <a:pt x="10525" y="18114"/>
                  </a:lnTo>
                  <a:lnTo>
                    <a:pt x="11118" y="17396"/>
                  </a:lnTo>
                  <a:lnTo>
                    <a:pt x="11649" y="16709"/>
                  </a:lnTo>
                  <a:lnTo>
                    <a:pt x="12149" y="16022"/>
                  </a:lnTo>
                  <a:lnTo>
                    <a:pt x="12586" y="15334"/>
                  </a:lnTo>
                  <a:lnTo>
                    <a:pt x="12930" y="14679"/>
                  </a:lnTo>
                  <a:lnTo>
                    <a:pt x="13117" y="14241"/>
                  </a:lnTo>
                  <a:lnTo>
                    <a:pt x="13242" y="13804"/>
                  </a:lnTo>
                  <a:lnTo>
                    <a:pt x="13336" y="13367"/>
                  </a:lnTo>
                  <a:lnTo>
                    <a:pt x="13398" y="12899"/>
                  </a:lnTo>
                  <a:lnTo>
                    <a:pt x="13398" y="12430"/>
                  </a:lnTo>
                  <a:lnTo>
                    <a:pt x="13398" y="11993"/>
                  </a:lnTo>
                  <a:lnTo>
                    <a:pt x="13336" y="11525"/>
                  </a:lnTo>
                  <a:lnTo>
                    <a:pt x="13273" y="11056"/>
                  </a:lnTo>
                  <a:lnTo>
                    <a:pt x="13086" y="10119"/>
                  </a:lnTo>
                  <a:lnTo>
                    <a:pt x="12836" y="9151"/>
                  </a:lnTo>
                  <a:lnTo>
                    <a:pt x="12305" y="7215"/>
                  </a:lnTo>
                  <a:lnTo>
                    <a:pt x="11930" y="5810"/>
                  </a:lnTo>
                  <a:lnTo>
                    <a:pt x="11556" y="4467"/>
                  </a:lnTo>
                  <a:lnTo>
                    <a:pt x="11181" y="3249"/>
                  </a:lnTo>
                  <a:lnTo>
                    <a:pt x="10837" y="2156"/>
                  </a:lnTo>
                  <a:lnTo>
                    <a:pt x="10494" y="1250"/>
                  </a:lnTo>
                  <a:lnTo>
                    <a:pt x="10213" y="563"/>
                  </a:lnTo>
                  <a:lnTo>
                    <a:pt x="10088" y="313"/>
                  </a:lnTo>
                  <a:lnTo>
                    <a:pt x="9994" y="126"/>
                  </a:lnTo>
                  <a:lnTo>
                    <a:pt x="9869" y="32"/>
                  </a:lnTo>
                  <a:lnTo>
                    <a:pt x="980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2" name="Google Shape;3842;p61"/>
            <p:cNvSpPr/>
            <p:nvPr/>
          </p:nvSpPr>
          <p:spPr>
            <a:xfrm>
              <a:off x="2470250" y="2996450"/>
              <a:ext cx="234250" cy="563700"/>
            </a:xfrm>
            <a:custGeom>
              <a:avLst/>
              <a:gdLst/>
              <a:ahLst/>
              <a:cxnLst/>
              <a:rect l="l" t="t" r="r" b="b"/>
              <a:pathLst>
                <a:path w="9370" h="22548" extrusionOk="0">
                  <a:moveTo>
                    <a:pt x="4966" y="0"/>
                  </a:moveTo>
                  <a:lnTo>
                    <a:pt x="4934" y="32"/>
                  </a:lnTo>
                  <a:lnTo>
                    <a:pt x="4934" y="63"/>
                  </a:lnTo>
                  <a:lnTo>
                    <a:pt x="5153" y="844"/>
                  </a:lnTo>
                  <a:lnTo>
                    <a:pt x="5434" y="1593"/>
                  </a:lnTo>
                  <a:lnTo>
                    <a:pt x="5715" y="2374"/>
                  </a:lnTo>
                  <a:lnTo>
                    <a:pt x="5996" y="3123"/>
                  </a:lnTo>
                  <a:lnTo>
                    <a:pt x="6652" y="4622"/>
                  </a:lnTo>
                  <a:lnTo>
                    <a:pt x="7308" y="6090"/>
                  </a:lnTo>
                  <a:lnTo>
                    <a:pt x="7901" y="7589"/>
                  </a:lnTo>
                  <a:lnTo>
                    <a:pt x="8182" y="8370"/>
                  </a:lnTo>
                  <a:lnTo>
                    <a:pt x="8432" y="9119"/>
                  </a:lnTo>
                  <a:lnTo>
                    <a:pt x="8651" y="9900"/>
                  </a:lnTo>
                  <a:lnTo>
                    <a:pt x="8807" y="10681"/>
                  </a:lnTo>
                  <a:lnTo>
                    <a:pt x="8932" y="11493"/>
                  </a:lnTo>
                  <a:lnTo>
                    <a:pt x="9025" y="12305"/>
                  </a:lnTo>
                  <a:lnTo>
                    <a:pt x="9025" y="12804"/>
                  </a:lnTo>
                  <a:lnTo>
                    <a:pt x="9025" y="13304"/>
                  </a:lnTo>
                  <a:lnTo>
                    <a:pt x="8994" y="13772"/>
                  </a:lnTo>
                  <a:lnTo>
                    <a:pt x="8963" y="14272"/>
                  </a:lnTo>
                  <a:lnTo>
                    <a:pt x="8869" y="14741"/>
                  </a:lnTo>
                  <a:lnTo>
                    <a:pt x="8776" y="15209"/>
                  </a:lnTo>
                  <a:lnTo>
                    <a:pt x="8651" y="15677"/>
                  </a:lnTo>
                  <a:lnTo>
                    <a:pt x="8495" y="16115"/>
                  </a:lnTo>
                  <a:lnTo>
                    <a:pt x="8307" y="16552"/>
                  </a:lnTo>
                  <a:lnTo>
                    <a:pt x="8120" y="16989"/>
                  </a:lnTo>
                  <a:lnTo>
                    <a:pt x="7870" y="17395"/>
                  </a:lnTo>
                  <a:lnTo>
                    <a:pt x="7620" y="17801"/>
                  </a:lnTo>
                  <a:lnTo>
                    <a:pt x="7339" y="18176"/>
                  </a:lnTo>
                  <a:lnTo>
                    <a:pt x="7027" y="18551"/>
                  </a:lnTo>
                  <a:lnTo>
                    <a:pt x="6683" y="18894"/>
                  </a:lnTo>
                  <a:lnTo>
                    <a:pt x="6309" y="19238"/>
                  </a:lnTo>
                  <a:lnTo>
                    <a:pt x="5965" y="19519"/>
                  </a:lnTo>
                  <a:lnTo>
                    <a:pt x="5590" y="19769"/>
                  </a:lnTo>
                  <a:lnTo>
                    <a:pt x="4841" y="20237"/>
                  </a:lnTo>
                  <a:lnTo>
                    <a:pt x="4091" y="20643"/>
                  </a:lnTo>
                  <a:lnTo>
                    <a:pt x="3279" y="21018"/>
                  </a:lnTo>
                  <a:lnTo>
                    <a:pt x="2467" y="21361"/>
                  </a:lnTo>
                  <a:lnTo>
                    <a:pt x="1655" y="21674"/>
                  </a:lnTo>
                  <a:lnTo>
                    <a:pt x="63" y="22329"/>
                  </a:lnTo>
                  <a:lnTo>
                    <a:pt x="0" y="22329"/>
                  </a:lnTo>
                  <a:lnTo>
                    <a:pt x="0" y="22392"/>
                  </a:lnTo>
                  <a:lnTo>
                    <a:pt x="0" y="22454"/>
                  </a:lnTo>
                  <a:lnTo>
                    <a:pt x="63" y="22517"/>
                  </a:lnTo>
                  <a:lnTo>
                    <a:pt x="94" y="22548"/>
                  </a:lnTo>
                  <a:lnTo>
                    <a:pt x="156" y="22517"/>
                  </a:lnTo>
                  <a:lnTo>
                    <a:pt x="1749" y="21892"/>
                  </a:lnTo>
                  <a:lnTo>
                    <a:pt x="2530" y="21580"/>
                  </a:lnTo>
                  <a:lnTo>
                    <a:pt x="3310" y="21236"/>
                  </a:lnTo>
                  <a:lnTo>
                    <a:pt x="4060" y="20830"/>
                  </a:lnTo>
                  <a:lnTo>
                    <a:pt x="4778" y="20456"/>
                  </a:lnTo>
                  <a:lnTo>
                    <a:pt x="5465" y="20018"/>
                  </a:lnTo>
                  <a:lnTo>
                    <a:pt x="6121" y="19519"/>
                  </a:lnTo>
                  <a:lnTo>
                    <a:pt x="6746" y="19019"/>
                  </a:lnTo>
                  <a:lnTo>
                    <a:pt x="7308" y="18457"/>
                  </a:lnTo>
                  <a:lnTo>
                    <a:pt x="7558" y="18176"/>
                  </a:lnTo>
                  <a:lnTo>
                    <a:pt x="7808" y="17864"/>
                  </a:lnTo>
                  <a:lnTo>
                    <a:pt x="8026" y="17520"/>
                  </a:lnTo>
                  <a:lnTo>
                    <a:pt x="8245" y="17208"/>
                  </a:lnTo>
                  <a:lnTo>
                    <a:pt x="8463" y="16833"/>
                  </a:lnTo>
                  <a:lnTo>
                    <a:pt x="8620" y="16489"/>
                  </a:lnTo>
                  <a:lnTo>
                    <a:pt x="8807" y="16083"/>
                  </a:lnTo>
                  <a:lnTo>
                    <a:pt x="8932" y="15709"/>
                  </a:lnTo>
                  <a:lnTo>
                    <a:pt x="9057" y="15271"/>
                  </a:lnTo>
                  <a:lnTo>
                    <a:pt x="9182" y="14866"/>
                  </a:lnTo>
                  <a:lnTo>
                    <a:pt x="9244" y="14397"/>
                  </a:lnTo>
                  <a:lnTo>
                    <a:pt x="9307" y="13929"/>
                  </a:lnTo>
                  <a:lnTo>
                    <a:pt x="9369" y="13491"/>
                  </a:lnTo>
                  <a:lnTo>
                    <a:pt x="9369" y="13023"/>
                  </a:lnTo>
                  <a:lnTo>
                    <a:pt x="9369" y="12117"/>
                  </a:lnTo>
                  <a:lnTo>
                    <a:pt x="9275" y="11212"/>
                  </a:lnTo>
                  <a:lnTo>
                    <a:pt x="9119" y="10306"/>
                  </a:lnTo>
                  <a:lnTo>
                    <a:pt x="8932" y="9400"/>
                  </a:lnTo>
                  <a:lnTo>
                    <a:pt x="8682" y="8526"/>
                  </a:lnTo>
                  <a:lnTo>
                    <a:pt x="8401" y="7652"/>
                  </a:lnTo>
                  <a:lnTo>
                    <a:pt x="8057" y="6777"/>
                  </a:lnTo>
                  <a:lnTo>
                    <a:pt x="7714" y="5903"/>
                  </a:lnTo>
                  <a:lnTo>
                    <a:pt x="7339" y="5028"/>
                  </a:lnTo>
                  <a:lnTo>
                    <a:pt x="6558" y="3342"/>
                  </a:lnTo>
                  <a:lnTo>
                    <a:pt x="5778" y="1655"/>
                  </a:lnTo>
                  <a:lnTo>
                    <a:pt x="5028" y="32"/>
                  </a:lnTo>
                  <a:lnTo>
                    <a:pt x="49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3" name="Google Shape;3843;p61"/>
            <p:cNvSpPr/>
            <p:nvPr/>
          </p:nvSpPr>
          <p:spPr>
            <a:xfrm>
              <a:off x="2318775" y="3001125"/>
              <a:ext cx="257675" cy="492675"/>
            </a:xfrm>
            <a:custGeom>
              <a:avLst/>
              <a:gdLst/>
              <a:ahLst/>
              <a:cxnLst/>
              <a:rect l="l" t="t" r="r" b="b"/>
              <a:pathLst>
                <a:path w="10307" h="19707" extrusionOk="0">
                  <a:moveTo>
                    <a:pt x="10150" y="1"/>
                  </a:moveTo>
                  <a:lnTo>
                    <a:pt x="8807" y="750"/>
                  </a:lnTo>
                  <a:lnTo>
                    <a:pt x="7464" y="1562"/>
                  </a:lnTo>
                  <a:lnTo>
                    <a:pt x="6777" y="1999"/>
                  </a:lnTo>
                  <a:lnTo>
                    <a:pt x="6090" y="2437"/>
                  </a:lnTo>
                  <a:lnTo>
                    <a:pt x="5435" y="2936"/>
                  </a:lnTo>
                  <a:lnTo>
                    <a:pt x="4779" y="3436"/>
                  </a:lnTo>
                  <a:lnTo>
                    <a:pt x="4154" y="3936"/>
                  </a:lnTo>
                  <a:lnTo>
                    <a:pt x="3561" y="4498"/>
                  </a:lnTo>
                  <a:lnTo>
                    <a:pt x="2967" y="5060"/>
                  </a:lnTo>
                  <a:lnTo>
                    <a:pt x="2437" y="5653"/>
                  </a:lnTo>
                  <a:lnTo>
                    <a:pt x="1937" y="6247"/>
                  </a:lnTo>
                  <a:lnTo>
                    <a:pt x="1468" y="6871"/>
                  </a:lnTo>
                  <a:lnTo>
                    <a:pt x="1062" y="7558"/>
                  </a:lnTo>
                  <a:lnTo>
                    <a:pt x="719" y="8214"/>
                  </a:lnTo>
                  <a:lnTo>
                    <a:pt x="563" y="8589"/>
                  </a:lnTo>
                  <a:lnTo>
                    <a:pt x="407" y="8964"/>
                  </a:lnTo>
                  <a:lnTo>
                    <a:pt x="282" y="9338"/>
                  </a:lnTo>
                  <a:lnTo>
                    <a:pt x="188" y="9713"/>
                  </a:lnTo>
                  <a:lnTo>
                    <a:pt x="126" y="10119"/>
                  </a:lnTo>
                  <a:lnTo>
                    <a:pt x="63" y="10494"/>
                  </a:lnTo>
                  <a:lnTo>
                    <a:pt x="32" y="10837"/>
                  </a:lnTo>
                  <a:lnTo>
                    <a:pt x="1" y="11212"/>
                  </a:lnTo>
                  <a:lnTo>
                    <a:pt x="32" y="11962"/>
                  </a:lnTo>
                  <a:lnTo>
                    <a:pt x="94" y="12711"/>
                  </a:lnTo>
                  <a:lnTo>
                    <a:pt x="250" y="13461"/>
                  </a:lnTo>
                  <a:lnTo>
                    <a:pt x="438" y="14179"/>
                  </a:lnTo>
                  <a:lnTo>
                    <a:pt x="688" y="14897"/>
                  </a:lnTo>
                  <a:lnTo>
                    <a:pt x="969" y="15615"/>
                  </a:lnTo>
                  <a:lnTo>
                    <a:pt x="1250" y="16334"/>
                  </a:lnTo>
                  <a:lnTo>
                    <a:pt x="1593" y="17021"/>
                  </a:lnTo>
                  <a:lnTo>
                    <a:pt x="2312" y="18395"/>
                  </a:lnTo>
                  <a:lnTo>
                    <a:pt x="3092" y="19706"/>
                  </a:lnTo>
                  <a:lnTo>
                    <a:pt x="3155" y="19706"/>
                  </a:lnTo>
                  <a:lnTo>
                    <a:pt x="3155" y="19675"/>
                  </a:lnTo>
                  <a:lnTo>
                    <a:pt x="2405" y="18301"/>
                  </a:lnTo>
                  <a:lnTo>
                    <a:pt x="2062" y="17614"/>
                  </a:lnTo>
                  <a:lnTo>
                    <a:pt x="1718" y="16896"/>
                  </a:lnTo>
                  <a:lnTo>
                    <a:pt x="1406" y="16178"/>
                  </a:lnTo>
                  <a:lnTo>
                    <a:pt x="1094" y="15428"/>
                  </a:lnTo>
                  <a:lnTo>
                    <a:pt x="844" y="14679"/>
                  </a:lnTo>
                  <a:lnTo>
                    <a:pt x="625" y="13929"/>
                  </a:lnTo>
                  <a:lnTo>
                    <a:pt x="469" y="13148"/>
                  </a:lnTo>
                  <a:lnTo>
                    <a:pt x="375" y="12399"/>
                  </a:lnTo>
                  <a:lnTo>
                    <a:pt x="313" y="11649"/>
                  </a:lnTo>
                  <a:lnTo>
                    <a:pt x="344" y="10869"/>
                  </a:lnTo>
                  <a:lnTo>
                    <a:pt x="375" y="10494"/>
                  </a:lnTo>
                  <a:lnTo>
                    <a:pt x="438" y="10119"/>
                  </a:lnTo>
                  <a:lnTo>
                    <a:pt x="500" y="9744"/>
                  </a:lnTo>
                  <a:lnTo>
                    <a:pt x="625" y="9370"/>
                  </a:lnTo>
                  <a:lnTo>
                    <a:pt x="750" y="8995"/>
                  </a:lnTo>
                  <a:lnTo>
                    <a:pt x="875" y="8620"/>
                  </a:lnTo>
                  <a:lnTo>
                    <a:pt x="1062" y="8245"/>
                  </a:lnTo>
                  <a:lnTo>
                    <a:pt x="1250" y="7871"/>
                  </a:lnTo>
                  <a:lnTo>
                    <a:pt x="1625" y="7246"/>
                  </a:lnTo>
                  <a:lnTo>
                    <a:pt x="2031" y="6653"/>
                  </a:lnTo>
                  <a:lnTo>
                    <a:pt x="2499" y="6059"/>
                  </a:lnTo>
                  <a:lnTo>
                    <a:pt x="2967" y="5497"/>
                  </a:lnTo>
                  <a:lnTo>
                    <a:pt x="3498" y="4966"/>
                  </a:lnTo>
                  <a:lnTo>
                    <a:pt x="4060" y="4435"/>
                  </a:lnTo>
                  <a:lnTo>
                    <a:pt x="4623" y="3936"/>
                  </a:lnTo>
                  <a:lnTo>
                    <a:pt x="5216" y="3436"/>
                  </a:lnTo>
                  <a:lnTo>
                    <a:pt x="5809" y="2999"/>
                  </a:lnTo>
                  <a:lnTo>
                    <a:pt x="6434" y="2530"/>
                  </a:lnTo>
                  <a:lnTo>
                    <a:pt x="7714" y="1687"/>
                  </a:lnTo>
                  <a:lnTo>
                    <a:pt x="8995" y="906"/>
                  </a:lnTo>
                  <a:lnTo>
                    <a:pt x="10244" y="219"/>
                  </a:lnTo>
                  <a:lnTo>
                    <a:pt x="10275" y="188"/>
                  </a:lnTo>
                  <a:lnTo>
                    <a:pt x="10306" y="157"/>
                  </a:lnTo>
                  <a:lnTo>
                    <a:pt x="10306" y="63"/>
                  </a:lnTo>
                  <a:lnTo>
                    <a:pt x="102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4" name="Google Shape;3844;p61"/>
            <p:cNvSpPr/>
            <p:nvPr/>
          </p:nvSpPr>
          <p:spPr>
            <a:xfrm>
              <a:off x="2252425" y="3549200"/>
              <a:ext cx="345875" cy="458325"/>
            </a:xfrm>
            <a:custGeom>
              <a:avLst/>
              <a:gdLst/>
              <a:ahLst/>
              <a:cxnLst/>
              <a:rect l="l" t="t" r="r" b="b"/>
              <a:pathLst>
                <a:path w="13835" h="18333" extrusionOk="0">
                  <a:moveTo>
                    <a:pt x="8682" y="1"/>
                  </a:moveTo>
                  <a:lnTo>
                    <a:pt x="7245" y="688"/>
                  </a:lnTo>
                  <a:lnTo>
                    <a:pt x="6496" y="1063"/>
                  </a:lnTo>
                  <a:lnTo>
                    <a:pt x="5746" y="1469"/>
                  </a:lnTo>
                  <a:lnTo>
                    <a:pt x="5028" y="1874"/>
                  </a:lnTo>
                  <a:lnTo>
                    <a:pt x="4310" y="2343"/>
                  </a:lnTo>
                  <a:lnTo>
                    <a:pt x="3623" y="2811"/>
                  </a:lnTo>
                  <a:lnTo>
                    <a:pt x="2967" y="3311"/>
                  </a:lnTo>
                  <a:lnTo>
                    <a:pt x="2374" y="3811"/>
                  </a:lnTo>
                  <a:lnTo>
                    <a:pt x="1811" y="4373"/>
                  </a:lnTo>
                  <a:lnTo>
                    <a:pt x="1312" y="4935"/>
                  </a:lnTo>
                  <a:lnTo>
                    <a:pt x="875" y="5528"/>
                  </a:lnTo>
                  <a:lnTo>
                    <a:pt x="687" y="5841"/>
                  </a:lnTo>
                  <a:lnTo>
                    <a:pt x="500" y="6153"/>
                  </a:lnTo>
                  <a:lnTo>
                    <a:pt x="375" y="6465"/>
                  </a:lnTo>
                  <a:lnTo>
                    <a:pt x="250" y="6809"/>
                  </a:lnTo>
                  <a:lnTo>
                    <a:pt x="156" y="7121"/>
                  </a:lnTo>
                  <a:lnTo>
                    <a:pt x="63" y="7465"/>
                  </a:lnTo>
                  <a:lnTo>
                    <a:pt x="31" y="7808"/>
                  </a:lnTo>
                  <a:lnTo>
                    <a:pt x="0" y="8152"/>
                  </a:lnTo>
                  <a:lnTo>
                    <a:pt x="0" y="8901"/>
                  </a:lnTo>
                  <a:lnTo>
                    <a:pt x="94" y="9682"/>
                  </a:lnTo>
                  <a:lnTo>
                    <a:pt x="219" y="10494"/>
                  </a:lnTo>
                  <a:lnTo>
                    <a:pt x="406" y="11337"/>
                  </a:lnTo>
                  <a:lnTo>
                    <a:pt x="625" y="12180"/>
                  </a:lnTo>
                  <a:lnTo>
                    <a:pt x="875" y="13023"/>
                  </a:lnTo>
                  <a:lnTo>
                    <a:pt x="1124" y="13835"/>
                  </a:lnTo>
                  <a:lnTo>
                    <a:pt x="1437" y="14616"/>
                  </a:lnTo>
                  <a:lnTo>
                    <a:pt x="1718" y="15366"/>
                  </a:lnTo>
                  <a:lnTo>
                    <a:pt x="1999" y="16053"/>
                  </a:lnTo>
                  <a:lnTo>
                    <a:pt x="2561" y="17239"/>
                  </a:lnTo>
                  <a:lnTo>
                    <a:pt x="2780" y="17677"/>
                  </a:lnTo>
                  <a:lnTo>
                    <a:pt x="2998" y="18020"/>
                  </a:lnTo>
                  <a:lnTo>
                    <a:pt x="3154" y="18239"/>
                  </a:lnTo>
                  <a:lnTo>
                    <a:pt x="3248" y="18332"/>
                  </a:lnTo>
                  <a:lnTo>
                    <a:pt x="3404" y="18332"/>
                  </a:lnTo>
                  <a:lnTo>
                    <a:pt x="3716" y="18239"/>
                  </a:lnTo>
                  <a:lnTo>
                    <a:pt x="4122" y="18114"/>
                  </a:lnTo>
                  <a:lnTo>
                    <a:pt x="4653" y="17926"/>
                  </a:lnTo>
                  <a:lnTo>
                    <a:pt x="5309" y="17708"/>
                  </a:lnTo>
                  <a:lnTo>
                    <a:pt x="5996" y="17427"/>
                  </a:lnTo>
                  <a:lnTo>
                    <a:pt x="6777" y="17083"/>
                  </a:lnTo>
                  <a:lnTo>
                    <a:pt x="7558" y="16677"/>
                  </a:lnTo>
                  <a:lnTo>
                    <a:pt x="8401" y="16271"/>
                  </a:lnTo>
                  <a:lnTo>
                    <a:pt x="9213" y="15772"/>
                  </a:lnTo>
                  <a:lnTo>
                    <a:pt x="10025" y="15241"/>
                  </a:lnTo>
                  <a:lnTo>
                    <a:pt x="10837" y="14679"/>
                  </a:lnTo>
                  <a:lnTo>
                    <a:pt x="11555" y="14054"/>
                  </a:lnTo>
                  <a:lnTo>
                    <a:pt x="11899" y="13742"/>
                  </a:lnTo>
                  <a:lnTo>
                    <a:pt x="12242" y="13398"/>
                  </a:lnTo>
                  <a:lnTo>
                    <a:pt x="12554" y="13055"/>
                  </a:lnTo>
                  <a:lnTo>
                    <a:pt x="12835" y="12711"/>
                  </a:lnTo>
                  <a:lnTo>
                    <a:pt x="13085" y="12336"/>
                  </a:lnTo>
                  <a:lnTo>
                    <a:pt x="13335" y="11962"/>
                  </a:lnTo>
                  <a:lnTo>
                    <a:pt x="13523" y="11587"/>
                  </a:lnTo>
                  <a:lnTo>
                    <a:pt x="13679" y="11181"/>
                  </a:lnTo>
                  <a:lnTo>
                    <a:pt x="13772" y="10744"/>
                  </a:lnTo>
                  <a:lnTo>
                    <a:pt x="13804" y="10306"/>
                  </a:lnTo>
                  <a:lnTo>
                    <a:pt x="13835" y="9838"/>
                  </a:lnTo>
                  <a:lnTo>
                    <a:pt x="13804" y="9370"/>
                  </a:lnTo>
                  <a:lnTo>
                    <a:pt x="13741" y="8870"/>
                  </a:lnTo>
                  <a:lnTo>
                    <a:pt x="13647" y="8370"/>
                  </a:lnTo>
                  <a:lnTo>
                    <a:pt x="13523" y="7871"/>
                  </a:lnTo>
                  <a:lnTo>
                    <a:pt x="13366" y="7371"/>
                  </a:lnTo>
                  <a:lnTo>
                    <a:pt x="13210" y="6871"/>
                  </a:lnTo>
                  <a:lnTo>
                    <a:pt x="13023" y="6372"/>
                  </a:lnTo>
                  <a:lnTo>
                    <a:pt x="12554" y="5372"/>
                  </a:lnTo>
                  <a:lnTo>
                    <a:pt x="12055" y="4404"/>
                  </a:lnTo>
                  <a:lnTo>
                    <a:pt x="11524" y="3498"/>
                  </a:lnTo>
                  <a:lnTo>
                    <a:pt x="10993" y="2655"/>
                  </a:lnTo>
                  <a:lnTo>
                    <a:pt x="10431" y="1874"/>
                  </a:lnTo>
                  <a:lnTo>
                    <a:pt x="9931" y="1219"/>
                  </a:lnTo>
                  <a:lnTo>
                    <a:pt x="9494" y="688"/>
                  </a:lnTo>
                  <a:lnTo>
                    <a:pt x="9119" y="313"/>
                  </a:lnTo>
                  <a:lnTo>
                    <a:pt x="8838" y="63"/>
                  </a:lnTo>
                  <a:lnTo>
                    <a:pt x="8744" y="32"/>
                  </a:lnTo>
                  <a:lnTo>
                    <a:pt x="86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5" name="Google Shape;3845;p61"/>
            <p:cNvSpPr/>
            <p:nvPr/>
          </p:nvSpPr>
          <p:spPr>
            <a:xfrm>
              <a:off x="2232900" y="3554675"/>
              <a:ext cx="222525" cy="464550"/>
            </a:xfrm>
            <a:custGeom>
              <a:avLst/>
              <a:gdLst/>
              <a:ahLst/>
              <a:cxnLst/>
              <a:rect l="l" t="t" r="r" b="b"/>
              <a:pathLst>
                <a:path w="8901" h="18582" extrusionOk="0">
                  <a:moveTo>
                    <a:pt x="8870" y="0"/>
                  </a:moveTo>
                  <a:lnTo>
                    <a:pt x="8245" y="250"/>
                  </a:lnTo>
                  <a:lnTo>
                    <a:pt x="7558" y="500"/>
                  </a:lnTo>
                  <a:lnTo>
                    <a:pt x="6902" y="812"/>
                  </a:lnTo>
                  <a:lnTo>
                    <a:pt x="6215" y="1156"/>
                  </a:lnTo>
                  <a:lnTo>
                    <a:pt x="5559" y="1499"/>
                  </a:lnTo>
                  <a:lnTo>
                    <a:pt x="4872" y="1905"/>
                  </a:lnTo>
                  <a:lnTo>
                    <a:pt x="4216" y="2311"/>
                  </a:lnTo>
                  <a:lnTo>
                    <a:pt x="3592" y="2780"/>
                  </a:lnTo>
                  <a:lnTo>
                    <a:pt x="2998" y="3248"/>
                  </a:lnTo>
                  <a:lnTo>
                    <a:pt x="2405" y="3779"/>
                  </a:lnTo>
                  <a:lnTo>
                    <a:pt x="1905" y="4310"/>
                  </a:lnTo>
                  <a:lnTo>
                    <a:pt x="1437" y="4872"/>
                  </a:lnTo>
                  <a:lnTo>
                    <a:pt x="1000" y="5465"/>
                  </a:lnTo>
                  <a:lnTo>
                    <a:pt x="656" y="6090"/>
                  </a:lnTo>
                  <a:lnTo>
                    <a:pt x="500" y="6434"/>
                  </a:lnTo>
                  <a:lnTo>
                    <a:pt x="375" y="6746"/>
                  </a:lnTo>
                  <a:lnTo>
                    <a:pt x="281" y="7089"/>
                  </a:lnTo>
                  <a:lnTo>
                    <a:pt x="188" y="7433"/>
                  </a:lnTo>
                  <a:lnTo>
                    <a:pt x="94" y="7776"/>
                  </a:lnTo>
                  <a:lnTo>
                    <a:pt x="63" y="8151"/>
                  </a:lnTo>
                  <a:lnTo>
                    <a:pt x="0" y="8869"/>
                  </a:lnTo>
                  <a:lnTo>
                    <a:pt x="0" y="9619"/>
                  </a:lnTo>
                  <a:lnTo>
                    <a:pt x="94" y="10368"/>
                  </a:lnTo>
                  <a:lnTo>
                    <a:pt x="219" y="11149"/>
                  </a:lnTo>
                  <a:lnTo>
                    <a:pt x="406" y="11899"/>
                  </a:lnTo>
                  <a:lnTo>
                    <a:pt x="625" y="12679"/>
                  </a:lnTo>
                  <a:lnTo>
                    <a:pt x="906" y="13429"/>
                  </a:lnTo>
                  <a:lnTo>
                    <a:pt x="1218" y="14147"/>
                  </a:lnTo>
                  <a:lnTo>
                    <a:pt x="1593" y="14866"/>
                  </a:lnTo>
                  <a:lnTo>
                    <a:pt x="1968" y="15584"/>
                  </a:lnTo>
                  <a:lnTo>
                    <a:pt x="2374" y="16240"/>
                  </a:lnTo>
                  <a:lnTo>
                    <a:pt x="2811" y="16895"/>
                  </a:lnTo>
                  <a:lnTo>
                    <a:pt x="3248" y="17489"/>
                  </a:lnTo>
                  <a:lnTo>
                    <a:pt x="3717" y="18051"/>
                  </a:lnTo>
                  <a:lnTo>
                    <a:pt x="4185" y="18551"/>
                  </a:lnTo>
                  <a:lnTo>
                    <a:pt x="4216" y="18582"/>
                  </a:lnTo>
                  <a:lnTo>
                    <a:pt x="4248" y="18551"/>
                  </a:lnTo>
                  <a:lnTo>
                    <a:pt x="4279" y="18519"/>
                  </a:lnTo>
                  <a:lnTo>
                    <a:pt x="4248" y="18457"/>
                  </a:lnTo>
                  <a:lnTo>
                    <a:pt x="3436" y="17301"/>
                  </a:lnTo>
                  <a:lnTo>
                    <a:pt x="2655" y="16052"/>
                  </a:lnTo>
                  <a:lnTo>
                    <a:pt x="2280" y="15428"/>
                  </a:lnTo>
                  <a:lnTo>
                    <a:pt x="1905" y="14772"/>
                  </a:lnTo>
                  <a:lnTo>
                    <a:pt x="1562" y="14085"/>
                  </a:lnTo>
                  <a:lnTo>
                    <a:pt x="1250" y="13398"/>
                  </a:lnTo>
                  <a:lnTo>
                    <a:pt x="969" y="12711"/>
                  </a:lnTo>
                  <a:lnTo>
                    <a:pt x="750" y="12024"/>
                  </a:lnTo>
                  <a:lnTo>
                    <a:pt x="563" y="11305"/>
                  </a:lnTo>
                  <a:lnTo>
                    <a:pt x="406" y="10587"/>
                  </a:lnTo>
                  <a:lnTo>
                    <a:pt x="313" y="9869"/>
                  </a:lnTo>
                  <a:lnTo>
                    <a:pt x="281" y="9151"/>
                  </a:lnTo>
                  <a:lnTo>
                    <a:pt x="313" y="8432"/>
                  </a:lnTo>
                  <a:lnTo>
                    <a:pt x="406" y="7714"/>
                  </a:lnTo>
                  <a:lnTo>
                    <a:pt x="500" y="7370"/>
                  </a:lnTo>
                  <a:lnTo>
                    <a:pt x="594" y="7027"/>
                  </a:lnTo>
                  <a:lnTo>
                    <a:pt x="719" y="6715"/>
                  </a:lnTo>
                  <a:lnTo>
                    <a:pt x="844" y="6371"/>
                  </a:lnTo>
                  <a:lnTo>
                    <a:pt x="1000" y="6059"/>
                  </a:lnTo>
                  <a:lnTo>
                    <a:pt x="1187" y="5747"/>
                  </a:lnTo>
                  <a:lnTo>
                    <a:pt x="1593" y="5153"/>
                  </a:lnTo>
                  <a:lnTo>
                    <a:pt x="2062" y="4591"/>
                  </a:lnTo>
                  <a:lnTo>
                    <a:pt x="2592" y="4029"/>
                  </a:lnTo>
                  <a:lnTo>
                    <a:pt x="3155" y="3529"/>
                  </a:lnTo>
                  <a:lnTo>
                    <a:pt x="3748" y="3030"/>
                  </a:lnTo>
                  <a:lnTo>
                    <a:pt x="4373" y="2561"/>
                  </a:lnTo>
                  <a:lnTo>
                    <a:pt x="5028" y="2124"/>
                  </a:lnTo>
                  <a:lnTo>
                    <a:pt x="5684" y="1718"/>
                  </a:lnTo>
                  <a:lnTo>
                    <a:pt x="6340" y="1343"/>
                  </a:lnTo>
                  <a:lnTo>
                    <a:pt x="6996" y="968"/>
                  </a:lnTo>
                  <a:lnTo>
                    <a:pt x="7652" y="656"/>
                  </a:lnTo>
                  <a:lnTo>
                    <a:pt x="8901" y="63"/>
                  </a:lnTo>
                  <a:lnTo>
                    <a:pt x="8901" y="32"/>
                  </a:lnTo>
                  <a:lnTo>
                    <a:pt x="89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6" name="Google Shape;3846;p61"/>
            <p:cNvSpPr/>
            <p:nvPr/>
          </p:nvSpPr>
          <p:spPr>
            <a:xfrm>
              <a:off x="1844875" y="3998125"/>
              <a:ext cx="619925" cy="579325"/>
            </a:xfrm>
            <a:custGeom>
              <a:avLst/>
              <a:gdLst/>
              <a:ahLst/>
              <a:cxnLst/>
              <a:rect l="l" t="t" r="r" b="b"/>
              <a:pathLst>
                <a:path w="24797" h="23173" extrusionOk="0">
                  <a:moveTo>
                    <a:pt x="19581" y="1"/>
                  </a:moveTo>
                  <a:lnTo>
                    <a:pt x="19269" y="188"/>
                  </a:lnTo>
                  <a:lnTo>
                    <a:pt x="18925" y="407"/>
                  </a:lnTo>
                  <a:lnTo>
                    <a:pt x="18551" y="656"/>
                  </a:lnTo>
                  <a:lnTo>
                    <a:pt x="18207" y="969"/>
                  </a:lnTo>
                  <a:lnTo>
                    <a:pt x="17832" y="1312"/>
                  </a:lnTo>
                  <a:lnTo>
                    <a:pt x="17489" y="1718"/>
                  </a:lnTo>
                  <a:lnTo>
                    <a:pt x="17114" y="2124"/>
                  </a:lnTo>
                  <a:lnTo>
                    <a:pt x="16771" y="2561"/>
                  </a:lnTo>
                  <a:lnTo>
                    <a:pt x="16458" y="3030"/>
                  </a:lnTo>
                  <a:lnTo>
                    <a:pt x="16115" y="3561"/>
                  </a:lnTo>
                  <a:lnTo>
                    <a:pt x="15834" y="4092"/>
                  </a:lnTo>
                  <a:lnTo>
                    <a:pt x="15553" y="4623"/>
                  </a:lnTo>
                  <a:lnTo>
                    <a:pt x="15303" y="5216"/>
                  </a:lnTo>
                  <a:lnTo>
                    <a:pt x="15084" y="5809"/>
                  </a:lnTo>
                  <a:lnTo>
                    <a:pt x="14928" y="6403"/>
                  </a:lnTo>
                  <a:lnTo>
                    <a:pt x="14772" y="7027"/>
                  </a:lnTo>
                  <a:lnTo>
                    <a:pt x="14553" y="8027"/>
                  </a:lnTo>
                  <a:lnTo>
                    <a:pt x="14335" y="8870"/>
                  </a:lnTo>
                  <a:lnTo>
                    <a:pt x="14179" y="9245"/>
                  </a:lnTo>
                  <a:lnTo>
                    <a:pt x="14054" y="9588"/>
                  </a:lnTo>
                  <a:lnTo>
                    <a:pt x="13897" y="9900"/>
                  </a:lnTo>
                  <a:lnTo>
                    <a:pt x="13741" y="10181"/>
                  </a:lnTo>
                  <a:lnTo>
                    <a:pt x="13554" y="10462"/>
                  </a:lnTo>
                  <a:lnTo>
                    <a:pt x="13367" y="10681"/>
                  </a:lnTo>
                  <a:lnTo>
                    <a:pt x="13179" y="10900"/>
                  </a:lnTo>
                  <a:lnTo>
                    <a:pt x="12961" y="11087"/>
                  </a:lnTo>
                  <a:lnTo>
                    <a:pt x="12742" y="11243"/>
                  </a:lnTo>
                  <a:lnTo>
                    <a:pt x="12492" y="11399"/>
                  </a:lnTo>
                  <a:lnTo>
                    <a:pt x="12242" y="11524"/>
                  </a:lnTo>
                  <a:lnTo>
                    <a:pt x="11992" y="11649"/>
                  </a:lnTo>
                  <a:lnTo>
                    <a:pt x="11399" y="11868"/>
                  </a:lnTo>
                  <a:lnTo>
                    <a:pt x="10775" y="12024"/>
                  </a:lnTo>
                  <a:lnTo>
                    <a:pt x="10056" y="12180"/>
                  </a:lnTo>
                  <a:lnTo>
                    <a:pt x="9244" y="12305"/>
                  </a:lnTo>
                  <a:lnTo>
                    <a:pt x="7433" y="12617"/>
                  </a:lnTo>
                  <a:lnTo>
                    <a:pt x="6371" y="12805"/>
                  </a:lnTo>
                  <a:lnTo>
                    <a:pt x="5247" y="13023"/>
                  </a:lnTo>
                  <a:lnTo>
                    <a:pt x="4747" y="13148"/>
                  </a:lnTo>
                  <a:lnTo>
                    <a:pt x="4279" y="13304"/>
                  </a:lnTo>
                  <a:lnTo>
                    <a:pt x="3842" y="13492"/>
                  </a:lnTo>
                  <a:lnTo>
                    <a:pt x="3436" y="13710"/>
                  </a:lnTo>
                  <a:lnTo>
                    <a:pt x="3030" y="13929"/>
                  </a:lnTo>
                  <a:lnTo>
                    <a:pt x="2686" y="14148"/>
                  </a:lnTo>
                  <a:lnTo>
                    <a:pt x="2343" y="14429"/>
                  </a:lnTo>
                  <a:lnTo>
                    <a:pt x="1999" y="14710"/>
                  </a:lnTo>
                  <a:lnTo>
                    <a:pt x="1718" y="14991"/>
                  </a:lnTo>
                  <a:lnTo>
                    <a:pt x="1437" y="15303"/>
                  </a:lnTo>
                  <a:lnTo>
                    <a:pt x="1187" y="15647"/>
                  </a:lnTo>
                  <a:lnTo>
                    <a:pt x="968" y="15990"/>
                  </a:lnTo>
                  <a:lnTo>
                    <a:pt x="750" y="16334"/>
                  </a:lnTo>
                  <a:lnTo>
                    <a:pt x="594" y="16677"/>
                  </a:lnTo>
                  <a:lnTo>
                    <a:pt x="438" y="17052"/>
                  </a:lnTo>
                  <a:lnTo>
                    <a:pt x="313" y="17427"/>
                  </a:lnTo>
                  <a:lnTo>
                    <a:pt x="188" y="17801"/>
                  </a:lnTo>
                  <a:lnTo>
                    <a:pt x="125" y="18207"/>
                  </a:lnTo>
                  <a:lnTo>
                    <a:pt x="63" y="18582"/>
                  </a:lnTo>
                  <a:lnTo>
                    <a:pt x="32" y="18957"/>
                  </a:lnTo>
                  <a:lnTo>
                    <a:pt x="0" y="19363"/>
                  </a:lnTo>
                  <a:lnTo>
                    <a:pt x="32" y="19738"/>
                  </a:lnTo>
                  <a:lnTo>
                    <a:pt x="63" y="20112"/>
                  </a:lnTo>
                  <a:lnTo>
                    <a:pt x="125" y="20487"/>
                  </a:lnTo>
                  <a:lnTo>
                    <a:pt x="219" y="20862"/>
                  </a:lnTo>
                  <a:lnTo>
                    <a:pt x="313" y="21237"/>
                  </a:lnTo>
                  <a:lnTo>
                    <a:pt x="438" y="21580"/>
                  </a:lnTo>
                  <a:lnTo>
                    <a:pt x="594" y="21924"/>
                  </a:lnTo>
                  <a:lnTo>
                    <a:pt x="781" y="22267"/>
                  </a:lnTo>
                  <a:lnTo>
                    <a:pt x="1000" y="22579"/>
                  </a:lnTo>
                  <a:lnTo>
                    <a:pt x="1218" y="22892"/>
                  </a:lnTo>
                  <a:lnTo>
                    <a:pt x="1468" y="23173"/>
                  </a:lnTo>
                  <a:lnTo>
                    <a:pt x="1406" y="23017"/>
                  </a:lnTo>
                  <a:lnTo>
                    <a:pt x="1281" y="22579"/>
                  </a:lnTo>
                  <a:lnTo>
                    <a:pt x="1218" y="22267"/>
                  </a:lnTo>
                  <a:lnTo>
                    <a:pt x="1156" y="21924"/>
                  </a:lnTo>
                  <a:lnTo>
                    <a:pt x="1125" y="21518"/>
                  </a:lnTo>
                  <a:lnTo>
                    <a:pt x="1125" y="21112"/>
                  </a:lnTo>
                  <a:lnTo>
                    <a:pt x="1156" y="20674"/>
                  </a:lnTo>
                  <a:lnTo>
                    <a:pt x="1250" y="20206"/>
                  </a:lnTo>
                  <a:lnTo>
                    <a:pt x="1406" y="19769"/>
                  </a:lnTo>
                  <a:lnTo>
                    <a:pt x="1655" y="19300"/>
                  </a:lnTo>
                  <a:lnTo>
                    <a:pt x="1812" y="19082"/>
                  </a:lnTo>
                  <a:lnTo>
                    <a:pt x="1968" y="18863"/>
                  </a:lnTo>
                  <a:lnTo>
                    <a:pt x="2155" y="18676"/>
                  </a:lnTo>
                  <a:lnTo>
                    <a:pt x="2374" y="18457"/>
                  </a:lnTo>
                  <a:lnTo>
                    <a:pt x="2624" y="18270"/>
                  </a:lnTo>
                  <a:lnTo>
                    <a:pt x="2873" y="18082"/>
                  </a:lnTo>
                  <a:lnTo>
                    <a:pt x="3186" y="17895"/>
                  </a:lnTo>
                  <a:lnTo>
                    <a:pt x="3498" y="17739"/>
                  </a:lnTo>
                  <a:lnTo>
                    <a:pt x="3810" y="17583"/>
                  </a:lnTo>
                  <a:lnTo>
                    <a:pt x="4154" y="17458"/>
                  </a:lnTo>
                  <a:lnTo>
                    <a:pt x="4529" y="17364"/>
                  </a:lnTo>
                  <a:lnTo>
                    <a:pt x="4903" y="17302"/>
                  </a:lnTo>
                  <a:lnTo>
                    <a:pt x="5684" y="17208"/>
                  </a:lnTo>
                  <a:lnTo>
                    <a:pt x="6559" y="17146"/>
                  </a:lnTo>
                  <a:lnTo>
                    <a:pt x="7464" y="17146"/>
                  </a:lnTo>
                  <a:lnTo>
                    <a:pt x="8401" y="17208"/>
                  </a:lnTo>
                  <a:lnTo>
                    <a:pt x="10369" y="17333"/>
                  </a:lnTo>
                  <a:lnTo>
                    <a:pt x="11992" y="17458"/>
                  </a:lnTo>
                  <a:lnTo>
                    <a:pt x="12836" y="17489"/>
                  </a:lnTo>
                  <a:lnTo>
                    <a:pt x="13648" y="17520"/>
                  </a:lnTo>
                  <a:lnTo>
                    <a:pt x="14460" y="17520"/>
                  </a:lnTo>
                  <a:lnTo>
                    <a:pt x="15303" y="17489"/>
                  </a:lnTo>
                  <a:lnTo>
                    <a:pt x="16115" y="17427"/>
                  </a:lnTo>
                  <a:lnTo>
                    <a:pt x="16927" y="17333"/>
                  </a:lnTo>
                  <a:lnTo>
                    <a:pt x="17707" y="17177"/>
                  </a:lnTo>
                  <a:lnTo>
                    <a:pt x="18457" y="16989"/>
                  </a:lnTo>
                  <a:lnTo>
                    <a:pt x="19238" y="16740"/>
                  </a:lnTo>
                  <a:lnTo>
                    <a:pt x="19956" y="16396"/>
                  </a:lnTo>
                  <a:lnTo>
                    <a:pt x="20300" y="16209"/>
                  </a:lnTo>
                  <a:lnTo>
                    <a:pt x="20643" y="16021"/>
                  </a:lnTo>
                  <a:lnTo>
                    <a:pt x="20987" y="15771"/>
                  </a:lnTo>
                  <a:lnTo>
                    <a:pt x="21299" y="15522"/>
                  </a:lnTo>
                  <a:lnTo>
                    <a:pt x="21642" y="15272"/>
                  </a:lnTo>
                  <a:lnTo>
                    <a:pt x="21955" y="14991"/>
                  </a:lnTo>
                  <a:lnTo>
                    <a:pt x="22236" y="14678"/>
                  </a:lnTo>
                  <a:lnTo>
                    <a:pt x="22548" y="14335"/>
                  </a:lnTo>
                  <a:lnTo>
                    <a:pt x="23110" y="13617"/>
                  </a:lnTo>
                  <a:lnTo>
                    <a:pt x="23579" y="12898"/>
                  </a:lnTo>
                  <a:lnTo>
                    <a:pt x="23953" y="12211"/>
                  </a:lnTo>
                  <a:lnTo>
                    <a:pt x="24266" y="11493"/>
                  </a:lnTo>
                  <a:lnTo>
                    <a:pt x="24484" y="10837"/>
                  </a:lnTo>
                  <a:lnTo>
                    <a:pt x="24672" y="10150"/>
                  </a:lnTo>
                  <a:lnTo>
                    <a:pt x="24765" y="9494"/>
                  </a:lnTo>
                  <a:lnTo>
                    <a:pt x="24797" y="8839"/>
                  </a:lnTo>
                  <a:lnTo>
                    <a:pt x="24765" y="8214"/>
                  </a:lnTo>
                  <a:lnTo>
                    <a:pt x="24703" y="7589"/>
                  </a:lnTo>
                  <a:lnTo>
                    <a:pt x="24609" y="6996"/>
                  </a:lnTo>
                  <a:lnTo>
                    <a:pt x="24422" y="6403"/>
                  </a:lnTo>
                  <a:lnTo>
                    <a:pt x="24234" y="5841"/>
                  </a:lnTo>
                  <a:lnTo>
                    <a:pt x="24016" y="5310"/>
                  </a:lnTo>
                  <a:lnTo>
                    <a:pt x="23766" y="4779"/>
                  </a:lnTo>
                  <a:lnTo>
                    <a:pt x="23485" y="4279"/>
                  </a:lnTo>
                  <a:lnTo>
                    <a:pt x="23173" y="3779"/>
                  </a:lnTo>
                  <a:lnTo>
                    <a:pt x="22860" y="3342"/>
                  </a:lnTo>
                  <a:lnTo>
                    <a:pt x="22548" y="2905"/>
                  </a:lnTo>
                  <a:lnTo>
                    <a:pt x="22205" y="2499"/>
                  </a:lnTo>
                  <a:lnTo>
                    <a:pt x="21580" y="1781"/>
                  </a:lnTo>
                  <a:lnTo>
                    <a:pt x="20955" y="1156"/>
                  </a:lnTo>
                  <a:lnTo>
                    <a:pt x="20393" y="656"/>
                  </a:lnTo>
                  <a:lnTo>
                    <a:pt x="19987" y="313"/>
                  </a:lnTo>
                  <a:lnTo>
                    <a:pt x="195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7" name="Google Shape;3847;p61"/>
            <p:cNvSpPr/>
            <p:nvPr/>
          </p:nvSpPr>
          <p:spPr>
            <a:xfrm>
              <a:off x="1844875" y="3998125"/>
              <a:ext cx="619925" cy="579325"/>
            </a:xfrm>
            <a:custGeom>
              <a:avLst/>
              <a:gdLst/>
              <a:ahLst/>
              <a:cxnLst/>
              <a:rect l="l" t="t" r="r" b="b"/>
              <a:pathLst>
                <a:path w="24797" h="23173" fill="none" extrusionOk="0">
                  <a:moveTo>
                    <a:pt x="19581" y="1"/>
                  </a:moveTo>
                  <a:lnTo>
                    <a:pt x="19581" y="1"/>
                  </a:lnTo>
                  <a:lnTo>
                    <a:pt x="19269" y="188"/>
                  </a:lnTo>
                  <a:lnTo>
                    <a:pt x="18925" y="407"/>
                  </a:lnTo>
                  <a:lnTo>
                    <a:pt x="18551" y="656"/>
                  </a:lnTo>
                  <a:lnTo>
                    <a:pt x="18207" y="969"/>
                  </a:lnTo>
                  <a:lnTo>
                    <a:pt x="17832" y="1312"/>
                  </a:lnTo>
                  <a:lnTo>
                    <a:pt x="17489" y="1718"/>
                  </a:lnTo>
                  <a:lnTo>
                    <a:pt x="17114" y="2124"/>
                  </a:lnTo>
                  <a:lnTo>
                    <a:pt x="16771" y="2561"/>
                  </a:lnTo>
                  <a:lnTo>
                    <a:pt x="16458" y="3030"/>
                  </a:lnTo>
                  <a:lnTo>
                    <a:pt x="16115" y="3561"/>
                  </a:lnTo>
                  <a:lnTo>
                    <a:pt x="15834" y="4092"/>
                  </a:lnTo>
                  <a:lnTo>
                    <a:pt x="15553" y="4623"/>
                  </a:lnTo>
                  <a:lnTo>
                    <a:pt x="15303" y="5216"/>
                  </a:lnTo>
                  <a:lnTo>
                    <a:pt x="15084" y="5809"/>
                  </a:lnTo>
                  <a:lnTo>
                    <a:pt x="14928" y="6403"/>
                  </a:lnTo>
                  <a:lnTo>
                    <a:pt x="14772" y="7027"/>
                  </a:lnTo>
                  <a:lnTo>
                    <a:pt x="14772" y="7027"/>
                  </a:lnTo>
                  <a:lnTo>
                    <a:pt x="14553" y="8027"/>
                  </a:lnTo>
                  <a:lnTo>
                    <a:pt x="14335" y="8870"/>
                  </a:lnTo>
                  <a:lnTo>
                    <a:pt x="14179" y="9245"/>
                  </a:lnTo>
                  <a:lnTo>
                    <a:pt x="14054" y="9588"/>
                  </a:lnTo>
                  <a:lnTo>
                    <a:pt x="13897" y="9900"/>
                  </a:lnTo>
                  <a:lnTo>
                    <a:pt x="13741" y="10181"/>
                  </a:lnTo>
                  <a:lnTo>
                    <a:pt x="13554" y="10462"/>
                  </a:lnTo>
                  <a:lnTo>
                    <a:pt x="13367" y="10681"/>
                  </a:lnTo>
                  <a:lnTo>
                    <a:pt x="13179" y="10900"/>
                  </a:lnTo>
                  <a:lnTo>
                    <a:pt x="12961" y="11087"/>
                  </a:lnTo>
                  <a:lnTo>
                    <a:pt x="12742" y="11243"/>
                  </a:lnTo>
                  <a:lnTo>
                    <a:pt x="12492" y="11399"/>
                  </a:lnTo>
                  <a:lnTo>
                    <a:pt x="12242" y="11524"/>
                  </a:lnTo>
                  <a:lnTo>
                    <a:pt x="11992" y="11649"/>
                  </a:lnTo>
                  <a:lnTo>
                    <a:pt x="11399" y="11868"/>
                  </a:lnTo>
                  <a:lnTo>
                    <a:pt x="10775" y="12024"/>
                  </a:lnTo>
                  <a:lnTo>
                    <a:pt x="10056" y="12180"/>
                  </a:lnTo>
                  <a:lnTo>
                    <a:pt x="9244" y="12305"/>
                  </a:lnTo>
                  <a:lnTo>
                    <a:pt x="7433" y="12617"/>
                  </a:lnTo>
                  <a:lnTo>
                    <a:pt x="6371" y="12805"/>
                  </a:lnTo>
                  <a:lnTo>
                    <a:pt x="5247" y="13023"/>
                  </a:lnTo>
                  <a:lnTo>
                    <a:pt x="5247" y="13023"/>
                  </a:lnTo>
                  <a:lnTo>
                    <a:pt x="4747" y="13148"/>
                  </a:lnTo>
                  <a:lnTo>
                    <a:pt x="4279" y="13304"/>
                  </a:lnTo>
                  <a:lnTo>
                    <a:pt x="3842" y="13492"/>
                  </a:lnTo>
                  <a:lnTo>
                    <a:pt x="3436" y="13710"/>
                  </a:lnTo>
                  <a:lnTo>
                    <a:pt x="3030" y="13929"/>
                  </a:lnTo>
                  <a:lnTo>
                    <a:pt x="2686" y="14148"/>
                  </a:lnTo>
                  <a:lnTo>
                    <a:pt x="2343" y="14429"/>
                  </a:lnTo>
                  <a:lnTo>
                    <a:pt x="1999" y="14710"/>
                  </a:lnTo>
                  <a:lnTo>
                    <a:pt x="1718" y="14991"/>
                  </a:lnTo>
                  <a:lnTo>
                    <a:pt x="1437" y="15303"/>
                  </a:lnTo>
                  <a:lnTo>
                    <a:pt x="1187" y="15647"/>
                  </a:lnTo>
                  <a:lnTo>
                    <a:pt x="968" y="15990"/>
                  </a:lnTo>
                  <a:lnTo>
                    <a:pt x="750" y="16334"/>
                  </a:lnTo>
                  <a:lnTo>
                    <a:pt x="594" y="16677"/>
                  </a:lnTo>
                  <a:lnTo>
                    <a:pt x="438" y="17052"/>
                  </a:lnTo>
                  <a:lnTo>
                    <a:pt x="313" y="17427"/>
                  </a:lnTo>
                  <a:lnTo>
                    <a:pt x="188" y="17801"/>
                  </a:lnTo>
                  <a:lnTo>
                    <a:pt x="125" y="18207"/>
                  </a:lnTo>
                  <a:lnTo>
                    <a:pt x="63" y="18582"/>
                  </a:lnTo>
                  <a:lnTo>
                    <a:pt x="32" y="18957"/>
                  </a:lnTo>
                  <a:lnTo>
                    <a:pt x="0" y="19363"/>
                  </a:lnTo>
                  <a:lnTo>
                    <a:pt x="32" y="19738"/>
                  </a:lnTo>
                  <a:lnTo>
                    <a:pt x="63" y="20112"/>
                  </a:lnTo>
                  <a:lnTo>
                    <a:pt x="125" y="20487"/>
                  </a:lnTo>
                  <a:lnTo>
                    <a:pt x="219" y="20862"/>
                  </a:lnTo>
                  <a:lnTo>
                    <a:pt x="313" y="21237"/>
                  </a:lnTo>
                  <a:lnTo>
                    <a:pt x="438" y="21580"/>
                  </a:lnTo>
                  <a:lnTo>
                    <a:pt x="594" y="21924"/>
                  </a:lnTo>
                  <a:lnTo>
                    <a:pt x="781" y="22267"/>
                  </a:lnTo>
                  <a:lnTo>
                    <a:pt x="1000" y="22579"/>
                  </a:lnTo>
                  <a:lnTo>
                    <a:pt x="1218" y="22892"/>
                  </a:lnTo>
                  <a:lnTo>
                    <a:pt x="1468" y="23173"/>
                  </a:lnTo>
                  <a:lnTo>
                    <a:pt x="1468" y="23173"/>
                  </a:lnTo>
                  <a:lnTo>
                    <a:pt x="1406" y="23017"/>
                  </a:lnTo>
                  <a:lnTo>
                    <a:pt x="1281" y="22579"/>
                  </a:lnTo>
                  <a:lnTo>
                    <a:pt x="1218" y="22267"/>
                  </a:lnTo>
                  <a:lnTo>
                    <a:pt x="1156" y="21924"/>
                  </a:lnTo>
                  <a:lnTo>
                    <a:pt x="1125" y="21518"/>
                  </a:lnTo>
                  <a:lnTo>
                    <a:pt x="1125" y="21112"/>
                  </a:lnTo>
                  <a:lnTo>
                    <a:pt x="1156" y="20674"/>
                  </a:lnTo>
                  <a:lnTo>
                    <a:pt x="1250" y="20206"/>
                  </a:lnTo>
                  <a:lnTo>
                    <a:pt x="1406" y="19769"/>
                  </a:lnTo>
                  <a:lnTo>
                    <a:pt x="1655" y="19300"/>
                  </a:lnTo>
                  <a:lnTo>
                    <a:pt x="1812" y="19082"/>
                  </a:lnTo>
                  <a:lnTo>
                    <a:pt x="1968" y="18863"/>
                  </a:lnTo>
                  <a:lnTo>
                    <a:pt x="2155" y="18676"/>
                  </a:lnTo>
                  <a:lnTo>
                    <a:pt x="2374" y="18457"/>
                  </a:lnTo>
                  <a:lnTo>
                    <a:pt x="2624" y="18270"/>
                  </a:lnTo>
                  <a:lnTo>
                    <a:pt x="2873" y="18082"/>
                  </a:lnTo>
                  <a:lnTo>
                    <a:pt x="3186" y="17895"/>
                  </a:lnTo>
                  <a:lnTo>
                    <a:pt x="3498" y="17739"/>
                  </a:lnTo>
                  <a:lnTo>
                    <a:pt x="3498" y="17739"/>
                  </a:lnTo>
                  <a:lnTo>
                    <a:pt x="3810" y="17583"/>
                  </a:lnTo>
                  <a:lnTo>
                    <a:pt x="4154" y="17458"/>
                  </a:lnTo>
                  <a:lnTo>
                    <a:pt x="4529" y="17364"/>
                  </a:lnTo>
                  <a:lnTo>
                    <a:pt x="4903" y="17302"/>
                  </a:lnTo>
                  <a:lnTo>
                    <a:pt x="5684" y="17208"/>
                  </a:lnTo>
                  <a:lnTo>
                    <a:pt x="6559" y="17146"/>
                  </a:lnTo>
                  <a:lnTo>
                    <a:pt x="7464" y="17146"/>
                  </a:lnTo>
                  <a:lnTo>
                    <a:pt x="8401" y="17208"/>
                  </a:lnTo>
                  <a:lnTo>
                    <a:pt x="10369" y="17333"/>
                  </a:lnTo>
                  <a:lnTo>
                    <a:pt x="10369" y="17333"/>
                  </a:lnTo>
                  <a:lnTo>
                    <a:pt x="11992" y="17458"/>
                  </a:lnTo>
                  <a:lnTo>
                    <a:pt x="12836" y="17489"/>
                  </a:lnTo>
                  <a:lnTo>
                    <a:pt x="13648" y="17520"/>
                  </a:lnTo>
                  <a:lnTo>
                    <a:pt x="14460" y="17520"/>
                  </a:lnTo>
                  <a:lnTo>
                    <a:pt x="15303" y="17489"/>
                  </a:lnTo>
                  <a:lnTo>
                    <a:pt x="16115" y="17427"/>
                  </a:lnTo>
                  <a:lnTo>
                    <a:pt x="16927" y="17333"/>
                  </a:lnTo>
                  <a:lnTo>
                    <a:pt x="17707" y="17177"/>
                  </a:lnTo>
                  <a:lnTo>
                    <a:pt x="18457" y="16989"/>
                  </a:lnTo>
                  <a:lnTo>
                    <a:pt x="19238" y="16740"/>
                  </a:lnTo>
                  <a:lnTo>
                    <a:pt x="19956" y="16396"/>
                  </a:lnTo>
                  <a:lnTo>
                    <a:pt x="20300" y="16209"/>
                  </a:lnTo>
                  <a:lnTo>
                    <a:pt x="20643" y="16021"/>
                  </a:lnTo>
                  <a:lnTo>
                    <a:pt x="20987" y="15771"/>
                  </a:lnTo>
                  <a:lnTo>
                    <a:pt x="21299" y="15522"/>
                  </a:lnTo>
                  <a:lnTo>
                    <a:pt x="21642" y="15272"/>
                  </a:lnTo>
                  <a:lnTo>
                    <a:pt x="21955" y="14991"/>
                  </a:lnTo>
                  <a:lnTo>
                    <a:pt x="22236" y="14678"/>
                  </a:lnTo>
                  <a:lnTo>
                    <a:pt x="22548" y="14335"/>
                  </a:lnTo>
                  <a:lnTo>
                    <a:pt x="22548" y="14335"/>
                  </a:lnTo>
                  <a:lnTo>
                    <a:pt x="23110" y="13617"/>
                  </a:lnTo>
                  <a:lnTo>
                    <a:pt x="23579" y="12898"/>
                  </a:lnTo>
                  <a:lnTo>
                    <a:pt x="23953" y="12211"/>
                  </a:lnTo>
                  <a:lnTo>
                    <a:pt x="24266" y="11493"/>
                  </a:lnTo>
                  <a:lnTo>
                    <a:pt x="24484" y="10837"/>
                  </a:lnTo>
                  <a:lnTo>
                    <a:pt x="24672" y="10150"/>
                  </a:lnTo>
                  <a:lnTo>
                    <a:pt x="24765" y="9494"/>
                  </a:lnTo>
                  <a:lnTo>
                    <a:pt x="24797" y="8839"/>
                  </a:lnTo>
                  <a:lnTo>
                    <a:pt x="24765" y="8214"/>
                  </a:lnTo>
                  <a:lnTo>
                    <a:pt x="24703" y="7589"/>
                  </a:lnTo>
                  <a:lnTo>
                    <a:pt x="24609" y="6996"/>
                  </a:lnTo>
                  <a:lnTo>
                    <a:pt x="24422" y="6403"/>
                  </a:lnTo>
                  <a:lnTo>
                    <a:pt x="24234" y="5841"/>
                  </a:lnTo>
                  <a:lnTo>
                    <a:pt x="24016" y="5310"/>
                  </a:lnTo>
                  <a:lnTo>
                    <a:pt x="23766" y="4779"/>
                  </a:lnTo>
                  <a:lnTo>
                    <a:pt x="23485" y="4279"/>
                  </a:lnTo>
                  <a:lnTo>
                    <a:pt x="23173" y="3779"/>
                  </a:lnTo>
                  <a:lnTo>
                    <a:pt x="22860" y="3342"/>
                  </a:lnTo>
                  <a:lnTo>
                    <a:pt x="22548" y="2905"/>
                  </a:lnTo>
                  <a:lnTo>
                    <a:pt x="22205" y="2499"/>
                  </a:lnTo>
                  <a:lnTo>
                    <a:pt x="21580" y="1781"/>
                  </a:lnTo>
                  <a:lnTo>
                    <a:pt x="20955" y="1156"/>
                  </a:lnTo>
                  <a:lnTo>
                    <a:pt x="20393" y="656"/>
                  </a:lnTo>
                  <a:lnTo>
                    <a:pt x="19987" y="313"/>
                  </a:lnTo>
                  <a:lnTo>
                    <a:pt x="195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8" name="Google Shape;3848;p61"/>
            <p:cNvSpPr/>
            <p:nvPr/>
          </p:nvSpPr>
          <p:spPr>
            <a:xfrm>
              <a:off x="1831600" y="4059800"/>
              <a:ext cx="445825" cy="394300"/>
            </a:xfrm>
            <a:custGeom>
              <a:avLst/>
              <a:gdLst/>
              <a:ahLst/>
              <a:cxnLst/>
              <a:rect l="l" t="t" r="r" b="b"/>
              <a:pathLst>
                <a:path w="17833" h="15772" extrusionOk="0">
                  <a:moveTo>
                    <a:pt x="17739" y="1"/>
                  </a:moveTo>
                  <a:lnTo>
                    <a:pt x="17676" y="32"/>
                  </a:lnTo>
                  <a:lnTo>
                    <a:pt x="17145" y="594"/>
                  </a:lnTo>
                  <a:lnTo>
                    <a:pt x="16677" y="1187"/>
                  </a:lnTo>
                  <a:lnTo>
                    <a:pt x="16240" y="1843"/>
                  </a:lnTo>
                  <a:lnTo>
                    <a:pt x="15896" y="2499"/>
                  </a:lnTo>
                  <a:lnTo>
                    <a:pt x="15709" y="2968"/>
                  </a:lnTo>
                  <a:lnTo>
                    <a:pt x="15553" y="3436"/>
                  </a:lnTo>
                  <a:lnTo>
                    <a:pt x="15428" y="3904"/>
                  </a:lnTo>
                  <a:lnTo>
                    <a:pt x="15303" y="4373"/>
                  </a:lnTo>
                  <a:lnTo>
                    <a:pt x="15084" y="5341"/>
                  </a:lnTo>
                  <a:lnTo>
                    <a:pt x="14959" y="5809"/>
                  </a:lnTo>
                  <a:lnTo>
                    <a:pt x="14803" y="6278"/>
                  </a:lnTo>
                  <a:lnTo>
                    <a:pt x="14678" y="6559"/>
                  </a:lnTo>
                  <a:lnTo>
                    <a:pt x="14553" y="6840"/>
                  </a:lnTo>
                  <a:lnTo>
                    <a:pt x="14397" y="7090"/>
                  </a:lnTo>
                  <a:lnTo>
                    <a:pt x="14241" y="7308"/>
                  </a:lnTo>
                  <a:lnTo>
                    <a:pt x="14085" y="7527"/>
                  </a:lnTo>
                  <a:lnTo>
                    <a:pt x="13898" y="7714"/>
                  </a:lnTo>
                  <a:lnTo>
                    <a:pt x="13492" y="8058"/>
                  </a:lnTo>
                  <a:lnTo>
                    <a:pt x="13023" y="8370"/>
                  </a:lnTo>
                  <a:lnTo>
                    <a:pt x="12555" y="8620"/>
                  </a:lnTo>
                  <a:lnTo>
                    <a:pt x="12055" y="8807"/>
                  </a:lnTo>
                  <a:lnTo>
                    <a:pt x="11493" y="8964"/>
                  </a:lnTo>
                  <a:lnTo>
                    <a:pt x="10962" y="9088"/>
                  </a:lnTo>
                  <a:lnTo>
                    <a:pt x="10400" y="9182"/>
                  </a:lnTo>
                  <a:lnTo>
                    <a:pt x="9806" y="9245"/>
                  </a:lnTo>
                  <a:lnTo>
                    <a:pt x="9244" y="9307"/>
                  </a:lnTo>
                  <a:lnTo>
                    <a:pt x="8120" y="9338"/>
                  </a:lnTo>
                  <a:lnTo>
                    <a:pt x="7027" y="9401"/>
                  </a:lnTo>
                  <a:lnTo>
                    <a:pt x="6340" y="9463"/>
                  </a:lnTo>
                  <a:lnTo>
                    <a:pt x="5653" y="9557"/>
                  </a:lnTo>
                  <a:lnTo>
                    <a:pt x="5028" y="9713"/>
                  </a:lnTo>
                  <a:lnTo>
                    <a:pt x="4404" y="9932"/>
                  </a:lnTo>
                  <a:lnTo>
                    <a:pt x="3810" y="10182"/>
                  </a:lnTo>
                  <a:lnTo>
                    <a:pt x="3248" y="10463"/>
                  </a:lnTo>
                  <a:lnTo>
                    <a:pt x="2717" y="10806"/>
                  </a:lnTo>
                  <a:lnTo>
                    <a:pt x="2218" y="11181"/>
                  </a:lnTo>
                  <a:lnTo>
                    <a:pt x="1781" y="11587"/>
                  </a:lnTo>
                  <a:lnTo>
                    <a:pt x="1375" y="12055"/>
                  </a:lnTo>
                  <a:lnTo>
                    <a:pt x="1000" y="12555"/>
                  </a:lnTo>
                  <a:lnTo>
                    <a:pt x="687" y="13117"/>
                  </a:lnTo>
                  <a:lnTo>
                    <a:pt x="438" y="13710"/>
                  </a:lnTo>
                  <a:lnTo>
                    <a:pt x="219" y="14335"/>
                  </a:lnTo>
                  <a:lnTo>
                    <a:pt x="63" y="15022"/>
                  </a:lnTo>
                  <a:lnTo>
                    <a:pt x="0" y="15709"/>
                  </a:lnTo>
                  <a:lnTo>
                    <a:pt x="0" y="15740"/>
                  </a:lnTo>
                  <a:lnTo>
                    <a:pt x="32" y="15772"/>
                  </a:lnTo>
                  <a:lnTo>
                    <a:pt x="63" y="15740"/>
                  </a:lnTo>
                  <a:lnTo>
                    <a:pt x="94" y="15709"/>
                  </a:lnTo>
                  <a:lnTo>
                    <a:pt x="125" y="15272"/>
                  </a:lnTo>
                  <a:lnTo>
                    <a:pt x="219" y="14835"/>
                  </a:lnTo>
                  <a:lnTo>
                    <a:pt x="344" y="14397"/>
                  </a:lnTo>
                  <a:lnTo>
                    <a:pt x="469" y="13960"/>
                  </a:lnTo>
                  <a:lnTo>
                    <a:pt x="656" y="13554"/>
                  </a:lnTo>
                  <a:lnTo>
                    <a:pt x="844" y="13148"/>
                  </a:lnTo>
                  <a:lnTo>
                    <a:pt x="1062" y="12774"/>
                  </a:lnTo>
                  <a:lnTo>
                    <a:pt x="1312" y="12399"/>
                  </a:lnTo>
                  <a:lnTo>
                    <a:pt x="1593" y="12055"/>
                  </a:lnTo>
                  <a:lnTo>
                    <a:pt x="1874" y="11712"/>
                  </a:lnTo>
                  <a:lnTo>
                    <a:pt x="2186" y="11399"/>
                  </a:lnTo>
                  <a:lnTo>
                    <a:pt x="2530" y="11118"/>
                  </a:lnTo>
                  <a:lnTo>
                    <a:pt x="2905" y="10837"/>
                  </a:lnTo>
                  <a:lnTo>
                    <a:pt x="3280" y="10587"/>
                  </a:lnTo>
                  <a:lnTo>
                    <a:pt x="3686" y="10369"/>
                  </a:lnTo>
                  <a:lnTo>
                    <a:pt x="4091" y="10182"/>
                  </a:lnTo>
                  <a:lnTo>
                    <a:pt x="4497" y="10025"/>
                  </a:lnTo>
                  <a:lnTo>
                    <a:pt x="4935" y="9900"/>
                  </a:lnTo>
                  <a:lnTo>
                    <a:pt x="5341" y="9807"/>
                  </a:lnTo>
                  <a:lnTo>
                    <a:pt x="5778" y="9744"/>
                  </a:lnTo>
                  <a:lnTo>
                    <a:pt x="6621" y="9651"/>
                  </a:lnTo>
                  <a:lnTo>
                    <a:pt x="7496" y="9619"/>
                  </a:lnTo>
                  <a:lnTo>
                    <a:pt x="8370" y="9588"/>
                  </a:lnTo>
                  <a:lnTo>
                    <a:pt x="9244" y="9557"/>
                  </a:lnTo>
                  <a:lnTo>
                    <a:pt x="10119" y="9463"/>
                  </a:lnTo>
                  <a:lnTo>
                    <a:pt x="10556" y="9401"/>
                  </a:lnTo>
                  <a:lnTo>
                    <a:pt x="10962" y="9307"/>
                  </a:lnTo>
                  <a:lnTo>
                    <a:pt x="11555" y="9182"/>
                  </a:lnTo>
                  <a:lnTo>
                    <a:pt x="12117" y="8995"/>
                  </a:lnTo>
                  <a:lnTo>
                    <a:pt x="12680" y="8776"/>
                  </a:lnTo>
                  <a:lnTo>
                    <a:pt x="13211" y="8526"/>
                  </a:lnTo>
                  <a:lnTo>
                    <a:pt x="13679" y="8183"/>
                  </a:lnTo>
                  <a:lnTo>
                    <a:pt x="13898" y="8027"/>
                  </a:lnTo>
                  <a:lnTo>
                    <a:pt x="14116" y="7808"/>
                  </a:lnTo>
                  <a:lnTo>
                    <a:pt x="14304" y="7621"/>
                  </a:lnTo>
                  <a:lnTo>
                    <a:pt x="14491" y="7371"/>
                  </a:lnTo>
                  <a:lnTo>
                    <a:pt x="14647" y="7121"/>
                  </a:lnTo>
                  <a:lnTo>
                    <a:pt x="14803" y="6840"/>
                  </a:lnTo>
                  <a:lnTo>
                    <a:pt x="15053" y="6215"/>
                  </a:lnTo>
                  <a:lnTo>
                    <a:pt x="15240" y="5560"/>
                  </a:lnTo>
                  <a:lnTo>
                    <a:pt x="15397" y="4904"/>
                  </a:lnTo>
                  <a:lnTo>
                    <a:pt x="15553" y="4217"/>
                  </a:lnTo>
                  <a:lnTo>
                    <a:pt x="15709" y="3655"/>
                  </a:lnTo>
                  <a:lnTo>
                    <a:pt x="15896" y="3092"/>
                  </a:lnTo>
                  <a:lnTo>
                    <a:pt x="16146" y="2562"/>
                  </a:lnTo>
                  <a:lnTo>
                    <a:pt x="16427" y="2062"/>
                  </a:lnTo>
                  <a:lnTo>
                    <a:pt x="16708" y="1531"/>
                  </a:lnTo>
                  <a:lnTo>
                    <a:pt x="17052" y="1063"/>
                  </a:lnTo>
                  <a:lnTo>
                    <a:pt x="17426" y="594"/>
                  </a:lnTo>
                  <a:lnTo>
                    <a:pt x="17801" y="157"/>
                  </a:lnTo>
                  <a:lnTo>
                    <a:pt x="17832" y="94"/>
                  </a:lnTo>
                  <a:lnTo>
                    <a:pt x="17801" y="32"/>
                  </a:lnTo>
                  <a:lnTo>
                    <a:pt x="177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9" name="Google Shape;3849;p61"/>
            <p:cNvSpPr/>
            <p:nvPr/>
          </p:nvSpPr>
          <p:spPr>
            <a:xfrm>
              <a:off x="1831600" y="4059800"/>
              <a:ext cx="445825" cy="394300"/>
            </a:xfrm>
            <a:custGeom>
              <a:avLst/>
              <a:gdLst/>
              <a:ahLst/>
              <a:cxnLst/>
              <a:rect l="l" t="t" r="r" b="b"/>
              <a:pathLst>
                <a:path w="17833" h="15772" fill="none" extrusionOk="0">
                  <a:moveTo>
                    <a:pt x="17801" y="157"/>
                  </a:moveTo>
                  <a:lnTo>
                    <a:pt x="17801" y="157"/>
                  </a:lnTo>
                  <a:lnTo>
                    <a:pt x="17832" y="94"/>
                  </a:lnTo>
                  <a:lnTo>
                    <a:pt x="17801" y="32"/>
                  </a:lnTo>
                  <a:lnTo>
                    <a:pt x="17739" y="1"/>
                  </a:lnTo>
                  <a:lnTo>
                    <a:pt x="17676" y="32"/>
                  </a:lnTo>
                  <a:lnTo>
                    <a:pt x="17676" y="32"/>
                  </a:lnTo>
                  <a:lnTo>
                    <a:pt x="17145" y="594"/>
                  </a:lnTo>
                  <a:lnTo>
                    <a:pt x="16677" y="1187"/>
                  </a:lnTo>
                  <a:lnTo>
                    <a:pt x="16240" y="1843"/>
                  </a:lnTo>
                  <a:lnTo>
                    <a:pt x="15896" y="2499"/>
                  </a:lnTo>
                  <a:lnTo>
                    <a:pt x="15896" y="2499"/>
                  </a:lnTo>
                  <a:lnTo>
                    <a:pt x="15709" y="2968"/>
                  </a:lnTo>
                  <a:lnTo>
                    <a:pt x="15553" y="3436"/>
                  </a:lnTo>
                  <a:lnTo>
                    <a:pt x="15428" y="3904"/>
                  </a:lnTo>
                  <a:lnTo>
                    <a:pt x="15303" y="4373"/>
                  </a:lnTo>
                  <a:lnTo>
                    <a:pt x="15084" y="5341"/>
                  </a:lnTo>
                  <a:lnTo>
                    <a:pt x="14959" y="5809"/>
                  </a:lnTo>
                  <a:lnTo>
                    <a:pt x="14803" y="6278"/>
                  </a:lnTo>
                  <a:lnTo>
                    <a:pt x="14803" y="6278"/>
                  </a:lnTo>
                  <a:lnTo>
                    <a:pt x="14678" y="6559"/>
                  </a:lnTo>
                  <a:lnTo>
                    <a:pt x="14553" y="6840"/>
                  </a:lnTo>
                  <a:lnTo>
                    <a:pt x="14397" y="7090"/>
                  </a:lnTo>
                  <a:lnTo>
                    <a:pt x="14241" y="7308"/>
                  </a:lnTo>
                  <a:lnTo>
                    <a:pt x="14085" y="7527"/>
                  </a:lnTo>
                  <a:lnTo>
                    <a:pt x="13898" y="7714"/>
                  </a:lnTo>
                  <a:lnTo>
                    <a:pt x="13492" y="8058"/>
                  </a:lnTo>
                  <a:lnTo>
                    <a:pt x="13023" y="8370"/>
                  </a:lnTo>
                  <a:lnTo>
                    <a:pt x="12555" y="8620"/>
                  </a:lnTo>
                  <a:lnTo>
                    <a:pt x="12055" y="8807"/>
                  </a:lnTo>
                  <a:lnTo>
                    <a:pt x="11493" y="8964"/>
                  </a:lnTo>
                  <a:lnTo>
                    <a:pt x="10962" y="9088"/>
                  </a:lnTo>
                  <a:lnTo>
                    <a:pt x="10400" y="9182"/>
                  </a:lnTo>
                  <a:lnTo>
                    <a:pt x="9806" y="9245"/>
                  </a:lnTo>
                  <a:lnTo>
                    <a:pt x="9244" y="9307"/>
                  </a:lnTo>
                  <a:lnTo>
                    <a:pt x="8120" y="9338"/>
                  </a:lnTo>
                  <a:lnTo>
                    <a:pt x="7027" y="9401"/>
                  </a:lnTo>
                  <a:lnTo>
                    <a:pt x="7027" y="9401"/>
                  </a:lnTo>
                  <a:lnTo>
                    <a:pt x="6340" y="9463"/>
                  </a:lnTo>
                  <a:lnTo>
                    <a:pt x="5653" y="9557"/>
                  </a:lnTo>
                  <a:lnTo>
                    <a:pt x="5028" y="9713"/>
                  </a:lnTo>
                  <a:lnTo>
                    <a:pt x="4404" y="9932"/>
                  </a:lnTo>
                  <a:lnTo>
                    <a:pt x="3810" y="10182"/>
                  </a:lnTo>
                  <a:lnTo>
                    <a:pt x="3248" y="10463"/>
                  </a:lnTo>
                  <a:lnTo>
                    <a:pt x="2717" y="10806"/>
                  </a:lnTo>
                  <a:lnTo>
                    <a:pt x="2218" y="11181"/>
                  </a:lnTo>
                  <a:lnTo>
                    <a:pt x="1781" y="11587"/>
                  </a:lnTo>
                  <a:lnTo>
                    <a:pt x="1375" y="12055"/>
                  </a:lnTo>
                  <a:lnTo>
                    <a:pt x="1000" y="12555"/>
                  </a:lnTo>
                  <a:lnTo>
                    <a:pt x="687" y="13117"/>
                  </a:lnTo>
                  <a:lnTo>
                    <a:pt x="438" y="13710"/>
                  </a:lnTo>
                  <a:lnTo>
                    <a:pt x="219" y="14335"/>
                  </a:lnTo>
                  <a:lnTo>
                    <a:pt x="63" y="15022"/>
                  </a:lnTo>
                  <a:lnTo>
                    <a:pt x="0" y="15709"/>
                  </a:lnTo>
                  <a:lnTo>
                    <a:pt x="0" y="15709"/>
                  </a:lnTo>
                  <a:lnTo>
                    <a:pt x="0" y="15740"/>
                  </a:lnTo>
                  <a:lnTo>
                    <a:pt x="32" y="15772"/>
                  </a:lnTo>
                  <a:lnTo>
                    <a:pt x="32" y="15772"/>
                  </a:lnTo>
                  <a:lnTo>
                    <a:pt x="63" y="15740"/>
                  </a:lnTo>
                  <a:lnTo>
                    <a:pt x="94" y="15709"/>
                  </a:lnTo>
                  <a:lnTo>
                    <a:pt x="94" y="15709"/>
                  </a:lnTo>
                  <a:lnTo>
                    <a:pt x="125" y="15272"/>
                  </a:lnTo>
                  <a:lnTo>
                    <a:pt x="219" y="14835"/>
                  </a:lnTo>
                  <a:lnTo>
                    <a:pt x="344" y="14397"/>
                  </a:lnTo>
                  <a:lnTo>
                    <a:pt x="469" y="13960"/>
                  </a:lnTo>
                  <a:lnTo>
                    <a:pt x="656" y="13554"/>
                  </a:lnTo>
                  <a:lnTo>
                    <a:pt x="844" y="13148"/>
                  </a:lnTo>
                  <a:lnTo>
                    <a:pt x="1062" y="12774"/>
                  </a:lnTo>
                  <a:lnTo>
                    <a:pt x="1312" y="12399"/>
                  </a:lnTo>
                  <a:lnTo>
                    <a:pt x="1593" y="12055"/>
                  </a:lnTo>
                  <a:lnTo>
                    <a:pt x="1874" y="11712"/>
                  </a:lnTo>
                  <a:lnTo>
                    <a:pt x="2186" y="11399"/>
                  </a:lnTo>
                  <a:lnTo>
                    <a:pt x="2530" y="11118"/>
                  </a:lnTo>
                  <a:lnTo>
                    <a:pt x="2905" y="10837"/>
                  </a:lnTo>
                  <a:lnTo>
                    <a:pt x="3280" y="10587"/>
                  </a:lnTo>
                  <a:lnTo>
                    <a:pt x="3686" y="10369"/>
                  </a:lnTo>
                  <a:lnTo>
                    <a:pt x="4091" y="10182"/>
                  </a:lnTo>
                  <a:lnTo>
                    <a:pt x="4091" y="10182"/>
                  </a:lnTo>
                  <a:lnTo>
                    <a:pt x="4497" y="10025"/>
                  </a:lnTo>
                  <a:lnTo>
                    <a:pt x="4935" y="9900"/>
                  </a:lnTo>
                  <a:lnTo>
                    <a:pt x="5341" y="9807"/>
                  </a:lnTo>
                  <a:lnTo>
                    <a:pt x="5778" y="9744"/>
                  </a:lnTo>
                  <a:lnTo>
                    <a:pt x="6621" y="9651"/>
                  </a:lnTo>
                  <a:lnTo>
                    <a:pt x="7496" y="9619"/>
                  </a:lnTo>
                  <a:lnTo>
                    <a:pt x="8370" y="9588"/>
                  </a:lnTo>
                  <a:lnTo>
                    <a:pt x="9244" y="9557"/>
                  </a:lnTo>
                  <a:lnTo>
                    <a:pt x="10119" y="9463"/>
                  </a:lnTo>
                  <a:lnTo>
                    <a:pt x="10556" y="9401"/>
                  </a:lnTo>
                  <a:lnTo>
                    <a:pt x="10962" y="9307"/>
                  </a:lnTo>
                  <a:lnTo>
                    <a:pt x="10962" y="9307"/>
                  </a:lnTo>
                  <a:lnTo>
                    <a:pt x="11555" y="9182"/>
                  </a:lnTo>
                  <a:lnTo>
                    <a:pt x="12117" y="8995"/>
                  </a:lnTo>
                  <a:lnTo>
                    <a:pt x="12680" y="8776"/>
                  </a:lnTo>
                  <a:lnTo>
                    <a:pt x="13211" y="8526"/>
                  </a:lnTo>
                  <a:lnTo>
                    <a:pt x="13679" y="8183"/>
                  </a:lnTo>
                  <a:lnTo>
                    <a:pt x="13898" y="8027"/>
                  </a:lnTo>
                  <a:lnTo>
                    <a:pt x="14116" y="7808"/>
                  </a:lnTo>
                  <a:lnTo>
                    <a:pt x="14304" y="7621"/>
                  </a:lnTo>
                  <a:lnTo>
                    <a:pt x="14491" y="7371"/>
                  </a:lnTo>
                  <a:lnTo>
                    <a:pt x="14647" y="7121"/>
                  </a:lnTo>
                  <a:lnTo>
                    <a:pt x="14803" y="6840"/>
                  </a:lnTo>
                  <a:lnTo>
                    <a:pt x="14803" y="6840"/>
                  </a:lnTo>
                  <a:lnTo>
                    <a:pt x="15053" y="6215"/>
                  </a:lnTo>
                  <a:lnTo>
                    <a:pt x="15240" y="5560"/>
                  </a:lnTo>
                  <a:lnTo>
                    <a:pt x="15397" y="4904"/>
                  </a:lnTo>
                  <a:lnTo>
                    <a:pt x="15553" y="4217"/>
                  </a:lnTo>
                  <a:lnTo>
                    <a:pt x="15553" y="4217"/>
                  </a:lnTo>
                  <a:lnTo>
                    <a:pt x="15709" y="3655"/>
                  </a:lnTo>
                  <a:lnTo>
                    <a:pt x="15896" y="3092"/>
                  </a:lnTo>
                  <a:lnTo>
                    <a:pt x="16146" y="2562"/>
                  </a:lnTo>
                  <a:lnTo>
                    <a:pt x="16427" y="2062"/>
                  </a:lnTo>
                  <a:lnTo>
                    <a:pt x="16708" y="1531"/>
                  </a:lnTo>
                  <a:lnTo>
                    <a:pt x="17052" y="1063"/>
                  </a:lnTo>
                  <a:lnTo>
                    <a:pt x="17426" y="594"/>
                  </a:lnTo>
                  <a:lnTo>
                    <a:pt x="17801" y="15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0" name="Google Shape;3850;p61"/>
            <p:cNvSpPr/>
            <p:nvPr/>
          </p:nvSpPr>
          <p:spPr>
            <a:xfrm>
              <a:off x="1979150" y="4015300"/>
              <a:ext cx="502825" cy="434900"/>
            </a:xfrm>
            <a:custGeom>
              <a:avLst/>
              <a:gdLst/>
              <a:ahLst/>
              <a:cxnLst/>
              <a:rect l="l" t="t" r="r" b="b"/>
              <a:pathLst>
                <a:path w="20113" h="17396" extrusionOk="0">
                  <a:moveTo>
                    <a:pt x="15147" y="1"/>
                  </a:moveTo>
                  <a:lnTo>
                    <a:pt x="15116" y="32"/>
                  </a:lnTo>
                  <a:lnTo>
                    <a:pt x="15116" y="63"/>
                  </a:lnTo>
                  <a:lnTo>
                    <a:pt x="15897" y="875"/>
                  </a:lnTo>
                  <a:lnTo>
                    <a:pt x="16677" y="1687"/>
                  </a:lnTo>
                  <a:lnTo>
                    <a:pt x="17396" y="2499"/>
                  </a:lnTo>
                  <a:lnTo>
                    <a:pt x="17770" y="2936"/>
                  </a:lnTo>
                  <a:lnTo>
                    <a:pt x="18083" y="3373"/>
                  </a:lnTo>
                  <a:lnTo>
                    <a:pt x="18426" y="3811"/>
                  </a:lnTo>
                  <a:lnTo>
                    <a:pt x="18707" y="4279"/>
                  </a:lnTo>
                  <a:lnTo>
                    <a:pt x="18988" y="4748"/>
                  </a:lnTo>
                  <a:lnTo>
                    <a:pt x="19238" y="5216"/>
                  </a:lnTo>
                  <a:lnTo>
                    <a:pt x="19457" y="5747"/>
                  </a:lnTo>
                  <a:lnTo>
                    <a:pt x="19644" y="6247"/>
                  </a:lnTo>
                  <a:lnTo>
                    <a:pt x="19800" y="6809"/>
                  </a:lnTo>
                  <a:lnTo>
                    <a:pt x="19925" y="7340"/>
                  </a:lnTo>
                  <a:lnTo>
                    <a:pt x="20019" y="7964"/>
                  </a:lnTo>
                  <a:lnTo>
                    <a:pt x="20050" y="8589"/>
                  </a:lnTo>
                  <a:lnTo>
                    <a:pt x="20050" y="9182"/>
                  </a:lnTo>
                  <a:lnTo>
                    <a:pt x="19956" y="9775"/>
                  </a:lnTo>
                  <a:lnTo>
                    <a:pt x="19863" y="10369"/>
                  </a:lnTo>
                  <a:lnTo>
                    <a:pt x="19707" y="10962"/>
                  </a:lnTo>
                  <a:lnTo>
                    <a:pt x="19488" y="11524"/>
                  </a:lnTo>
                  <a:lnTo>
                    <a:pt x="19269" y="12086"/>
                  </a:lnTo>
                  <a:lnTo>
                    <a:pt x="18988" y="12617"/>
                  </a:lnTo>
                  <a:lnTo>
                    <a:pt x="18676" y="13148"/>
                  </a:lnTo>
                  <a:lnTo>
                    <a:pt x="18333" y="13648"/>
                  </a:lnTo>
                  <a:lnTo>
                    <a:pt x="17958" y="14116"/>
                  </a:lnTo>
                  <a:lnTo>
                    <a:pt x="17552" y="14585"/>
                  </a:lnTo>
                  <a:lnTo>
                    <a:pt x="17115" y="15022"/>
                  </a:lnTo>
                  <a:lnTo>
                    <a:pt x="16677" y="15428"/>
                  </a:lnTo>
                  <a:lnTo>
                    <a:pt x="16209" y="15803"/>
                  </a:lnTo>
                  <a:lnTo>
                    <a:pt x="15647" y="16177"/>
                  </a:lnTo>
                  <a:lnTo>
                    <a:pt x="15085" y="16459"/>
                  </a:lnTo>
                  <a:lnTo>
                    <a:pt x="14554" y="16708"/>
                  </a:lnTo>
                  <a:lnTo>
                    <a:pt x="13992" y="16865"/>
                  </a:lnTo>
                  <a:lnTo>
                    <a:pt x="13429" y="16989"/>
                  </a:lnTo>
                  <a:lnTo>
                    <a:pt x="12867" y="17052"/>
                  </a:lnTo>
                  <a:lnTo>
                    <a:pt x="12274" y="17083"/>
                  </a:lnTo>
                  <a:lnTo>
                    <a:pt x="11712" y="17052"/>
                  </a:lnTo>
                  <a:lnTo>
                    <a:pt x="11150" y="17021"/>
                  </a:lnTo>
                  <a:lnTo>
                    <a:pt x="10556" y="16927"/>
                  </a:lnTo>
                  <a:lnTo>
                    <a:pt x="9401" y="16708"/>
                  </a:lnTo>
                  <a:lnTo>
                    <a:pt x="7027" y="16177"/>
                  </a:lnTo>
                  <a:lnTo>
                    <a:pt x="6153" y="15990"/>
                  </a:lnTo>
                  <a:lnTo>
                    <a:pt x="5279" y="15865"/>
                  </a:lnTo>
                  <a:lnTo>
                    <a:pt x="4404" y="15740"/>
                  </a:lnTo>
                  <a:lnTo>
                    <a:pt x="3530" y="15678"/>
                  </a:lnTo>
                  <a:lnTo>
                    <a:pt x="2655" y="15678"/>
                  </a:lnTo>
                  <a:lnTo>
                    <a:pt x="2218" y="15709"/>
                  </a:lnTo>
                  <a:lnTo>
                    <a:pt x="1781" y="15740"/>
                  </a:lnTo>
                  <a:lnTo>
                    <a:pt x="1344" y="15803"/>
                  </a:lnTo>
                  <a:lnTo>
                    <a:pt x="906" y="15896"/>
                  </a:lnTo>
                  <a:lnTo>
                    <a:pt x="469" y="15990"/>
                  </a:lnTo>
                  <a:lnTo>
                    <a:pt x="63" y="16115"/>
                  </a:lnTo>
                  <a:lnTo>
                    <a:pt x="1" y="16146"/>
                  </a:lnTo>
                  <a:lnTo>
                    <a:pt x="1" y="16209"/>
                  </a:lnTo>
                  <a:lnTo>
                    <a:pt x="32" y="16240"/>
                  </a:lnTo>
                  <a:lnTo>
                    <a:pt x="94" y="16240"/>
                  </a:lnTo>
                  <a:lnTo>
                    <a:pt x="782" y="16115"/>
                  </a:lnTo>
                  <a:lnTo>
                    <a:pt x="1469" y="16053"/>
                  </a:lnTo>
                  <a:lnTo>
                    <a:pt x="2124" y="15990"/>
                  </a:lnTo>
                  <a:lnTo>
                    <a:pt x="2811" y="15990"/>
                  </a:lnTo>
                  <a:lnTo>
                    <a:pt x="3467" y="16021"/>
                  </a:lnTo>
                  <a:lnTo>
                    <a:pt x="4123" y="16053"/>
                  </a:lnTo>
                  <a:lnTo>
                    <a:pt x="4779" y="16115"/>
                  </a:lnTo>
                  <a:lnTo>
                    <a:pt x="5435" y="16209"/>
                  </a:lnTo>
                  <a:lnTo>
                    <a:pt x="6746" y="16459"/>
                  </a:lnTo>
                  <a:lnTo>
                    <a:pt x="8058" y="16708"/>
                  </a:lnTo>
                  <a:lnTo>
                    <a:pt x="9370" y="16989"/>
                  </a:lnTo>
                  <a:lnTo>
                    <a:pt x="10713" y="17239"/>
                  </a:lnTo>
                  <a:lnTo>
                    <a:pt x="11243" y="17333"/>
                  </a:lnTo>
                  <a:lnTo>
                    <a:pt x="11774" y="17395"/>
                  </a:lnTo>
                  <a:lnTo>
                    <a:pt x="12305" y="17395"/>
                  </a:lnTo>
                  <a:lnTo>
                    <a:pt x="12805" y="17364"/>
                  </a:lnTo>
                  <a:lnTo>
                    <a:pt x="13305" y="17302"/>
                  </a:lnTo>
                  <a:lnTo>
                    <a:pt x="13773" y="17208"/>
                  </a:lnTo>
                  <a:lnTo>
                    <a:pt x="14241" y="17114"/>
                  </a:lnTo>
                  <a:lnTo>
                    <a:pt x="14679" y="16958"/>
                  </a:lnTo>
                  <a:lnTo>
                    <a:pt x="15116" y="16740"/>
                  </a:lnTo>
                  <a:lnTo>
                    <a:pt x="15553" y="16521"/>
                  </a:lnTo>
                  <a:lnTo>
                    <a:pt x="15990" y="16271"/>
                  </a:lnTo>
                  <a:lnTo>
                    <a:pt x="16396" y="15990"/>
                  </a:lnTo>
                  <a:lnTo>
                    <a:pt x="16771" y="15678"/>
                  </a:lnTo>
                  <a:lnTo>
                    <a:pt x="17177" y="15334"/>
                  </a:lnTo>
                  <a:lnTo>
                    <a:pt x="17552" y="14960"/>
                  </a:lnTo>
                  <a:lnTo>
                    <a:pt x="17927" y="14522"/>
                  </a:lnTo>
                  <a:lnTo>
                    <a:pt x="18301" y="14054"/>
                  </a:lnTo>
                  <a:lnTo>
                    <a:pt x="18645" y="13585"/>
                  </a:lnTo>
                  <a:lnTo>
                    <a:pt x="18957" y="13117"/>
                  </a:lnTo>
                  <a:lnTo>
                    <a:pt x="19207" y="12649"/>
                  </a:lnTo>
                  <a:lnTo>
                    <a:pt x="19457" y="12149"/>
                  </a:lnTo>
                  <a:lnTo>
                    <a:pt x="19644" y="11680"/>
                  </a:lnTo>
                  <a:lnTo>
                    <a:pt x="19800" y="11181"/>
                  </a:lnTo>
                  <a:lnTo>
                    <a:pt x="19925" y="10712"/>
                  </a:lnTo>
                  <a:lnTo>
                    <a:pt x="20019" y="10213"/>
                  </a:lnTo>
                  <a:lnTo>
                    <a:pt x="20081" y="9713"/>
                  </a:lnTo>
                  <a:lnTo>
                    <a:pt x="20113" y="9245"/>
                  </a:lnTo>
                  <a:lnTo>
                    <a:pt x="20113" y="8745"/>
                  </a:lnTo>
                  <a:lnTo>
                    <a:pt x="20081" y="8245"/>
                  </a:lnTo>
                  <a:lnTo>
                    <a:pt x="20050" y="7777"/>
                  </a:lnTo>
                  <a:lnTo>
                    <a:pt x="19956" y="7308"/>
                  </a:lnTo>
                  <a:lnTo>
                    <a:pt x="19863" y="6809"/>
                  </a:lnTo>
                  <a:lnTo>
                    <a:pt x="19707" y="6340"/>
                  </a:lnTo>
                  <a:lnTo>
                    <a:pt x="19550" y="5872"/>
                  </a:lnTo>
                  <a:lnTo>
                    <a:pt x="19363" y="5403"/>
                  </a:lnTo>
                  <a:lnTo>
                    <a:pt x="19176" y="4935"/>
                  </a:lnTo>
                  <a:lnTo>
                    <a:pt x="18926" y="4498"/>
                  </a:lnTo>
                  <a:lnTo>
                    <a:pt x="18676" y="4029"/>
                  </a:lnTo>
                  <a:lnTo>
                    <a:pt x="18395" y="3592"/>
                  </a:lnTo>
                  <a:lnTo>
                    <a:pt x="18114" y="3155"/>
                  </a:lnTo>
                  <a:lnTo>
                    <a:pt x="17802" y="2749"/>
                  </a:lnTo>
                  <a:lnTo>
                    <a:pt x="17489" y="2312"/>
                  </a:lnTo>
                  <a:lnTo>
                    <a:pt x="16771" y="1500"/>
                  </a:lnTo>
                  <a:lnTo>
                    <a:pt x="15990" y="750"/>
                  </a:lnTo>
                  <a:lnTo>
                    <a:pt x="15178" y="32"/>
                  </a:lnTo>
                  <a:lnTo>
                    <a:pt x="1514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1" name="Google Shape;3851;p61"/>
            <p:cNvSpPr/>
            <p:nvPr/>
          </p:nvSpPr>
          <p:spPr>
            <a:xfrm>
              <a:off x="2802825" y="2538150"/>
              <a:ext cx="49225" cy="50775"/>
            </a:xfrm>
            <a:custGeom>
              <a:avLst/>
              <a:gdLst/>
              <a:ahLst/>
              <a:cxnLst/>
              <a:rect l="l" t="t" r="r" b="b"/>
              <a:pathLst>
                <a:path w="1969" h="2031" extrusionOk="0">
                  <a:moveTo>
                    <a:pt x="1032" y="1"/>
                  </a:moveTo>
                  <a:lnTo>
                    <a:pt x="844" y="32"/>
                  </a:lnTo>
                  <a:lnTo>
                    <a:pt x="657" y="63"/>
                  </a:lnTo>
                  <a:lnTo>
                    <a:pt x="501" y="157"/>
                  </a:lnTo>
                  <a:lnTo>
                    <a:pt x="344" y="282"/>
                  </a:lnTo>
                  <a:lnTo>
                    <a:pt x="220" y="407"/>
                  </a:lnTo>
                  <a:lnTo>
                    <a:pt x="126" y="563"/>
                  </a:lnTo>
                  <a:lnTo>
                    <a:pt x="32" y="719"/>
                  </a:lnTo>
                  <a:lnTo>
                    <a:pt x="1" y="906"/>
                  </a:lnTo>
                  <a:lnTo>
                    <a:pt x="1" y="1094"/>
                  </a:lnTo>
                  <a:lnTo>
                    <a:pt x="32" y="1312"/>
                  </a:lnTo>
                  <a:lnTo>
                    <a:pt x="95" y="1500"/>
                  </a:lnTo>
                  <a:lnTo>
                    <a:pt x="251" y="1687"/>
                  </a:lnTo>
                  <a:lnTo>
                    <a:pt x="407" y="1843"/>
                  </a:lnTo>
                  <a:lnTo>
                    <a:pt x="563" y="1937"/>
                  </a:lnTo>
                  <a:lnTo>
                    <a:pt x="750" y="1999"/>
                  </a:lnTo>
                  <a:lnTo>
                    <a:pt x="938" y="2031"/>
                  </a:lnTo>
                  <a:lnTo>
                    <a:pt x="1125" y="1999"/>
                  </a:lnTo>
                  <a:lnTo>
                    <a:pt x="1313" y="1937"/>
                  </a:lnTo>
                  <a:lnTo>
                    <a:pt x="1469" y="1874"/>
                  </a:lnTo>
                  <a:lnTo>
                    <a:pt x="1625" y="1750"/>
                  </a:lnTo>
                  <a:lnTo>
                    <a:pt x="1750" y="1625"/>
                  </a:lnTo>
                  <a:lnTo>
                    <a:pt x="1843" y="1468"/>
                  </a:lnTo>
                  <a:lnTo>
                    <a:pt x="1937" y="1281"/>
                  </a:lnTo>
                  <a:lnTo>
                    <a:pt x="1968" y="1094"/>
                  </a:lnTo>
                  <a:lnTo>
                    <a:pt x="1968" y="906"/>
                  </a:lnTo>
                  <a:lnTo>
                    <a:pt x="1937" y="719"/>
                  </a:lnTo>
                  <a:lnTo>
                    <a:pt x="1875" y="532"/>
                  </a:lnTo>
                  <a:lnTo>
                    <a:pt x="1750" y="344"/>
                  </a:lnTo>
                  <a:lnTo>
                    <a:pt x="1562" y="188"/>
                  </a:lnTo>
                  <a:lnTo>
                    <a:pt x="1406" y="63"/>
                  </a:lnTo>
                  <a:lnTo>
                    <a:pt x="12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2" name="Google Shape;3852;p61"/>
            <p:cNvSpPr/>
            <p:nvPr/>
          </p:nvSpPr>
          <p:spPr>
            <a:xfrm>
              <a:off x="2823925" y="2579525"/>
              <a:ext cx="49975" cy="50775"/>
            </a:xfrm>
            <a:custGeom>
              <a:avLst/>
              <a:gdLst/>
              <a:ahLst/>
              <a:cxnLst/>
              <a:rect l="l" t="t" r="r" b="b"/>
              <a:pathLst>
                <a:path w="1999" h="2031" extrusionOk="0">
                  <a:moveTo>
                    <a:pt x="1031" y="1"/>
                  </a:moveTo>
                  <a:lnTo>
                    <a:pt x="843" y="32"/>
                  </a:lnTo>
                  <a:lnTo>
                    <a:pt x="687" y="95"/>
                  </a:lnTo>
                  <a:lnTo>
                    <a:pt x="500" y="188"/>
                  </a:lnTo>
                  <a:lnTo>
                    <a:pt x="375" y="282"/>
                  </a:lnTo>
                  <a:lnTo>
                    <a:pt x="219" y="407"/>
                  </a:lnTo>
                  <a:lnTo>
                    <a:pt x="125" y="563"/>
                  </a:lnTo>
                  <a:lnTo>
                    <a:pt x="63" y="750"/>
                  </a:lnTo>
                  <a:lnTo>
                    <a:pt x="0" y="938"/>
                  </a:lnTo>
                  <a:lnTo>
                    <a:pt x="0" y="1125"/>
                  </a:lnTo>
                  <a:lnTo>
                    <a:pt x="31" y="1312"/>
                  </a:lnTo>
                  <a:lnTo>
                    <a:pt x="125" y="1500"/>
                  </a:lnTo>
                  <a:lnTo>
                    <a:pt x="250" y="1687"/>
                  </a:lnTo>
                  <a:lnTo>
                    <a:pt x="406" y="1843"/>
                  </a:lnTo>
                  <a:lnTo>
                    <a:pt x="593" y="1968"/>
                  </a:lnTo>
                  <a:lnTo>
                    <a:pt x="781" y="2031"/>
                  </a:lnTo>
                  <a:lnTo>
                    <a:pt x="937" y="2031"/>
                  </a:lnTo>
                  <a:lnTo>
                    <a:pt x="1124" y="2000"/>
                  </a:lnTo>
                  <a:lnTo>
                    <a:pt x="1312" y="1968"/>
                  </a:lnTo>
                  <a:lnTo>
                    <a:pt x="1468" y="1875"/>
                  </a:lnTo>
                  <a:lnTo>
                    <a:pt x="1624" y="1750"/>
                  </a:lnTo>
                  <a:lnTo>
                    <a:pt x="1749" y="1625"/>
                  </a:lnTo>
                  <a:lnTo>
                    <a:pt x="1874" y="1469"/>
                  </a:lnTo>
                  <a:lnTo>
                    <a:pt x="1936" y="1281"/>
                  </a:lnTo>
                  <a:lnTo>
                    <a:pt x="1968" y="1125"/>
                  </a:lnTo>
                  <a:lnTo>
                    <a:pt x="1999" y="906"/>
                  </a:lnTo>
                  <a:lnTo>
                    <a:pt x="1968" y="719"/>
                  </a:lnTo>
                  <a:lnTo>
                    <a:pt x="1874" y="532"/>
                  </a:lnTo>
                  <a:lnTo>
                    <a:pt x="1749" y="344"/>
                  </a:lnTo>
                  <a:lnTo>
                    <a:pt x="1593" y="188"/>
                  </a:lnTo>
                  <a:lnTo>
                    <a:pt x="1405" y="95"/>
                  </a:lnTo>
                  <a:lnTo>
                    <a:pt x="1218" y="32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3" name="Google Shape;3853;p61"/>
            <p:cNvSpPr/>
            <p:nvPr/>
          </p:nvSpPr>
          <p:spPr>
            <a:xfrm>
              <a:off x="2852025" y="2617000"/>
              <a:ext cx="50000" cy="50775"/>
            </a:xfrm>
            <a:custGeom>
              <a:avLst/>
              <a:gdLst/>
              <a:ahLst/>
              <a:cxnLst/>
              <a:rect l="l" t="t" r="r" b="b"/>
              <a:pathLst>
                <a:path w="2000" h="2031" extrusionOk="0">
                  <a:moveTo>
                    <a:pt x="1062" y="1"/>
                  </a:moveTo>
                  <a:lnTo>
                    <a:pt x="875" y="32"/>
                  </a:lnTo>
                  <a:lnTo>
                    <a:pt x="687" y="95"/>
                  </a:lnTo>
                  <a:lnTo>
                    <a:pt x="531" y="157"/>
                  </a:lnTo>
                  <a:lnTo>
                    <a:pt x="375" y="282"/>
                  </a:lnTo>
                  <a:lnTo>
                    <a:pt x="250" y="407"/>
                  </a:lnTo>
                  <a:lnTo>
                    <a:pt x="125" y="563"/>
                  </a:lnTo>
                  <a:lnTo>
                    <a:pt x="63" y="750"/>
                  </a:lnTo>
                  <a:lnTo>
                    <a:pt x="0" y="907"/>
                  </a:lnTo>
                  <a:lnTo>
                    <a:pt x="0" y="1125"/>
                  </a:lnTo>
                  <a:lnTo>
                    <a:pt x="32" y="1312"/>
                  </a:lnTo>
                  <a:lnTo>
                    <a:pt x="125" y="1500"/>
                  </a:lnTo>
                  <a:lnTo>
                    <a:pt x="250" y="1687"/>
                  </a:lnTo>
                  <a:lnTo>
                    <a:pt x="406" y="1843"/>
                  </a:lnTo>
                  <a:lnTo>
                    <a:pt x="594" y="1968"/>
                  </a:lnTo>
                  <a:lnTo>
                    <a:pt x="781" y="2000"/>
                  </a:lnTo>
                  <a:lnTo>
                    <a:pt x="969" y="2031"/>
                  </a:lnTo>
                  <a:lnTo>
                    <a:pt x="1156" y="2000"/>
                  </a:lnTo>
                  <a:lnTo>
                    <a:pt x="1312" y="1968"/>
                  </a:lnTo>
                  <a:lnTo>
                    <a:pt x="1499" y="1875"/>
                  </a:lnTo>
                  <a:lnTo>
                    <a:pt x="1656" y="1750"/>
                  </a:lnTo>
                  <a:lnTo>
                    <a:pt x="1780" y="1625"/>
                  </a:lnTo>
                  <a:lnTo>
                    <a:pt x="1874" y="1469"/>
                  </a:lnTo>
                  <a:lnTo>
                    <a:pt x="1968" y="1281"/>
                  </a:lnTo>
                  <a:lnTo>
                    <a:pt x="1999" y="1094"/>
                  </a:lnTo>
                  <a:lnTo>
                    <a:pt x="1999" y="907"/>
                  </a:lnTo>
                  <a:lnTo>
                    <a:pt x="1968" y="719"/>
                  </a:lnTo>
                  <a:lnTo>
                    <a:pt x="1905" y="532"/>
                  </a:lnTo>
                  <a:lnTo>
                    <a:pt x="1749" y="344"/>
                  </a:lnTo>
                  <a:lnTo>
                    <a:pt x="1593" y="188"/>
                  </a:lnTo>
                  <a:lnTo>
                    <a:pt x="1406" y="95"/>
                  </a:lnTo>
                  <a:lnTo>
                    <a:pt x="1218" y="32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4" name="Google Shape;3854;p61"/>
            <p:cNvSpPr/>
            <p:nvPr/>
          </p:nvSpPr>
          <p:spPr>
            <a:xfrm>
              <a:off x="2884025" y="2649800"/>
              <a:ext cx="50000" cy="50775"/>
            </a:xfrm>
            <a:custGeom>
              <a:avLst/>
              <a:gdLst/>
              <a:ahLst/>
              <a:cxnLst/>
              <a:rect l="l" t="t" r="r" b="b"/>
              <a:pathLst>
                <a:path w="2000" h="2031" extrusionOk="0">
                  <a:moveTo>
                    <a:pt x="1063" y="0"/>
                  </a:moveTo>
                  <a:lnTo>
                    <a:pt x="875" y="32"/>
                  </a:lnTo>
                  <a:lnTo>
                    <a:pt x="688" y="63"/>
                  </a:lnTo>
                  <a:lnTo>
                    <a:pt x="532" y="157"/>
                  </a:lnTo>
                  <a:lnTo>
                    <a:pt x="376" y="282"/>
                  </a:lnTo>
                  <a:lnTo>
                    <a:pt x="251" y="406"/>
                  </a:lnTo>
                  <a:lnTo>
                    <a:pt x="157" y="563"/>
                  </a:lnTo>
                  <a:lnTo>
                    <a:pt x="63" y="719"/>
                  </a:lnTo>
                  <a:lnTo>
                    <a:pt x="32" y="906"/>
                  </a:lnTo>
                  <a:lnTo>
                    <a:pt x="1" y="1094"/>
                  </a:lnTo>
                  <a:lnTo>
                    <a:pt x="63" y="1281"/>
                  </a:lnTo>
                  <a:lnTo>
                    <a:pt x="126" y="1500"/>
                  </a:lnTo>
                  <a:lnTo>
                    <a:pt x="251" y="1687"/>
                  </a:lnTo>
                  <a:lnTo>
                    <a:pt x="438" y="1843"/>
                  </a:lnTo>
                  <a:lnTo>
                    <a:pt x="594" y="1937"/>
                  </a:lnTo>
                  <a:lnTo>
                    <a:pt x="782" y="1999"/>
                  </a:lnTo>
                  <a:lnTo>
                    <a:pt x="969" y="2030"/>
                  </a:lnTo>
                  <a:lnTo>
                    <a:pt x="1156" y="1999"/>
                  </a:lnTo>
                  <a:lnTo>
                    <a:pt x="1344" y="1937"/>
                  </a:lnTo>
                  <a:lnTo>
                    <a:pt x="1500" y="1874"/>
                  </a:lnTo>
                  <a:lnTo>
                    <a:pt x="1656" y="1749"/>
                  </a:lnTo>
                  <a:lnTo>
                    <a:pt x="1781" y="1593"/>
                  </a:lnTo>
                  <a:lnTo>
                    <a:pt x="1875" y="1437"/>
                  </a:lnTo>
                  <a:lnTo>
                    <a:pt x="1968" y="1281"/>
                  </a:lnTo>
                  <a:lnTo>
                    <a:pt x="1999" y="1094"/>
                  </a:lnTo>
                  <a:lnTo>
                    <a:pt x="1999" y="906"/>
                  </a:lnTo>
                  <a:lnTo>
                    <a:pt x="1968" y="719"/>
                  </a:lnTo>
                  <a:lnTo>
                    <a:pt x="1906" y="531"/>
                  </a:lnTo>
                  <a:lnTo>
                    <a:pt x="1750" y="344"/>
                  </a:lnTo>
                  <a:lnTo>
                    <a:pt x="1594" y="188"/>
                  </a:lnTo>
                  <a:lnTo>
                    <a:pt x="1406" y="63"/>
                  </a:lnTo>
                  <a:lnTo>
                    <a:pt x="1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5" name="Google Shape;3855;p61"/>
            <p:cNvSpPr/>
            <p:nvPr/>
          </p:nvSpPr>
          <p:spPr>
            <a:xfrm>
              <a:off x="2922300" y="2677125"/>
              <a:ext cx="49975" cy="50000"/>
            </a:xfrm>
            <a:custGeom>
              <a:avLst/>
              <a:gdLst/>
              <a:ahLst/>
              <a:cxnLst/>
              <a:rect l="l" t="t" r="r" b="b"/>
              <a:pathLst>
                <a:path w="1999" h="2000" extrusionOk="0">
                  <a:moveTo>
                    <a:pt x="874" y="1"/>
                  </a:moveTo>
                  <a:lnTo>
                    <a:pt x="687" y="63"/>
                  </a:lnTo>
                  <a:lnTo>
                    <a:pt x="531" y="157"/>
                  </a:lnTo>
                  <a:lnTo>
                    <a:pt x="375" y="250"/>
                  </a:lnTo>
                  <a:lnTo>
                    <a:pt x="250" y="407"/>
                  </a:lnTo>
                  <a:lnTo>
                    <a:pt x="125" y="563"/>
                  </a:lnTo>
                  <a:lnTo>
                    <a:pt x="63" y="719"/>
                  </a:lnTo>
                  <a:lnTo>
                    <a:pt x="31" y="906"/>
                  </a:lnTo>
                  <a:lnTo>
                    <a:pt x="0" y="1094"/>
                  </a:lnTo>
                  <a:lnTo>
                    <a:pt x="31" y="1281"/>
                  </a:lnTo>
                  <a:lnTo>
                    <a:pt x="125" y="1468"/>
                  </a:lnTo>
                  <a:lnTo>
                    <a:pt x="250" y="1656"/>
                  </a:lnTo>
                  <a:lnTo>
                    <a:pt x="437" y="1812"/>
                  </a:lnTo>
                  <a:lnTo>
                    <a:pt x="593" y="1937"/>
                  </a:lnTo>
                  <a:lnTo>
                    <a:pt x="781" y="1999"/>
                  </a:lnTo>
                  <a:lnTo>
                    <a:pt x="1156" y="1999"/>
                  </a:lnTo>
                  <a:lnTo>
                    <a:pt x="1312" y="1937"/>
                  </a:lnTo>
                  <a:lnTo>
                    <a:pt x="1499" y="1843"/>
                  </a:lnTo>
                  <a:lnTo>
                    <a:pt x="1624" y="1749"/>
                  </a:lnTo>
                  <a:lnTo>
                    <a:pt x="1780" y="1593"/>
                  </a:lnTo>
                  <a:lnTo>
                    <a:pt x="1874" y="1437"/>
                  </a:lnTo>
                  <a:lnTo>
                    <a:pt x="1936" y="1281"/>
                  </a:lnTo>
                  <a:lnTo>
                    <a:pt x="1999" y="1094"/>
                  </a:lnTo>
                  <a:lnTo>
                    <a:pt x="1999" y="906"/>
                  </a:lnTo>
                  <a:lnTo>
                    <a:pt x="1968" y="719"/>
                  </a:lnTo>
                  <a:lnTo>
                    <a:pt x="1874" y="531"/>
                  </a:lnTo>
                  <a:lnTo>
                    <a:pt x="1749" y="344"/>
                  </a:lnTo>
                  <a:lnTo>
                    <a:pt x="1593" y="188"/>
                  </a:lnTo>
                  <a:lnTo>
                    <a:pt x="1405" y="63"/>
                  </a:lnTo>
                  <a:lnTo>
                    <a:pt x="12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6" name="Google Shape;3856;p61"/>
            <p:cNvSpPr/>
            <p:nvPr/>
          </p:nvSpPr>
          <p:spPr>
            <a:xfrm>
              <a:off x="2962875" y="2695875"/>
              <a:ext cx="50000" cy="50750"/>
            </a:xfrm>
            <a:custGeom>
              <a:avLst/>
              <a:gdLst/>
              <a:ahLst/>
              <a:cxnLst/>
              <a:rect l="l" t="t" r="r" b="b"/>
              <a:pathLst>
                <a:path w="2000" h="2030" extrusionOk="0">
                  <a:moveTo>
                    <a:pt x="1063" y="0"/>
                  </a:moveTo>
                  <a:lnTo>
                    <a:pt x="875" y="31"/>
                  </a:lnTo>
                  <a:lnTo>
                    <a:pt x="688" y="94"/>
                  </a:lnTo>
                  <a:lnTo>
                    <a:pt x="532" y="156"/>
                  </a:lnTo>
                  <a:lnTo>
                    <a:pt x="376" y="281"/>
                  </a:lnTo>
                  <a:lnTo>
                    <a:pt x="251" y="406"/>
                  </a:lnTo>
                  <a:lnTo>
                    <a:pt x="126" y="562"/>
                  </a:lnTo>
                  <a:lnTo>
                    <a:pt x="63" y="750"/>
                  </a:lnTo>
                  <a:lnTo>
                    <a:pt x="32" y="906"/>
                  </a:lnTo>
                  <a:lnTo>
                    <a:pt x="1" y="1124"/>
                  </a:lnTo>
                  <a:lnTo>
                    <a:pt x="32" y="1312"/>
                  </a:lnTo>
                  <a:lnTo>
                    <a:pt x="126" y="1499"/>
                  </a:lnTo>
                  <a:lnTo>
                    <a:pt x="251" y="1686"/>
                  </a:lnTo>
                  <a:lnTo>
                    <a:pt x="438" y="1843"/>
                  </a:lnTo>
                  <a:lnTo>
                    <a:pt x="594" y="1967"/>
                  </a:lnTo>
                  <a:lnTo>
                    <a:pt x="782" y="1999"/>
                  </a:lnTo>
                  <a:lnTo>
                    <a:pt x="969" y="2030"/>
                  </a:lnTo>
                  <a:lnTo>
                    <a:pt x="1156" y="1999"/>
                  </a:lnTo>
                  <a:lnTo>
                    <a:pt x="1313" y="1967"/>
                  </a:lnTo>
                  <a:lnTo>
                    <a:pt x="1500" y="1874"/>
                  </a:lnTo>
                  <a:lnTo>
                    <a:pt x="1656" y="1749"/>
                  </a:lnTo>
                  <a:lnTo>
                    <a:pt x="1781" y="1624"/>
                  </a:lnTo>
                  <a:lnTo>
                    <a:pt x="1875" y="1468"/>
                  </a:lnTo>
                  <a:lnTo>
                    <a:pt x="1968" y="1280"/>
                  </a:lnTo>
                  <a:lnTo>
                    <a:pt x="2000" y="1093"/>
                  </a:lnTo>
                  <a:lnTo>
                    <a:pt x="2000" y="906"/>
                  </a:lnTo>
                  <a:lnTo>
                    <a:pt x="1968" y="718"/>
                  </a:lnTo>
                  <a:lnTo>
                    <a:pt x="1875" y="531"/>
                  </a:lnTo>
                  <a:lnTo>
                    <a:pt x="1750" y="344"/>
                  </a:lnTo>
                  <a:lnTo>
                    <a:pt x="1594" y="187"/>
                  </a:lnTo>
                  <a:lnTo>
                    <a:pt x="1406" y="94"/>
                  </a:lnTo>
                  <a:lnTo>
                    <a:pt x="1219" y="31"/>
                  </a:lnTo>
                  <a:lnTo>
                    <a:pt x="10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7" name="Google Shape;3857;p61"/>
            <p:cNvSpPr/>
            <p:nvPr/>
          </p:nvSpPr>
          <p:spPr>
            <a:xfrm>
              <a:off x="2663075" y="2984725"/>
              <a:ext cx="547325" cy="294375"/>
            </a:xfrm>
            <a:custGeom>
              <a:avLst/>
              <a:gdLst/>
              <a:ahLst/>
              <a:cxnLst/>
              <a:rect l="l" t="t" r="r" b="b"/>
              <a:pathLst>
                <a:path w="21893" h="11775" extrusionOk="0">
                  <a:moveTo>
                    <a:pt x="10244" y="1"/>
                  </a:moveTo>
                  <a:lnTo>
                    <a:pt x="9526" y="63"/>
                  </a:lnTo>
                  <a:lnTo>
                    <a:pt x="8808" y="126"/>
                  </a:lnTo>
                  <a:lnTo>
                    <a:pt x="8121" y="251"/>
                  </a:lnTo>
                  <a:lnTo>
                    <a:pt x="7402" y="376"/>
                  </a:lnTo>
                  <a:lnTo>
                    <a:pt x="6715" y="563"/>
                  </a:lnTo>
                  <a:lnTo>
                    <a:pt x="6059" y="750"/>
                  </a:lnTo>
                  <a:lnTo>
                    <a:pt x="5372" y="1000"/>
                  </a:lnTo>
                  <a:lnTo>
                    <a:pt x="4717" y="1250"/>
                  </a:lnTo>
                  <a:lnTo>
                    <a:pt x="4061" y="1562"/>
                  </a:lnTo>
                  <a:lnTo>
                    <a:pt x="3436" y="1875"/>
                  </a:lnTo>
                  <a:lnTo>
                    <a:pt x="2843" y="2218"/>
                  </a:lnTo>
                  <a:lnTo>
                    <a:pt x="2218" y="2624"/>
                  </a:lnTo>
                  <a:lnTo>
                    <a:pt x="1656" y="3030"/>
                  </a:lnTo>
                  <a:lnTo>
                    <a:pt x="1094" y="3467"/>
                  </a:lnTo>
                  <a:lnTo>
                    <a:pt x="532" y="3936"/>
                  </a:lnTo>
                  <a:lnTo>
                    <a:pt x="1" y="4404"/>
                  </a:lnTo>
                  <a:lnTo>
                    <a:pt x="657" y="4935"/>
                  </a:lnTo>
                  <a:lnTo>
                    <a:pt x="2031" y="5872"/>
                  </a:lnTo>
                  <a:lnTo>
                    <a:pt x="2936" y="6465"/>
                  </a:lnTo>
                  <a:lnTo>
                    <a:pt x="3967" y="7121"/>
                  </a:lnTo>
                  <a:lnTo>
                    <a:pt x="5091" y="7808"/>
                  </a:lnTo>
                  <a:lnTo>
                    <a:pt x="6278" y="8495"/>
                  </a:lnTo>
                  <a:lnTo>
                    <a:pt x="7496" y="9151"/>
                  </a:lnTo>
                  <a:lnTo>
                    <a:pt x="8776" y="9807"/>
                  </a:lnTo>
                  <a:lnTo>
                    <a:pt x="10026" y="10400"/>
                  </a:lnTo>
                  <a:lnTo>
                    <a:pt x="11306" y="10900"/>
                  </a:lnTo>
                  <a:lnTo>
                    <a:pt x="11899" y="11119"/>
                  </a:lnTo>
                  <a:lnTo>
                    <a:pt x="12524" y="11306"/>
                  </a:lnTo>
                  <a:lnTo>
                    <a:pt x="13117" y="11462"/>
                  </a:lnTo>
                  <a:lnTo>
                    <a:pt x="13679" y="11587"/>
                  </a:lnTo>
                  <a:lnTo>
                    <a:pt x="14242" y="11681"/>
                  </a:lnTo>
                  <a:lnTo>
                    <a:pt x="14772" y="11743"/>
                  </a:lnTo>
                  <a:lnTo>
                    <a:pt x="15272" y="11774"/>
                  </a:lnTo>
                  <a:lnTo>
                    <a:pt x="15741" y="11743"/>
                  </a:lnTo>
                  <a:lnTo>
                    <a:pt x="16209" y="11681"/>
                  </a:lnTo>
                  <a:lnTo>
                    <a:pt x="16615" y="11587"/>
                  </a:lnTo>
                  <a:lnTo>
                    <a:pt x="17021" y="11493"/>
                  </a:lnTo>
                  <a:lnTo>
                    <a:pt x="17427" y="11368"/>
                  </a:lnTo>
                  <a:lnTo>
                    <a:pt x="17802" y="11212"/>
                  </a:lnTo>
                  <a:lnTo>
                    <a:pt x="18145" y="11056"/>
                  </a:lnTo>
                  <a:lnTo>
                    <a:pt x="18489" y="10900"/>
                  </a:lnTo>
                  <a:lnTo>
                    <a:pt x="18801" y="10681"/>
                  </a:lnTo>
                  <a:lnTo>
                    <a:pt x="19082" y="10494"/>
                  </a:lnTo>
                  <a:lnTo>
                    <a:pt x="19363" y="10275"/>
                  </a:lnTo>
                  <a:lnTo>
                    <a:pt x="19863" y="9838"/>
                  </a:lnTo>
                  <a:lnTo>
                    <a:pt x="20300" y="9370"/>
                  </a:lnTo>
                  <a:lnTo>
                    <a:pt x="20675" y="8901"/>
                  </a:lnTo>
                  <a:lnTo>
                    <a:pt x="20987" y="8433"/>
                  </a:lnTo>
                  <a:lnTo>
                    <a:pt x="21268" y="7996"/>
                  </a:lnTo>
                  <a:lnTo>
                    <a:pt x="21487" y="7558"/>
                  </a:lnTo>
                  <a:lnTo>
                    <a:pt x="21643" y="7215"/>
                  </a:lnTo>
                  <a:lnTo>
                    <a:pt x="21830" y="6653"/>
                  </a:lnTo>
                  <a:lnTo>
                    <a:pt x="21893" y="6434"/>
                  </a:lnTo>
                  <a:lnTo>
                    <a:pt x="21674" y="6153"/>
                  </a:lnTo>
                  <a:lnTo>
                    <a:pt x="20987" y="5404"/>
                  </a:lnTo>
                  <a:lnTo>
                    <a:pt x="20519" y="4904"/>
                  </a:lnTo>
                  <a:lnTo>
                    <a:pt x="19925" y="4342"/>
                  </a:lnTo>
                  <a:lnTo>
                    <a:pt x="19269" y="3748"/>
                  </a:lnTo>
                  <a:lnTo>
                    <a:pt x="18520" y="3124"/>
                  </a:lnTo>
                  <a:lnTo>
                    <a:pt x="17677" y="2530"/>
                  </a:lnTo>
                  <a:lnTo>
                    <a:pt x="16802" y="1937"/>
                  </a:lnTo>
                  <a:lnTo>
                    <a:pt x="16303" y="1656"/>
                  </a:lnTo>
                  <a:lnTo>
                    <a:pt x="15834" y="1406"/>
                  </a:lnTo>
                  <a:lnTo>
                    <a:pt x="15335" y="1156"/>
                  </a:lnTo>
                  <a:lnTo>
                    <a:pt x="14804" y="907"/>
                  </a:lnTo>
                  <a:lnTo>
                    <a:pt x="14273" y="688"/>
                  </a:lnTo>
                  <a:lnTo>
                    <a:pt x="13742" y="501"/>
                  </a:lnTo>
                  <a:lnTo>
                    <a:pt x="13180" y="344"/>
                  </a:lnTo>
                  <a:lnTo>
                    <a:pt x="12618" y="219"/>
                  </a:lnTo>
                  <a:lnTo>
                    <a:pt x="12024" y="126"/>
                  </a:lnTo>
                  <a:lnTo>
                    <a:pt x="11462" y="32"/>
                  </a:lnTo>
                  <a:lnTo>
                    <a:pt x="10869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8" name="Google Shape;3858;p61"/>
            <p:cNvSpPr/>
            <p:nvPr/>
          </p:nvSpPr>
          <p:spPr>
            <a:xfrm>
              <a:off x="2862175" y="2652150"/>
              <a:ext cx="319350" cy="565275"/>
            </a:xfrm>
            <a:custGeom>
              <a:avLst/>
              <a:gdLst/>
              <a:ahLst/>
              <a:cxnLst/>
              <a:rect l="l" t="t" r="r" b="b"/>
              <a:pathLst>
                <a:path w="12774" h="22611" extrusionOk="0">
                  <a:moveTo>
                    <a:pt x="3623" y="0"/>
                  </a:moveTo>
                  <a:lnTo>
                    <a:pt x="3248" y="1312"/>
                  </a:lnTo>
                  <a:lnTo>
                    <a:pt x="2311" y="4560"/>
                  </a:lnTo>
                  <a:lnTo>
                    <a:pt x="2186" y="4903"/>
                  </a:lnTo>
                  <a:lnTo>
                    <a:pt x="2062" y="5309"/>
                  </a:lnTo>
                  <a:lnTo>
                    <a:pt x="1718" y="6465"/>
                  </a:lnTo>
                  <a:lnTo>
                    <a:pt x="1499" y="7370"/>
                  </a:lnTo>
                  <a:lnTo>
                    <a:pt x="1250" y="8276"/>
                  </a:lnTo>
                  <a:lnTo>
                    <a:pt x="844" y="9931"/>
                  </a:lnTo>
                  <a:lnTo>
                    <a:pt x="500" y="11618"/>
                  </a:lnTo>
                  <a:lnTo>
                    <a:pt x="219" y="13304"/>
                  </a:lnTo>
                  <a:lnTo>
                    <a:pt x="0" y="14990"/>
                  </a:lnTo>
                  <a:lnTo>
                    <a:pt x="32" y="15209"/>
                  </a:lnTo>
                  <a:lnTo>
                    <a:pt x="157" y="15552"/>
                  </a:lnTo>
                  <a:lnTo>
                    <a:pt x="375" y="15990"/>
                  </a:lnTo>
                  <a:lnTo>
                    <a:pt x="625" y="16489"/>
                  </a:lnTo>
                  <a:lnTo>
                    <a:pt x="968" y="17083"/>
                  </a:lnTo>
                  <a:lnTo>
                    <a:pt x="1343" y="17707"/>
                  </a:lnTo>
                  <a:lnTo>
                    <a:pt x="1780" y="18332"/>
                  </a:lnTo>
                  <a:lnTo>
                    <a:pt x="2280" y="18988"/>
                  </a:lnTo>
                  <a:lnTo>
                    <a:pt x="2811" y="19643"/>
                  </a:lnTo>
                  <a:lnTo>
                    <a:pt x="3404" y="20268"/>
                  </a:lnTo>
                  <a:lnTo>
                    <a:pt x="4029" y="20861"/>
                  </a:lnTo>
                  <a:lnTo>
                    <a:pt x="4685" y="21392"/>
                  </a:lnTo>
                  <a:lnTo>
                    <a:pt x="5028" y="21642"/>
                  </a:lnTo>
                  <a:lnTo>
                    <a:pt x="5372" y="21861"/>
                  </a:lnTo>
                  <a:lnTo>
                    <a:pt x="5715" y="22048"/>
                  </a:lnTo>
                  <a:lnTo>
                    <a:pt x="6090" y="22204"/>
                  </a:lnTo>
                  <a:lnTo>
                    <a:pt x="6434" y="22360"/>
                  </a:lnTo>
                  <a:lnTo>
                    <a:pt x="6808" y="22485"/>
                  </a:lnTo>
                  <a:lnTo>
                    <a:pt x="7183" y="22548"/>
                  </a:lnTo>
                  <a:lnTo>
                    <a:pt x="7558" y="22610"/>
                  </a:lnTo>
                  <a:lnTo>
                    <a:pt x="7683" y="22610"/>
                  </a:lnTo>
                  <a:lnTo>
                    <a:pt x="7808" y="22548"/>
                  </a:lnTo>
                  <a:lnTo>
                    <a:pt x="7933" y="22454"/>
                  </a:lnTo>
                  <a:lnTo>
                    <a:pt x="8058" y="22329"/>
                  </a:lnTo>
                  <a:lnTo>
                    <a:pt x="8151" y="22173"/>
                  </a:lnTo>
                  <a:lnTo>
                    <a:pt x="8276" y="22017"/>
                  </a:lnTo>
                  <a:lnTo>
                    <a:pt x="8495" y="21548"/>
                  </a:lnTo>
                  <a:lnTo>
                    <a:pt x="8682" y="21018"/>
                  </a:lnTo>
                  <a:lnTo>
                    <a:pt x="8901" y="20424"/>
                  </a:lnTo>
                  <a:lnTo>
                    <a:pt x="9057" y="19768"/>
                  </a:lnTo>
                  <a:lnTo>
                    <a:pt x="9213" y="19113"/>
                  </a:lnTo>
                  <a:lnTo>
                    <a:pt x="9494" y="17801"/>
                  </a:lnTo>
                  <a:lnTo>
                    <a:pt x="9713" y="16645"/>
                  </a:lnTo>
                  <a:lnTo>
                    <a:pt x="9869" y="15521"/>
                  </a:lnTo>
                  <a:lnTo>
                    <a:pt x="10056" y="14990"/>
                  </a:lnTo>
                  <a:lnTo>
                    <a:pt x="12773" y="7776"/>
                  </a:lnTo>
                  <a:lnTo>
                    <a:pt x="4810" y="906"/>
                  </a:lnTo>
                  <a:lnTo>
                    <a:pt x="3623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9" name="Google Shape;3859;p61"/>
            <p:cNvSpPr/>
            <p:nvPr/>
          </p:nvSpPr>
          <p:spPr>
            <a:xfrm>
              <a:off x="2919175" y="2652150"/>
              <a:ext cx="262350" cy="374775"/>
            </a:xfrm>
            <a:custGeom>
              <a:avLst/>
              <a:gdLst/>
              <a:ahLst/>
              <a:cxnLst/>
              <a:rect l="l" t="t" r="r" b="b"/>
              <a:pathLst>
                <a:path w="10494" h="14991" extrusionOk="0">
                  <a:moveTo>
                    <a:pt x="1343" y="0"/>
                  </a:moveTo>
                  <a:lnTo>
                    <a:pt x="0" y="4560"/>
                  </a:lnTo>
                  <a:lnTo>
                    <a:pt x="219" y="5372"/>
                  </a:lnTo>
                  <a:lnTo>
                    <a:pt x="437" y="6184"/>
                  </a:lnTo>
                  <a:lnTo>
                    <a:pt x="718" y="6996"/>
                  </a:lnTo>
                  <a:lnTo>
                    <a:pt x="1062" y="7745"/>
                  </a:lnTo>
                  <a:lnTo>
                    <a:pt x="1405" y="8526"/>
                  </a:lnTo>
                  <a:lnTo>
                    <a:pt x="1811" y="9244"/>
                  </a:lnTo>
                  <a:lnTo>
                    <a:pt x="2280" y="9962"/>
                  </a:lnTo>
                  <a:lnTo>
                    <a:pt x="2748" y="10618"/>
                  </a:lnTo>
                  <a:lnTo>
                    <a:pt x="3279" y="11274"/>
                  </a:lnTo>
                  <a:lnTo>
                    <a:pt x="3810" y="11899"/>
                  </a:lnTo>
                  <a:lnTo>
                    <a:pt x="4403" y="12523"/>
                  </a:lnTo>
                  <a:lnTo>
                    <a:pt x="5028" y="13085"/>
                  </a:lnTo>
                  <a:lnTo>
                    <a:pt x="5653" y="13616"/>
                  </a:lnTo>
                  <a:lnTo>
                    <a:pt x="6340" y="14116"/>
                  </a:lnTo>
                  <a:lnTo>
                    <a:pt x="7058" y="14584"/>
                  </a:lnTo>
                  <a:lnTo>
                    <a:pt x="7776" y="14990"/>
                  </a:lnTo>
                  <a:lnTo>
                    <a:pt x="10493" y="7776"/>
                  </a:lnTo>
                  <a:lnTo>
                    <a:pt x="2530" y="906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0" name="Google Shape;3860;p61"/>
            <p:cNvSpPr/>
            <p:nvPr/>
          </p:nvSpPr>
          <p:spPr>
            <a:xfrm>
              <a:off x="2833275" y="2142325"/>
              <a:ext cx="638675" cy="790125"/>
            </a:xfrm>
            <a:custGeom>
              <a:avLst/>
              <a:gdLst/>
              <a:ahLst/>
              <a:cxnLst/>
              <a:rect l="l" t="t" r="r" b="b"/>
              <a:pathLst>
                <a:path w="25547" h="31605" extrusionOk="0">
                  <a:moveTo>
                    <a:pt x="11837" y="0"/>
                  </a:moveTo>
                  <a:lnTo>
                    <a:pt x="11244" y="32"/>
                  </a:lnTo>
                  <a:lnTo>
                    <a:pt x="10650" y="63"/>
                  </a:lnTo>
                  <a:lnTo>
                    <a:pt x="10088" y="125"/>
                  </a:lnTo>
                  <a:lnTo>
                    <a:pt x="9495" y="219"/>
                  </a:lnTo>
                  <a:lnTo>
                    <a:pt x="8933" y="344"/>
                  </a:lnTo>
                  <a:lnTo>
                    <a:pt x="8370" y="469"/>
                  </a:lnTo>
                  <a:lnTo>
                    <a:pt x="7839" y="656"/>
                  </a:lnTo>
                  <a:lnTo>
                    <a:pt x="7309" y="844"/>
                  </a:lnTo>
                  <a:lnTo>
                    <a:pt x="6778" y="1031"/>
                  </a:lnTo>
                  <a:lnTo>
                    <a:pt x="6247" y="1281"/>
                  </a:lnTo>
                  <a:lnTo>
                    <a:pt x="5716" y="1531"/>
                  </a:lnTo>
                  <a:lnTo>
                    <a:pt x="5216" y="1843"/>
                  </a:lnTo>
                  <a:lnTo>
                    <a:pt x="4717" y="2155"/>
                  </a:lnTo>
                  <a:lnTo>
                    <a:pt x="4248" y="2499"/>
                  </a:lnTo>
                  <a:lnTo>
                    <a:pt x="3780" y="2842"/>
                  </a:lnTo>
                  <a:lnTo>
                    <a:pt x="3342" y="3248"/>
                  </a:lnTo>
                  <a:lnTo>
                    <a:pt x="2936" y="3685"/>
                  </a:lnTo>
                  <a:lnTo>
                    <a:pt x="2530" y="4123"/>
                  </a:lnTo>
                  <a:lnTo>
                    <a:pt x="2156" y="4622"/>
                  </a:lnTo>
                  <a:lnTo>
                    <a:pt x="1812" y="5153"/>
                  </a:lnTo>
                  <a:lnTo>
                    <a:pt x="1469" y="5684"/>
                  </a:lnTo>
                  <a:lnTo>
                    <a:pt x="1188" y="6278"/>
                  </a:lnTo>
                  <a:lnTo>
                    <a:pt x="907" y="6902"/>
                  </a:lnTo>
                  <a:lnTo>
                    <a:pt x="688" y="7527"/>
                  </a:lnTo>
                  <a:lnTo>
                    <a:pt x="469" y="8214"/>
                  </a:lnTo>
                  <a:lnTo>
                    <a:pt x="313" y="8932"/>
                  </a:lnTo>
                  <a:lnTo>
                    <a:pt x="188" y="9682"/>
                  </a:lnTo>
                  <a:lnTo>
                    <a:pt x="95" y="10493"/>
                  </a:lnTo>
                  <a:lnTo>
                    <a:pt x="32" y="11305"/>
                  </a:lnTo>
                  <a:lnTo>
                    <a:pt x="1" y="12180"/>
                  </a:lnTo>
                  <a:lnTo>
                    <a:pt x="32" y="13086"/>
                  </a:lnTo>
                  <a:lnTo>
                    <a:pt x="126" y="14022"/>
                  </a:lnTo>
                  <a:lnTo>
                    <a:pt x="251" y="14990"/>
                  </a:lnTo>
                  <a:lnTo>
                    <a:pt x="407" y="16021"/>
                  </a:lnTo>
                  <a:lnTo>
                    <a:pt x="625" y="17083"/>
                  </a:lnTo>
                  <a:lnTo>
                    <a:pt x="875" y="18176"/>
                  </a:lnTo>
                  <a:lnTo>
                    <a:pt x="1219" y="19331"/>
                  </a:lnTo>
                  <a:lnTo>
                    <a:pt x="1594" y="20518"/>
                  </a:lnTo>
                  <a:lnTo>
                    <a:pt x="2000" y="21674"/>
                  </a:lnTo>
                  <a:lnTo>
                    <a:pt x="2437" y="22767"/>
                  </a:lnTo>
                  <a:lnTo>
                    <a:pt x="2905" y="23766"/>
                  </a:lnTo>
                  <a:lnTo>
                    <a:pt x="3374" y="24703"/>
                  </a:lnTo>
                  <a:lnTo>
                    <a:pt x="3873" y="25546"/>
                  </a:lnTo>
                  <a:lnTo>
                    <a:pt x="4404" y="26327"/>
                  </a:lnTo>
                  <a:lnTo>
                    <a:pt x="4935" y="27045"/>
                  </a:lnTo>
                  <a:lnTo>
                    <a:pt x="5497" y="27701"/>
                  </a:lnTo>
                  <a:lnTo>
                    <a:pt x="6028" y="28294"/>
                  </a:lnTo>
                  <a:lnTo>
                    <a:pt x="6622" y="28825"/>
                  </a:lnTo>
                  <a:lnTo>
                    <a:pt x="7184" y="29294"/>
                  </a:lnTo>
                  <a:lnTo>
                    <a:pt x="7777" y="29700"/>
                  </a:lnTo>
                  <a:lnTo>
                    <a:pt x="8339" y="30074"/>
                  </a:lnTo>
                  <a:lnTo>
                    <a:pt x="8933" y="30418"/>
                  </a:lnTo>
                  <a:lnTo>
                    <a:pt x="9526" y="30668"/>
                  </a:lnTo>
                  <a:lnTo>
                    <a:pt x="10088" y="30917"/>
                  </a:lnTo>
                  <a:lnTo>
                    <a:pt x="10681" y="31105"/>
                  </a:lnTo>
                  <a:lnTo>
                    <a:pt x="11244" y="31261"/>
                  </a:lnTo>
                  <a:lnTo>
                    <a:pt x="11806" y="31386"/>
                  </a:lnTo>
                  <a:lnTo>
                    <a:pt x="12337" y="31480"/>
                  </a:lnTo>
                  <a:lnTo>
                    <a:pt x="12867" y="31542"/>
                  </a:lnTo>
                  <a:lnTo>
                    <a:pt x="13398" y="31573"/>
                  </a:lnTo>
                  <a:lnTo>
                    <a:pt x="13898" y="31605"/>
                  </a:lnTo>
                  <a:lnTo>
                    <a:pt x="14398" y="31605"/>
                  </a:lnTo>
                  <a:lnTo>
                    <a:pt x="15303" y="31542"/>
                  </a:lnTo>
                  <a:lnTo>
                    <a:pt x="16115" y="31448"/>
                  </a:lnTo>
                  <a:lnTo>
                    <a:pt x="16802" y="31323"/>
                  </a:lnTo>
                  <a:lnTo>
                    <a:pt x="17333" y="31230"/>
                  </a:lnTo>
                  <a:lnTo>
                    <a:pt x="17927" y="31074"/>
                  </a:lnTo>
                  <a:lnTo>
                    <a:pt x="18614" y="30855"/>
                  </a:lnTo>
                  <a:lnTo>
                    <a:pt x="19363" y="30543"/>
                  </a:lnTo>
                  <a:lnTo>
                    <a:pt x="19738" y="30355"/>
                  </a:lnTo>
                  <a:lnTo>
                    <a:pt x="20144" y="30137"/>
                  </a:lnTo>
                  <a:lnTo>
                    <a:pt x="20550" y="29918"/>
                  </a:lnTo>
                  <a:lnTo>
                    <a:pt x="20956" y="29637"/>
                  </a:lnTo>
                  <a:lnTo>
                    <a:pt x="21362" y="29356"/>
                  </a:lnTo>
                  <a:lnTo>
                    <a:pt x="21768" y="29012"/>
                  </a:lnTo>
                  <a:lnTo>
                    <a:pt x="22143" y="28669"/>
                  </a:lnTo>
                  <a:lnTo>
                    <a:pt x="22549" y="28294"/>
                  </a:lnTo>
                  <a:lnTo>
                    <a:pt x="22923" y="27857"/>
                  </a:lnTo>
                  <a:lnTo>
                    <a:pt x="23267" y="27389"/>
                  </a:lnTo>
                  <a:lnTo>
                    <a:pt x="23610" y="26889"/>
                  </a:lnTo>
                  <a:lnTo>
                    <a:pt x="23954" y="26358"/>
                  </a:lnTo>
                  <a:lnTo>
                    <a:pt x="24266" y="25796"/>
                  </a:lnTo>
                  <a:lnTo>
                    <a:pt x="24516" y="25171"/>
                  </a:lnTo>
                  <a:lnTo>
                    <a:pt x="24766" y="24515"/>
                  </a:lnTo>
                  <a:lnTo>
                    <a:pt x="24984" y="23828"/>
                  </a:lnTo>
                  <a:lnTo>
                    <a:pt x="25172" y="23079"/>
                  </a:lnTo>
                  <a:lnTo>
                    <a:pt x="25328" y="22267"/>
                  </a:lnTo>
                  <a:lnTo>
                    <a:pt x="25453" y="21424"/>
                  </a:lnTo>
                  <a:lnTo>
                    <a:pt x="25515" y="20549"/>
                  </a:lnTo>
                  <a:lnTo>
                    <a:pt x="25547" y="19612"/>
                  </a:lnTo>
                  <a:lnTo>
                    <a:pt x="25515" y="18613"/>
                  </a:lnTo>
                  <a:lnTo>
                    <a:pt x="25422" y="17583"/>
                  </a:lnTo>
                  <a:lnTo>
                    <a:pt x="25297" y="16458"/>
                  </a:lnTo>
                  <a:lnTo>
                    <a:pt x="25109" y="15303"/>
                  </a:lnTo>
                  <a:lnTo>
                    <a:pt x="24860" y="14116"/>
                  </a:lnTo>
                  <a:lnTo>
                    <a:pt x="24579" y="12898"/>
                  </a:lnTo>
                  <a:lnTo>
                    <a:pt x="24266" y="11743"/>
                  </a:lnTo>
                  <a:lnTo>
                    <a:pt x="23923" y="10681"/>
                  </a:lnTo>
                  <a:lnTo>
                    <a:pt x="23579" y="9650"/>
                  </a:lnTo>
                  <a:lnTo>
                    <a:pt x="23173" y="8713"/>
                  </a:lnTo>
                  <a:lnTo>
                    <a:pt x="22767" y="7808"/>
                  </a:lnTo>
                  <a:lnTo>
                    <a:pt x="22330" y="6965"/>
                  </a:lnTo>
                  <a:lnTo>
                    <a:pt x="21893" y="6184"/>
                  </a:lnTo>
                  <a:lnTo>
                    <a:pt x="21424" y="5434"/>
                  </a:lnTo>
                  <a:lnTo>
                    <a:pt x="20925" y="4747"/>
                  </a:lnTo>
                  <a:lnTo>
                    <a:pt x="20425" y="4123"/>
                  </a:lnTo>
                  <a:lnTo>
                    <a:pt x="19925" y="3561"/>
                  </a:lnTo>
                  <a:lnTo>
                    <a:pt x="19394" y="3030"/>
                  </a:lnTo>
                  <a:lnTo>
                    <a:pt x="18832" y="2561"/>
                  </a:lnTo>
                  <a:lnTo>
                    <a:pt x="18301" y="2124"/>
                  </a:lnTo>
                  <a:lnTo>
                    <a:pt x="17739" y="1718"/>
                  </a:lnTo>
                  <a:lnTo>
                    <a:pt x="17146" y="1374"/>
                  </a:lnTo>
                  <a:lnTo>
                    <a:pt x="16584" y="1093"/>
                  </a:lnTo>
                  <a:lnTo>
                    <a:pt x="15990" y="812"/>
                  </a:lnTo>
                  <a:lnTo>
                    <a:pt x="15397" y="594"/>
                  </a:lnTo>
                  <a:lnTo>
                    <a:pt x="14804" y="406"/>
                  </a:lnTo>
                  <a:lnTo>
                    <a:pt x="14210" y="250"/>
                  </a:lnTo>
                  <a:lnTo>
                    <a:pt x="13617" y="157"/>
                  </a:lnTo>
                  <a:lnTo>
                    <a:pt x="13024" y="63"/>
                  </a:lnTo>
                  <a:lnTo>
                    <a:pt x="12430" y="32"/>
                  </a:lnTo>
                  <a:lnTo>
                    <a:pt x="11837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1" name="Google Shape;3861;p61"/>
            <p:cNvSpPr/>
            <p:nvPr/>
          </p:nvSpPr>
          <p:spPr>
            <a:xfrm>
              <a:off x="3339975" y="2408550"/>
              <a:ext cx="63275" cy="32825"/>
            </a:xfrm>
            <a:custGeom>
              <a:avLst/>
              <a:gdLst/>
              <a:ahLst/>
              <a:cxnLst/>
              <a:rect l="l" t="t" r="r" b="b"/>
              <a:pathLst>
                <a:path w="2531" h="1313" extrusionOk="0">
                  <a:moveTo>
                    <a:pt x="844" y="1"/>
                  </a:moveTo>
                  <a:lnTo>
                    <a:pt x="688" y="32"/>
                  </a:lnTo>
                  <a:lnTo>
                    <a:pt x="532" y="94"/>
                  </a:lnTo>
                  <a:lnTo>
                    <a:pt x="407" y="188"/>
                  </a:lnTo>
                  <a:lnTo>
                    <a:pt x="282" y="282"/>
                  </a:lnTo>
                  <a:lnTo>
                    <a:pt x="157" y="375"/>
                  </a:lnTo>
                  <a:lnTo>
                    <a:pt x="63" y="500"/>
                  </a:lnTo>
                  <a:lnTo>
                    <a:pt x="1" y="656"/>
                  </a:lnTo>
                  <a:lnTo>
                    <a:pt x="1" y="813"/>
                  </a:lnTo>
                  <a:lnTo>
                    <a:pt x="63" y="969"/>
                  </a:lnTo>
                  <a:lnTo>
                    <a:pt x="188" y="1094"/>
                  </a:lnTo>
                  <a:lnTo>
                    <a:pt x="407" y="1187"/>
                  </a:lnTo>
                  <a:lnTo>
                    <a:pt x="657" y="1281"/>
                  </a:lnTo>
                  <a:lnTo>
                    <a:pt x="875" y="1312"/>
                  </a:lnTo>
                  <a:lnTo>
                    <a:pt x="1125" y="1281"/>
                  </a:lnTo>
                  <a:lnTo>
                    <a:pt x="1594" y="1312"/>
                  </a:lnTo>
                  <a:lnTo>
                    <a:pt x="2062" y="1281"/>
                  </a:lnTo>
                  <a:lnTo>
                    <a:pt x="2249" y="1250"/>
                  </a:lnTo>
                  <a:lnTo>
                    <a:pt x="2406" y="1125"/>
                  </a:lnTo>
                  <a:lnTo>
                    <a:pt x="2468" y="1031"/>
                  </a:lnTo>
                  <a:lnTo>
                    <a:pt x="2499" y="937"/>
                  </a:lnTo>
                  <a:lnTo>
                    <a:pt x="2530" y="844"/>
                  </a:lnTo>
                  <a:lnTo>
                    <a:pt x="2530" y="750"/>
                  </a:lnTo>
                  <a:lnTo>
                    <a:pt x="2499" y="656"/>
                  </a:lnTo>
                  <a:lnTo>
                    <a:pt x="2468" y="563"/>
                  </a:lnTo>
                  <a:lnTo>
                    <a:pt x="2437" y="469"/>
                  </a:lnTo>
                  <a:lnTo>
                    <a:pt x="2343" y="407"/>
                  </a:lnTo>
                  <a:lnTo>
                    <a:pt x="2093" y="219"/>
                  </a:lnTo>
                  <a:lnTo>
                    <a:pt x="1781" y="94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2" name="Google Shape;3862;p61"/>
            <p:cNvSpPr/>
            <p:nvPr/>
          </p:nvSpPr>
          <p:spPr>
            <a:xfrm>
              <a:off x="3170575" y="2459300"/>
              <a:ext cx="62475" cy="32825"/>
            </a:xfrm>
            <a:custGeom>
              <a:avLst/>
              <a:gdLst/>
              <a:ahLst/>
              <a:cxnLst/>
              <a:rect l="l" t="t" r="r" b="b"/>
              <a:pathLst>
                <a:path w="2499" h="1313" extrusionOk="0">
                  <a:moveTo>
                    <a:pt x="1343" y="1"/>
                  </a:moveTo>
                  <a:lnTo>
                    <a:pt x="999" y="32"/>
                  </a:lnTo>
                  <a:lnTo>
                    <a:pt x="687" y="125"/>
                  </a:lnTo>
                  <a:lnTo>
                    <a:pt x="406" y="282"/>
                  </a:lnTo>
                  <a:lnTo>
                    <a:pt x="156" y="469"/>
                  </a:lnTo>
                  <a:lnTo>
                    <a:pt x="94" y="531"/>
                  </a:lnTo>
                  <a:lnTo>
                    <a:pt x="31" y="625"/>
                  </a:lnTo>
                  <a:lnTo>
                    <a:pt x="31" y="719"/>
                  </a:lnTo>
                  <a:lnTo>
                    <a:pt x="0" y="812"/>
                  </a:lnTo>
                  <a:lnTo>
                    <a:pt x="31" y="937"/>
                  </a:lnTo>
                  <a:lnTo>
                    <a:pt x="62" y="1031"/>
                  </a:lnTo>
                  <a:lnTo>
                    <a:pt x="94" y="1094"/>
                  </a:lnTo>
                  <a:lnTo>
                    <a:pt x="187" y="1187"/>
                  </a:lnTo>
                  <a:lnTo>
                    <a:pt x="312" y="1281"/>
                  </a:lnTo>
                  <a:lnTo>
                    <a:pt x="468" y="1312"/>
                  </a:lnTo>
                  <a:lnTo>
                    <a:pt x="937" y="1312"/>
                  </a:lnTo>
                  <a:lnTo>
                    <a:pt x="1405" y="1281"/>
                  </a:lnTo>
                  <a:lnTo>
                    <a:pt x="1655" y="1281"/>
                  </a:lnTo>
                  <a:lnTo>
                    <a:pt x="1905" y="1250"/>
                  </a:lnTo>
                  <a:lnTo>
                    <a:pt x="2155" y="1156"/>
                  </a:lnTo>
                  <a:lnTo>
                    <a:pt x="2373" y="1031"/>
                  </a:lnTo>
                  <a:lnTo>
                    <a:pt x="2467" y="906"/>
                  </a:lnTo>
                  <a:lnTo>
                    <a:pt x="2498" y="781"/>
                  </a:lnTo>
                  <a:lnTo>
                    <a:pt x="2498" y="625"/>
                  </a:lnTo>
                  <a:lnTo>
                    <a:pt x="2467" y="469"/>
                  </a:lnTo>
                  <a:lnTo>
                    <a:pt x="2342" y="344"/>
                  </a:lnTo>
                  <a:lnTo>
                    <a:pt x="2217" y="250"/>
                  </a:lnTo>
                  <a:lnTo>
                    <a:pt x="2092" y="157"/>
                  </a:lnTo>
                  <a:lnTo>
                    <a:pt x="1967" y="94"/>
                  </a:lnTo>
                  <a:lnTo>
                    <a:pt x="1811" y="32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3" name="Google Shape;3863;p61"/>
            <p:cNvSpPr/>
            <p:nvPr/>
          </p:nvSpPr>
          <p:spPr>
            <a:xfrm>
              <a:off x="3364175" y="2532700"/>
              <a:ext cx="35175" cy="55450"/>
            </a:xfrm>
            <a:custGeom>
              <a:avLst/>
              <a:gdLst/>
              <a:ahLst/>
              <a:cxnLst/>
              <a:rect l="l" t="t" r="r" b="b"/>
              <a:pathLst>
                <a:path w="1407" h="2218" extrusionOk="0">
                  <a:moveTo>
                    <a:pt x="1" y="0"/>
                  </a:moveTo>
                  <a:lnTo>
                    <a:pt x="1" y="344"/>
                  </a:lnTo>
                  <a:lnTo>
                    <a:pt x="63" y="718"/>
                  </a:lnTo>
                  <a:lnTo>
                    <a:pt x="157" y="1093"/>
                  </a:lnTo>
                  <a:lnTo>
                    <a:pt x="313" y="1437"/>
                  </a:lnTo>
                  <a:lnTo>
                    <a:pt x="501" y="1749"/>
                  </a:lnTo>
                  <a:lnTo>
                    <a:pt x="594" y="1874"/>
                  </a:lnTo>
                  <a:lnTo>
                    <a:pt x="750" y="1999"/>
                  </a:lnTo>
                  <a:lnTo>
                    <a:pt x="875" y="2092"/>
                  </a:lnTo>
                  <a:lnTo>
                    <a:pt x="1032" y="2155"/>
                  </a:lnTo>
                  <a:lnTo>
                    <a:pt x="1219" y="2217"/>
                  </a:lnTo>
                  <a:lnTo>
                    <a:pt x="1375" y="2217"/>
                  </a:lnTo>
                  <a:lnTo>
                    <a:pt x="1406" y="2186"/>
                  </a:lnTo>
                  <a:lnTo>
                    <a:pt x="1375" y="2155"/>
                  </a:lnTo>
                  <a:lnTo>
                    <a:pt x="1250" y="2124"/>
                  </a:lnTo>
                  <a:lnTo>
                    <a:pt x="1094" y="2061"/>
                  </a:lnTo>
                  <a:lnTo>
                    <a:pt x="969" y="1999"/>
                  </a:lnTo>
                  <a:lnTo>
                    <a:pt x="844" y="1905"/>
                  </a:lnTo>
                  <a:lnTo>
                    <a:pt x="626" y="1655"/>
                  </a:lnTo>
                  <a:lnTo>
                    <a:pt x="469" y="1405"/>
                  </a:lnTo>
                  <a:lnTo>
                    <a:pt x="313" y="1093"/>
                  </a:lnTo>
                  <a:lnTo>
                    <a:pt x="220" y="750"/>
                  </a:lnTo>
                  <a:lnTo>
                    <a:pt x="157" y="406"/>
                  </a:lnTo>
                  <a:lnTo>
                    <a:pt x="95" y="63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4" name="Google Shape;3864;p61"/>
            <p:cNvSpPr/>
            <p:nvPr/>
          </p:nvSpPr>
          <p:spPr>
            <a:xfrm>
              <a:off x="3364175" y="2504575"/>
              <a:ext cx="53125" cy="73425"/>
            </a:xfrm>
            <a:custGeom>
              <a:avLst/>
              <a:gdLst/>
              <a:ahLst/>
              <a:cxnLst/>
              <a:rect l="l" t="t" r="r" b="b"/>
              <a:pathLst>
                <a:path w="2125" h="2937" extrusionOk="0">
                  <a:moveTo>
                    <a:pt x="907" y="1"/>
                  </a:moveTo>
                  <a:lnTo>
                    <a:pt x="657" y="32"/>
                  </a:lnTo>
                  <a:lnTo>
                    <a:pt x="438" y="95"/>
                  </a:lnTo>
                  <a:lnTo>
                    <a:pt x="282" y="251"/>
                  </a:lnTo>
                  <a:lnTo>
                    <a:pt x="157" y="438"/>
                  </a:lnTo>
                  <a:lnTo>
                    <a:pt x="63" y="657"/>
                  </a:lnTo>
                  <a:lnTo>
                    <a:pt x="1" y="906"/>
                  </a:lnTo>
                  <a:lnTo>
                    <a:pt x="1" y="1156"/>
                  </a:lnTo>
                  <a:lnTo>
                    <a:pt x="1" y="1437"/>
                  </a:lnTo>
                  <a:lnTo>
                    <a:pt x="63" y="1718"/>
                  </a:lnTo>
                  <a:lnTo>
                    <a:pt x="126" y="1968"/>
                  </a:lnTo>
                  <a:lnTo>
                    <a:pt x="251" y="2218"/>
                  </a:lnTo>
                  <a:lnTo>
                    <a:pt x="376" y="2437"/>
                  </a:lnTo>
                  <a:lnTo>
                    <a:pt x="532" y="2655"/>
                  </a:lnTo>
                  <a:lnTo>
                    <a:pt x="719" y="2780"/>
                  </a:lnTo>
                  <a:lnTo>
                    <a:pt x="907" y="2905"/>
                  </a:lnTo>
                  <a:lnTo>
                    <a:pt x="1125" y="2936"/>
                  </a:lnTo>
                  <a:lnTo>
                    <a:pt x="1375" y="2905"/>
                  </a:lnTo>
                  <a:lnTo>
                    <a:pt x="1594" y="2811"/>
                  </a:lnTo>
                  <a:lnTo>
                    <a:pt x="1781" y="2687"/>
                  </a:lnTo>
                  <a:lnTo>
                    <a:pt x="1937" y="2499"/>
                  </a:lnTo>
                  <a:lnTo>
                    <a:pt x="2031" y="2249"/>
                  </a:lnTo>
                  <a:lnTo>
                    <a:pt x="2093" y="2031"/>
                  </a:lnTo>
                  <a:lnTo>
                    <a:pt x="2125" y="1750"/>
                  </a:lnTo>
                  <a:lnTo>
                    <a:pt x="2093" y="1469"/>
                  </a:lnTo>
                  <a:lnTo>
                    <a:pt x="2062" y="1188"/>
                  </a:lnTo>
                  <a:lnTo>
                    <a:pt x="1968" y="938"/>
                  </a:lnTo>
                  <a:lnTo>
                    <a:pt x="1875" y="688"/>
                  </a:lnTo>
                  <a:lnTo>
                    <a:pt x="1719" y="469"/>
                  </a:lnTo>
                  <a:lnTo>
                    <a:pt x="1562" y="282"/>
                  </a:lnTo>
                  <a:lnTo>
                    <a:pt x="1375" y="126"/>
                  </a:lnTo>
                  <a:lnTo>
                    <a:pt x="1156" y="32"/>
                  </a:lnTo>
                  <a:lnTo>
                    <a:pt x="90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5" name="Google Shape;3865;p61"/>
            <p:cNvSpPr/>
            <p:nvPr/>
          </p:nvSpPr>
          <p:spPr>
            <a:xfrm>
              <a:off x="3393850" y="2494425"/>
              <a:ext cx="42200" cy="37500"/>
            </a:xfrm>
            <a:custGeom>
              <a:avLst/>
              <a:gdLst/>
              <a:ahLst/>
              <a:cxnLst/>
              <a:rect l="l" t="t" r="r" b="b"/>
              <a:pathLst>
                <a:path w="1688" h="1500" extrusionOk="0">
                  <a:moveTo>
                    <a:pt x="1593" y="1"/>
                  </a:moveTo>
                  <a:lnTo>
                    <a:pt x="1593" y="32"/>
                  </a:lnTo>
                  <a:lnTo>
                    <a:pt x="1468" y="282"/>
                  </a:lnTo>
                  <a:lnTo>
                    <a:pt x="1344" y="532"/>
                  </a:lnTo>
                  <a:lnTo>
                    <a:pt x="1156" y="688"/>
                  </a:lnTo>
                  <a:lnTo>
                    <a:pt x="1062" y="750"/>
                  </a:lnTo>
                  <a:lnTo>
                    <a:pt x="969" y="782"/>
                  </a:lnTo>
                  <a:lnTo>
                    <a:pt x="750" y="782"/>
                  </a:lnTo>
                  <a:lnTo>
                    <a:pt x="532" y="688"/>
                  </a:lnTo>
                  <a:lnTo>
                    <a:pt x="126" y="501"/>
                  </a:lnTo>
                  <a:lnTo>
                    <a:pt x="94" y="469"/>
                  </a:lnTo>
                  <a:lnTo>
                    <a:pt x="63" y="501"/>
                  </a:lnTo>
                  <a:lnTo>
                    <a:pt x="1" y="563"/>
                  </a:lnTo>
                  <a:lnTo>
                    <a:pt x="1" y="657"/>
                  </a:lnTo>
                  <a:lnTo>
                    <a:pt x="32" y="719"/>
                  </a:lnTo>
                  <a:lnTo>
                    <a:pt x="126" y="906"/>
                  </a:lnTo>
                  <a:lnTo>
                    <a:pt x="251" y="1094"/>
                  </a:lnTo>
                  <a:lnTo>
                    <a:pt x="375" y="1250"/>
                  </a:lnTo>
                  <a:lnTo>
                    <a:pt x="500" y="1375"/>
                  </a:lnTo>
                  <a:lnTo>
                    <a:pt x="656" y="1437"/>
                  </a:lnTo>
                  <a:lnTo>
                    <a:pt x="844" y="1500"/>
                  </a:lnTo>
                  <a:lnTo>
                    <a:pt x="1000" y="1500"/>
                  </a:lnTo>
                  <a:lnTo>
                    <a:pt x="1187" y="1437"/>
                  </a:lnTo>
                  <a:lnTo>
                    <a:pt x="1375" y="1344"/>
                  </a:lnTo>
                  <a:lnTo>
                    <a:pt x="1500" y="1219"/>
                  </a:lnTo>
                  <a:lnTo>
                    <a:pt x="1593" y="1063"/>
                  </a:lnTo>
                  <a:lnTo>
                    <a:pt x="1656" y="875"/>
                  </a:lnTo>
                  <a:lnTo>
                    <a:pt x="1687" y="688"/>
                  </a:lnTo>
                  <a:lnTo>
                    <a:pt x="1687" y="469"/>
                  </a:lnTo>
                  <a:lnTo>
                    <a:pt x="1687" y="251"/>
                  </a:lnTo>
                  <a:lnTo>
                    <a:pt x="1656" y="63"/>
                  </a:lnTo>
                  <a:lnTo>
                    <a:pt x="1625" y="32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6" name="Google Shape;3866;p61"/>
            <p:cNvSpPr/>
            <p:nvPr/>
          </p:nvSpPr>
          <p:spPr>
            <a:xfrm>
              <a:off x="3265825" y="2748950"/>
              <a:ext cx="47650" cy="19550"/>
            </a:xfrm>
            <a:custGeom>
              <a:avLst/>
              <a:gdLst/>
              <a:ahLst/>
              <a:cxnLst/>
              <a:rect l="l" t="t" r="r" b="b"/>
              <a:pathLst>
                <a:path w="1906" h="782" extrusionOk="0">
                  <a:moveTo>
                    <a:pt x="0" y="1"/>
                  </a:moveTo>
                  <a:lnTo>
                    <a:pt x="0" y="32"/>
                  </a:lnTo>
                  <a:lnTo>
                    <a:pt x="0" y="63"/>
                  </a:lnTo>
                  <a:lnTo>
                    <a:pt x="31" y="188"/>
                  </a:lnTo>
                  <a:lnTo>
                    <a:pt x="94" y="313"/>
                  </a:lnTo>
                  <a:lnTo>
                    <a:pt x="187" y="438"/>
                  </a:lnTo>
                  <a:lnTo>
                    <a:pt x="281" y="532"/>
                  </a:lnTo>
                  <a:lnTo>
                    <a:pt x="406" y="625"/>
                  </a:lnTo>
                  <a:lnTo>
                    <a:pt x="531" y="688"/>
                  </a:lnTo>
                  <a:lnTo>
                    <a:pt x="687" y="750"/>
                  </a:lnTo>
                  <a:lnTo>
                    <a:pt x="812" y="781"/>
                  </a:lnTo>
                  <a:lnTo>
                    <a:pt x="999" y="750"/>
                  </a:lnTo>
                  <a:lnTo>
                    <a:pt x="1156" y="719"/>
                  </a:lnTo>
                  <a:lnTo>
                    <a:pt x="1312" y="688"/>
                  </a:lnTo>
                  <a:lnTo>
                    <a:pt x="1468" y="594"/>
                  </a:lnTo>
                  <a:lnTo>
                    <a:pt x="1593" y="500"/>
                  </a:lnTo>
                  <a:lnTo>
                    <a:pt x="1718" y="407"/>
                  </a:lnTo>
                  <a:lnTo>
                    <a:pt x="1811" y="282"/>
                  </a:lnTo>
                  <a:lnTo>
                    <a:pt x="1905" y="126"/>
                  </a:lnTo>
                  <a:lnTo>
                    <a:pt x="1905" y="94"/>
                  </a:lnTo>
                  <a:lnTo>
                    <a:pt x="1874" y="94"/>
                  </a:lnTo>
                  <a:lnTo>
                    <a:pt x="1655" y="219"/>
                  </a:lnTo>
                  <a:lnTo>
                    <a:pt x="1405" y="313"/>
                  </a:lnTo>
                  <a:lnTo>
                    <a:pt x="1156" y="407"/>
                  </a:lnTo>
                  <a:lnTo>
                    <a:pt x="906" y="438"/>
                  </a:lnTo>
                  <a:lnTo>
                    <a:pt x="781" y="438"/>
                  </a:lnTo>
                  <a:lnTo>
                    <a:pt x="687" y="407"/>
                  </a:lnTo>
                  <a:lnTo>
                    <a:pt x="468" y="282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7" name="Google Shape;3867;p61"/>
            <p:cNvSpPr/>
            <p:nvPr/>
          </p:nvSpPr>
          <p:spPr>
            <a:xfrm>
              <a:off x="3270500" y="2443675"/>
              <a:ext cx="114000" cy="255325"/>
            </a:xfrm>
            <a:custGeom>
              <a:avLst/>
              <a:gdLst/>
              <a:ahLst/>
              <a:cxnLst/>
              <a:rect l="l" t="t" r="r" b="b"/>
              <a:pathLst>
                <a:path w="4560" h="10213" extrusionOk="0">
                  <a:moveTo>
                    <a:pt x="1281" y="1"/>
                  </a:moveTo>
                  <a:lnTo>
                    <a:pt x="1218" y="32"/>
                  </a:lnTo>
                  <a:lnTo>
                    <a:pt x="1218" y="126"/>
                  </a:lnTo>
                  <a:lnTo>
                    <a:pt x="1531" y="1094"/>
                  </a:lnTo>
                  <a:lnTo>
                    <a:pt x="1843" y="2031"/>
                  </a:lnTo>
                  <a:lnTo>
                    <a:pt x="2499" y="3748"/>
                  </a:lnTo>
                  <a:lnTo>
                    <a:pt x="3155" y="5466"/>
                  </a:lnTo>
                  <a:lnTo>
                    <a:pt x="3467" y="6403"/>
                  </a:lnTo>
                  <a:lnTo>
                    <a:pt x="3810" y="7371"/>
                  </a:lnTo>
                  <a:lnTo>
                    <a:pt x="3436" y="7340"/>
                  </a:lnTo>
                  <a:lnTo>
                    <a:pt x="3030" y="7309"/>
                  </a:lnTo>
                  <a:lnTo>
                    <a:pt x="2655" y="7309"/>
                  </a:lnTo>
                  <a:lnTo>
                    <a:pt x="2280" y="7340"/>
                  </a:lnTo>
                  <a:lnTo>
                    <a:pt x="2280" y="7371"/>
                  </a:lnTo>
                  <a:lnTo>
                    <a:pt x="2280" y="7434"/>
                  </a:lnTo>
                  <a:lnTo>
                    <a:pt x="2343" y="7683"/>
                  </a:lnTo>
                  <a:lnTo>
                    <a:pt x="2624" y="8433"/>
                  </a:lnTo>
                  <a:lnTo>
                    <a:pt x="2905" y="9214"/>
                  </a:lnTo>
                  <a:lnTo>
                    <a:pt x="2998" y="9495"/>
                  </a:lnTo>
                  <a:lnTo>
                    <a:pt x="3030" y="9651"/>
                  </a:lnTo>
                  <a:lnTo>
                    <a:pt x="2655" y="9713"/>
                  </a:lnTo>
                  <a:lnTo>
                    <a:pt x="2280" y="9745"/>
                  </a:lnTo>
                  <a:lnTo>
                    <a:pt x="1905" y="9776"/>
                  </a:lnTo>
                  <a:lnTo>
                    <a:pt x="1531" y="9745"/>
                  </a:lnTo>
                  <a:lnTo>
                    <a:pt x="1156" y="9682"/>
                  </a:lnTo>
                  <a:lnTo>
                    <a:pt x="812" y="9588"/>
                  </a:lnTo>
                  <a:lnTo>
                    <a:pt x="438" y="9463"/>
                  </a:lnTo>
                  <a:lnTo>
                    <a:pt x="94" y="9339"/>
                  </a:lnTo>
                  <a:lnTo>
                    <a:pt x="63" y="9339"/>
                  </a:lnTo>
                  <a:lnTo>
                    <a:pt x="0" y="9370"/>
                  </a:lnTo>
                  <a:lnTo>
                    <a:pt x="0" y="9401"/>
                  </a:lnTo>
                  <a:lnTo>
                    <a:pt x="32" y="9432"/>
                  </a:lnTo>
                  <a:lnTo>
                    <a:pt x="281" y="9651"/>
                  </a:lnTo>
                  <a:lnTo>
                    <a:pt x="594" y="9807"/>
                  </a:lnTo>
                  <a:lnTo>
                    <a:pt x="875" y="9932"/>
                  </a:lnTo>
                  <a:lnTo>
                    <a:pt x="1187" y="10057"/>
                  </a:lnTo>
                  <a:lnTo>
                    <a:pt x="1468" y="10119"/>
                  </a:lnTo>
                  <a:lnTo>
                    <a:pt x="1780" y="10182"/>
                  </a:lnTo>
                  <a:lnTo>
                    <a:pt x="2343" y="10213"/>
                  </a:lnTo>
                  <a:lnTo>
                    <a:pt x="2842" y="10182"/>
                  </a:lnTo>
                  <a:lnTo>
                    <a:pt x="3248" y="10150"/>
                  </a:lnTo>
                  <a:lnTo>
                    <a:pt x="3529" y="10088"/>
                  </a:lnTo>
                  <a:lnTo>
                    <a:pt x="3623" y="10026"/>
                  </a:lnTo>
                  <a:lnTo>
                    <a:pt x="3467" y="9432"/>
                  </a:lnTo>
                  <a:lnTo>
                    <a:pt x="3280" y="8714"/>
                  </a:lnTo>
                  <a:lnTo>
                    <a:pt x="2998" y="7871"/>
                  </a:lnTo>
                  <a:lnTo>
                    <a:pt x="3373" y="7933"/>
                  </a:lnTo>
                  <a:lnTo>
                    <a:pt x="3935" y="7996"/>
                  </a:lnTo>
                  <a:lnTo>
                    <a:pt x="4185" y="7996"/>
                  </a:lnTo>
                  <a:lnTo>
                    <a:pt x="4404" y="7964"/>
                  </a:lnTo>
                  <a:lnTo>
                    <a:pt x="4497" y="7933"/>
                  </a:lnTo>
                  <a:lnTo>
                    <a:pt x="4529" y="7902"/>
                  </a:lnTo>
                  <a:lnTo>
                    <a:pt x="4560" y="7871"/>
                  </a:lnTo>
                  <a:lnTo>
                    <a:pt x="4560" y="7808"/>
                  </a:lnTo>
                  <a:lnTo>
                    <a:pt x="3873" y="5747"/>
                  </a:lnTo>
                  <a:lnTo>
                    <a:pt x="3561" y="4779"/>
                  </a:lnTo>
                  <a:lnTo>
                    <a:pt x="3186" y="3842"/>
                  </a:lnTo>
                  <a:lnTo>
                    <a:pt x="2811" y="2905"/>
                  </a:lnTo>
                  <a:lnTo>
                    <a:pt x="2405" y="1968"/>
                  </a:lnTo>
                  <a:lnTo>
                    <a:pt x="1937" y="1000"/>
                  </a:lnTo>
                  <a:lnTo>
                    <a:pt x="1375" y="32"/>
                  </a:lnTo>
                  <a:lnTo>
                    <a:pt x="13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8" name="Google Shape;3868;p61"/>
            <p:cNvSpPr/>
            <p:nvPr/>
          </p:nvSpPr>
          <p:spPr>
            <a:xfrm>
              <a:off x="3268150" y="2677900"/>
              <a:ext cx="78875" cy="57025"/>
            </a:xfrm>
            <a:custGeom>
              <a:avLst/>
              <a:gdLst/>
              <a:ahLst/>
              <a:cxnLst/>
              <a:rect l="l" t="t" r="r" b="b"/>
              <a:pathLst>
                <a:path w="3155" h="2281" extrusionOk="0">
                  <a:moveTo>
                    <a:pt x="157" y="1"/>
                  </a:moveTo>
                  <a:lnTo>
                    <a:pt x="63" y="469"/>
                  </a:lnTo>
                  <a:lnTo>
                    <a:pt x="1" y="969"/>
                  </a:lnTo>
                  <a:lnTo>
                    <a:pt x="1" y="1187"/>
                  </a:lnTo>
                  <a:lnTo>
                    <a:pt x="32" y="1406"/>
                  </a:lnTo>
                  <a:lnTo>
                    <a:pt x="63" y="1625"/>
                  </a:lnTo>
                  <a:lnTo>
                    <a:pt x="157" y="1843"/>
                  </a:lnTo>
                  <a:lnTo>
                    <a:pt x="251" y="1999"/>
                  </a:lnTo>
                  <a:lnTo>
                    <a:pt x="407" y="2156"/>
                  </a:lnTo>
                  <a:lnTo>
                    <a:pt x="625" y="2249"/>
                  </a:lnTo>
                  <a:lnTo>
                    <a:pt x="875" y="2280"/>
                  </a:lnTo>
                  <a:lnTo>
                    <a:pt x="1156" y="2280"/>
                  </a:lnTo>
                  <a:lnTo>
                    <a:pt x="1406" y="2249"/>
                  </a:lnTo>
                  <a:lnTo>
                    <a:pt x="1656" y="2156"/>
                  </a:lnTo>
                  <a:lnTo>
                    <a:pt x="1906" y="2031"/>
                  </a:lnTo>
                  <a:lnTo>
                    <a:pt x="2280" y="1718"/>
                  </a:lnTo>
                  <a:lnTo>
                    <a:pt x="2624" y="1375"/>
                  </a:lnTo>
                  <a:lnTo>
                    <a:pt x="2905" y="1000"/>
                  </a:lnTo>
                  <a:lnTo>
                    <a:pt x="3155" y="594"/>
                  </a:lnTo>
                  <a:lnTo>
                    <a:pt x="3155" y="594"/>
                  </a:lnTo>
                  <a:lnTo>
                    <a:pt x="2749" y="625"/>
                  </a:lnTo>
                  <a:lnTo>
                    <a:pt x="2374" y="625"/>
                  </a:lnTo>
                  <a:lnTo>
                    <a:pt x="1999" y="594"/>
                  </a:lnTo>
                  <a:lnTo>
                    <a:pt x="1593" y="532"/>
                  </a:lnTo>
                  <a:lnTo>
                    <a:pt x="1219" y="438"/>
                  </a:lnTo>
                  <a:lnTo>
                    <a:pt x="875" y="344"/>
                  </a:lnTo>
                  <a:lnTo>
                    <a:pt x="500" y="188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9" name="Google Shape;3869;p61"/>
            <p:cNvSpPr/>
            <p:nvPr/>
          </p:nvSpPr>
          <p:spPr>
            <a:xfrm>
              <a:off x="3268150" y="2702100"/>
              <a:ext cx="47650" cy="32825"/>
            </a:xfrm>
            <a:custGeom>
              <a:avLst/>
              <a:gdLst/>
              <a:ahLst/>
              <a:cxnLst/>
              <a:rect l="l" t="t" r="r" b="b"/>
              <a:pathLst>
                <a:path w="1906" h="1313" extrusionOk="0">
                  <a:moveTo>
                    <a:pt x="1" y="1"/>
                  </a:moveTo>
                  <a:lnTo>
                    <a:pt x="1" y="219"/>
                  </a:lnTo>
                  <a:lnTo>
                    <a:pt x="32" y="438"/>
                  </a:lnTo>
                  <a:lnTo>
                    <a:pt x="63" y="657"/>
                  </a:lnTo>
                  <a:lnTo>
                    <a:pt x="157" y="875"/>
                  </a:lnTo>
                  <a:lnTo>
                    <a:pt x="251" y="1031"/>
                  </a:lnTo>
                  <a:lnTo>
                    <a:pt x="407" y="1188"/>
                  </a:lnTo>
                  <a:lnTo>
                    <a:pt x="625" y="1281"/>
                  </a:lnTo>
                  <a:lnTo>
                    <a:pt x="875" y="1312"/>
                  </a:lnTo>
                  <a:lnTo>
                    <a:pt x="1156" y="1312"/>
                  </a:lnTo>
                  <a:lnTo>
                    <a:pt x="1406" y="1281"/>
                  </a:lnTo>
                  <a:lnTo>
                    <a:pt x="1656" y="1188"/>
                  </a:lnTo>
                  <a:lnTo>
                    <a:pt x="1906" y="1063"/>
                  </a:lnTo>
                  <a:lnTo>
                    <a:pt x="1781" y="813"/>
                  </a:lnTo>
                  <a:lnTo>
                    <a:pt x="1625" y="563"/>
                  </a:lnTo>
                  <a:lnTo>
                    <a:pt x="1406" y="376"/>
                  </a:lnTo>
                  <a:lnTo>
                    <a:pt x="1156" y="219"/>
                  </a:lnTo>
                  <a:lnTo>
                    <a:pt x="875" y="95"/>
                  </a:lnTo>
                  <a:lnTo>
                    <a:pt x="594" y="32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0" name="Google Shape;3870;p61"/>
            <p:cNvSpPr/>
            <p:nvPr/>
          </p:nvSpPr>
          <p:spPr>
            <a:xfrm>
              <a:off x="3171350" y="2548300"/>
              <a:ext cx="89800" cy="51550"/>
            </a:xfrm>
            <a:custGeom>
              <a:avLst/>
              <a:gdLst/>
              <a:ahLst/>
              <a:cxnLst/>
              <a:rect l="l" t="t" r="r" b="b"/>
              <a:pathLst>
                <a:path w="3592" h="2062" extrusionOk="0">
                  <a:moveTo>
                    <a:pt x="1312" y="1"/>
                  </a:moveTo>
                  <a:lnTo>
                    <a:pt x="843" y="32"/>
                  </a:lnTo>
                  <a:lnTo>
                    <a:pt x="437" y="126"/>
                  </a:lnTo>
                  <a:lnTo>
                    <a:pt x="0" y="251"/>
                  </a:lnTo>
                  <a:lnTo>
                    <a:pt x="406" y="282"/>
                  </a:lnTo>
                  <a:lnTo>
                    <a:pt x="812" y="344"/>
                  </a:lnTo>
                  <a:lnTo>
                    <a:pt x="1218" y="438"/>
                  </a:lnTo>
                  <a:lnTo>
                    <a:pt x="1624" y="532"/>
                  </a:lnTo>
                  <a:lnTo>
                    <a:pt x="1968" y="688"/>
                  </a:lnTo>
                  <a:lnTo>
                    <a:pt x="2280" y="875"/>
                  </a:lnTo>
                  <a:lnTo>
                    <a:pt x="2383" y="965"/>
                  </a:lnTo>
                  <a:lnTo>
                    <a:pt x="2383" y="965"/>
                  </a:lnTo>
                  <a:lnTo>
                    <a:pt x="2342" y="969"/>
                  </a:lnTo>
                  <a:lnTo>
                    <a:pt x="1968" y="1031"/>
                  </a:lnTo>
                  <a:lnTo>
                    <a:pt x="1624" y="1156"/>
                  </a:lnTo>
                  <a:lnTo>
                    <a:pt x="1312" y="1312"/>
                  </a:lnTo>
                  <a:lnTo>
                    <a:pt x="1000" y="1500"/>
                  </a:lnTo>
                  <a:lnTo>
                    <a:pt x="750" y="1781"/>
                  </a:lnTo>
                  <a:lnTo>
                    <a:pt x="562" y="2062"/>
                  </a:lnTo>
                  <a:lnTo>
                    <a:pt x="812" y="1906"/>
                  </a:lnTo>
                  <a:lnTo>
                    <a:pt x="1125" y="1750"/>
                  </a:lnTo>
                  <a:lnTo>
                    <a:pt x="1437" y="1656"/>
                  </a:lnTo>
                  <a:lnTo>
                    <a:pt x="1749" y="1593"/>
                  </a:lnTo>
                  <a:lnTo>
                    <a:pt x="2374" y="1531"/>
                  </a:lnTo>
                  <a:lnTo>
                    <a:pt x="2998" y="1562"/>
                  </a:lnTo>
                  <a:lnTo>
                    <a:pt x="3592" y="1593"/>
                  </a:lnTo>
                  <a:lnTo>
                    <a:pt x="3311" y="1094"/>
                  </a:lnTo>
                  <a:lnTo>
                    <a:pt x="3154" y="875"/>
                  </a:lnTo>
                  <a:lnTo>
                    <a:pt x="2998" y="688"/>
                  </a:lnTo>
                  <a:lnTo>
                    <a:pt x="2811" y="532"/>
                  </a:lnTo>
                  <a:lnTo>
                    <a:pt x="2624" y="375"/>
                  </a:lnTo>
                  <a:lnTo>
                    <a:pt x="2405" y="282"/>
                  </a:lnTo>
                  <a:lnTo>
                    <a:pt x="2186" y="188"/>
                  </a:lnTo>
                  <a:lnTo>
                    <a:pt x="1968" y="94"/>
                  </a:lnTo>
                  <a:lnTo>
                    <a:pt x="1749" y="63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1" name="Google Shape;3871;p61"/>
            <p:cNvSpPr/>
            <p:nvPr/>
          </p:nvSpPr>
          <p:spPr>
            <a:xfrm>
              <a:off x="3215850" y="2572500"/>
              <a:ext cx="45300" cy="39075"/>
            </a:xfrm>
            <a:custGeom>
              <a:avLst/>
              <a:gdLst/>
              <a:ahLst/>
              <a:cxnLst/>
              <a:rect l="l" t="t" r="r" b="b"/>
              <a:pathLst>
                <a:path w="1812" h="1563" extrusionOk="0">
                  <a:moveTo>
                    <a:pt x="1406" y="1"/>
                  </a:moveTo>
                  <a:lnTo>
                    <a:pt x="1562" y="282"/>
                  </a:lnTo>
                  <a:lnTo>
                    <a:pt x="1687" y="625"/>
                  </a:lnTo>
                  <a:lnTo>
                    <a:pt x="1656" y="657"/>
                  </a:lnTo>
                  <a:lnTo>
                    <a:pt x="1624" y="719"/>
                  </a:lnTo>
                  <a:lnTo>
                    <a:pt x="1499" y="844"/>
                  </a:lnTo>
                  <a:lnTo>
                    <a:pt x="1250" y="1031"/>
                  </a:lnTo>
                  <a:lnTo>
                    <a:pt x="968" y="1187"/>
                  </a:lnTo>
                  <a:lnTo>
                    <a:pt x="656" y="1344"/>
                  </a:lnTo>
                  <a:lnTo>
                    <a:pt x="313" y="1469"/>
                  </a:lnTo>
                  <a:lnTo>
                    <a:pt x="0" y="1562"/>
                  </a:lnTo>
                  <a:lnTo>
                    <a:pt x="344" y="1531"/>
                  </a:lnTo>
                  <a:lnTo>
                    <a:pt x="719" y="1469"/>
                  </a:lnTo>
                  <a:lnTo>
                    <a:pt x="1031" y="1344"/>
                  </a:lnTo>
                  <a:lnTo>
                    <a:pt x="1374" y="1187"/>
                  </a:lnTo>
                  <a:lnTo>
                    <a:pt x="1531" y="1094"/>
                  </a:lnTo>
                  <a:lnTo>
                    <a:pt x="1656" y="938"/>
                  </a:lnTo>
                  <a:lnTo>
                    <a:pt x="1749" y="782"/>
                  </a:lnTo>
                  <a:lnTo>
                    <a:pt x="1812" y="594"/>
                  </a:lnTo>
                  <a:lnTo>
                    <a:pt x="1656" y="282"/>
                  </a:lnTo>
                  <a:lnTo>
                    <a:pt x="14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2" name="Google Shape;3872;p61"/>
            <p:cNvSpPr/>
            <p:nvPr/>
          </p:nvSpPr>
          <p:spPr>
            <a:xfrm>
              <a:off x="2750525" y="2089225"/>
              <a:ext cx="666775" cy="554350"/>
            </a:xfrm>
            <a:custGeom>
              <a:avLst/>
              <a:gdLst/>
              <a:ahLst/>
              <a:cxnLst/>
              <a:rect l="l" t="t" r="r" b="b"/>
              <a:pathLst>
                <a:path w="26671" h="22174" extrusionOk="0">
                  <a:moveTo>
                    <a:pt x="15084" y="1"/>
                  </a:moveTo>
                  <a:lnTo>
                    <a:pt x="14179" y="63"/>
                  </a:lnTo>
                  <a:lnTo>
                    <a:pt x="13742" y="126"/>
                  </a:lnTo>
                  <a:lnTo>
                    <a:pt x="13304" y="219"/>
                  </a:lnTo>
                  <a:lnTo>
                    <a:pt x="12867" y="313"/>
                  </a:lnTo>
                  <a:lnTo>
                    <a:pt x="12430" y="438"/>
                  </a:lnTo>
                  <a:lnTo>
                    <a:pt x="11993" y="563"/>
                  </a:lnTo>
                  <a:lnTo>
                    <a:pt x="11555" y="719"/>
                  </a:lnTo>
                  <a:lnTo>
                    <a:pt x="10962" y="969"/>
                  </a:lnTo>
                  <a:lnTo>
                    <a:pt x="10369" y="1281"/>
                  </a:lnTo>
                  <a:lnTo>
                    <a:pt x="9838" y="1593"/>
                  </a:lnTo>
                  <a:lnTo>
                    <a:pt x="9307" y="1968"/>
                  </a:lnTo>
                  <a:lnTo>
                    <a:pt x="8807" y="2343"/>
                  </a:lnTo>
                  <a:lnTo>
                    <a:pt x="8370" y="2749"/>
                  </a:lnTo>
                  <a:lnTo>
                    <a:pt x="7933" y="3155"/>
                  </a:lnTo>
                  <a:lnTo>
                    <a:pt x="7558" y="3561"/>
                  </a:lnTo>
                  <a:lnTo>
                    <a:pt x="6902" y="4279"/>
                  </a:lnTo>
                  <a:lnTo>
                    <a:pt x="6434" y="4904"/>
                  </a:lnTo>
                  <a:lnTo>
                    <a:pt x="6122" y="5341"/>
                  </a:lnTo>
                  <a:lnTo>
                    <a:pt x="6028" y="5497"/>
                  </a:lnTo>
                  <a:lnTo>
                    <a:pt x="5840" y="5591"/>
                  </a:lnTo>
                  <a:lnTo>
                    <a:pt x="5278" y="5934"/>
                  </a:lnTo>
                  <a:lnTo>
                    <a:pt x="4466" y="6465"/>
                  </a:lnTo>
                  <a:lnTo>
                    <a:pt x="3998" y="6778"/>
                  </a:lnTo>
                  <a:lnTo>
                    <a:pt x="3498" y="7184"/>
                  </a:lnTo>
                  <a:lnTo>
                    <a:pt x="2999" y="7621"/>
                  </a:lnTo>
                  <a:lnTo>
                    <a:pt x="2499" y="8089"/>
                  </a:lnTo>
                  <a:lnTo>
                    <a:pt x="1999" y="8620"/>
                  </a:lnTo>
                  <a:lnTo>
                    <a:pt x="1562" y="9213"/>
                  </a:lnTo>
                  <a:lnTo>
                    <a:pt x="1125" y="9838"/>
                  </a:lnTo>
                  <a:lnTo>
                    <a:pt x="781" y="10494"/>
                  </a:lnTo>
                  <a:lnTo>
                    <a:pt x="625" y="10837"/>
                  </a:lnTo>
                  <a:lnTo>
                    <a:pt x="469" y="11181"/>
                  </a:lnTo>
                  <a:lnTo>
                    <a:pt x="344" y="11556"/>
                  </a:lnTo>
                  <a:lnTo>
                    <a:pt x="250" y="11930"/>
                  </a:lnTo>
                  <a:lnTo>
                    <a:pt x="125" y="12555"/>
                  </a:lnTo>
                  <a:lnTo>
                    <a:pt x="63" y="13148"/>
                  </a:lnTo>
                  <a:lnTo>
                    <a:pt x="1" y="13742"/>
                  </a:lnTo>
                  <a:lnTo>
                    <a:pt x="1" y="14304"/>
                  </a:lnTo>
                  <a:lnTo>
                    <a:pt x="32" y="14835"/>
                  </a:lnTo>
                  <a:lnTo>
                    <a:pt x="94" y="15366"/>
                  </a:lnTo>
                  <a:lnTo>
                    <a:pt x="188" y="15865"/>
                  </a:lnTo>
                  <a:lnTo>
                    <a:pt x="313" y="16365"/>
                  </a:lnTo>
                  <a:lnTo>
                    <a:pt x="438" y="16833"/>
                  </a:lnTo>
                  <a:lnTo>
                    <a:pt x="594" y="17271"/>
                  </a:lnTo>
                  <a:lnTo>
                    <a:pt x="781" y="17708"/>
                  </a:lnTo>
                  <a:lnTo>
                    <a:pt x="1000" y="18114"/>
                  </a:lnTo>
                  <a:lnTo>
                    <a:pt x="1187" y="18520"/>
                  </a:lnTo>
                  <a:lnTo>
                    <a:pt x="1437" y="18863"/>
                  </a:lnTo>
                  <a:lnTo>
                    <a:pt x="1906" y="19550"/>
                  </a:lnTo>
                  <a:lnTo>
                    <a:pt x="2405" y="20175"/>
                  </a:lnTo>
                  <a:lnTo>
                    <a:pt x="2905" y="20706"/>
                  </a:lnTo>
                  <a:lnTo>
                    <a:pt x="3373" y="21143"/>
                  </a:lnTo>
                  <a:lnTo>
                    <a:pt x="3779" y="21518"/>
                  </a:lnTo>
                  <a:lnTo>
                    <a:pt x="4154" y="21799"/>
                  </a:lnTo>
                  <a:lnTo>
                    <a:pt x="4435" y="22018"/>
                  </a:lnTo>
                  <a:lnTo>
                    <a:pt x="4716" y="22174"/>
                  </a:lnTo>
                  <a:lnTo>
                    <a:pt x="5216" y="21893"/>
                  </a:lnTo>
                  <a:lnTo>
                    <a:pt x="5684" y="21580"/>
                  </a:lnTo>
                  <a:lnTo>
                    <a:pt x="6059" y="21268"/>
                  </a:lnTo>
                  <a:lnTo>
                    <a:pt x="6403" y="20893"/>
                  </a:lnTo>
                  <a:lnTo>
                    <a:pt x="6715" y="20487"/>
                  </a:lnTo>
                  <a:lnTo>
                    <a:pt x="6965" y="20113"/>
                  </a:lnTo>
                  <a:lnTo>
                    <a:pt x="7152" y="19707"/>
                  </a:lnTo>
                  <a:lnTo>
                    <a:pt x="7339" y="19332"/>
                  </a:lnTo>
                  <a:lnTo>
                    <a:pt x="7464" y="18957"/>
                  </a:lnTo>
                  <a:lnTo>
                    <a:pt x="7589" y="18614"/>
                  </a:lnTo>
                  <a:lnTo>
                    <a:pt x="7714" y="17989"/>
                  </a:lnTo>
                  <a:lnTo>
                    <a:pt x="7777" y="17583"/>
                  </a:lnTo>
                  <a:lnTo>
                    <a:pt x="7777" y="17458"/>
                  </a:lnTo>
                  <a:lnTo>
                    <a:pt x="8776" y="17177"/>
                  </a:lnTo>
                  <a:lnTo>
                    <a:pt x="9713" y="16865"/>
                  </a:lnTo>
                  <a:lnTo>
                    <a:pt x="10587" y="16521"/>
                  </a:lnTo>
                  <a:lnTo>
                    <a:pt x="11368" y="16178"/>
                  </a:lnTo>
                  <a:lnTo>
                    <a:pt x="12118" y="15772"/>
                  </a:lnTo>
                  <a:lnTo>
                    <a:pt x="12805" y="15366"/>
                  </a:lnTo>
                  <a:lnTo>
                    <a:pt x="13429" y="14928"/>
                  </a:lnTo>
                  <a:lnTo>
                    <a:pt x="13991" y="14491"/>
                  </a:lnTo>
                  <a:lnTo>
                    <a:pt x="14491" y="14023"/>
                  </a:lnTo>
                  <a:lnTo>
                    <a:pt x="14959" y="13523"/>
                  </a:lnTo>
                  <a:lnTo>
                    <a:pt x="15397" y="13055"/>
                  </a:lnTo>
                  <a:lnTo>
                    <a:pt x="15771" y="12555"/>
                  </a:lnTo>
                  <a:lnTo>
                    <a:pt x="16115" y="12055"/>
                  </a:lnTo>
                  <a:lnTo>
                    <a:pt x="16396" y="11587"/>
                  </a:lnTo>
                  <a:lnTo>
                    <a:pt x="16646" y="11087"/>
                  </a:lnTo>
                  <a:lnTo>
                    <a:pt x="16864" y="10588"/>
                  </a:lnTo>
                  <a:lnTo>
                    <a:pt x="17052" y="10119"/>
                  </a:lnTo>
                  <a:lnTo>
                    <a:pt x="17208" y="9651"/>
                  </a:lnTo>
                  <a:lnTo>
                    <a:pt x="17333" y="9182"/>
                  </a:lnTo>
                  <a:lnTo>
                    <a:pt x="17458" y="8745"/>
                  </a:lnTo>
                  <a:lnTo>
                    <a:pt x="17614" y="7933"/>
                  </a:lnTo>
                  <a:lnTo>
                    <a:pt x="17676" y="7215"/>
                  </a:lnTo>
                  <a:lnTo>
                    <a:pt x="17708" y="6621"/>
                  </a:lnTo>
                  <a:lnTo>
                    <a:pt x="17708" y="6184"/>
                  </a:lnTo>
                  <a:lnTo>
                    <a:pt x="17676" y="5778"/>
                  </a:lnTo>
                  <a:lnTo>
                    <a:pt x="17676" y="5778"/>
                  </a:lnTo>
                  <a:lnTo>
                    <a:pt x="18457" y="6621"/>
                  </a:lnTo>
                  <a:lnTo>
                    <a:pt x="19269" y="7371"/>
                  </a:lnTo>
                  <a:lnTo>
                    <a:pt x="20081" y="8027"/>
                  </a:lnTo>
                  <a:lnTo>
                    <a:pt x="20862" y="8589"/>
                  </a:lnTo>
                  <a:lnTo>
                    <a:pt x="21611" y="9089"/>
                  </a:lnTo>
                  <a:lnTo>
                    <a:pt x="22361" y="9526"/>
                  </a:lnTo>
                  <a:lnTo>
                    <a:pt x="23079" y="9869"/>
                  </a:lnTo>
                  <a:lnTo>
                    <a:pt x="23735" y="10150"/>
                  </a:lnTo>
                  <a:lnTo>
                    <a:pt x="24328" y="10400"/>
                  </a:lnTo>
                  <a:lnTo>
                    <a:pt x="24890" y="10588"/>
                  </a:lnTo>
                  <a:lnTo>
                    <a:pt x="25390" y="10712"/>
                  </a:lnTo>
                  <a:lnTo>
                    <a:pt x="25827" y="10837"/>
                  </a:lnTo>
                  <a:lnTo>
                    <a:pt x="26421" y="10931"/>
                  </a:lnTo>
                  <a:lnTo>
                    <a:pt x="26639" y="10962"/>
                  </a:lnTo>
                  <a:lnTo>
                    <a:pt x="26671" y="10837"/>
                  </a:lnTo>
                  <a:lnTo>
                    <a:pt x="26671" y="10463"/>
                  </a:lnTo>
                  <a:lnTo>
                    <a:pt x="26577" y="9838"/>
                  </a:lnTo>
                  <a:lnTo>
                    <a:pt x="26421" y="9057"/>
                  </a:lnTo>
                  <a:lnTo>
                    <a:pt x="26296" y="8589"/>
                  </a:lnTo>
                  <a:lnTo>
                    <a:pt x="26140" y="8089"/>
                  </a:lnTo>
                  <a:lnTo>
                    <a:pt x="25952" y="7558"/>
                  </a:lnTo>
                  <a:lnTo>
                    <a:pt x="25702" y="6965"/>
                  </a:lnTo>
                  <a:lnTo>
                    <a:pt x="25421" y="6403"/>
                  </a:lnTo>
                  <a:lnTo>
                    <a:pt x="25078" y="5778"/>
                  </a:lnTo>
                  <a:lnTo>
                    <a:pt x="24703" y="5154"/>
                  </a:lnTo>
                  <a:lnTo>
                    <a:pt x="24235" y="4498"/>
                  </a:lnTo>
                  <a:lnTo>
                    <a:pt x="23985" y="4123"/>
                  </a:lnTo>
                  <a:lnTo>
                    <a:pt x="23673" y="3780"/>
                  </a:lnTo>
                  <a:lnTo>
                    <a:pt x="23391" y="3436"/>
                  </a:lnTo>
                  <a:lnTo>
                    <a:pt x="23079" y="3124"/>
                  </a:lnTo>
                  <a:lnTo>
                    <a:pt x="22736" y="2811"/>
                  </a:lnTo>
                  <a:lnTo>
                    <a:pt x="22392" y="2499"/>
                  </a:lnTo>
                  <a:lnTo>
                    <a:pt x="21705" y="1968"/>
                  </a:lnTo>
                  <a:lnTo>
                    <a:pt x="20956" y="1500"/>
                  </a:lnTo>
                  <a:lnTo>
                    <a:pt x="20175" y="1063"/>
                  </a:lnTo>
                  <a:lnTo>
                    <a:pt x="19394" y="719"/>
                  </a:lnTo>
                  <a:lnTo>
                    <a:pt x="18551" y="438"/>
                  </a:lnTo>
                  <a:lnTo>
                    <a:pt x="17708" y="219"/>
                  </a:lnTo>
                  <a:lnTo>
                    <a:pt x="16833" y="94"/>
                  </a:lnTo>
                  <a:lnTo>
                    <a:pt x="159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3" name="Google Shape;3873;p61"/>
            <p:cNvSpPr/>
            <p:nvPr/>
          </p:nvSpPr>
          <p:spPr>
            <a:xfrm>
              <a:off x="2786450" y="2599825"/>
              <a:ext cx="174900" cy="199900"/>
            </a:xfrm>
            <a:custGeom>
              <a:avLst/>
              <a:gdLst/>
              <a:ahLst/>
              <a:cxnLst/>
              <a:rect l="l" t="t" r="r" b="b"/>
              <a:pathLst>
                <a:path w="6996" h="7996" extrusionOk="0">
                  <a:moveTo>
                    <a:pt x="1249" y="1"/>
                  </a:moveTo>
                  <a:lnTo>
                    <a:pt x="1062" y="32"/>
                  </a:lnTo>
                  <a:lnTo>
                    <a:pt x="875" y="94"/>
                  </a:lnTo>
                  <a:lnTo>
                    <a:pt x="687" y="157"/>
                  </a:lnTo>
                  <a:lnTo>
                    <a:pt x="531" y="282"/>
                  </a:lnTo>
                  <a:lnTo>
                    <a:pt x="375" y="407"/>
                  </a:lnTo>
                  <a:lnTo>
                    <a:pt x="250" y="563"/>
                  </a:lnTo>
                  <a:lnTo>
                    <a:pt x="156" y="750"/>
                  </a:lnTo>
                  <a:lnTo>
                    <a:pt x="63" y="969"/>
                  </a:lnTo>
                  <a:lnTo>
                    <a:pt x="31" y="1188"/>
                  </a:lnTo>
                  <a:lnTo>
                    <a:pt x="0" y="1406"/>
                  </a:lnTo>
                  <a:lnTo>
                    <a:pt x="0" y="1656"/>
                  </a:lnTo>
                  <a:lnTo>
                    <a:pt x="0" y="1937"/>
                  </a:lnTo>
                  <a:lnTo>
                    <a:pt x="94" y="2499"/>
                  </a:lnTo>
                  <a:lnTo>
                    <a:pt x="250" y="3124"/>
                  </a:lnTo>
                  <a:lnTo>
                    <a:pt x="500" y="3748"/>
                  </a:lnTo>
                  <a:lnTo>
                    <a:pt x="781" y="4373"/>
                  </a:lnTo>
                  <a:lnTo>
                    <a:pt x="1093" y="4998"/>
                  </a:lnTo>
                  <a:lnTo>
                    <a:pt x="1468" y="5591"/>
                  </a:lnTo>
                  <a:lnTo>
                    <a:pt x="1874" y="6153"/>
                  </a:lnTo>
                  <a:lnTo>
                    <a:pt x="2311" y="6653"/>
                  </a:lnTo>
                  <a:lnTo>
                    <a:pt x="2748" y="7121"/>
                  </a:lnTo>
                  <a:lnTo>
                    <a:pt x="3186" y="7465"/>
                  </a:lnTo>
                  <a:lnTo>
                    <a:pt x="3435" y="7621"/>
                  </a:lnTo>
                  <a:lnTo>
                    <a:pt x="3654" y="7746"/>
                  </a:lnTo>
                  <a:lnTo>
                    <a:pt x="3873" y="7839"/>
                  </a:lnTo>
                  <a:lnTo>
                    <a:pt x="4091" y="7902"/>
                  </a:lnTo>
                  <a:lnTo>
                    <a:pt x="4310" y="7964"/>
                  </a:lnTo>
                  <a:lnTo>
                    <a:pt x="4560" y="7996"/>
                  </a:lnTo>
                  <a:lnTo>
                    <a:pt x="4997" y="7996"/>
                  </a:lnTo>
                  <a:lnTo>
                    <a:pt x="5215" y="7964"/>
                  </a:lnTo>
                  <a:lnTo>
                    <a:pt x="5434" y="7902"/>
                  </a:lnTo>
                  <a:lnTo>
                    <a:pt x="5653" y="7808"/>
                  </a:lnTo>
                  <a:lnTo>
                    <a:pt x="5840" y="7714"/>
                  </a:lnTo>
                  <a:lnTo>
                    <a:pt x="6027" y="7621"/>
                  </a:lnTo>
                  <a:lnTo>
                    <a:pt x="6215" y="7496"/>
                  </a:lnTo>
                  <a:lnTo>
                    <a:pt x="6371" y="7340"/>
                  </a:lnTo>
                  <a:lnTo>
                    <a:pt x="6527" y="7184"/>
                  </a:lnTo>
                  <a:lnTo>
                    <a:pt x="6652" y="6996"/>
                  </a:lnTo>
                  <a:lnTo>
                    <a:pt x="6777" y="6809"/>
                  </a:lnTo>
                  <a:lnTo>
                    <a:pt x="6871" y="6590"/>
                  </a:lnTo>
                  <a:lnTo>
                    <a:pt x="6964" y="6372"/>
                  </a:lnTo>
                  <a:lnTo>
                    <a:pt x="6996" y="6278"/>
                  </a:lnTo>
                  <a:lnTo>
                    <a:pt x="5778" y="2780"/>
                  </a:lnTo>
                  <a:lnTo>
                    <a:pt x="5621" y="2624"/>
                  </a:lnTo>
                  <a:lnTo>
                    <a:pt x="5215" y="2218"/>
                  </a:lnTo>
                  <a:lnTo>
                    <a:pt x="4591" y="1656"/>
                  </a:lnTo>
                  <a:lnTo>
                    <a:pt x="4216" y="1344"/>
                  </a:lnTo>
                  <a:lnTo>
                    <a:pt x="3810" y="1031"/>
                  </a:lnTo>
                  <a:lnTo>
                    <a:pt x="3404" y="750"/>
                  </a:lnTo>
                  <a:lnTo>
                    <a:pt x="2967" y="500"/>
                  </a:lnTo>
                  <a:lnTo>
                    <a:pt x="2530" y="282"/>
                  </a:lnTo>
                  <a:lnTo>
                    <a:pt x="2092" y="126"/>
                  </a:lnTo>
                  <a:lnTo>
                    <a:pt x="1655" y="32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4" name="Google Shape;3874;p61"/>
            <p:cNvSpPr/>
            <p:nvPr/>
          </p:nvSpPr>
          <p:spPr>
            <a:xfrm>
              <a:off x="2821575" y="2647450"/>
              <a:ext cx="109325" cy="118700"/>
            </a:xfrm>
            <a:custGeom>
              <a:avLst/>
              <a:gdLst/>
              <a:ahLst/>
              <a:cxnLst/>
              <a:rect l="l" t="t" r="r" b="b"/>
              <a:pathLst>
                <a:path w="4373" h="4748" extrusionOk="0">
                  <a:moveTo>
                    <a:pt x="32" y="1"/>
                  </a:moveTo>
                  <a:lnTo>
                    <a:pt x="0" y="32"/>
                  </a:lnTo>
                  <a:lnTo>
                    <a:pt x="32" y="63"/>
                  </a:lnTo>
                  <a:lnTo>
                    <a:pt x="313" y="157"/>
                  </a:lnTo>
                  <a:lnTo>
                    <a:pt x="625" y="282"/>
                  </a:lnTo>
                  <a:lnTo>
                    <a:pt x="906" y="407"/>
                  </a:lnTo>
                  <a:lnTo>
                    <a:pt x="1156" y="563"/>
                  </a:lnTo>
                  <a:lnTo>
                    <a:pt x="1406" y="719"/>
                  </a:lnTo>
                  <a:lnTo>
                    <a:pt x="1624" y="906"/>
                  </a:lnTo>
                  <a:lnTo>
                    <a:pt x="2093" y="1312"/>
                  </a:lnTo>
                  <a:lnTo>
                    <a:pt x="2468" y="1750"/>
                  </a:lnTo>
                  <a:lnTo>
                    <a:pt x="2842" y="2249"/>
                  </a:lnTo>
                  <a:lnTo>
                    <a:pt x="3155" y="2749"/>
                  </a:lnTo>
                  <a:lnTo>
                    <a:pt x="3467" y="3280"/>
                  </a:lnTo>
                  <a:lnTo>
                    <a:pt x="3248" y="3093"/>
                  </a:lnTo>
                  <a:lnTo>
                    <a:pt x="3030" y="2936"/>
                  </a:lnTo>
                  <a:lnTo>
                    <a:pt x="2811" y="2843"/>
                  </a:lnTo>
                  <a:lnTo>
                    <a:pt x="2561" y="2780"/>
                  </a:lnTo>
                  <a:lnTo>
                    <a:pt x="2311" y="2780"/>
                  </a:lnTo>
                  <a:lnTo>
                    <a:pt x="2062" y="2843"/>
                  </a:lnTo>
                  <a:lnTo>
                    <a:pt x="1812" y="2968"/>
                  </a:lnTo>
                  <a:lnTo>
                    <a:pt x="1562" y="3186"/>
                  </a:lnTo>
                  <a:lnTo>
                    <a:pt x="1531" y="3217"/>
                  </a:lnTo>
                  <a:lnTo>
                    <a:pt x="1531" y="3249"/>
                  </a:lnTo>
                  <a:lnTo>
                    <a:pt x="1593" y="3249"/>
                  </a:lnTo>
                  <a:lnTo>
                    <a:pt x="1812" y="3186"/>
                  </a:lnTo>
                  <a:lnTo>
                    <a:pt x="2030" y="3124"/>
                  </a:lnTo>
                  <a:lnTo>
                    <a:pt x="2249" y="3124"/>
                  </a:lnTo>
                  <a:lnTo>
                    <a:pt x="2436" y="3155"/>
                  </a:lnTo>
                  <a:lnTo>
                    <a:pt x="2655" y="3186"/>
                  </a:lnTo>
                  <a:lnTo>
                    <a:pt x="2842" y="3280"/>
                  </a:lnTo>
                  <a:lnTo>
                    <a:pt x="3030" y="3405"/>
                  </a:lnTo>
                  <a:lnTo>
                    <a:pt x="3217" y="3530"/>
                  </a:lnTo>
                  <a:lnTo>
                    <a:pt x="3436" y="3811"/>
                  </a:lnTo>
                  <a:lnTo>
                    <a:pt x="3686" y="4092"/>
                  </a:lnTo>
                  <a:lnTo>
                    <a:pt x="3904" y="4373"/>
                  </a:lnTo>
                  <a:lnTo>
                    <a:pt x="4092" y="4685"/>
                  </a:lnTo>
                  <a:lnTo>
                    <a:pt x="4123" y="4716"/>
                  </a:lnTo>
                  <a:lnTo>
                    <a:pt x="4185" y="4748"/>
                  </a:lnTo>
                  <a:lnTo>
                    <a:pt x="4279" y="4716"/>
                  </a:lnTo>
                  <a:lnTo>
                    <a:pt x="4373" y="4654"/>
                  </a:lnTo>
                  <a:lnTo>
                    <a:pt x="4373" y="4623"/>
                  </a:lnTo>
                  <a:lnTo>
                    <a:pt x="4341" y="4560"/>
                  </a:lnTo>
                  <a:lnTo>
                    <a:pt x="4341" y="4529"/>
                  </a:lnTo>
                  <a:lnTo>
                    <a:pt x="4279" y="4154"/>
                  </a:lnTo>
                  <a:lnTo>
                    <a:pt x="4185" y="3748"/>
                  </a:lnTo>
                  <a:lnTo>
                    <a:pt x="4060" y="3374"/>
                  </a:lnTo>
                  <a:lnTo>
                    <a:pt x="3873" y="2968"/>
                  </a:lnTo>
                  <a:lnTo>
                    <a:pt x="3686" y="2593"/>
                  </a:lnTo>
                  <a:lnTo>
                    <a:pt x="3467" y="2218"/>
                  </a:lnTo>
                  <a:lnTo>
                    <a:pt x="3186" y="1843"/>
                  </a:lnTo>
                  <a:lnTo>
                    <a:pt x="2905" y="1500"/>
                  </a:lnTo>
                  <a:lnTo>
                    <a:pt x="2624" y="1156"/>
                  </a:lnTo>
                  <a:lnTo>
                    <a:pt x="2280" y="875"/>
                  </a:lnTo>
                  <a:lnTo>
                    <a:pt x="1937" y="625"/>
                  </a:lnTo>
                  <a:lnTo>
                    <a:pt x="1593" y="407"/>
                  </a:lnTo>
                  <a:lnTo>
                    <a:pt x="1218" y="219"/>
                  </a:lnTo>
                  <a:lnTo>
                    <a:pt x="812" y="94"/>
                  </a:lnTo>
                  <a:lnTo>
                    <a:pt x="438" y="3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5" name="Google Shape;3875;p61"/>
            <p:cNvSpPr/>
            <p:nvPr/>
          </p:nvSpPr>
          <p:spPr>
            <a:xfrm>
              <a:off x="3281425" y="2402300"/>
              <a:ext cx="27350" cy="28150"/>
            </a:xfrm>
            <a:custGeom>
              <a:avLst/>
              <a:gdLst/>
              <a:ahLst/>
              <a:cxnLst/>
              <a:rect l="l" t="t" r="r" b="b"/>
              <a:pathLst>
                <a:path w="1094" h="1126" extrusionOk="0">
                  <a:moveTo>
                    <a:pt x="563" y="1"/>
                  </a:moveTo>
                  <a:lnTo>
                    <a:pt x="469" y="32"/>
                  </a:lnTo>
                  <a:lnTo>
                    <a:pt x="438" y="32"/>
                  </a:lnTo>
                  <a:lnTo>
                    <a:pt x="344" y="63"/>
                  </a:lnTo>
                  <a:lnTo>
                    <a:pt x="250" y="94"/>
                  </a:lnTo>
                  <a:lnTo>
                    <a:pt x="157" y="157"/>
                  </a:lnTo>
                  <a:lnTo>
                    <a:pt x="94" y="251"/>
                  </a:lnTo>
                  <a:lnTo>
                    <a:pt x="32" y="344"/>
                  </a:lnTo>
                  <a:lnTo>
                    <a:pt x="1" y="438"/>
                  </a:lnTo>
                  <a:lnTo>
                    <a:pt x="1" y="563"/>
                  </a:lnTo>
                  <a:lnTo>
                    <a:pt x="1" y="657"/>
                  </a:lnTo>
                  <a:lnTo>
                    <a:pt x="32" y="782"/>
                  </a:lnTo>
                  <a:lnTo>
                    <a:pt x="94" y="875"/>
                  </a:lnTo>
                  <a:lnTo>
                    <a:pt x="157" y="938"/>
                  </a:lnTo>
                  <a:lnTo>
                    <a:pt x="219" y="1031"/>
                  </a:lnTo>
                  <a:lnTo>
                    <a:pt x="313" y="1063"/>
                  </a:lnTo>
                  <a:lnTo>
                    <a:pt x="438" y="1094"/>
                  </a:lnTo>
                  <a:lnTo>
                    <a:pt x="532" y="1125"/>
                  </a:lnTo>
                  <a:lnTo>
                    <a:pt x="656" y="1094"/>
                  </a:lnTo>
                  <a:lnTo>
                    <a:pt x="750" y="1063"/>
                  </a:lnTo>
                  <a:lnTo>
                    <a:pt x="844" y="1031"/>
                  </a:lnTo>
                  <a:lnTo>
                    <a:pt x="938" y="969"/>
                  </a:lnTo>
                  <a:lnTo>
                    <a:pt x="1000" y="875"/>
                  </a:lnTo>
                  <a:lnTo>
                    <a:pt x="1062" y="782"/>
                  </a:lnTo>
                  <a:lnTo>
                    <a:pt x="1094" y="688"/>
                  </a:lnTo>
                  <a:lnTo>
                    <a:pt x="1094" y="563"/>
                  </a:lnTo>
                  <a:lnTo>
                    <a:pt x="1094" y="469"/>
                  </a:lnTo>
                  <a:lnTo>
                    <a:pt x="1062" y="344"/>
                  </a:lnTo>
                  <a:lnTo>
                    <a:pt x="1000" y="251"/>
                  </a:lnTo>
                  <a:lnTo>
                    <a:pt x="938" y="188"/>
                  </a:lnTo>
                  <a:lnTo>
                    <a:pt x="875" y="126"/>
                  </a:lnTo>
                  <a:lnTo>
                    <a:pt x="781" y="63"/>
                  </a:lnTo>
                  <a:lnTo>
                    <a:pt x="688" y="32"/>
                  </a:lnTo>
                  <a:lnTo>
                    <a:pt x="563" y="1"/>
                  </a:lnTo>
                  <a:close/>
                </a:path>
              </a:pathLst>
            </a:custGeom>
            <a:solidFill>
              <a:srgbClr val="7744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6" name="Google Shape;3876;p61"/>
            <p:cNvSpPr/>
            <p:nvPr/>
          </p:nvSpPr>
          <p:spPr>
            <a:xfrm>
              <a:off x="6306775" y="4707825"/>
              <a:ext cx="263925" cy="40625"/>
            </a:xfrm>
            <a:custGeom>
              <a:avLst/>
              <a:gdLst/>
              <a:ahLst/>
              <a:cxnLst/>
              <a:rect l="l" t="t" r="r" b="b"/>
              <a:pathLst>
                <a:path w="10557" h="1625" extrusionOk="0">
                  <a:moveTo>
                    <a:pt x="1" y="0"/>
                  </a:moveTo>
                  <a:lnTo>
                    <a:pt x="1" y="1624"/>
                  </a:lnTo>
                  <a:lnTo>
                    <a:pt x="10557" y="1624"/>
                  </a:lnTo>
                  <a:lnTo>
                    <a:pt x="105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7" name="Google Shape;3877;p61"/>
            <p:cNvSpPr/>
            <p:nvPr/>
          </p:nvSpPr>
          <p:spPr>
            <a:xfrm>
              <a:off x="6306775" y="4707825"/>
              <a:ext cx="263925" cy="26550"/>
            </a:xfrm>
            <a:custGeom>
              <a:avLst/>
              <a:gdLst/>
              <a:ahLst/>
              <a:cxnLst/>
              <a:rect l="l" t="t" r="r" b="b"/>
              <a:pathLst>
                <a:path w="10557" h="1062" extrusionOk="0">
                  <a:moveTo>
                    <a:pt x="1" y="0"/>
                  </a:moveTo>
                  <a:lnTo>
                    <a:pt x="1" y="1062"/>
                  </a:lnTo>
                  <a:lnTo>
                    <a:pt x="10557" y="1062"/>
                  </a:lnTo>
                  <a:lnTo>
                    <a:pt x="105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8" name="Google Shape;3878;p61"/>
            <p:cNvSpPr/>
            <p:nvPr/>
          </p:nvSpPr>
          <p:spPr>
            <a:xfrm>
              <a:off x="5947650" y="4286225"/>
              <a:ext cx="258450" cy="376325"/>
            </a:xfrm>
            <a:custGeom>
              <a:avLst/>
              <a:gdLst/>
              <a:ahLst/>
              <a:cxnLst/>
              <a:rect l="l" t="t" r="r" b="b"/>
              <a:pathLst>
                <a:path w="10338" h="15053" extrusionOk="0">
                  <a:moveTo>
                    <a:pt x="3873" y="0"/>
                  </a:moveTo>
                  <a:lnTo>
                    <a:pt x="3404" y="31"/>
                  </a:lnTo>
                  <a:lnTo>
                    <a:pt x="2967" y="94"/>
                  </a:lnTo>
                  <a:lnTo>
                    <a:pt x="2530" y="250"/>
                  </a:lnTo>
                  <a:lnTo>
                    <a:pt x="2124" y="437"/>
                  </a:lnTo>
                  <a:lnTo>
                    <a:pt x="1937" y="562"/>
                  </a:lnTo>
                  <a:lnTo>
                    <a:pt x="1749" y="687"/>
                  </a:lnTo>
                  <a:lnTo>
                    <a:pt x="1593" y="843"/>
                  </a:lnTo>
                  <a:lnTo>
                    <a:pt x="1437" y="1031"/>
                  </a:lnTo>
                  <a:lnTo>
                    <a:pt x="1218" y="1312"/>
                  </a:lnTo>
                  <a:lnTo>
                    <a:pt x="1031" y="1624"/>
                  </a:lnTo>
                  <a:lnTo>
                    <a:pt x="844" y="1936"/>
                  </a:lnTo>
                  <a:lnTo>
                    <a:pt x="687" y="2249"/>
                  </a:lnTo>
                  <a:lnTo>
                    <a:pt x="563" y="2592"/>
                  </a:lnTo>
                  <a:lnTo>
                    <a:pt x="438" y="2967"/>
                  </a:lnTo>
                  <a:lnTo>
                    <a:pt x="219" y="3685"/>
                  </a:lnTo>
                  <a:lnTo>
                    <a:pt x="94" y="4466"/>
                  </a:lnTo>
                  <a:lnTo>
                    <a:pt x="32" y="5247"/>
                  </a:lnTo>
                  <a:lnTo>
                    <a:pt x="0" y="6059"/>
                  </a:lnTo>
                  <a:lnTo>
                    <a:pt x="63" y="6871"/>
                  </a:lnTo>
                  <a:lnTo>
                    <a:pt x="125" y="7683"/>
                  </a:lnTo>
                  <a:lnTo>
                    <a:pt x="281" y="8463"/>
                  </a:lnTo>
                  <a:lnTo>
                    <a:pt x="438" y="9244"/>
                  </a:lnTo>
                  <a:lnTo>
                    <a:pt x="656" y="9962"/>
                  </a:lnTo>
                  <a:lnTo>
                    <a:pt x="906" y="10681"/>
                  </a:lnTo>
                  <a:lnTo>
                    <a:pt x="1187" y="11305"/>
                  </a:lnTo>
                  <a:lnTo>
                    <a:pt x="1499" y="11899"/>
                  </a:lnTo>
                  <a:lnTo>
                    <a:pt x="1812" y="12430"/>
                  </a:lnTo>
                  <a:lnTo>
                    <a:pt x="2062" y="12773"/>
                  </a:lnTo>
                  <a:lnTo>
                    <a:pt x="2343" y="13117"/>
                  </a:lnTo>
                  <a:lnTo>
                    <a:pt x="2655" y="13398"/>
                  </a:lnTo>
                  <a:lnTo>
                    <a:pt x="2967" y="13679"/>
                  </a:lnTo>
                  <a:lnTo>
                    <a:pt x="3311" y="13960"/>
                  </a:lnTo>
                  <a:lnTo>
                    <a:pt x="3654" y="14178"/>
                  </a:lnTo>
                  <a:lnTo>
                    <a:pt x="4029" y="14397"/>
                  </a:lnTo>
                  <a:lnTo>
                    <a:pt x="4404" y="14553"/>
                  </a:lnTo>
                  <a:lnTo>
                    <a:pt x="4810" y="14709"/>
                  </a:lnTo>
                  <a:lnTo>
                    <a:pt x="5216" y="14834"/>
                  </a:lnTo>
                  <a:lnTo>
                    <a:pt x="5622" y="14928"/>
                  </a:lnTo>
                  <a:lnTo>
                    <a:pt x="6059" y="14990"/>
                  </a:lnTo>
                  <a:lnTo>
                    <a:pt x="6465" y="15053"/>
                  </a:lnTo>
                  <a:lnTo>
                    <a:pt x="6902" y="15053"/>
                  </a:lnTo>
                  <a:lnTo>
                    <a:pt x="7339" y="15022"/>
                  </a:lnTo>
                  <a:lnTo>
                    <a:pt x="7777" y="14959"/>
                  </a:lnTo>
                  <a:lnTo>
                    <a:pt x="8307" y="14834"/>
                  </a:lnTo>
                  <a:lnTo>
                    <a:pt x="8838" y="14647"/>
                  </a:lnTo>
                  <a:lnTo>
                    <a:pt x="9213" y="14491"/>
                  </a:lnTo>
                  <a:lnTo>
                    <a:pt x="9619" y="14303"/>
                  </a:lnTo>
                  <a:lnTo>
                    <a:pt x="9963" y="14085"/>
                  </a:lnTo>
                  <a:lnTo>
                    <a:pt x="10337" y="13866"/>
                  </a:lnTo>
                  <a:lnTo>
                    <a:pt x="8994" y="11867"/>
                  </a:lnTo>
                  <a:lnTo>
                    <a:pt x="8620" y="12117"/>
                  </a:lnTo>
                  <a:lnTo>
                    <a:pt x="8214" y="12336"/>
                  </a:lnTo>
                  <a:lnTo>
                    <a:pt x="7745" y="12492"/>
                  </a:lnTo>
                  <a:lnTo>
                    <a:pt x="7308" y="12617"/>
                  </a:lnTo>
                  <a:lnTo>
                    <a:pt x="6902" y="12679"/>
                  </a:lnTo>
                  <a:lnTo>
                    <a:pt x="6496" y="12679"/>
                  </a:lnTo>
                  <a:lnTo>
                    <a:pt x="6121" y="12617"/>
                  </a:lnTo>
                  <a:lnTo>
                    <a:pt x="5778" y="12523"/>
                  </a:lnTo>
                  <a:lnTo>
                    <a:pt x="5466" y="12430"/>
                  </a:lnTo>
                  <a:lnTo>
                    <a:pt x="5153" y="12273"/>
                  </a:lnTo>
                  <a:lnTo>
                    <a:pt x="4903" y="12117"/>
                  </a:lnTo>
                  <a:lnTo>
                    <a:pt x="4654" y="11930"/>
                  </a:lnTo>
                  <a:lnTo>
                    <a:pt x="4248" y="11586"/>
                  </a:lnTo>
                  <a:lnTo>
                    <a:pt x="3967" y="11274"/>
                  </a:lnTo>
                  <a:lnTo>
                    <a:pt x="3779" y="11024"/>
                  </a:lnTo>
                  <a:lnTo>
                    <a:pt x="3529" y="10618"/>
                  </a:lnTo>
                  <a:lnTo>
                    <a:pt x="3279" y="10150"/>
                  </a:lnTo>
                  <a:lnTo>
                    <a:pt x="3061" y="9650"/>
                  </a:lnTo>
                  <a:lnTo>
                    <a:pt x="2874" y="9088"/>
                  </a:lnTo>
                  <a:lnTo>
                    <a:pt x="2717" y="8526"/>
                  </a:lnTo>
                  <a:lnTo>
                    <a:pt x="2592" y="7933"/>
                  </a:lnTo>
                  <a:lnTo>
                    <a:pt x="2499" y="7308"/>
                  </a:lnTo>
                  <a:lnTo>
                    <a:pt x="2436" y="6683"/>
                  </a:lnTo>
                  <a:lnTo>
                    <a:pt x="2405" y="6090"/>
                  </a:lnTo>
                  <a:lnTo>
                    <a:pt x="2405" y="5497"/>
                  </a:lnTo>
                  <a:lnTo>
                    <a:pt x="2468" y="4903"/>
                  </a:lnTo>
                  <a:lnTo>
                    <a:pt x="2530" y="4341"/>
                  </a:lnTo>
                  <a:lnTo>
                    <a:pt x="2655" y="3810"/>
                  </a:lnTo>
                  <a:lnTo>
                    <a:pt x="2811" y="3342"/>
                  </a:lnTo>
                  <a:lnTo>
                    <a:pt x="3030" y="2905"/>
                  </a:lnTo>
                  <a:lnTo>
                    <a:pt x="3279" y="2561"/>
                  </a:lnTo>
                  <a:lnTo>
                    <a:pt x="3342" y="2499"/>
                  </a:lnTo>
                  <a:lnTo>
                    <a:pt x="3436" y="2436"/>
                  </a:lnTo>
                  <a:lnTo>
                    <a:pt x="3592" y="2405"/>
                  </a:lnTo>
                  <a:lnTo>
                    <a:pt x="3779" y="2374"/>
                  </a:lnTo>
                  <a:lnTo>
                    <a:pt x="4091" y="2374"/>
                  </a:lnTo>
                  <a:lnTo>
                    <a:pt x="4466" y="2405"/>
                  </a:lnTo>
                  <a:lnTo>
                    <a:pt x="4935" y="2467"/>
                  </a:lnTo>
                  <a:lnTo>
                    <a:pt x="5528" y="2561"/>
                  </a:lnTo>
                  <a:lnTo>
                    <a:pt x="6028" y="2686"/>
                  </a:lnTo>
                  <a:lnTo>
                    <a:pt x="6590" y="2842"/>
                  </a:lnTo>
                  <a:lnTo>
                    <a:pt x="7058" y="2967"/>
                  </a:lnTo>
                  <a:lnTo>
                    <a:pt x="7558" y="3030"/>
                  </a:lnTo>
                  <a:lnTo>
                    <a:pt x="7589" y="1843"/>
                  </a:lnTo>
                  <a:lnTo>
                    <a:pt x="7714" y="656"/>
                  </a:lnTo>
                  <a:lnTo>
                    <a:pt x="7214" y="531"/>
                  </a:lnTo>
                  <a:lnTo>
                    <a:pt x="6621" y="375"/>
                  </a:lnTo>
                  <a:lnTo>
                    <a:pt x="6028" y="219"/>
                  </a:lnTo>
                  <a:lnTo>
                    <a:pt x="5403" y="125"/>
                  </a:lnTo>
                  <a:lnTo>
                    <a:pt x="4810" y="31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9" name="Google Shape;3879;p61"/>
            <p:cNvSpPr/>
            <p:nvPr/>
          </p:nvSpPr>
          <p:spPr>
            <a:xfrm>
              <a:off x="6152200" y="4582900"/>
              <a:ext cx="53900" cy="69500"/>
            </a:xfrm>
            <a:custGeom>
              <a:avLst/>
              <a:gdLst/>
              <a:ahLst/>
              <a:cxnLst/>
              <a:rect l="l" t="t" r="r" b="b"/>
              <a:pathLst>
                <a:path w="2156" h="2780" extrusionOk="0">
                  <a:moveTo>
                    <a:pt x="812" y="0"/>
                  </a:moveTo>
                  <a:lnTo>
                    <a:pt x="407" y="250"/>
                  </a:lnTo>
                  <a:lnTo>
                    <a:pt x="1" y="469"/>
                  </a:lnTo>
                  <a:lnTo>
                    <a:pt x="656" y="2780"/>
                  </a:lnTo>
                  <a:lnTo>
                    <a:pt x="1031" y="2624"/>
                  </a:lnTo>
                  <a:lnTo>
                    <a:pt x="1437" y="2436"/>
                  </a:lnTo>
                  <a:lnTo>
                    <a:pt x="1781" y="2218"/>
                  </a:lnTo>
                  <a:lnTo>
                    <a:pt x="2155" y="1999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0" name="Google Shape;3880;p61"/>
            <p:cNvSpPr/>
            <p:nvPr/>
          </p:nvSpPr>
          <p:spPr>
            <a:xfrm>
              <a:off x="6067100" y="4287000"/>
              <a:ext cx="72625" cy="75750"/>
            </a:xfrm>
            <a:custGeom>
              <a:avLst/>
              <a:gdLst/>
              <a:ahLst/>
              <a:cxnLst/>
              <a:rect l="l" t="t" r="r" b="b"/>
              <a:pathLst>
                <a:path w="2905" h="3030" extrusionOk="0">
                  <a:moveTo>
                    <a:pt x="1" y="0"/>
                  </a:moveTo>
                  <a:lnTo>
                    <a:pt x="719" y="2561"/>
                  </a:lnTo>
                  <a:lnTo>
                    <a:pt x="1218" y="2686"/>
                  </a:lnTo>
                  <a:lnTo>
                    <a:pt x="1812" y="2811"/>
                  </a:lnTo>
                  <a:lnTo>
                    <a:pt x="2280" y="2936"/>
                  </a:lnTo>
                  <a:lnTo>
                    <a:pt x="2749" y="3030"/>
                  </a:lnTo>
                  <a:lnTo>
                    <a:pt x="2811" y="1843"/>
                  </a:lnTo>
                  <a:lnTo>
                    <a:pt x="2905" y="625"/>
                  </a:lnTo>
                  <a:lnTo>
                    <a:pt x="2405" y="500"/>
                  </a:lnTo>
                  <a:lnTo>
                    <a:pt x="1812" y="344"/>
                  </a:lnTo>
                  <a:lnTo>
                    <a:pt x="1218" y="219"/>
                  </a:lnTo>
                  <a:lnTo>
                    <a:pt x="625" y="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1" name="Google Shape;3881;p61"/>
            <p:cNvSpPr/>
            <p:nvPr/>
          </p:nvSpPr>
          <p:spPr>
            <a:xfrm>
              <a:off x="6087400" y="4209700"/>
              <a:ext cx="701900" cy="507500"/>
            </a:xfrm>
            <a:custGeom>
              <a:avLst/>
              <a:gdLst/>
              <a:ahLst/>
              <a:cxnLst/>
              <a:rect l="l" t="t" r="r" b="b"/>
              <a:pathLst>
                <a:path w="28076" h="20300" extrusionOk="0">
                  <a:moveTo>
                    <a:pt x="0" y="1"/>
                  </a:moveTo>
                  <a:lnTo>
                    <a:pt x="250" y="1750"/>
                  </a:lnTo>
                  <a:lnTo>
                    <a:pt x="531" y="3623"/>
                  </a:lnTo>
                  <a:lnTo>
                    <a:pt x="906" y="5934"/>
                  </a:lnTo>
                  <a:lnTo>
                    <a:pt x="1156" y="7184"/>
                  </a:lnTo>
                  <a:lnTo>
                    <a:pt x="1406" y="8464"/>
                  </a:lnTo>
                  <a:lnTo>
                    <a:pt x="1687" y="9713"/>
                  </a:lnTo>
                  <a:lnTo>
                    <a:pt x="1999" y="10994"/>
                  </a:lnTo>
                  <a:lnTo>
                    <a:pt x="2343" y="12180"/>
                  </a:lnTo>
                  <a:lnTo>
                    <a:pt x="2686" y="13336"/>
                  </a:lnTo>
                  <a:lnTo>
                    <a:pt x="3061" y="14366"/>
                  </a:lnTo>
                  <a:lnTo>
                    <a:pt x="3467" y="15272"/>
                  </a:lnTo>
                  <a:lnTo>
                    <a:pt x="3873" y="16084"/>
                  </a:lnTo>
                  <a:lnTo>
                    <a:pt x="4310" y="16802"/>
                  </a:lnTo>
                  <a:lnTo>
                    <a:pt x="4779" y="17427"/>
                  </a:lnTo>
                  <a:lnTo>
                    <a:pt x="5247" y="17989"/>
                  </a:lnTo>
                  <a:lnTo>
                    <a:pt x="5715" y="18457"/>
                  </a:lnTo>
                  <a:lnTo>
                    <a:pt x="6184" y="18863"/>
                  </a:lnTo>
                  <a:lnTo>
                    <a:pt x="6652" y="19207"/>
                  </a:lnTo>
                  <a:lnTo>
                    <a:pt x="7152" y="19488"/>
                  </a:lnTo>
                  <a:lnTo>
                    <a:pt x="7620" y="19738"/>
                  </a:lnTo>
                  <a:lnTo>
                    <a:pt x="8089" y="19925"/>
                  </a:lnTo>
                  <a:lnTo>
                    <a:pt x="8557" y="20050"/>
                  </a:lnTo>
                  <a:lnTo>
                    <a:pt x="8995" y="20175"/>
                  </a:lnTo>
                  <a:lnTo>
                    <a:pt x="9432" y="20237"/>
                  </a:lnTo>
                  <a:lnTo>
                    <a:pt x="9838" y="20269"/>
                  </a:lnTo>
                  <a:lnTo>
                    <a:pt x="10587" y="20300"/>
                  </a:lnTo>
                  <a:lnTo>
                    <a:pt x="17489" y="20300"/>
                  </a:lnTo>
                  <a:lnTo>
                    <a:pt x="18270" y="20269"/>
                  </a:lnTo>
                  <a:lnTo>
                    <a:pt x="18676" y="20237"/>
                  </a:lnTo>
                  <a:lnTo>
                    <a:pt x="19113" y="20175"/>
                  </a:lnTo>
                  <a:lnTo>
                    <a:pt x="19550" y="20050"/>
                  </a:lnTo>
                  <a:lnTo>
                    <a:pt x="20019" y="19925"/>
                  </a:lnTo>
                  <a:lnTo>
                    <a:pt x="20487" y="19738"/>
                  </a:lnTo>
                  <a:lnTo>
                    <a:pt x="20955" y="19488"/>
                  </a:lnTo>
                  <a:lnTo>
                    <a:pt x="21424" y="19207"/>
                  </a:lnTo>
                  <a:lnTo>
                    <a:pt x="21924" y="18863"/>
                  </a:lnTo>
                  <a:lnTo>
                    <a:pt x="22392" y="18457"/>
                  </a:lnTo>
                  <a:lnTo>
                    <a:pt x="22860" y="17989"/>
                  </a:lnTo>
                  <a:lnTo>
                    <a:pt x="23329" y="17427"/>
                  </a:lnTo>
                  <a:lnTo>
                    <a:pt x="23766" y="16802"/>
                  </a:lnTo>
                  <a:lnTo>
                    <a:pt x="24203" y="16084"/>
                  </a:lnTo>
                  <a:lnTo>
                    <a:pt x="24641" y="15272"/>
                  </a:lnTo>
                  <a:lnTo>
                    <a:pt x="25047" y="14366"/>
                  </a:lnTo>
                  <a:lnTo>
                    <a:pt x="25421" y="13336"/>
                  </a:lnTo>
                  <a:lnTo>
                    <a:pt x="25765" y="12180"/>
                  </a:lnTo>
                  <a:lnTo>
                    <a:pt x="26108" y="10994"/>
                  </a:lnTo>
                  <a:lnTo>
                    <a:pt x="26389" y="9713"/>
                  </a:lnTo>
                  <a:lnTo>
                    <a:pt x="26702" y="8464"/>
                  </a:lnTo>
                  <a:lnTo>
                    <a:pt x="26952" y="7184"/>
                  </a:lnTo>
                  <a:lnTo>
                    <a:pt x="27170" y="5934"/>
                  </a:lnTo>
                  <a:lnTo>
                    <a:pt x="27576" y="3623"/>
                  </a:lnTo>
                  <a:lnTo>
                    <a:pt x="27857" y="1750"/>
                  </a:lnTo>
                  <a:lnTo>
                    <a:pt x="280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2" name="Google Shape;3882;p61"/>
            <p:cNvSpPr/>
            <p:nvPr/>
          </p:nvSpPr>
          <p:spPr>
            <a:xfrm>
              <a:off x="6121750" y="4416600"/>
              <a:ext cx="633975" cy="33600"/>
            </a:xfrm>
            <a:custGeom>
              <a:avLst/>
              <a:gdLst/>
              <a:ahLst/>
              <a:cxnLst/>
              <a:rect l="l" t="t" r="r" b="b"/>
              <a:pathLst>
                <a:path w="25359" h="1344" extrusionOk="0">
                  <a:moveTo>
                    <a:pt x="1" y="1"/>
                  </a:moveTo>
                  <a:lnTo>
                    <a:pt x="313" y="1343"/>
                  </a:lnTo>
                  <a:lnTo>
                    <a:pt x="25047" y="1343"/>
                  </a:lnTo>
                  <a:lnTo>
                    <a:pt x="25359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3" name="Google Shape;3883;p61"/>
            <p:cNvSpPr/>
            <p:nvPr/>
          </p:nvSpPr>
          <p:spPr>
            <a:xfrm>
              <a:off x="6137375" y="4484525"/>
              <a:ext cx="601975" cy="71850"/>
            </a:xfrm>
            <a:custGeom>
              <a:avLst/>
              <a:gdLst/>
              <a:ahLst/>
              <a:cxnLst/>
              <a:rect l="l" t="t" r="r" b="b"/>
              <a:pathLst>
                <a:path w="24079" h="2874" extrusionOk="0">
                  <a:moveTo>
                    <a:pt x="0" y="1"/>
                  </a:moveTo>
                  <a:lnTo>
                    <a:pt x="406" y="1500"/>
                  </a:lnTo>
                  <a:lnTo>
                    <a:pt x="625" y="2187"/>
                  </a:lnTo>
                  <a:lnTo>
                    <a:pt x="875" y="2874"/>
                  </a:lnTo>
                  <a:lnTo>
                    <a:pt x="23235" y="2874"/>
                  </a:lnTo>
                  <a:lnTo>
                    <a:pt x="23454" y="2187"/>
                  </a:lnTo>
                  <a:lnTo>
                    <a:pt x="23672" y="1500"/>
                  </a:lnTo>
                  <a:lnTo>
                    <a:pt x="2407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4" name="Google Shape;3884;p61"/>
            <p:cNvSpPr/>
            <p:nvPr/>
          </p:nvSpPr>
          <p:spPr>
            <a:xfrm>
              <a:off x="1542725" y="4707825"/>
              <a:ext cx="263925" cy="40625"/>
            </a:xfrm>
            <a:custGeom>
              <a:avLst/>
              <a:gdLst/>
              <a:ahLst/>
              <a:cxnLst/>
              <a:rect l="l" t="t" r="r" b="b"/>
              <a:pathLst>
                <a:path w="10557" h="1625" extrusionOk="0">
                  <a:moveTo>
                    <a:pt x="1" y="0"/>
                  </a:moveTo>
                  <a:lnTo>
                    <a:pt x="1" y="1624"/>
                  </a:lnTo>
                  <a:lnTo>
                    <a:pt x="10556" y="1624"/>
                  </a:lnTo>
                  <a:lnTo>
                    <a:pt x="10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5" name="Google Shape;3885;p61"/>
            <p:cNvSpPr/>
            <p:nvPr/>
          </p:nvSpPr>
          <p:spPr>
            <a:xfrm>
              <a:off x="1542725" y="4707825"/>
              <a:ext cx="263925" cy="40625"/>
            </a:xfrm>
            <a:custGeom>
              <a:avLst/>
              <a:gdLst/>
              <a:ahLst/>
              <a:cxnLst/>
              <a:rect l="l" t="t" r="r" b="b"/>
              <a:pathLst>
                <a:path w="10557" h="1625" fill="none" extrusionOk="0">
                  <a:moveTo>
                    <a:pt x="1" y="0"/>
                  </a:moveTo>
                  <a:lnTo>
                    <a:pt x="10556" y="0"/>
                  </a:lnTo>
                  <a:lnTo>
                    <a:pt x="10556" y="1624"/>
                  </a:lnTo>
                  <a:lnTo>
                    <a:pt x="1" y="162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6" name="Google Shape;3886;p61"/>
            <p:cNvSpPr/>
            <p:nvPr/>
          </p:nvSpPr>
          <p:spPr>
            <a:xfrm>
              <a:off x="1542725" y="4712500"/>
              <a:ext cx="263925" cy="21875"/>
            </a:xfrm>
            <a:custGeom>
              <a:avLst/>
              <a:gdLst/>
              <a:ahLst/>
              <a:cxnLst/>
              <a:rect l="l" t="t" r="r" b="b"/>
              <a:pathLst>
                <a:path w="10557" h="875" extrusionOk="0">
                  <a:moveTo>
                    <a:pt x="1" y="0"/>
                  </a:moveTo>
                  <a:lnTo>
                    <a:pt x="1" y="875"/>
                  </a:lnTo>
                  <a:lnTo>
                    <a:pt x="10556" y="875"/>
                  </a:lnTo>
                  <a:lnTo>
                    <a:pt x="10556" y="0"/>
                  </a:lnTo>
                  <a:lnTo>
                    <a:pt x="10056" y="94"/>
                  </a:lnTo>
                  <a:lnTo>
                    <a:pt x="9588" y="157"/>
                  </a:lnTo>
                  <a:lnTo>
                    <a:pt x="9120" y="188"/>
                  </a:lnTo>
                  <a:lnTo>
                    <a:pt x="1406" y="188"/>
                  </a:lnTo>
                  <a:lnTo>
                    <a:pt x="969" y="157"/>
                  </a:lnTo>
                  <a:lnTo>
                    <a:pt x="500" y="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7" name="Google Shape;3887;p61"/>
            <p:cNvSpPr/>
            <p:nvPr/>
          </p:nvSpPr>
          <p:spPr>
            <a:xfrm>
              <a:off x="1542725" y="4712500"/>
              <a:ext cx="263925" cy="21875"/>
            </a:xfrm>
            <a:custGeom>
              <a:avLst/>
              <a:gdLst/>
              <a:ahLst/>
              <a:cxnLst/>
              <a:rect l="l" t="t" r="r" b="b"/>
              <a:pathLst>
                <a:path w="10557" h="875" fill="none" extrusionOk="0">
                  <a:moveTo>
                    <a:pt x="10556" y="0"/>
                  </a:moveTo>
                  <a:lnTo>
                    <a:pt x="10556" y="0"/>
                  </a:lnTo>
                  <a:lnTo>
                    <a:pt x="10056" y="94"/>
                  </a:lnTo>
                  <a:lnTo>
                    <a:pt x="9588" y="157"/>
                  </a:lnTo>
                  <a:lnTo>
                    <a:pt x="9120" y="188"/>
                  </a:lnTo>
                  <a:lnTo>
                    <a:pt x="8714" y="188"/>
                  </a:lnTo>
                  <a:lnTo>
                    <a:pt x="1812" y="188"/>
                  </a:lnTo>
                  <a:lnTo>
                    <a:pt x="1812" y="188"/>
                  </a:lnTo>
                  <a:lnTo>
                    <a:pt x="1406" y="188"/>
                  </a:lnTo>
                  <a:lnTo>
                    <a:pt x="969" y="157"/>
                  </a:lnTo>
                  <a:lnTo>
                    <a:pt x="500" y="94"/>
                  </a:lnTo>
                  <a:lnTo>
                    <a:pt x="1" y="0"/>
                  </a:lnTo>
                  <a:lnTo>
                    <a:pt x="1" y="875"/>
                  </a:lnTo>
                  <a:lnTo>
                    <a:pt x="10556" y="875"/>
                  </a:lnTo>
                  <a:lnTo>
                    <a:pt x="1055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8" name="Google Shape;3888;p61"/>
            <p:cNvSpPr/>
            <p:nvPr/>
          </p:nvSpPr>
          <p:spPr>
            <a:xfrm>
              <a:off x="1184375" y="4286225"/>
              <a:ext cx="257650" cy="376325"/>
            </a:xfrm>
            <a:custGeom>
              <a:avLst/>
              <a:gdLst/>
              <a:ahLst/>
              <a:cxnLst/>
              <a:rect l="l" t="t" r="r" b="b"/>
              <a:pathLst>
                <a:path w="10306" h="15053" extrusionOk="0">
                  <a:moveTo>
                    <a:pt x="3841" y="0"/>
                  </a:moveTo>
                  <a:lnTo>
                    <a:pt x="3373" y="31"/>
                  </a:lnTo>
                  <a:lnTo>
                    <a:pt x="2936" y="94"/>
                  </a:lnTo>
                  <a:lnTo>
                    <a:pt x="2499" y="250"/>
                  </a:lnTo>
                  <a:lnTo>
                    <a:pt x="2093" y="437"/>
                  </a:lnTo>
                  <a:lnTo>
                    <a:pt x="1905" y="562"/>
                  </a:lnTo>
                  <a:lnTo>
                    <a:pt x="1749" y="687"/>
                  </a:lnTo>
                  <a:lnTo>
                    <a:pt x="1562" y="843"/>
                  </a:lnTo>
                  <a:lnTo>
                    <a:pt x="1405" y="1031"/>
                  </a:lnTo>
                  <a:lnTo>
                    <a:pt x="1187" y="1312"/>
                  </a:lnTo>
                  <a:lnTo>
                    <a:pt x="1000" y="1624"/>
                  </a:lnTo>
                  <a:lnTo>
                    <a:pt x="812" y="1936"/>
                  </a:lnTo>
                  <a:lnTo>
                    <a:pt x="656" y="2249"/>
                  </a:lnTo>
                  <a:lnTo>
                    <a:pt x="531" y="2592"/>
                  </a:lnTo>
                  <a:lnTo>
                    <a:pt x="406" y="2967"/>
                  </a:lnTo>
                  <a:lnTo>
                    <a:pt x="219" y="3685"/>
                  </a:lnTo>
                  <a:lnTo>
                    <a:pt x="63" y="4466"/>
                  </a:lnTo>
                  <a:lnTo>
                    <a:pt x="0" y="5247"/>
                  </a:lnTo>
                  <a:lnTo>
                    <a:pt x="0" y="6059"/>
                  </a:lnTo>
                  <a:lnTo>
                    <a:pt x="31" y="6871"/>
                  </a:lnTo>
                  <a:lnTo>
                    <a:pt x="125" y="7683"/>
                  </a:lnTo>
                  <a:lnTo>
                    <a:pt x="250" y="8463"/>
                  </a:lnTo>
                  <a:lnTo>
                    <a:pt x="406" y="9244"/>
                  </a:lnTo>
                  <a:lnTo>
                    <a:pt x="625" y="9962"/>
                  </a:lnTo>
                  <a:lnTo>
                    <a:pt x="875" y="10681"/>
                  </a:lnTo>
                  <a:lnTo>
                    <a:pt x="1156" y="11305"/>
                  </a:lnTo>
                  <a:lnTo>
                    <a:pt x="1468" y="11899"/>
                  </a:lnTo>
                  <a:lnTo>
                    <a:pt x="1780" y="12430"/>
                  </a:lnTo>
                  <a:lnTo>
                    <a:pt x="2061" y="12773"/>
                  </a:lnTo>
                  <a:lnTo>
                    <a:pt x="2342" y="13117"/>
                  </a:lnTo>
                  <a:lnTo>
                    <a:pt x="2623" y="13398"/>
                  </a:lnTo>
                  <a:lnTo>
                    <a:pt x="2967" y="13679"/>
                  </a:lnTo>
                  <a:lnTo>
                    <a:pt x="3279" y="13960"/>
                  </a:lnTo>
                  <a:lnTo>
                    <a:pt x="3654" y="14178"/>
                  </a:lnTo>
                  <a:lnTo>
                    <a:pt x="3998" y="14397"/>
                  </a:lnTo>
                  <a:lnTo>
                    <a:pt x="4404" y="14553"/>
                  </a:lnTo>
                  <a:lnTo>
                    <a:pt x="4778" y="14709"/>
                  </a:lnTo>
                  <a:lnTo>
                    <a:pt x="5184" y="14834"/>
                  </a:lnTo>
                  <a:lnTo>
                    <a:pt x="5590" y="14928"/>
                  </a:lnTo>
                  <a:lnTo>
                    <a:pt x="6027" y="14990"/>
                  </a:lnTo>
                  <a:lnTo>
                    <a:pt x="6433" y="15053"/>
                  </a:lnTo>
                  <a:lnTo>
                    <a:pt x="6871" y="15053"/>
                  </a:lnTo>
                  <a:lnTo>
                    <a:pt x="7308" y="15022"/>
                  </a:lnTo>
                  <a:lnTo>
                    <a:pt x="7745" y="14959"/>
                  </a:lnTo>
                  <a:lnTo>
                    <a:pt x="8276" y="14834"/>
                  </a:lnTo>
                  <a:lnTo>
                    <a:pt x="8807" y="14647"/>
                  </a:lnTo>
                  <a:lnTo>
                    <a:pt x="9213" y="14491"/>
                  </a:lnTo>
                  <a:lnTo>
                    <a:pt x="9588" y="14303"/>
                  </a:lnTo>
                  <a:lnTo>
                    <a:pt x="9962" y="14085"/>
                  </a:lnTo>
                  <a:lnTo>
                    <a:pt x="10306" y="13866"/>
                  </a:lnTo>
                  <a:lnTo>
                    <a:pt x="8963" y="11867"/>
                  </a:lnTo>
                  <a:lnTo>
                    <a:pt x="8588" y="12117"/>
                  </a:lnTo>
                  <a:lnTo>
                    <a:pt x="8182" y="12336"/>
                  </a:lnTo>
                  <a:lnTo>
                    <a:pt x="7714" y="12492"/>
                  </a:lnTo>
                  <a:lnTo>
                    <a:pt x="7277" y="12617"/>
                  </a:lnTo>
                  <a:lnTo>
                    <a:pt x="6871" y="12679"/>
                  </a:lnTo>
                  <a:lnTo>
                    <a:pt x="6465" y="12679"/>
                  </a:lnTo>
                  <a:lnTo>
                    <a:pt x="6090" y="12617"/>
                  </a:lnTo>
                  <a:lnTo>
                    <a:pt x="5746" y="12523"/>
                  </a:lnTo>
                  <a:lnTo>
                    <a:pt x="5434" y="12430"/>
                  </a:lnTo>
                  <a:lnTo>
                    <a:pt x="5153" y="12273"/>
                  </a:lnTo>
                  <a:lnTo>
                    <a:pt x="4872" y="12117"/>
                  </a:lnTo>
                  <a:lnTo>
                    <a:pt x="4622" y="11930"/>
                  </a:lnTo>
                  <a:lnTo>
                    <a:pt x="4216" y="11586"/>
                  </a:lnTo>
                  <a:lnTo>
                    <a:pt x="3935" y="11274"/>
                  </a:lnTo>
                  <a:lnTo>
                    <a:pt x="3748" y="11024"/>
                  </a:lnTo>
                  <a:lnTo>
                    <a:pt x="3498" y="10618"/>
                  </a:lnTo>
                  <a:lnTo>
                    <a:pt x="3248" y="10150"/>
                  </a:lnTo>
                  <a:lnTo>
                    <a:pt x="3061" y="9650"/>
                  </a:lnTo>
                  <a:lnTo>
                    <a:pt x="2873" y="9088"/>
                  </a:lnTo>
                  <a:lnTo>
                    <a:pt x="2717" y="8526"/>
                  </a:lnTo>
                  <a:lnTo>
                    <a:pt x="2561" y="7933"/>
                  </a:lnTo>
                  <a:lnTo>
                    <a:pt x="2467" y="7308"/>
                  </a:lnTo>
                  <a:lnTo>
                    <a:pt x="2405" y="6683"/>
                  </a:lnTo>
                  <a:lnTo>
                    <a:pt x="2374" y="6090"/>
                  </a:lnTo>
                  <a:lnTo>
                    <a:pt x="2374" y="5497"/>
                  </a:lnTo>
                  <a:lnTo>
                    <a:pt x="2436" y="4903"/>
                  </a:lnTo>
                  <a:lnTo>
                    <a:pt x="2499" y="4341"/>
                  </a:lnTo>
                  <a:lnTo>
                    <a:pt x="2623" y="3810"/>
                  </a:lnTo>
                  <a:lnTo>
                    <a:pt x="2811" y="3342"/>
                  </a:lnTo>
                  <a:lnTo>
                    <a:pt x="2998" y="2905"/>
                  </a:lnTo>
                  <a:lnTo>
                    <a:pt x="3248" y="2561"/>
                  </a:lnTo>
                  <a:lnTo>
                    <a:pt x="3310" y="2499"/>
                  </a:lnTo>
                  <a:lnTo>
                    <a:pt x="3404" y="2436"/>
                  </a:lnTo>
                  <a:lnTo>
                    <a:pt x="3560" y="2405"/>
                  </a:lnTo>
                  <a:lnTo>
                    <a:pt x="3779" y="2374"/>
                  </a:lnTo>
                  <a:lnTo>
                    <a:pt x="4060" y="2374"/>
                  </a:lnTo>
                  <a:lnTo>
                    <a:pt x="4435" y="2405"/>
                  </a:lnTo>
                  <a:lnTo>
                    <a:pt x="4903" y="2467"/>
                  </a:lnTo>
                  <a:lnTo>
                    <a:pt x="5497" y="2561"/>
                  </a:lnTo>
                  <a:lnTo>
                    <a:pt x="5996" y="2686"/>
                  </a:lnTo>
                  <a:lnTo>
                    <a:pt x="6558" y="2842"/>
                  </a:lnTo>
                  <a:lnTo>
                    <a:pt x="7027" y="2967"/>
                  </a:lnTo>
                  <a:lnTo>
                    <a:pt x="7526" y="3030"/>
                  </a:lnTo>
                  <a:lnTo>
                    <a:pt x="7558" y="1843"/>
                  </a:lnTo>
                  <a:lnTo>
                    <a:pt x="7683" y="656"/>
                  </a:lnTo>
                  <a:lnTo>
                    <a:pt x="7183" y="531"/>
                  </a:lnTo>
                  <a:lnTo>
                    <a:pt x="6590" y="375"/>
                  </a:lnTo>
                  <a:lnTo>
                    <a:pt x="5996" y="219"/>
                  </a:lnTo>
                  <a:lnTo>
                    <a:pt x="5372" y="125"/>
                  </a:lnTo>
                  <a:lnTo>
                    <a:pt x="4778" y="31"/>
                  </a:lnTo>
                  <a:lnTo>
                    <a:pt x="4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9" name="Google Shape;3889;p61"/>
            <p:cNvSpPr/>
            <p:nvPr/>
          </p:nvSpPr>
          <p:spPr>
            <a:xfrm>
              <a:off x="1184375" y="4286225"/>
              <a:ext cx="257650" cy="376325"/>
            </a:xfrm>
            <a:custGeom>
              <a:avLst/>
              <a:gdLst/>
              <a:ahLst/>
              <a:cxnLst/>
              <a:rect l="l" t="t" r="r" b="b"/>
              <a:pathLst>
                <a:path w="10306" h="15053" fill="none" extrusionOk="0">
                  <a:moveTo>
                    <a:pt x="1780" y="12430"/>
                  </a:moveTo>
                  <a:lnTo>
                    <a:pt x="1780" y="12430"/>
                  </a:lnTo>
                  <a:lnTo>
                    <a:pt x="2061" y="12773"/>
                  </a:lnTo>
                  <a:lnTo>
                    <a:pt x="2342" y="13117"/>
                  </a:lnTo>
                  <a:lnTo>
                    <a:pt x="2623" y="13398"/>
                  </a:lnTo>
                  <a:lnTo>
                    <a:pt x="2967" y="13679"/>
                  </a:lnTo>
                  <a:lnTo>
                    <a:pt x="3279" y="13960"/>
                  </a:lnTo>
                  <a:lnTo>
                    <a:pt x="3654" y="14178"/>
                  </a:lnTo>
                  <a:lnTo>
                    <a:pt x="3998" y="14397"/>
                  </a:lnTo>
                  <a:lnTo>
                    <a:pt x="4404" y="14553"/>
                  </a:lnTo>
                  <a:lnTo>
                    <a:pt x="4778" y="14709"/>
                  </a:lnTo>
                  <a:lnTo>
                    <a:pt x="5184" y="14834"/>
                  </a:lnTo>
                  <a:lnTo>
                    <a:pt x="5590" y="14928"/>
                  </a:lnTo>
                  <a:lnTo>
                    <a:pt x="6027" y="14990"/>
                  </a:lnTo>
                  <a:lnTo>
                    <a:pt x="6433" y="15053"/>
                  </a:lnTo>
                  <a:lnTo>
                    <a:pt x="6871" y="15053"/>
                  </a:lnTo>
                  <a:lnTo>
                    <a:pt x="7308" y="15022"/>
                  </a:lnTo>
                  <a:lnTo>
                    <a:pt x="7745" y="14959"/>
                  </a:lnTo>
                  <a:lnTo>
                    <a:pt x="7745" y="14959"/>
                  </a:lnTo>
                  <a:lnTo>
                    <a:pt x="8276" y="14834"/>
                  </a:lnTo>
                  <a:lnTo>
                    <a:pt x="8807" y="14647"/>
                  </a:lnTo>
                  <a:lnTo>
                    <a:pt x="8807" y="14647"/>
                  </a:lnTo>
                  <a:lnTo>
                    <a:pt x="9213" y="14491"/>
                  </a:lnTo>
                  <a:lnTo>
                    <a:pt x="9588" y="14303"/>
                  </a:lnTo>
                  <a:lnTo>
                    <a:pt x="9962" y="14085"/>
                  </a:lnTo>
                  <a:lnTo>
                    <a:pt x="10306" y="13866"/>
                  </a:lnTo>
                  <a:lnTo>
                    <a:pt x="8963" y="11867"/>
                  </a:lnTo>
                  <a:lnTo>
                    <a:pt x="8963" y="11867"/>
                  </a:lnTo>
                  <a:lnTo>
                    <a:pt x="8588" y="12117"/>
                  </a:lnTo>
                  <a:lnTo>
                    <a:pt x="8182" y="12336"/>
                  </a:lnTo>
                  <a:lnTo>
                    <a:pt x="8182" y="12336"/>
                  </a:lnTo>
                  <a:lnTo>
                    <a:pt x="7714" y="12492"/>
                  </a:lnTo>
                  <a:lnTo>
                    <a:pt x="7277" y="12617"/>
                  </a:lnTo>
                  <a:lnTo>
                    <a:pt x="6871" y="12679"/>
                  </a:lnTo>
                  <a:lnTo>
                    <a:pt x="6465" y="12679"/>
                  </a:lnTo>
                  <a:lnTo>
                    <a:pt x="6090" y="12617"/>
                  </a:lnTo>
                  <a:lnTo>
                    <a:pt x="5746" y="12523"/>
                  </a:lnTo>
                  <a:lnTo>
                    <a:pt x="5434" y="12430"/>
                  </a:lnTo>
                  <a:lnTo>
                    <a:pt x="5153" y="12273"/>
                  </a:lnTo>
                  <a:lnTo>
                    <a:pt x="4872" y="12117"/>
                  </a:lnTo>
                  <a:lnTo>
                    <a:pt x="4622" y="11930"/>
                  </a:lnTo>
                  <a:lnTo>
                    <a:pt x="4216" y="11586"/>
                  </a:lnTo>
                  <a:lnTo>
                    <a:pt x="3935" y="11274"/>
                  </a:lnTo>
                  <a:lnTo>
                    <a:pt x="3748" y="11024"/>
                  </a:lnTo>
                  <a:lnTo>
                    <a:pt x="3748" y="11024"/>
                  </a:lnTo>
                  <a:lnTo>
                    <a:pt x="3498" y="10618"/>
                  </a:lnTo>
                  <a:lnTo>
                    <a:pt x="3248" y="10150"/>
                  </a:lnTo>
                  <a:lnTo>
                    <a:pt x="3061" y="9650"/>
                  </a:lnTo>
                  <a:lnTo>
                    <a:pt x="2873" y="9088"/>
                  </a:lnTo>
                  <a:lnTo>
                    <a:pt x="2717" y="8526"/>
                  </a:lnTo>
                  <a:lnTo>
                    <a:pt x="2561" y="7933"/>
                  </a:lnTo>
                  <a:lnTo>
                    <a:pt x="2467" y="7308"/>
                  </a:lnTo>
                  <a:lnTo>
                    <a:pt x="2405" y="6683"/>
                  </a:lnTo>
                  <a:lnTo>
                    <a:pt x="2374" y="6090"/>
                  </a:lnTo>
                  <a:lnTo>
                    <a:pt x="2374" y="5497"/>
                  </a:lnTo>
                  <a:lnTo>
                    <a:pt x="2436" y="4903"/>
                  </a:lnTo>
                  <a:lnTo>
                    <a:pt x="2499" y="4341"/>
                  </a:lnTo>
                  <a:lnTo>
                    <a:pt x="2623" y="3810"/>
                  </a:lnTo>
                  <a:lnTo>
                    <a:pt x="2811" y="3342"/>
                  </a:lnTo>
                  <a:lnTo>
                    <a:pt x="2998" y="2905"/>
                  </a:lnTo>
                  <a:lnTo>
                    <a:pt x="3248" y="2561"/>
                  </a:lnTo>
                  <a:lnTo>
                    <a:pt x="3248" y="2561"/>
                  </a:lnTo>
                  <a:lnTo>
                    <a:pt x="3310" y="2499"/>
                  </a:lnTo>
                  <a:lnTo>
                    <a:pt x="3404" y="2436"/>
                  </a:lnTo>
                  <a:lnTo>
                    <a:pt x="3560" y="2405"/>
                  </a:lnTo>
                  <a:lnTo>
                    <a:pt x="3779" y="2374"/>
                  </a:lnTo>
                  <a:lnTo>
                    <a:pt x="4060" y="2374"/>
                  </a:lnTo>
                  <a:lnTo>
                    <a:pt x="4435" y="2405"/>
                  </a:lnTo>
                  <a:lnTo>
                    <a:pt x="4903" y="2467"/>
                  </a:lnTo>
                  <a:lnTo>
                    <a:pt x="5497" y="2561"/>
                  </a:lnTo>
                  <a:lnTo>
                    <a:pt x="5497" y="2561"/>
                  </a:lnTo>
                  <a:lnTo>
                    <a:pt x="5996" y="2686"/>
                  </a:lnTo>
                  <a:lnTo>
                    <a:pt x="6558" y="2842"/>
                  </a:lnTo>
                  <a:lnTo>
                    <a:pt x="6558" y="2842"/>
                  </a:lnTo>
                  <a:lnTo>
                    <a:pt x="7027" y="2967"/>
                  </a:lnTo>
                  <a:lnTo>
                    <a:pt x="7526" y="3030"/>
                  </a:lnTo>
                  <a:lnTo>
                    <a:pt x="7558" y="1843"/>
                  </a:lnTo>
                  <a:lnTo>
                    <a:pt x="7683" y="656"/>
                  </a:lnTo>
                  <a:lnTo>
                    <a:pt x="7683" y="656"/>
                  </a:lnTo>
                  <a:lnTo>
                    <a:pt x="7183" y="531"/>
                  </a:lnTo>
                  <a:lnTo>
                    <a:pt x="7183" y="531"/>
                  </a:lnTo>
                  <a:lnTo>
                    <a:pt x="6590" y="375"/>
                  </a:lnTo>
                  <a:lnTo>
                    <a:pt x="5996" y="219"/>
                  </a:lnTo>
                  <a:lnTo>
                    <a:pt x="5372" y="125"/>
                  </a:lnTo>
                  <a:lnTo>
                    <a:pt x="4778" y="31"/>
                  </a:lnTo>
                  <a:lnTo>
                    <a:pt x="4778" y="31"/>
                  </a:lnTo>
                  <a:lnTo>
                    <a:pt x="4310" y="0"/>
                  </a:lnTo>
                  <a:lnTo>
                    <a:pt x="3841" y="0"/>
                  </a:lnTo>
                  <a:lnTo>
                    <a:pt x="3373" y="31"/>
                  </a:lnTo>
                  <a:lnTo>
                    <a:pt x="2936" y="94"/>
                  </a:lnTo>
                  <a:lnTo>
                    <a:pt x="2499" y="250"/>
                  </a:lnTo>
                  <a:lnTo>
                    <a:pt x="2093" y="437"/>
                  </a:lnTo>
                  <a:lnTo>
                    <a:pt x="1905" y="562"/>
                  </a:lnTo>
                  <a:lnTo>
                    <a:pt x="1749" y="687"/>
                  </a:lnTo>
                  <a:lnTo>
                    <a:pt x="1562" y="843"/>
                  </a:lnTo>
                  <a:lnTo>
                    <a:pt x="1405" y="1031"/>
                  </a:lnTo>
                  <a:lnTo>
                    <a:pt x="1405" y="1031"/>
                  </a:lnTo>
                  <a:lnTo>
                    <a:pt x="1187" y="1312"/>
                  </a:lnTo>
                  <a:lnTo>
                    <a:pt x="1000" y="1624"/>
                  </a:lnTo>
                  <a:lnTo>
                    <a:pt x="812" y="1936"/>
                  </a:lnTo>
                  <a:lnTo>
                    <a:pt x="656" y="2249"/>
                  </a:lnTo>
                  <a:lnTo>
                    <a:pt x="531" y="2592"/>
                  </a:lnTo>
                  <a:lnTo>
                    <a:pt x="406" y="2967"/>
                  </a:lnTo>
                  <a:lnTo>
                    <a:pt x="219" y="3685"/>
                  </a:lnTo>
                  <a:lnTo>
                    <a:pt x="63" y="4466"/>
                  </a:lnTo>
                  <a:lnTo>
                    <a:pt x="0" y="5247"/>
                  </a:lnTo>
                  <a:lnTo>
                    <a:pt x="0" y="6059"/>
                  </a:lnTo>
                  <a:lnTo>
                    <a:pt x="31" y="6871"/>
                  </a:lnTo>
                  <a:lnTo>
                    <a:pt x="125" y="7683"/>
                  </a:lnTo>
                  <a:lnTo>
                    <a:pt x="250" y="8463"/>
                  </a:lnTo>
                  <a:lnTo>
                    <a:pt x="406" y="9244"/>
                  </a:lnTo>
                  <a:lnTo>
                    <a:pt x="625" y="9962"/>
                  </a:lnTo>
                  <a:lnTo>
                    <a:pt x="875" y="10681"/>
                  </a:lnTo>
                  <a:lnTo>
                    <a:pt x="1156" y="11305"/>
                  </a:lnTo>
                  <a:lnTo>
                    <a:pt x="1468" y="11899"/>
                  </a:lnTo>
                  <a:lnTo>
                    <a:pt x="1780" y="124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0" name="Google Shape;3890;p61"/>
            <p:cNvSpPr/>
            <p:nvPr/>
          </p:nvSpPr>
          <p:spPr>
            <a:xfrm>
              <a:off x="1388925" y="4584450"/>
              <a:ext cx="17200" cy="10175"/>
            </a:xfrm>
            <a:custGeom>
              <a:avLst/>
              <a:gdLst/>
              <a:ahLst/>
              <a:cxnLst/>
              <a:rect l="l" t="t" r="r" b="b"/>
              <a:pathLst>
                <a:path w="688" h="407" extrusionOk="0">
                  <a:moveTo>
                    <a:pt x="687" y="1"/>
                  </a:moveTo>
                  <a:lnTo>
                    <a:pt x="687" y="1"/>
                  </a:lnTo>
                  <a:lnTo>
                    <a:pt x="344" y="219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344" y="219"/>
                  </a:lnTo>
                  <a:lnTo>
                    <a:pt x="687" y="1"/>
                  </a:lnTo>
                  <a:lnTo>
                    <a:pt x="687" y="1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1" name="Google Shape;3891;p61"/>
            <p:cNvSpPr/>
            <p:nvPr/>
          </p:nvSpPr>
          <p:spPr>
            <a:xfrm>
              <a:off x="1388925" y="4584450"/>
              <a:ext cx="17200" cy="10175"/>
            </a:xfrm>
            <a:custGeom>
              <a:avLst/>
              <a:gdLst/>
              <a:ahLst/>
              <a:cxnLst/>
              <a:rect l="l" t="t" r="r" b="b"/>
              <a:pathLst>
                <a:path w="688" h="407" fill="none" extrusionOk="0">
                  <a:moveTo>
                    <a:pt x="687" y="1"/>
                  </a:moveTo>
                  <a:lnTo>
                    <a:pt x="687" y="1"/>
                  </a:lnTo>
                  <a:lnTo>
                    <a:pt x="344" y="219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344" y="219"/>
                  </a:lnTo>
                  <a:lnTo>
                    <a:pt x="687" y="1"/>
                  </a:lnTo>
                  <a:lnTo>
                    <a:pt x="687" y="1"/>
                  </a:lnTo>
                  <a:lnTo>
                    <a:pt x="68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2" name="Google Shape;3892;p61"/>
            <p:cNvSpPr/>
            <p:nvPr/>
          </p:nvSpPr>
          <p:spPr>
            <a:xfrm>
              <a:off x="1388925" y="4584450"/>
              <a:ext cx="46875" cy="67950"/>
            </a:xfrm>
            <a:custGeom>
              <a:avLst/>
              <a:gdLst/>
              <a:ahLst/>
              <a:cxnLst/>
              <a:rect l="l" t="t" r="r" b="b"/>
              <a:pathLst>
                <a:path w="1875" h="2718" extrusionOk="0">
                  <a:moveTo>
                    <a:pt x="687" y="1"/>
                  </a:moveTo>
                  <a:lnTo>
                    <a:pt x="344" y="219"/>
                  </a:lnTo>
                  <a:lnTo>
                    <a:pt x="0" y="407"/>
                  </a:lnTo>
                  <a:lnTo>
                    <a:pt x="625" y="2718"/>
                  </a:lnTo>
                  <a:lnTo>
                    <a:pt x="1281" y="2437"/>
                  </a:lnTo>
                  <a:lnTo>
                    <a:pt x="1874" y="2093"/>
                  </a:lnTo>
                  <a:lnTo>
                    <a:pt x="1624" y="1687"/>
                  </a:lnTo>
                  <a:lnTo>
                    <a:pt x="1343" y="1250"/>
                  </a:lnTo>
                  <a:lnTo>
                    <a:pt x="1093" y="782"/>
                  </a:lnTo>
                  <a:lnTo>
                    <a:pt x="843" y="282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3" name="Google Shape;3893;p61"/>
            <p:cNvSpPr/>
            <p:nvPr/>
          </p:nvSpPr>
          <p:spPr>
            <a:xfrm>
              <a:off x="1388925" y="4584450"/>
              <a:ext cx="46875" cy="67950"/>
            </a:xfrm>
            <a:custGeom>
              <a:avLst/>
              <a:gdLst/>
              <a:ahLst/>
              <a:cxnLst/>
              <a:rect l="l" t="t" r="r" b="b"/>
              <a:pathLst>
                <a:path w="1875" h="2718" fill="none" extrusionOk="0">
                  <a:moveTo>
                    <a:pt x="687" y="1"/>
                  </a:moveTo>
                  <a:lnTo>
                    <a:pt x="687" y="1"/>
                  </a:lnTo>
                  <a:lnTo>
                    <a:pt x="344" y="219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625" y="2718"/>
                  </a:lnTo>
                  <a:lnTo>
                    <a:pt x="625" y="2718"/>
                  </a:lnTo>
                  <a:lnTo>
                    <a:pt x="1281" y="2437"/>
                  </a:lnTo>
                  <a:lnTo>
                    <a:pt x="1874" y="2093"/>
                  </a:lnTo>
                  <a:lnTo>
                    <a:pt x="1874" y="2093"/>
                  </a:lnTo>
                  <a:lnTo>
                    <a:pt x="1624" y="1687"/>
                  </a:lnTo>
                  <a:lnTo>
                    <a:pt x="1343" y="1250"/>
                  </a:lnTo>
                  <a:lnTo>
                    <a:pt x="1093" y="782"/>
                  </a:lnTo>
                  <a:lnTo>
                    <a:pt x="843" y="282"/>
                  </a:lnTo>
                  <a:lnTo>
                    <a:pt x="843" y="282"/>
                  </a:lnTo>
                  <a:lnTo>
                    <a:pt x="68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4" name="Google Shape;3894;p61"/>
            <p:cNvSpPr/>
            <p:nvPr/>
          </p:nvSpPr>
          <p:spPr>
            <a:xfrm>
              <a:off x="1321000" y="4350250"/>
              <a:ext cx="25000" cy="6250"/>
            </a:xfrm>
            <a:custGeom>
              <a:avLst/>
              <a:gdLst/>
              <a:ahLst/>
              <a:cxnLst/>
              <a:rect l="l" t="t" r="r" b="b"/>
              <a:pathLst>
                <a:path w="1000" h="250" extrusionOk="0">
                  <a:moveTo>
                    <a:pt x="0" y="0"/>
                  </a:moveTo>
                  <a:lnTo>
                    <a:pt x="0" y="31"/>
                  </a:lnTo>
                  <a:lnTo>
                    <a:pt x="1000" y="250"/>
                  </a:lnTo>
                  <a:lnTo>
                    <a:pt x="1000" y="25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E98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5" name="Google Shape;3895;p61"/>
            <p:cNvSpPr/>
            <p:nvPr/>
          </p:nvSpPr>
          <p:spPr>
            <a:xfrm>
              <a:off x="1321000" y="4350250"/>
              <a:ext cx="25000" cy="6250"/>
            </a:xfrm>
            <a:custGeom>
              <a:avLst/>
              <a:gdLst/>
              <a:ahLst/>
              <a:cxnLst/>
              <a:rect l="l" t="t" r="r" b="b"/>
              <a:pathLst>
                <a:path w="1000" h="250" fill="none" extrusionOk="0">
                  <a:moveTo>
                    <a:pt x="0" y="0"/>
                  </a:moveTo>
                  <a:lnTo>
                    <a:pt x="0" y="31"/>
                  </a:lnTo>
                  <a:lnTo>
                    <a:pt x="0" y="31"/>
                  </a:lnTo>
                  <a:lnTo>
                    <a:pt x="1000" y="250"/>
                  </a:lnTo>
                  <a:lnTo>
                    <a:pt x="1000" y="250"/>
                  </a:lnTo>
                  <a:lnTo>
                    <a:pt x="1000" y="250"/>
                  </a:lnTo>
                  <a:lnTo>
                    <a:pt x="1000" y="25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6" name="Google Shape;3896;p61"/>
            <p:cNvSpPr/>
            <p:nvPr/>
          </p:nvSpPr>
          <p:spPr>
            <a:xfrm>
              <a:off x="1303825" y="4287000"/>
              <a:ext cx="42175" cy="69500"/>
            </a:xfrm>
            <a:custGeom>
              <a:avLst/>
              <a:gdLst/>
              <a:ahLst/>
              <a:cxnLst/>
              <a:rect l="l" t="t" r="r" b="b"/>
              <a:pathLst>
                <a:path w="1687" h="2780" extrusionOk="0">
                  <a:moveTo>
                    <a:pt x="0" y="0"/>
                  </a:moveTo>
                  <a:lnTo>
                    <a:pt x="687" y="2530"/>
                  </a:lnTo>
                  <a:lnTo>
                    <a:pt x="719" y="2530"/>
                  </a:lnTo>
                  <a:lnTo>
                    <a:pt x="1687" y="2780"/>
                  </a:lnTo>
                  <a:lnTo>
                    <a:pt x="1249" y="219"/>
                  </a:lnTo>
                  <a:lnTo>
                    <a:pt x="625" y="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7" name="Google Shape;3897;p61"/>
            <p:cNvSpPr/>
            <p:nvPr/>
          </p:nvSpPr>
          <p:spPr>
            <a:xfrm>
              <a:off x="1303825" y="4287000"/>
              <a:ext cx="42175" cy="69500"/>
            </a:xfrm>
            <a:custGeom>
              <a:avLst/>
              <a:gdLst/>
              <a:ahLst/>
              <a:cxnLst/>
              <a:rect l="l" t="t" r="r" b="b"/>
              <a:pathLst>
                <a:path w="1687" h="2780" fill="none" extrusionOk="0">
                  <a:moveTo>
                    <a:pt x="0" y="0"/>
                  </a:moveTo>
                  <a:lnTo>
                    <a:pt x="687" y="2530"/>
                  </a:lnTo>
                  <a:lnTo>
                    <a:pt x="687" y="2530"/>
                  </a:lnTo>
                  <a:lnTo>
                    <a:pt x="719" y="2530"/>
                  </a:lnTo>
                  <a:lnTo>
                    <a:pt x="719" y="2530"/>
                  </a:lnTo>
                  <a:lnTo>
                    <a:pt x="1687" y="2780"/>
                  </a:lnTo>
                  <a:lnTo>
                    <a:pt x="1687" y="2780"/>
                  </a:lnTo>
                  <a:lnTo>
                    <a:pt x="1249" y="219"/>
                  </a:lnTo>
                  <a:lnTo>
                    <a:pt x="1249" y="219"/>
                  </a:lnTo>
                  <a:lnTo>
                    <a:pt x="625" y="9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8" name="Google Shape;3898;p61"/>
            <p:cNvSpPr/>
            <p:nvPr/>
          </p:nvSpPr>
          <p:spPr>
            <a:xfrm>
              <a:off x="1323350" y="4209700"/>
              <a:ext cx="701900" cy="507500"/>
            </a:xfrm>
            <a:custGeom>
              <a:avLst/>
              <a:gdLst/>
              <a:ahLst/>
              <a:cxnLst/>
              <a:rect l="l" t="t" r="r" b="b"/>
              <a:pathLst>
                <a:path w="28076" h="20300" extrusionOk="0">
                  <a:moveTo>
                    <a:pt x="0" y="1"/>
                  </a:moveTo>
                  <a:lnTo>
                    <a:pt x="250" y="1750"/>
                  </a:lnTo>
                  <a:lnTo>
                    <a:pt x="531" y="3623"/>
                  </a:lnTo>
                  <a:lnTo>
                    <a:pt x="906" y="5934"/>
                  </a:lnTo>
                  <a:lnTo>
                    <a:pt x="1156" y="7184"/>
                  </a:lnTo>
                  <a:lnTo>
                    <a:pt x="1405" y="8464"/>
                  </a:lnTo>
                  <a:lnTo>
                    <a:pt x="1686" y="9713"/>
                  </a:lnTo>
                  <a:lnTo>
                    <a:pt x="1999" y="10994"/>
                  </a:lnTo>
                  <a:lnTo>
                    <a:pt x="2311" y="12180"/>
                  </a:lnTo>
                  <a:lnTo>
                    <a:pt x="2686" y="13336"/>
                  </a:lnTo>
                  <a:lnTo>
                    <a:pt x="3061" y="14366"/>
                  </a:lnTo>
                  <a:lnTo>
                    <a:pt x="3248" y="14835"/>
                  </a:lnTo>
                  <a:lnTo>
                    <a:pt x="3466" y="15272"/>
                  </a:lnTo>
                  <a:lnTo>
                    <a:pt x="3872" y="16084"/>
                  </a:lnTo>
                  <a:lnTo>
                    <a:pt x="4310" y="16802"/>
                  </a:lnTo>
                  <a:lnTo>
                    <a:pt x="4778" y="17427"/>
                  </a:lnTo>
                  <a:lnTo>
                    <a:pt x="5215" y="17989"/>
                  </a:lnTo>
                  <a:lnTo>
                    <a:pt x="5715" y="18457"/>
                  </a:lnTo>
                  <a:lnTo>
                    <a:pt x="6183" y="18863"/>
                  </a:lnTo>
                  <a:lnTo>
                    <a:pt x="6652" y="19207"/>
                  </a:lnTo>
                  <a:lnTo>
                    <a:pt x="7152" y="19488"/>
                  </a:lnTo>
                  <a:lnTo>
                    <a:pt x="7620" y="19738"/>
                  </a:lnTo>
                  <a:lnTo>
                    <a:pt x="8088" y="19925"/>
                  </a:lnTo>
                  <a:lnTo>
                    <a:pt x="8526" y="20050"/>
                  </a:lnTo>
                  <a:lnTo>
                    <a:pt x="8994" y="20175"/>
                  </a:lnTo>
                  <a:lnTo>
                    <a:pt x="9431" y="20237"/>
                  </a:lnTo>
                  <a:lnTo>
                    <a:pt x="9837" y="20269"/>
                  </a:lnTo>
                  <a:lnTo>
                    <a:pt x="10587" y="20300"/>
                  </a:lnTo>
                  <a:lnTo>
                    <a:pt x="17489" y="20300"/>
                  </a:lnTo>
                  <a:lnTo>
                    <a:pt x="18238" y="20269"/>
                  </a:lnTo>
                  <a:lnTo>
                    <a:pt x="18675" y="20237"/>
                  </a:lnTo>
                  <a:lnTo>
                    <a:pt x="19081" y="20175"/>
                  </a:lnTo>
                  <a:lnTo>
                    <a:pt x="19550" y="20050"/>
                  </a:lnTo>
                  <a:lnTo>
                    <a:pt x="19987" y="19925"/>
                  </a:lnTo>
                  <a:lnTo>
                    <a:pt x="20455" y="19738"/>
                  </a:lnTo>
                  <a:lnTo>
                    <a:pt x="20955" y="19488"/>
                  </a:lnTo>
                  <a:lnTo>
                    <a:pt x="21423" y="19207"/>
                  </a:lnTo>
                  <a:lnTo>
                    <a:pt x="21892" y="18863"/>
                  </a:lnTo>
                  <a:lnTo>
                    <a:pt x="22392" y="18457"/>
                  </a:lnTo>
                  <a:lnTo>
                    <a:pt x="22860" y="17989"/>
                  </a:lnTo>
                  <a:lnTo>
                    <a:pt x="23328" y="17427"/>
                  </a:lnTo>
                  <a:lnTo>
                    <a:pt x="23766" y="16802"/>
                  </a:lnTo>
                  <a:lnTo>
                    <a:pt x="24203" y="16084"/>
                  </a:lnTo>
                  <a:lnTo>
                    <a:pt x="24640" y="15272"/>
                  </a:lnTo>
                  <a:lnTo>
                    <a:pt x="25015" y="14366"/>
                  </a:lnTo>
                  <a:lnTo>
                    <a:pt x="25390" y="13336"/>
                  </a:lnTo>
                  <a:lnTo>
                    <a:pt x="25764" y="12180"/>
                  </a:lnTo>
                  <a:lnTo>
                    <a:pt x="26077" y="10994"/>
                  </a:lnTo>
                  <a:lnTo>
                    <a:pt x="26389" y="9713"/>
                  </a:lnTo>
                  <a:lnTo>
                    <a:pt x="26670" y="8464"/>
                  </a:lnTo>
                  <a:lnTo>
                    <a:pt x="26951" y="7184"/>
                  </a:lnTo>
                  <a:lnTo>
                    <a:pt x="27170" y="5934"/>
                  </a:lnTo>
                  <a:lnTo>
                    <a:pt x="27576" y="3623"/>
                  </a:lnTo>
                  <a:lnTo>
                    <a:pt x="27857" y="1750"/>
                  </a:lnTo>
                  <a:lnTo>
                    <a:pt x="280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9" name="Google Shape;3899;p61"/>
            <p:cNvSpPr/>
            <p:nvPr/>
          </p:nvSpPr>
          <p:spPr>
            <a:xfrm>
              <a:off x="1323350" y="4209700"/>
              <a:ext cx="701900" cy="507500"/>
            </a:xfrm>
            <a:custGeom>
              <a:avLst/>
              <a:gdLst/>
              <a:ahLst/>
              <a:cxnLst/>
              <a:rect l="l" t="t" r="r" b="b"/>
              <a:pathLst>
                <a:path w="28076" h="20300" fill="none" extrusionOk="0">
                  <a:moveTo>
                    <a:pt x="28075" y="1"/>
                  </a:moveTo>
                  <a:lnTo>
                    <a:pt x="28075" y="1"/>
                  </a:lnTo>
                  <a:lnTo>
                    <a:pt x="27857" y="1750"/>
                  </a:lnTo>
                  <a:lnTo>
                    <a:pt x="27576" y="3623"/>
                  </a:lnTo>
                  <a:lnTo>
                    <a:pt x="27170" y="5934"/>
                  </a:lnTo>
                  <a:lnTo>
                    <a:pt x="26951" y="7184"/>
                  </a:lnTo>
                  <a:lnTo>
                    <a:pt x="26670" y="8464"/>
                  </a:lnTo>
                  <a:lnTo>
                    <a:pt x="26389" y="9713"/>
                  </a:lnTo>
                  <a:lnTo>
                    <a:pt x="26077" y="10994"/>
                  </a:lnTo>
                  <a:lnTo>
                    <a:pt x="25764" y="12180"/>
                  </a:lnTo>
                  <a:lnTo>
                    <a:pt x="25390" y="13336"/>
                  </a:lnTo>
                  <a:lnTo>
                    <a:pt x="25015" y="14366"/>
                  </a:lnTo>
                  <a:lnTo>
                    <a:pt x="24640" y="15272"/>
                  </a:lnTo>
                  <a:lnTo>
                    <a:pt x="24640" y="15272"/>
                  </a:lnTo>
                  <a:lnTo>
                    <a:pt x="24203" y="16084"/>
                  </a:lnTo>
                  <a:lnTo>
                    <a:pt x="23766" y="16802"/>
                  </a:lnTo>
                  <a:lnTo>
                    <a:pt x="23328" y="17427"/>
                  </a:lnTo>
                  <a:lnTo>
                    <a:pt x="22860" y="17989"/>
                  </a:lnTo>
                  <a:lnTo>
                    <a:pt x="22392" y="18457"/>
                  </a:lnTo>
                  <a:lnTo>
                    <a:pt x="21892" y="18863"/>
                  </a:lnTo>
                  <a:lnTo>
                    <a:pt x="21423" y="19207"/>
                  </a:lnTo>
                  <a:lnTo>
                    <a:pt x="20955" y="19488"/>
                  </a:lnTo>
                  <a:lnTo>
                    <a:pt x="20455" y="19738"/>
                  </a:lnTo>
                  <a:lnTo>
                    <a:pt x="19987" y="19925"/>
                  </a:lnTo>
                  <a:lnTo>
                    <a:pt x="19550" y="20050"/>
                  </a:lnTo>
                  <a:lnTo>
                    <a:pt x="19081" y="20175"/>
                  </a:lnTo>
                  <a:lnTo>
                    <a:pt x="18675" y="20237"/>
                  </a:lnTo>
                  <a:lnTo>
                    <a:pt x="18238" y="20269"/>
                  </a:lnTo>
                  <a:lnTo>
                    <a:pt x="17489" y="20300"/>
                  </a:lnTo>
                  <a:lnTo>
                    <a:pt x="10587" y="20300"/>
                  </a:lnTo>
                  <a:lnTo>
                    <a:pt x="10587" y="20300"/>
                  </a:lnTo>
                  <a:lnTo>
                    <a:pt x="9837" y="20269"/>
                  </a:lnTo>
                  <a:lnTo>
                    <a:pt x="9431" y="20237"/>
                  </a:lnTo>
                  <a:lnTo>
                    <a:pt x="8994" y="20175"/>
                  </a:lnTo>
                  <a:lnTo>
                    <a:pt x="8526" y="20050"/>
                  </a:lnTo>
                  <a:lnTo>
                    <a:pt x="8088" y="19925"/>
                  </a:lnTo>
                  <a:lnTo>
                    <a:pt x="7620" y="19738"/>
                  </a:lnTo>
                  <a:lnTo>
                    <a:pt x="7152" y="19488"/>
                  </a:lnTo>
                  <a:lnTo>
                    <a:pt x="6652" y="19207"/>
                  </a:lnTo>
                  <a:lnTo>
                    <a:pt x="6183" y="18863"/>
                  </a:lnTo>
                  <a:lnTo>
                    <a:pt x="5715" y="18457"/>
                  </a:lnTo>
                  <a:lnTo>
                    <a:pt x="5215" y="17989"/>
                  </a:lnTo>
                  <a:lnTo>
                    <a:pt x="4778" y="17427"/>
                  </a:lnTo>
                  <a:lnTo>
                    <a:pt x="4310" y="16802"/>
                  </a:lnTo>
                  <a:lnTo>
                    <a:pt x="3872" y="16084"/>
                  </a:lnTo>
                  <a:lnTo>
                    <a:pt x="3466" y="15272"/>
                  </a:lnTo>
                  <a:lnTo>
                    <a:pt x="3466" y="15272"/>
                  </a:lnTo>
                  <a:lnTo>
                    <a:pt x="3248" y="14835"/>
                  </a:lnTo>
                  <a:lnTo>
                    <a:pt x="3061" y="14366"/>
                  </a:lnTo>
                  <a:lnTo>
                    <a:pt x="2686" y="13336"/>
                  </a:lnTo>
                  <a:lnTo>
                    <a:pt x="2311" y="12180"/>
                  </a:lnTo>
                  <a:lnTo>
                    <a:pt x="1999" y="10994"/>
                  </a:lnTo>
                  <a:lnTo>
                    <a:pt x="1686" y="9713"/>
                  </a:lnTo>
                  <a:lnTo>
                    <a:pt x="1405" y="8464"/>
                  </a:lnTo>
                  <a:lnTo>
                    <a:pt x="1156" y="7184"/>
                  </a:lnTo>
                  <a:lnTo>
                    <a:pt x="906" y="5934"/>
                  </a:lnTo>
                  <a:lnTo>
                    <a:pt x="531" y="3623"/>
                  </a:lnTo>
                  <a:lnTo>
                    <a:pt x="250" y="1750"/>
                  </a:lnTo>
                  <a:lnTo>
                    <a:pt x="0" y="1"/>
                  </a:lnTo>
                  <a:lnTo>
                    <a:pt x="2807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0" name="Google Shape;3900;p61"/>
            <p:cNvSpPr/>
            <p:nvPr/>
          </p:nvSpPr>
          <p:spPr>
            <a:xfrm>
              <a:off x="1375650" y="4250300"/>
              <a:ext cx="617575" cy="386500"/>
            </a:xfrm>
            <a:custGeom>
              <a:avLst/>
              <a:gdLst/>
              <a:ahLst/>
              <a:cxnLst/>
              <a:rect l="l" t="t" r="r" b="b"/>
              <a:pathLst>
                <a:path w="24703" h="15460" extrusionOk="0">
                  <a:moveTo>
                    <a:pt x="1718" y="1"/>
                  </a:moveTo>
                  <a:lnTo>
                    <a:pt x="1531" y="32"/>
                  </a:lnTo>
                  <a:lnTo>
                    <a:pt x="1343" y="63"/>
                  </a:lnTo>
                  <a:lnTo>
                    <a:pt x="1187" y="126"/>
                  </a:lnTo>
                  <a:lnTo>
                    <a:pt x="844" y="313"/>
                  </a:lnTo>
                  <a:lnTo>
                    <a:pt x="563" y="563"/>
                  </a:lnTo>
                  <a:lnTo>
                    <a:pt x="344" y="844"/>
                  </a:lnTo>
                  <a:lnTo>
                    <a:pt x="157" y="1156"/>
                  </a:lnTo>
                  <a:lnTo>
                    <a:pt x="94" y="1344"/>
                  </a:lnTo>
                  <a:lnTo>
                    <a:pt x="63" y="1531"/>
                  </a:lnTo>
                  <a:lnTo>
                    <a:pt x="32" y="1718"/>
                  </a:lnTo>
                  <a:lnTo>
                    <a:pt x="0" y="1906"/>
                  </a:lnTo>
                  <a:lnTo>
                    <a:pt x="32" y="2093"/>
                  </a:lnTo>
                  <a:lnTo>
                    <a:pt x="63" y="2280"/>
                  </a:lnTo>
                  <a:lnTo>
                    <a:pt x="94" y="2468"/>
                  </a:lnTo>
                  <a:lnTo>
                    <a:pt x="157" y="2655"/>
                  </a:lnTo>
                  <a:lnTo>
                    <a:pt x="344" y="2967"/>
                  </a:lnTo>
                  <a:lnTo>
                    <a:pt x="563" y="3249"/>
                  </a:lnTo>
                  <a:lnTo>
                    <a:pt x="844" y="3467"/>
                  </a:lnTo>
                  <a:lnTo>
                    <a:pt x="1187" y="3655"/>
                  </a:lnTo>
                  <a:lnTo>
                    <a:pt x="1343" y="3717"/>
                  </a:lnTo>
                  <a:lnTo>
                    <a:pt x="1531" y="3779"/>
                  </a:lnTo>
                  <a:lnTo>
                    <a:pt x="1718" y="3811"/>
                  </a:lnTo>
                  <a:lnTo>
                    <a:pt x="2124" y="3811"/>
                  </a:lnTo>
                  <a:lnTo>
                    <a:pt x="2311" y="3779"/>
                  </a:lnTo>
                  <a:lnTo>
                    <a:pt x="2499" y="3717"/>
                  </a:lnTo>
                  <a:lnTo>
                    <a:pt x="2686" y="3655"/>
                  </a:lnTo>
                  <a:lnTo>
                    <a:pt x="2998" y="3467"/>
                  </a:lnTo>
                  <a:lnTo>
                    <a:pt x="3279" y="3249"/>
                  </a:lnTo>
                  <a:lnTo>
                    <a:pt x="3498" y="2967"/>
                  </a:lnTo>
                  <a:lnTo>
                    <a:pt x="3685" y="2624"/>
                  </a:lnTo>
                  <a:lnTo>
                    <a:pt x="3748" y="2468"/>
                  </a:lnTo>
                  <a:lnTo>
                    <a:pt x="3810" y="2280"/>
                  </a:lnTo>
                  <a:lnTo>
                    <a:pt x="3810" y="2093"/>
                  </a:lnTo>
                  <a:lnTo>
                    <a:pt x="3842" y="1906"/>
                  </a:lnTo>
                  <a:lnTo>
                    <a:pt x="3810" y="1687"/>
                  </a:lnTo>
                  <a:lnTo>
                    <a:pt x="3779" y="1500"/>
                  </a:lnTo>
                  <a:lnTo>
                    <a:pt x="3685" y="1156"/>
                  </a:lnTo>
                  <a:lnTo>
                    <a:pt x="3498" y="844"/>
                  </a:lnTo>
                  <a:lnTo>
                    <a:pt x="3279" y="563"/>
                  </a:lnTo>
                  <a:lnTo>
                    <a:pt x="2998" y="313"/>
                  </a:lnTo>
                  <a:lnTo>
                    <a:pt x="2655" y="126"/>
                  </a:lnTo>
                  <a:lnTo>
                    <a:pt x="2311" y="32"/>
                  </a:lnTo>
                  <a:lnTo>
                    <a:pt x="2124" y="1"/>
                  </a:lnTo>
                  <a:close/>
                  <a:moveTo>
                    <a:pt x="22611" y="219"/>
                  </a:moveTo>
                  <a:lnTo>
                    <a:pt x="22423" y="251"/>
                  </a:lnTo>
                  <a:lnTo>
                    <a:pt x="22236" y="313"/>
                  </a:lnTo>
                  <a:lnTo>
                    <a:pt x="22048" y="375"/>
                  </a:lnTo>
                  <a:lnTo>
                    <a:pt x="21736" y="532"/>
                  </a:lnTo>
                  <a:lnTo>
                    <a:pt x="21455" y="781"/>
                  </a:lnTo>
                  <a:lnTo>
                    <a:pt x="21205" y="1063"/>
                  </a:lnTo>
                  <a:lnTo>
                    <a:pt x="21049" y="1375"/>
                  </a:lnTo>
                  <a:lnTo>
                    <a:pt x="20987" y="1562"/>
                  </a:lnTo>
                  <a:lnTo>
                    <a:pt x="20924" y="1750"/>
                  </a:lnTo>
                  <a:lnTo>
                    <a:pt x="20893" y="1937"/>
                  </a:lnTo>
                  <a:lnTo>
                    <a:pt x="20893" y="2124"/>
                  </a:lnTo>
                  <a:lnTo>
                    <a:pt x="20893" y="2312"/>
                  </a:lnTo>
                  <a:lnTo>
                    <a:pt x="20924" y="2499"/>
                  </a:lnTo>
                  <a:lnTo>
                    <a:pt x="20987" y="2686"/>
                  </a:lnTo>
                  <a:lnTo>
                    <a:pt x="21049" y="2874"/>
                  </a:lnTo>
                  <a:lnTo>
                    <a:pt x="21205" y="3186"/>
                  </a:lnTo>
                  <a:lnTo>
                    <a:pt x="21455" y="3467"/>
                  </a:lnTo>
                  <a:lnTo>
                    <a:pt x="21736" y="3717"/>
                  </a:lnTo>
                  <a:lnTo>
                    <a:pt x="22048" y="3873"/>
                  </a:lnTo>
                  <a:lnTo>
                    <a:pt x="22236" y="3936"/>
                  </a:lnTo>
                  <a:lnTo>
                    <a:pt x="22392" y="3998"/>
                  </a:lnTo>
                  <a:lnTo>
                    <a:pt x="22611" y="4029"/>
                  </a:lnTo>
                  <a:lnTo>
                    <a:pt x="22985" y="4029"/>
                  </a:lnTo>
                  <a:lnTo>
                    <a:pt x="23173" y="3998"/>
                  </a:lnTo>
                  <a:lnTo>
                    <a:pt x="23360" y="3936"/>
                  </a:lnTo>
                  <a:lnTo>
                    <a:pt x="23547" y="3873"/>
                  </a:lnTo>
                  <a:lnTo>
                    <a:pt x="23860" y="3717"/>
                  </a:lnTo>
                  <a:lnTo>
                    <a:pt x="24141" y="3467"/>
                  </a:lnTo>
                  <a:lnTo>
                    <a:pt x="24391" y="3186"/>
                  </a:lnTo>
                  <a:lnTo>
                    <a:pt x="24547" y="2874"/>
                  </a:lnTo>
                  <a:lnTo>
                    <a:pt x="24609" y="2686"/>
                  </a:lnTo>
                  <a:lnTo>
                    <a:pt x="24672" y="2499"/>
                  </a:lnTo>
                  <a:lnTo>
                    <a:pt x="24703" y="2312"/>
                  </a:lnTo>
                  <a:lnTo>
                    <a:pt x="24703" y="2124"/>
                  </a:lnTo>
                  <a:lnTo>
                    <a:pt x="24703" y="1937"/>
                  </a:lnTo>
                  <a:lnTo>
                    <a:pt x="24672" y="1750"/>
                  </a:lnTo>
                  <a:lnTo>
                    <a:pt x="24609" y="1562"/>
                  </a:lnTo>
                  <a:lnTo>
                    <a:pt x="24547" y="1375"/>
                  </a:lnTo>
                  <a:lnTo>
                    <a:pt x="24391" y="1063"/>
                  </a:lnTo>
                  <a:lnTo>
                    <a:pt x="24141" y="781"/>
                  </a:lnTo>
                  <a:lnTo>
                    <a:pt x="23860" y="532"/>
                  </a:lnTo>
                  <a:lnTo>
                    <a:pt x="23547" y="375"/>
                  </a:lnTo>
                  <a:lnTo>
                    <a:pt x="23360" y="313"/>
                  </a:lnTo>
                  <a:lnTo>
                    <a:pt x="23173" y="251"/>
                  </a:lnTo>
                  <a:lnTo>
                    <a:pt x="22985" y="219"/>
                  </a:lnTo>
                  <a:close/>
                  <a:moveTo>
                    <a:pt x="11774" y="3061"/>
                  </a:moveTo>
                  <a:lnTo>
                    <a:pt x="11587" y="3092"/>
                  </a:lnTo>
                  <a:lnTo>
                    <a:pt x="11399" y="3155"/>
                  </a:lnTo>
                  <a:lnTo>
                    <a:pt x="11212" y="3217"/>
                  </a:lnTo>
                  <a:lnTo>
                    <a:pt x="10899" y="3405"/>
                  </a:lnTo>
                  <a:lnTo>
                    <a:pt x="10618" y="3623"/>
                  </a:lnTo>
                  <a:lnTo>
                    <a:pt x="10369" y="3904"/>
                  </a:lnTo>
                  <a:lnTo>
                    <a:pt x="10212" y="4217"/>
                  </a:lnTo>
                  <a:lnTo>
                    <a:pt x="10150" y="4404"/>
                  </a:lnTo>
                  <a:lnTo>
                    <a:pt x="10088" y="4591"/>
                  </a:lnTo>
                  <a:lnTo>
                    <a:pt x="10056" y="4779"/>
                  </a:lnTo>
                  <a:lnTo>
                    <a:pt x="10056" y="4966"/>
                  </a:lnTo>
                  <a:lnTo>
                    <a:pt x="10056" y="5154"/>
                  </a:lnTo>
                  <a:lnTo>
                    <a:pt x="10088" y="5341"/>
                  </a:lnTo>
                  <a:lnTo>
                    <a:pt x="10150" y="5528"/>
                  </a:lnTo>
                  <a:lnTo>
                    <a:pt x="10212" y="5716"/>
                  </a:lnTo>
                  <a:lnTo>
                    <a:pt x="10369" y="6028"/>
                  </a:lnTo>
                  <a:lnTo>
                    <a:pt x="10618" y="6309"/>
                  </a:lnTo>
                  <a:lnTo>
                    <a:pt x="10899" y="6559"/>
                  </a:lnTo>
                  <a:lnTo>
                    <a:pt x="11212" y="6715"/>
                  </a:lnTo>
                  <a:lnTo>
                    <a:pt x="11587" y="6840"/>
                  </a:lnTo>
                  <a:lnTo>
                    <a:pt x="11774" y="6871"/>
                  </a:lnTo>
                  <a:lnTo>
                    <a:pt x="12149" y="6871"/>
                  </a:lnTo>
                  <a:lnTo>
                    <a:pt x="12336" y="6840"/>
                  </a:lnTo>
                  <a:lnTo>
                    <a:pt x="12711" y="6715"/>
                  </a:lnTo>
                  <a:lnTo>
                    <a:pt x="13023" y="6559"/>
                  </a:lnTo>
                  <a:lnTo>
                    <a:pt x="13304" y="6309"/>
                  </a:lnTo>
                  <a:lnTo>
                    <a:pt x="13554" y="6028"/>
                  </a:lnTo>
                  <a:lnTo>
                    <a:pt x="13710" y="5716"/>
                  </a:lnTo>
                  <a:lnTo>
                    <a:pt x="13835" y="5341"/>
                  </a:lnTo>
                  <a:lnTo>
                    <a:pt x="13866" y="5154"/>
                  </a:lnTo>
                  <a:lnTo>
                    <a:pt x="13866" y="4966"/>
                  </a:lnTo>
                  <a:lnTo>
                    <a:pt x="13866" y="4779"/>
                  </a:lnTo>
                  <a:lnTo>
                    <a:pt x="13835" y="4591"/>
                  </a:lnTo>
                  <a:lnTo>
                    <a:pt x="13773" y="4404"/>
                  </a:lnTo>
                  <a:lnTo>
                    <a:pt x="13710" y="4217"/>
                  </a:lnTo>
                  <a:lnTo>
                    <a:pt x="13554" y="3904"/>
                  </a:lnTo>
                  <a:lnTo>
                    <a:pt x="13304" y="3623"/>
                  </a:lnTo>
                  <a:lnTo>
                    <a:pt x="13023" y="3373"/>
                  </a:lnTo>
                  <a:lnTo>
                    <a:pt x="12711" y="3217"/>
                  </a:lnTo>
                  <a:lnTo>
                    <a:pt x="12523" y="3155"/>
                  </a:lnTo>
                  <a:lnTo>
                    <a:pt x="12336" y="3092"/>
                  </a:lnTo>
                  <a:lnTo>
                    <a:pt x="12149" y="3061"/>
                  </a:lnTo>
                  <a:close/>
                  <a:moveTo>
                    <a:pt x="5216" y="9744"/>
                  </a:moveTo>
                  <a:lnTo>
                    <a:pt x="5028" y="9776"/>
                  </a:lnTo>
                  <a:lnTo>
                    <a:pt x="4841" y="9807"/>
                  </a:lnTo>
                  <a:lnTo>
                    <a:pt x="4654" y="9869"/>
                  </a:lnTo>
                  <a:lnTo>
                    <a:pt x="4341" y="10057"/>
                  </a:lnTo>
                  <a:lnTo>
                    <a:pt x="4060" y="10306"/>
                  </a:lnTo>
                  <a:lnTo>
                    <a:pt x="3842" y="10587"/>
                  </a:lnTo>
                  <a:lnTo>
                    <a:pt x="3654" y="10900"/>
                  </a:lnTo>
                  <a:lnTo>
                    <a:pt x="3592" y="11087"/>
                  </a:lnTo>
                  <a:lnTo>
                    <a:pt x="3561" y="11243"/>
                  </a:lnTo>
                  <a:lnTo>
                    <a:pt x="3529" y="11431"/>
                  </a:lnTo>
                  <a:lnTo>
                    <a:pt x="3498" y="11649"/>
                  </a:lnTo>
                  <a:lnTo>
                    <a:pt x="3529" y="11837"/>
                  </a:lnTo>
                  <a:lnTo>
                    <a:pt x="3561" y="12024"/>
                  </a:lnTo>
                  <a:lnTo>
                    <a:pt x="3592" y="12211"/>
                  </a:lnTo>
                  <a:lnTo>
                    <a:pt x="3654" y="12368"/>
                  </a:lnTo>
                  <a:lnTo>
                    <a:pt x="3842" y="12711"/>
                  </a:lnTo>
                  <a:lnTo>
                    <a:pt x="4060" y="12992"/>
                  </a:lnTo>
                  <a:lnTo>
                    <a:pt x="4341" y="13211"/>
                  </a:lnTo>
                  <a:lnTo>
                    <a:pt x="4685" y="13398"/>
                  </a:lnTo>
                  <a:lnTo>
                    <a:pt x="5028" y="13492"/>
                  </a:lnTo>
                  <a:lnTo>
                    <a:pt x="5216" y="13523"/>
                  </a:lnTo>
                  <a:lnTo>
                    <a:pt x="5403" y="13554"/>
                  </a:lnTo>
                  <a:lnTo>
                    <a:pt x="5622" y="13523"/>
                  </a:lnTo>
                  <a:lnTo>
                    <a:pt x="5809" y="13492"/>
                  </a:lnTo>
                  <a:lnTo>
                    <a:pt x="6153" y="13398"/>
                  </a:lnTo>
                  <a:lnTo>
                    <a:pt x="6465" y="13211"/>
                  </a:lnTo>
                  <a:lnTo>
                    <a:pt x="6746" y="12992"/>
                  </a:lnTo>
                  <a:lnTo>
                    <a:pt x="6996" y="12711"/>
                  </a:lnTo>
                  <a:lnTo>
                    <a:pt x="7152" y="12368"/>
                  </a:lnTo>
                  <a:lnTo>
                    <a:pt x="7277" y="12024"/>
                  </a:lnTo>
                  <a:lnTo>
                    <a:pt x="7308" y="11837"/>
                  </a:lnTo>
                  <a:lnTo>
                    <a:pt x="7308" y="11649"/>
                  </a:lnTo>
                  <a:lnTo>
                    <a:pt x="7308" y="11431"/>
                  </a:lnTo>
                  <a:lnTo>
                    <a:pt x="7277" y="11243"/>
                  </a:lnTo>
                  <a:lnTo>
                    <a:pt x="7246" y="11056"/>
                  </a:lnTo>
                  <a:lnTo>
                    <a:pt x="7152" y="10900"/>
                  </a:lnTo>
                  <a:lnTo>
                    <a:pt x="6996" y="10556"/>
                  </a:lnTo>
                  <a:lnTo>
                    <a:pt x="6746" y="10275"/>
                  </a:lnTo>
                  <a:lnTo>
                    <a:pt x="6465" y="10057"/>
                  </a:lnTo>
                  <a:lnTo>
                    <a:pt x="6153" y="9869"/>
                  </a:lnTo>
                  <a:lnTo>
                    <a:pt x="5965" y="9807"/>
                  </a:lnTo>
                  <a:lnTo>
                    <a:pt x="5809" y="9776"/>
                  </a:lnTo>
                  <a:lnTo>
                    <a:pt x="5622" y="9744"/>
                  </a:lnTo>
                  <a:close/>
                  <a:moveTo>
                    <a:pt x="15990" y="11649"/>
                  </a:moveTo>
                  <a:lnTo>
                    <a:pt x="15803" y="11680"/>
                  </a:lnTo>
                  <a:lnTo>
                    <a:pt x="15615" y="11712"/>
                  </a:lnTo>
                  <a:lnTo>
                    <a:pt x="15428" y="11774"/>
                  </a:lnTo>
                  <a:lnTo>
                    <a:pt x="15115" y="11962"/>
                  </a:lnTo>
                  <a:lnTo>
                    <a:pt x="14834" y="12180"/>
                  </a:lnTo>
                  <a:lnTo>
                    <a:pt x="14585" y="12492"/>
                  </a:lnTo>
                  <a:lnTo>
                    <a:pt x="14428" y="12805"/>
                  </a:lnTo>
                  <a:lnTo>
                    <a:pt x="14366" y="12992"/>
                  </a:lnTo>
                  <a:lnTo>
                    <a:pt x="14304" y="13148"/>
                  </a:lnTo>
                  <a:lnTo>
                    <a:pt x="14272" y="13336"/>
                  </a:lnTo>
                  <a:lnTo>
                    <a:pt x="14272" y="13554"/>
                  </a:lnTo>
                  <a:lnTo>
                    <a:pt x="14272" y="13742"/>
                  </a:lnTo>
                  <a:lnTo>
                    <a:pt x="14304" y="13929"/>
                  </a:lnTo>
                  <a:lnTo>
                    <a:pt x="14366" y="14116"/>
                  </a:lnTo>
                  <a:lnTo>
                    <a:pt x="14428" y="14273"/>
                  </a:lnTo>
                  <a:lnTo>
                    <a:pt x="14585" y="14616"/>
                  </a:lnTo>
                  <a:lnTo>
                    <a:pt x="14834" y="14897"/>
                  </a:lnTo>
                  <a:lnTo>
                    <a:pt x="15115" y="15116"/>
                  </a:lnTo>
                  <a:lnTo>
                    <a:pt x="15428" y="15303"/>
                  </a:lnTo>
                  <a:lnTo>
                    <a:pt x="15615" y="15366"/>
                  </a:lnTo>
                  <a:lnTo>
                    <a:pt x="15803" y="15428"/>
                  </a:lnTo>
                  <a:lnTo>
                    <a:pt x="15990" y="15459"/>
                  </a:lnTo>
                  <a:lnTo>
                    <a:pt x="16365" y="15459"/>
                  </a:lnTo>
                  <a:lnTo>
                    <a:pt x="16552" y="15428"/>
                  </a:lnTo>
                  <a:lnTo>
                    <a:pt x="16739" y="15366"/>
                  </a:lnTo>
                  <a:lnTo>
                    <a:pt x="16927" y="15303"/>
                  </a:lnTo>
                  <a:lnTo>
                    <a:pt x="17239" y="15116"/>
                  </a:lnTo>
                  <a:lnTo>
                    <a:pt x="17520" y="14897"/>
                  </a:lnTo>
                  <a:lnTo>
                    <a:pt x="17770" y="14616"/>
                  </a:lnTo>
                  <a:lnTo>
                    <a:pt x="17926" y="14273"/>
                  </a:lnTo>
                  <a:lnTo>
                    <a:pt x="17989" y="14116"/>
                  </a:lnTo>
                  <a:lnTo>
                    <a:pt x="18051" y="13929"/>
                  </a:lnTo>
                  <a:lnTo>
                    <a:pt x="18082" y="13742"/>
                  </a:lnTo>
                  <a:lnTo>
                    <a:pt x="18082" y="13554"/>
                  </a:lnTo>
                  <a:lnTo>
                    <a:pt x="18082" y="13336"/>
                  </a:lnTo>
                  <a:lnTo>
                    <a:pt x="18051" y="13148"/>
                  </a:lnTo>
                  <a:lnTo>
                    <a:pt x="17989" y="12961"/>
                  </a:lnTo>
                  <a:lnTo>
                    <a:pt x="17926" y="12805"/>
                  </a:lnTo>
                  <a:lnTo>
                    <a:pt x="17770" y="12461"/>
                  </a:lnTo>
                  <a:lnTo>
                    <a:pt x="17520" y="12180"/>
                  </a:lnTo>
                  <a:lnTo>
                    <a:pt x="17239" y="11962"/>
                  </a:lnTo>
                  <a:lnTo>
                    <a:pt x="16927" y="11774"/>
                  </a:lnTo>
                  <a:lnTo>
                    <a:pt x="16739" y="11712"/>
                  </a:lnTo>
                  <a:lnTo>
                    <a:pt x="16552" y="11680"/>
                  </a:lnTo>
                  <a:lnTo>
                    <a:pt x="16365" y="116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1" name="Google Shape;3901;p61"/>
            <p:cNvSpPr/>
            <p:nvPr/>
          </p:nvSpPr>
          <p:spPr>
            <a:xfrm>
              <a:off x="1732450" y="4541525"/>
              <a:ext cx="95275" cy="95275"/>
            </a:xfrm>
            <a:custGeom>
              <a:avLst/>
              <a:gdLst/>
              <a:ahLst/>
              <a:cxnLst/>
              <a:rect l="l" t="t" r="r" b="b"/>
              <a:pathLst>
                <a:path w="3811" h="3811" fill="none" extrusionOk="0">
                  <a:moveTo>
                    <a:pt x="1905" y="0"/>
                  </a:moveTo>
                  <a:lnTo>
                    <a:pt x="1905" y="0"/>
                  </a:lnTo>
                  <a:lnTo>
                    <a:pt x="1905" y="0"/>
                  </a:lnTo>
                  <a:lnTo>
                    <a:pt x="1718" y="0"/>
                  </a:lnTo>
                  <a:lnTo>
                    <a:pt x="1531" y="31"/>
                  </a:lnTo>
                  <a:lnTo>
                    <a:pt x="1343" y="63"/>
                  </a:lnTo>
                  <a:lnTo>
                    <a:pt x="1156" y="125"/>
                  </a:lnTo>
                  <a:lnTo>
                    <a:pt x="843" y="313"/>
                  </a:lnTo>
                  <a:lnTo>
                    <a:pt x="562" y="531"/>
                  </a:lnTo>
                  <a:lnTo>
                    <a:pt x="313" y="843"/>
                  </a:lnTo>
                  <a:lnTo>
                    <a:pt x="156" y="1156"/>
                  </a:lnTo>
                  <a:lnTo>
                    <a:pt x="94" y="1343"/>
                  </a:lnTo>
                  <a:lnTo>
                    <a:pt x="32" y="1499"/>
                  </a:lnTo>
                  <a:lnTo>
                    <a:pt x="0" y="1687"/>
                  </a:lnTo>
                  <a:lnTo>
                    <a:pt x="0" y="1905"/>
                  </a:lnTo>
                  <a:lnTo>
                    <a:pt x="0" y="1905"/>
                  </a:lnTo>
                  <a:lnTo>
                    <a:pt x="0" y="2093"/>
                  </a:lnTo>
                  <a:lnTo>
                    <a:pt x="32" y="2280"/>
                  </a:lnTo>
                  <a:lnTo>
                    <a:pt x="94" y="2467"/>
                  </a:lnTo>
                  <a:lnTo>
                    <a:pt x="156" y="2624"/>
                  </a:lnTo>
                  <a:lnTo>
                    <a:pt x="313" y="2967"/>
                  </a:lnTo>
                  <a:lnTo>
                    <a:pt x="562" y="3248"/>
                  </a:lnTo>
                  <a:lnTo>
                    <a:pt x="843" y="3467"/>
                  </a:lnTo>
                  <a:lnTo>
                    <a:pt x="1156" y="3654"/>
                  </a:lnTo>
                  <a:lnTo>
                    <a:pt x="1343" y="3717"/>
                  </a:lnTo>
                  <a:lnTo>
                    <a:pt x="1531" y="3779"/>
                  </a:lnTo>
                  <a:lnTo>
                    <a:pt x="1718" y="3810"/>
                  </a:lnTo>
                  <a:lnTo>
                    <a:pt x="1905" y="3810"/>
                  </a:lnTo>
                  <a:lnTo>
                    <a:pt x="1905" y="3810"/>
                  </a:lnTo>
                  <a:lnTo>
                    <a:pt x="2093" y="3810"/>
                  </a:lnTo>
                  <a:lnTo>
                    <a:pt x="2280" y="3779"/>
                  </a:lnTo>
                  <a:lnTo>
                    <a:pt x="2467" y="3717"/>
                  </a:lnTo>
                  <a:lnTo>
                    <a:pt x="2655" y="3654"/>
                  </a:lnTo>
                  <a:lnTo>
                    <a:pt x="2967" y="3467"/>
                  </a:lnTo>
                  <a:lnTo>
                    <a:pt x="3248" y="3248"/>
                  </a:lnTo>
                  <a:lnTo>
                    <a:pt x="3498" y="2967"/>
                  </a:lnTo>
                  <a:lnTo>
                    <a:pt x="3654" y="2624"/>
                  </a:lnTo>
                  <a:lnTo>
                    <a:pt x="3717" y="2467"/>
                  </a:lnTo>
                  <a:lnTo>
                    <a:pt x="3779" y="2280"/>
                  </a:lnTo>
                  <a:lnTo>
                    <a:pt x="3810" y="2093"/>
                  </a:lnTo>
                  <a:lnTo>
                    <a:pt x="3810" y="1905"/>
                  </a:lnTo>
                  <a:lnTo>
                    <a:pt x="3810" y="1905"/>
                  </a:lnTo>
                  <a:lnTo>
                    <a:pt x="3810" y="1905"/>
                  </a:lnTo>
                  <a:lnTo>
                    <a:pt x="3810" y="1687"/>
                  </a:lnTo>
                  <a:lnTo>
                    <a:pt x="3779" y="1499"/>
                  </a:lnTo>
                  <a:lnTo>
                    <a:pt x="3717" y="1312"/>
                  </a:lnTo>
                  <a:lnTo>
                    <a:pt x="3654" y="1156"/>
                  </a:lnTo>
                  <a:lnTo>
                    <a:pt x="3498" y="812"/>
                  </a:lnTo>
                  <a:lnTo>
                    <a:pt x="3248" y="531"/>
                  </a:lnTo>
                  <a:lnTo>
                    <a:pt x="2967" y="313"/>
                  </a:lnTo>
                  <a:lnTo>
                    <a:pt x="2655" y="125"/>
                  </a:lnTo>
                  <a:lnTo>
                    <a:pt x="2467" y="63"/>
                  </a:lnTo>
                  <a:lnTo>
                    <a:pt x="2280" y="31"/>
                  </a:lnTo>
                  <a:lnTo>
                    <a:pt x="2093" y="0"/>
                  </a:lnTo>
                  <a:lnTo>
                    <a:pt x="19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2" name="Google Shape;3902;p61"/>
            <p:cNvSpPr/>
            <p:nvPr/>
          </p:nvSpPr>
          <p:spPr>
            <a:xfrm>
              <a:off x="1463100" y="4493900"/>
              <a:ext cx="95275" cy="95275"/>
            </a:xfrm>
            <a:custGeom>
              <a:avLst/>
              <a:gdLst/>
              <a:ahLst/>
              <a:cxnLst/>
              <a:rect l="l" t="t" r="r" b="b"/>
              <a:pathLst>
                <a:path w="3811" h="3811" fill="none" extrusionOk="0">
                  <a:moveTo>
                    <a:pt x="1905" y="0"/>
                  </a:moveTo>
                  <a:lnTo>
                    <a:pt x="1905" y="0"/>
                  </a:lnTo>
                  <a:lnTo>
                    <a:pt x="1905" y="0"/>
                  </a:lnTo>
                  <a:lnTo>
                    <a:pt x="1718" y="0"/>
                  </a:lnTo>
                  <a:lnTo>
                    <a:pt x="1530" y="32"/>
                  </a:lnTo>
                  <a:lnTo>
                    <a:pt x="1343" y="63"/>
                  </a:lnTo>
                  <a:lnTo>
                    <a:pt x="1156" y="125"/>
                  </a:lnTo>
                  <a:lnTo>
                    <a:pt x="843" y="313"/>
                  </a:lnTo>
                  <a:lnTo>
                    <a:pt x="562" y="562"/>
                  </a:lnTo>
                  <a:lnTo>
                    <a:pt x="344" y="843"/>
                  </a:lnTo>
                  <a:lnTo>
                    <a:pt x="156" y="1156"/>
                  </a:lnTo>
                  <a:lnTo>
                    <a:pt x="94" y="1343"/>
                  </a:lnTo>
                  <a:lnTo>
                    <a:pt x="63" y="1499"/>
                  </a:lnTo>
                  <a:lnTo>
                    <a:pt x="31" y="1687"/>
                  </a:lnTo>
                  <a:lnTo>
                    <a:pt x="0" y="1905"/>
                  </a:lnTo>
                  <a:lnTo>
                    <a:pt x="0" y="1905"/>
                  </a:lnTo>
                  <a:lnTo>
                    <a:pt x="31" y="2093"/>
                  </a:lnTo>
                  <a:lnTo>
                    <a:pt x="63" y="2280"/>
                  </a:lnTo>
                  <a:lnTo>
                    <a:pt x="94" y="2467"/>
                  </a:lnTo>
                  <a:lnTo>
                    <a:pt x="156" y="2624"/>
                  </a:lnTo>
                  <a:lnTo>
                    <a:pt x="344" y="2967"/>
                  </a:lnTo>
                  <a:lnTo>
                    <a:pt x="562" y="3248"/>
                  </a:lnTo>
                  <a:lnTo>
                    <a:pt x="843" y="3467"/>
                  </a:lnTo>
                  <a:lnTo>
                    <a:pt x="1187" y="3654"/>
                  </a:lnTo>
                  <a:lnTo>
                    <a:pt x="1530" y="3748"/>
                  </a:lnTo>
                  <a:lnTo>
                    <a:pt x="1718" y="3779"/>
                  </a:lnTo>
                  <a:lnTo>
                    <a:pt x="1905" y="3810"/>
                  </a:lnTo>
                  <a:lnTo>
                    <a:pt x="1905" y="3810"/>
                  </a:lnTo>
                  <a:lnTo>
                    <a:pt x="1905" y="3810"/>
                  </a:lnTo>
                  <a:lnTo>
                    <a:pt x="1905" y="3810"/>
                  </a:lnTo>
                  <a:lnTo>
                    <a:pt x="2124" y="3779"/>
                  </a:lnTo>
                  <a:lnTo>
                    <a:pt x="2311" y="3748"/>
                  </a:lnTo>
                  <a:lnTo>
                    <a:pt x="2655" y="3654"/>
                  </a:lnTo>
                  <a:lnTo>
                    <a:pt x="2967" y="3467"/>
                  </a:lnTo>
                  <a:lnTo>
                    <a:pt x="3248" y="3248"/>
                  </a:lnTo>
                  <a:lnTo>
                    <a:pt x="3498" y="2967"/>
                  </a:lnTo>
                  <a:lnTo>
                    <a:pt x="3654" y="2624"/>
                  </a:lnTo>
                  <a:lnTo>
                    <a:pt x="3779" y="2280"/>
                  </a:lnTo>
                  <a:lnTo>
                    <a:pt x="3810" y="2093"/>
                  </a:lnTo>
                  <a:lnTo>
                    <a:pt x="3810" y="1905"/>
                  </a:lnTo>
                  <a:lnTo>
                    <a:pt x="3810" y="1905"/>
                  </a:lnTo>
                  <a:lnTo>
                    <a:pt x="3810" y="1687"/>
                  </a:lnTo>
                  <a:lnTo>
                    <a:pt x="3779" y="1499"/>
                  </a:lnTo>
                  <a:lnTo>
                    <a:pt x="3748" y="1312"/>
                  </a:lnTo>
                  <a:lnTo>
                    <a:pt x="3654" y="1156"/>
                  </a:lnTo>
                  <a:lnTo>
                    <a:pt x="3498" y="812"/>
                  </a:lnTo>
                  <a:lnTo>
                    <a:pt x="3248" y="531"/>
                  </a:lnTo>
                  <a:lnTo>
                    <a:pt x="2967" y="313"/>
                  </a:lnTo>
                  <a:lnTo>
                    <a:pt x="2655" y="125"/>
                  </a:lnTo>
                  <a:lnTo>
                    <a:pt x="2467" y="63"/>
                  </a:lnTo>
                  <a:lnTo>
                    <a:pt x="2311" y="32"/>
                  </a:lnTo>
                  <a:lnTo>
                    <a:pt x="2124" y="0"/>
                  </a:lnTo>
                  <a:lnTo>
                    <a:pt x="19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3" name="Google Shape;3903;p61"/>
            <p:cNvSpPr/>
            <p:nvPr/>
          </p:nvSpPr>
          <p:spPr>
            <a:xfrm>
              <a:off x="1627050" y="4326825"/>
              <a:ext cx="95275" cy="95275"/>
            </a:xfrm>
            <a:custGeom>
              <a:avLst/>
              <a:gdLst/>
              <a:ahLst/>
              <a:cxnLst/>
              <a:rect l="l" t="t" r="r" b="b"/>
              <a:pathLst>
                <a:path w="3811" h="3811" fill="none" extrusionOk="0">
                  <a:moveTo>
                    <a:pt x="1905" y="0"/>
                  </a:moveTo>
                  <a:lnTo>
                    <a:pt x="1905" y="0"/>
                  </a:lnTo>
                  <a:lnTo>
                    <a:pt x="1718" y="0"/>
                  </a:lnTo>
                  <a:lnTo>
                    <a:pt x="1531" y="31"/>
                  </a:lnTo>
                  <a:lnTo>
                    <a:pt x="1343" y="94"/>
                  </a:lnTo>
                  <a:lnTo>
                    <a:pt x="1156" y="156"/>
                  </a:lnTo>
                  <a:lnTo>
                    <a:pt x="843" y="344"/>
                  </a:lnTo>
                  <a:lnTo>
                    <a:pt x="562" y="562"/>
                  </a:lnTo>
                  <a:lnTo>
                    <a:pt x="313" y="843"/>
                  </a:lnTo>
                  <a:lnTo>
                    <a:pt x="156" y="1156"/>
                  </a:lnTo>
                  <a:lnTo>
                    <a:pt x="94" y="1343"/>
                  </a:lnTo>
                  <a:lnTo>
                    <a:pt x="32" y="1530"/>
                  </a:lnTo>
                  <a:lnTo>
                    <a:pt x="0" y="1718"/>
                  </a:lnTo>
                  <a:lnTo>
                    <a:pt x="0" y="1905"/>
                  </a:lnTo>
                  <a:lnTo>
                    <a:pt x="0" y="1905"/>
                  </a:lnTo>
                  <a:lnTo>
                    <a:pt x="0" y="2093"/>
                  </a:lnTo>
                  <a:lnTo>
                    <a:pt x="32" y="2280"/>
                  </a:lnTo>
                  <a:lnTo>
                    <a:pt x="94" y="2467"/>
                  </a:lnTo>
                  <a:lnTo>
                    <a:pt x="156" y="2655"/>
                  </a:lnTo>
                  <a:lnTo>
                    <a:pt x="313" y="2967"/>
                  </a:lnTo>
                  <a:lnTo>
                    <a:pt x="562" y="3248"/>
                  </a:lnTo>
                  <a:lnTo>
                    <a:pt x="843" y="3498"/>
                  </a:lnTo>
                  <a:lnTo>
                    <a:pt x="1156" y="3654"/>
                  </a:lnTo>
                  <a:lnTo>
                    <a:pt x="1531" y="3779"/>
                  </a:lnTo>
                  <a:lnTo>
                    <a:pt x="1718" y="3810"/>
                  </a:lnTo>
                  <a:lnTo>
                    <a:pt x="1905" y="3810"/>
                  </a:lnTo>
                  <a:lnTo>
                    <a:pt x="1905" y="3810"/>
                  </a:lnTo>
                  <a:lnTo>
                    <a:pt x="1905" y="3810"/>
                  </a:lnTo>
                  <a:lnTo>
                    <a:pt x="1905" y="3810"/>
                  </a:lnTo>
                  <a:lnTo>
                    <a:pt x="2093" y="3810"/>
                  </a:lnTo>
                  <a:lnTo>
                    <a:pt x="2280" y="3779"/>
                  </a:lnTo>
                  <a:lnTo>
                    <a:pt x="2655" y="3654"/>
                  </a:lnTo>
                  <a:lnTo>
                    <a:pt x="2967" y="3498"/>
                  </a:lnTo>
                  <a:lnTo>
                    <a:pt x="3248" y="3248"/>
                  </a:lnTo>
                  <a:lnTo>
                    <a:pt x="3498" y="2967"/>
                  </a:lnTo>
                  <a:lnTo>
                    <a:pt x="3654" y="2655"/>
                  </a:lnTo>
                  <a:lnTo>
                    <a:pt x="3779" y="2280"/>
                  </a:lnTo>
                  <a:lnTo>
                    <a:pt x="3810" y="2093"/>
                  </a:lnTo>
                  <a:lnTo>
                    <a:pt x="3810" y="1905"/>
                  </a:lnTo>
                  <a:lnTo>
                    <a:pt x="3810" y="1905"/>
                  </a:lnTo>
                  <a:lnTo>
                    <a:pt x="3810" y="1718"/>
                  </a:lnTo>
                  <a:lnTo>
                    <a:pt x="3779" y="1530"/>
                  </a:lnTo>
                  <a:lnTo>
                    <a:pt x="3717" y="1343"/>
                  </a:lnTo>
                  <a:lnTo>
                    <a:pt x="3654" y="1156"/>
                  </a:lnTo>
                  <a:lnTo>
                    <a:pt x="3498" y="843"/>
                  </a:lnTo>
                  <a:lnTo>
                    <a:pt x="3248" y="562"/>
                  </a:lnTo>
                  <a:lnTo>
                    <a:pt x="2967" y="312"/>
                  </a:lnTo>
                  <a:lnTo>
                    <a:pt x="2655" y="156"/>
                  </a:lnTo>
                  <a:lnTo>
                    <a:pt x="2467" y="94"/>
                  </a:lnTo>
                  <a:lnTo>
                    <a:pt x="2280" y="31"/>
                  </a:lnTo>
                  <a:lnTo>
                    <a:pt x="2093" y="0"/>
                  </a:lnTo>
                  <a:lnTo>
                    <a:pt x="1905" y="0"/>
                  </a:lnTo>
                  <a:lnTo>
                    <a:pt x="1905" y="0"/>
                  </a:lnTo>
                  <a:lnTo>
                    <a:pt x="1905" y="0"/>
                  </a:lnTo>
                  <a:lnTo>
                    <a:pt x="1905" y="0"/>
                  </a:lnTo>
                  <a:lnTo>
                    <a:pt x="19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4" name="Google Shape;3904;p61"/>
            <p:cNvSpPr/>
            <p:nvPr/>
          </p:nvSpPr>
          <p:spPr>
            <a:xfrm>
              <a:off x="1897950" y="4255775"/>
              <a:ext cx="95275" cy="95275"/>
            </a:xfrm>
            <a:custGeom>
              <a:avLst/>
              <a:gdLst/>
              <a:ahLst/>
              <a:cxnLst/>
              <a:rect l="l" t="t" r="r" b="b"/>
              <a:pathLst>
                <a:path w="3811" h="3811" fill="none" extrusionOk="0">
                  <a:moveTo>
                    <a:pt x="1906" y="0"/>
                  </a:moveTo>
                  <a:lnTo>
                    <a:pt x="1906" y="0"/>
                  </a:lnTo>
                  <a:lnTo>
                    <a:pt x="1719" y="0"/>
                  </a:lnTo>
                  <a:lnTo>
                    <a:pt x="1531" y="32"/>
                  </a:lnTo>
                  <a:lnTo>
                    <a:pt x="1344" y="94"/>
                  </a:lnTo>
                  <a:lnTo>
                    <a:pt x="1156" y="156"/>
                  </a:lnTo>
                  <a:lnTo>
                    <a:pt x="844" y="313"/>
                  </a:lnTo>
                  <a:lnTo>
                    <a:pt x="563" y="562"/>
                  </a:lnTo>
                  <a:lnTo>
                    <a:pt x="313" y="844"/>
                  </a:lnTo>
                  <a:lnTo>
                    <a:pt x="157" y="1156"/>
                  </a:lnTo>
                  <a:lnTo>
                    <a:pt x="95" y="1343"/>
                  </a:lnTo>
                  <a:lnTo>
                    <a:pt x="32" y="1531"/>
                  </a:lnTo>
                  <a:lnTo>
                    <a:pt x="1" y="1718"/>
                  </a:lnTo>
                  <a:lnTo>
                    <a:pt x="1" y="1905"/>
                  </a:lnTo>
                  <a:lnTo>
                    <a:pt x="1" y="1905"/>
                  </a:lnTo>
                  <a:lnTo>
                    <a:pt x="1" y="2093"/>
                  </a:lnTo>
                  <a:lnTo>
                    <a:pt x="32" y="2280"/>
                  </a:lnTo>
                  <a:lnTo>
                    <a:pt x="95" y="2467"/>
                  </a:lnTo>
                  <a:lnTo>
                    <a:pt x="157" y="2655"/>
                  </a:lnTo>
                  <a:lnTo>
                    <a:pt x="313" y="2967"/>
                  </a:lnTo>
                  <a:lnTo>
                    <a:pt x="563" y="3248"/>
                  </a:lnTo>
                  <a:lnTo>
                    <a:pt x="844" y="3498"/>
                  </a:lnTo>
                  <a:lnTo>
                    <a:pt x="1156" y="3654"/>
                  </a:lnTo>
                  <a:lnTo>
                    <a:pt x="1344" y="3717"/>
                  </a:lnTo>
                  <a:lnTo>
                    <a:pt x="1500" y="3779"/>
                  </a:lnTo>
                  <a:lnTo>
                    <a:pt x="1719" y="3810"/>
                  </a:lnTo>
                  <a:lnTo>
                    <a:pt x="1906" y="3810"/>
                  </a:lnTo>
                  <a:lnTo>
                    <a:pt x="1906" y="3810"/>
                  </a:lnTo>
                  <a:lnTo>
                    <a:pt x="1906" y="3810"/>
                  </a:lnTo>
                  <a:lnTo>
                    <a:pt x="1906" y="3810"/>
                  </a:lnTo>
                  <a:lnTo>
                    <a:pt x="2093" y="3810"/>
                  </a:lnTo>
                  <a:lnTo>
                    <a:pt x="2281" y="3779"/>
                  </a:lnTo>
                  <a:lnTo>
                    <a:pt x="2468" y="3717"/>
                  </a:lnTo>
                  <a:lnTo>
                    <a:pt x="2655" y="3654"/>
                  </a:lnTo>
                  <a:lnTo>
                    <a:pt x="2968" y="3498"/>
                  </a:lnTo>
                  <a:lnTo>
                    <a:pt x="3249" y="3248"/>
                  </a:lnTo>
                  <a:lnTo>
                    <a:pt x="3499" y="2967"/>
                  </a:lnTo>
                  <a:lnTo>
                    <a:pt x="3655" y="2655"/>
                  </a:lnTo>
                  <a:lnTo>
                    <a:pt x="3717" y="2467"/>
                  </a:lnTo>
                  <a:lnTo>
                    <a:pt x="3780" y="2280"/>
                  </a:lnTo>
                  <a:lnTo>
                    <a:pt x="3811" y="2093"/>
                  </a:lnTo>
                  <a:lnTo>
                    <a:pt x="3811" y="1905"/>
                  </a:lnTo>
                  <a:lnTo>
                    <a:pt x="3811" y="1905"/>
                  </a:lnTo>
                  <a:lnTo>
                    <a:pt x="3811" y="1905"/>
                  </a:lnTo>
                  <a:lnTo>
                    <a:pt x="3811" y="1718"/>
                  </a:lnTo>
                  <a:lnTo>
                    <a:pt x="3780" y="1531"/>
                  </a:lnTo>
                  <a:lnTo>
                    <a:pt x="3717" y="1343"/>
                  </a:lnTo>
                  <a:lnTo>
                    <a:pt x="3655" y="1156"/>
                  </a:lnTo>
                  <a:lnTo>
                    <a:pt x="3499" y="844"/>
                  </a:lnTo>
                  <a:lnTo>
                    <a:pt x="3249" y="562"/>
                  </a:lnTo>
                  <a:lnTo>
                    <a:pt x="2968" y="313"/>
                  </a:lnTo>
                  <a:lnTo>
                    <a:pt x="2655" y="156"/>
                  </a:lnTo>
                  <a:lnTo>
                    <a:pt x="2468" y="94"/>
                  </a:lnTo>
                  <a:lnTo>
                    <a:pt x="2281" y="32"/>
                  </a:lnTo>
                  <a:lnTo>
                    <a:pt x="2093" y="0"/>
                  </a:lnTo>
                  <a:lnTo>
                    <a:pt x="1906" y="0"/>
                  </a:lnTo>
                  <a:lnTo>
                    <a:pt x="1906" y="0"/>
                  </a:lnTo>
                  <a:lnTo>
                    <a:pt x="1906" y="0"/>
                  </a:lnTo>
                  <a:lnTo>
                    <a:pt x="1906" y="0"/>
                  </a:lnTo>
                  <a:lnTo>
                    <a:pt x="19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5" name="Google Shape;3905;p61"/>
            <p:cNvSpPr/>
            <p:nvPr/>
          </p:nvSpPr>
          <p:spPr>
            <a:xfrm>
              <a:off x="1375650" y="4250300"/>
              <a:ext cx="96050" cy="95275"/>
            </a:xfrm>
            <a:custGeom>
              <a:avLst/>
              <a:gdLst/>
              <a:ahLst/>
              <a:cxnLst/>
              <a:rect l="l" t="t" r="r" b="b"/>
              <a:pathLst>
                <a:path w="3842" h="3811" fill="none" extrusionOk="0">
                  <a:moveTo>
                    <a:pt x="1937" y="1"/>
                  </a:moveTo>
                  <a:lnTo>
                    <a:pt x="1905" y="1"/>
                  </a:lnTo>
                  <a:lnTo>
                    <a:pt x="1905" y="1"/>
                  </a:lnTo>
                  <a:lnTo>
                    <a:pt x="1718" y="1"/>
                  </a:lnTo>
                  <a:lnTo>
                    <a:pt x="1531" y="32"/>
                  </a:lnTo>
                  <a:lnTo>
                    <a:pt x="1343" y="63"/>
                  </a:lnTo>
                  <a:lnTo>
                    <a:pt x="1187" y="126"/>
                  </a:lnTo>
                  <a:lnTo>
                    <a:pt x="844" y="313"/>
                  </a:lnTo>
                  <a:lnTo>
                    <a:pt x="563" y="563"/>
                  </a:lnTo>
                  <a:lnTo>
                    <a:pt x="344" y="844"/>
                  </a:lnTo>
                  <a:lnTo>
                    <a:pt x="157" y="1156"/>
                  </a:lnTo>
                  <a:lnTo>
                    <a:pt x="94" y="1344"/>
                  </a:lnTo>
                  <a:lnTo>
                    <a:pt x="63" y="1531"/>
                  </a:lnTo>
                  <a:lnTo>
                    <a:pt x="32" y="1718"/>
                  </a:lnTo>
                  <a:lnTo>
                    <a:pt x="0" y="1906"/>
                  </a:lnTo>
                  <a:lnTo>
                    <a:pt x="0" y="1906"/>
                  </a:lnTo>
                  <a:lnTo>
                    <a:pt x="32" y="2093"/>
                  </a:lnTo>
                  <a:lnTo>
                    <a:pt x="63" y="2280"/>
                  </a:lnTo>
                  <a:lnTo>
                    <a:pt x="94" y="2468"/>
                  </a:lnTo>
                  <a:lnTo>
                    <a:pt x="157" y="2655"/>
                  </a:lnTo>
                  <a:lnTo>
                    <a:pt x="344" y="2967"/>
                  </a:lnTo>
                  <a:lnTo>
                    <a:pt x="563" y="3249"/>
                  </a:lnTo>
                  <a:lnTo>
                    <a:pt x="844" y="3467"/>
                  </a:lnTo>
                  <a:lnTo>
                    <a:pt x="1187" y="3655"/>
                  </a:lnTo>
                  <a:lnTo>
                    <a:pt x="1343" y="3717"/>
                  </a:lnTo>
                  <a:lnTo>
                    <a:pt x="1531" y="3779"/>
                  </a:lnTo>
                  <a:lnTo>
                    <a:pt x="1718" y="3811"/>
                  </a:lnTo>
                  <a:lnTo>
                    <a:pt x="1937" y="3811"/>
                  </a:lnTo>
                  <a:lnTo>
                    <a:pt x="1937" y="3811"/>
                  </a:lnTo>
                  <a:lnTo>
                    <a:pt x="1937" y="3811"/>
                  </a:lnTo>
                  <a:lnTo>
                    <a:pt x="1937" y="3811"/>
                  </a:lnTo>
                  <a:lnTo>
                    <a:pt x="2124" y="3811"/>
                  </a:lnTo>
                  <a:lnTo>
                    <a:pt x="2311" y="3779"/>
                  </a:lnTo>
                  <a:lnTo>
                    <a:pt x="2499" y="3717"/>
                  </a:lnTo>
                  <a:lnTo>
                    <a:pt x="2686" y="3655"/>
                  </a:lnTo>
                  <a:lnTo>
                    <a:pt x="2998" y="3467"/>
                  </a:lnTo>
                  <a:lnTo>
                    <a:pt x="3279" y="3249"/>
                  </a:lnTo>
                  <a:lnTo>
                    <a:pt x="3498" y="2967"/>
                  </a:lnTo>
                  <a:lnTo>
                    <a:pt x="3685" y="2624"/>
                  </a:lnTo>
                  <a:lnTo>
                    <a:pt x="3748" y="2468"/>
                  </a:lnTo>
                  <a:lnTo>
                    <a:pt x="3810" y="2280"/>
                  </a:lnTo>
                  <a:lnTo>
                    <a:pt x="3810" y="2093"/>
                  </a:lnTo>
                  <a:lnTo>
                    <a:pt x="3842" y="1906"/>
                  </a:lnTo>
                  <a:lnTo>
                    <a:pt x="3842" y="1906"/>
                  </a:lnTo>
                  <a:lnTo>
                    <a:pt x="3810" y="1687"/>
                  </a:lnTo>
                  <a:lnTo>
                    <a:pt x="3779" y="1500"/>
                  </a:lnTo>
                  <a:lnTo>
                    <a:pt x="3685" y="1156"/>
                  </a:lnTo>
                  <a:lnTo>
                    <a:pt x="3498" y="844"/>
                  </a:lnTo>
                  <a:lnTo>
                    <a:pt x="3279" y="563"/>
                  </a:lnTo>
                  <a:lnTo>
                    <a:pt x="2998" y="313"/>
                  </a:lnTo>
                  <a:lnTo>
                    <a:pt x="2655" y="126"/>
                  </a:lnTo>
                  <a:lnTo>
                    <a:pt x="2311" y="32"/>
                  </a:lnTo>
                  <a:lnTo>
                    <a:pt x="2124" y="1"/>
                  </a:lnTo>
                  <a:lnTo>
                    <a:pt x="193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6" name="Google Shape;3906;p61"/>
            <p:cNvSpPr/>
            <p:nvPr/>
          </p:nvSpPr>
          <p:spPr>
            <a:xfrm>
              <a:off x="5670475" y="1051625"/>
              <a:ext cx="867425" cy="630100"/>
            </a:xfrm>
            <a:custGeom>
              <a:avLst/>
              <a:gdLst/>
              <a:ahLst/>
              <a:cxnLst/>
              <a:rect l="l" t="t" r="r" b="b"/>
              <a:pathLst>
                <a:path w="34697" h="25204" extrusionOk="0">
                  <a:moveTo>
                    <a:pt x="17646" y="1"/>
                  </a:moveTo>
                  <a:lnTo>
                    <a:pt x="16771" y="32"/>
                  </a:lnTo>
                  <a:lnTo>
                    <a:pt x="15897" y="63"/>
                  </a:lnTo>
                  <a:lnTo>
                    <a:pt x="15054" y="157"/>
                  </a:lnTo>
                  <a:lnTo>
                    <a:pt x="14210" y="282"/>
                  </a:lnTo>
                  <a:lnTo>
                    <a:pt x="13398" y="407"/>
                  </a:lnTo>
                  <a:lnTo>
                    <a:pt x="12586" y="563"/>
                  </a:lnTo>
                  <a:lnTo>
                    <a:pt x="11774" y="782"/>
                  </a:lnTo>
                  <a:lnTo>
                    <a:pt x="10994" y="1000"/>
                  </a:lnTo>
                  <a:lnTo>
                    <a:pt x="10244" y="1250"/>
                  </a:lnTo>
                  <a:lnTo>
                    <a:pt x="9526" y="1531"/>
                  </a:lnTo>
                  <a:lnTo>
                    <a:pt x="8808" y="1843"/>
                  </a:lnTo>
                  <a:lnTo>
                    <a:pt x="8121" y="2156"/>
                  </a:lnTo>
                  <a:lnTo>
                    <a:pt x="7434" y="2499"/>
                  </a:lnTo>
                  <a:lnTo>
                    <a:pt x="6809" y="2874"/>
                  </a:lnTo>
                  <a:lnTo>
                    <a:pt x="6184" y="3280"/>
                  </a:lnTo>
                  <a:lnTo>
                    <a:pt x="5591" y="3686"/>
                  </a:lnTo>
                  <a:lnTo>
                    <a:pt x="5029" y="4123"/>
                  </a:lnTo>
                  <a:lnTo>
                    <a:pt x="4498" y="4592"/>
                  </a:lnTo>
                  <a:lnTo>
                    <a:pt x="3998" y="5060"/>
                  </a:lnTo>
                  <a:lnTo>
                    <a:pt x="3499" y="5560"/>
                  </a:lnTo>
                  <a:lnTo>
                    <a:pt x="3061" y="6059"/>
                  </a:lnTo>
                  <a:lnTo>
                    <a:pt x="2655" y="6590"/>
                  </a:lnTo>
                  <a:lnTo>
                    <a:pt x="2281" y="7152"/>
                  </a:lnTo>
                  <a:lnTo>
                    <a:pt x="1937" y="7683"/>
                  </a:lnTo>
                  <a:lnTo>
                    <a:pt x="1625" y="8277"/>
                  </a:lnTo>
                  <a:lnTo>
                    <a:pt x="1375" y="8870"/>
                  </a:lnTo>
                  <a:lnTo>
                    <a:pt x="1125" y="9463"/>
                  </a:lnTo>
                  <a:lnTo>
                    <a:pt x="938" y="10057"/>
                  </a:lnTo>
                  <a:lnTo>
                    <a:pt x="782" y="10681"/>
                  </a:lnTo>
                  <a:lnTo>
                    <a:pt x="688" y="11306"/>
                  </a:lnTo>
                  <a:lnTo>
                    <a:pt x="626" y="11962"/>
                  </a:lnTo>
                  <a:lnTo>
                    <a:pt x="594" y="12586"/>
                  </a:lnTo>
                  <a:lnTo>
                    <a:pt x="626" y="13336"/>
                  </a:lnTo>
                  <a:lnTo>
                    <a:pt x="719" y="14054"/>
                  </a:lnTo>
                  <a:lnTo>
                    <a:pt x="844" y="14772"/>
                  </a:lnTo>
                  <a:lnTo>
                    <a:pt x="1031" y="15460"/>
                  </a:lnTo>
                  <a:lnTo>
                    <a:pt x="1281" y="16147"/>
                  </a:lnTo>
                  <a:lnTo>
                    <a:pt x="1562" y="16834"/>
                  </a:lnTo>
                  <a:lnTo>
                    <a:pt x="1906" y="17458"/>
                  </a:lnTo>
                  <a:lnTo>
                    <a:pt x="2312" y="18083"/>
                  </a:lnTo>
                  <a:lnTo>
                    <a:pt x="1" y="23204"/>
                  </a:lnTo>
                  <a:lnTo>
                    <a:pt x="5872" y="21705"/>
                  </a:lnTo>
                  <a:lnTo>
                    <a:pt x="6465" y="22111"/>
                  </a:lnTo>
                  <a:lnTo>
                    <a:pt x="7090" y="22486"/>
                  </a:lnTo>
                  <a:lnTo>
                    <a:pt x="7715" y="22830"/>
                  </a:lnTo>
                  <a:lnTo>
                    <a:pt x="8370" y="23173"/>
                  </a:lnTo>
                  <a:lnTo>
                    <a:pt x="9057" y="23454"/>
                  </a:lnTo>
                  <a:lnTo>
                    <a:pt x="9745" y="23767"/>
                  </a:lnTo>
                  <a:lnTo>
                    <a:pt x="10463" y="24016"/>
                  </a:lnTo>
                  <a:lnTo>
                    <a:pt x="11212" y="24266"/>
                  </a:lnTo>
                  <a:lnTo>
                    <a:pt x="11962" y="24454"/>
                  </a:lnTo>
                  <a:lnTo>
                    <a:pt x="12711" y="24641"/>
                  </a:lnTo>
                  <a:lnTo>
                    <a:pt x="13523" y="24828"/>
                  </a:lnTo>
                  <a:lnTo>
                    <a:pt x="14304" y="24953"/>
                  </a:lnTo>
                  <a:lnTo>
                    <a:pt x="15116" y="25047"/>
                  </a:lnTo>
                  <a:lnTo>
                    <a:pt x="15959" y="25141"/>
                  </a:lnTo>
                  <a:lnTo>
                    <a:pt x="16802" y="25172"/>
                  </a:lnTo>
                  <a:lnTo>
                    <a:pt x="17646" y="25203"/>
                  </a:lnTo>
                  <a:lnTo>
                    <a:pt x="18520" y="25172"/>
                  </a:lnTo>
                  <a:lnTo>
                    <a:pt x="19394" y="25141"/>
                  </a:lnTo>
                  <a:lnTo>
                    <a:pt x="20238" y="25047"/>
                  </a:lnTo>
                  <a:lnTo>
                    <a:pt x="21081" y="24922"/>
                  </a:lnTo>
                  <a:lnTo>
                    <a:pt x="21893" y="24797"/>
                  </a:lnTo>
                  <a:lnTo>
                    <a:pt x="22705" y="24641"/>
                  </a:lnTo>
                  <a:lnTo>
                    <a:pt x="23517" y="24422"/>
                  </a:lnTo>
                  <a:lnTo>
                    <a:pt x="24266" y="24204"/>
                  </a:lnTo>
                  <a:lnTo>
                    <a:pt x="25047" y="23954"/>
                  </a:lnTo>
                  <a:lnTo>
                    <a:pt x="25765" y="23673"/>
                  </a:lnTo>
                  <a:lnTo>
                    <a:pt x="26484" y="23361"/>
                  </a:lnTo>
                  <a:lnTo>
                    <a:pt x="27171" y="23048"/>
                  </a:lnTo>
                  <a:lnTo>
                    <a:pt x="27826" y="22705"/>
                  </a:lnTo>
                  <a:lnTo>
                    <a:pt x="28482" y="22330"/>
                  </a:lnTo>
                  <a:lnTo>
                    <a:pt x="29107" y="21924"/>
                  </a:lnTo>
                  <a:lnTo>
                    <a:pt x="29700" y="21518"/>
                  </a:lnTo>
                  <a:lnTo>
                    <a:pt x="30262" y="21081"/>
                  </a:lnTo>
                  <a:lnTo>
                    <a:pt x="30793" y="20612"/>
                  </a:lnTo>
                  <a:lnTo>
                    <a:pt x="31293" y="20144"/>
                  </a:lnTo>
                  <a:lnTo>
                    <a:pt x="31761" y="19644"/>
                  </a:lnTo>
                  <a:lnTo>
                    <a:pt x="32230" y="19145"/>
                  </a:lnTo>
                  <a:lnTo>
                    <a:pt x="32636" y="18614"/>
                  </a:lnTo>
                  <a:lnTo>
                    <a:pt x="33011" y="18052"/>
                  </a:lnTo>
                  <a:lnTo>
                    <a:pt x="33354" y="17489"/>
                  </a:lnTo>
                  <a:lnTo>
                    <a:pt x="33635" y="16927"/>
                  </a:lnTo>
                  <a:lnTo>
                    <a:pt x="33916" y="16334"/>
                  </a:lnTo>
                  <a:lnTo>
                    <a:pt x="34135" y="15741"/>
                  </a:lnTo>
                  <a:lnTo>
                    <a:pt x="34322" y="15147"/>
                  </a:lnTo>
                  <a:lnTo>
                    <a:pt x="34478" y="14523"/>
                  </a:lnTo>
                  <a:lnTo>
                    <a:pt x="34603" y="13898"/>
                  </a:lnTo>
                  <a:lnTo>
                    <a:pt x="34666" y="13242"/>
                  </a:lnTo>
                  <a:lnTo>
                    <a:pt x="34697" y="12586"/>
                  </a:lnTo>
                  <a:lnTo>
                    <a:pt x="34666" y="11962"/>
                  </a:lnTo>
                  <a:lnTo>
                    <a:pt x="34603" y="11306"/>
                  </a:lnTo>
                  <a:lnTo>
                    <a:pt x="34478" y="10681"/>
                  </a:lnTo>
                  <a:lnTo>
                    <a:pt x="34322" y="10057"/>
                  </a:lnTo>
                  <a:lnTo>
                    <a:pt x="34135" y="9463"/>
                  </a:lnTo>
                  <a:lnTo>
                    <a:pt x="33916" y="8870"/>
                  </a:lnTo>
                  <a:lnTo>
                    <a:pt x="33635" y="8277"/>
                  </a:lnTo>
                  <a:lnTo>
                    <a:pt x="33354" y="7683"/>
                  </a:lnTo>
                  <a:lnTo>
                    <a:pt x="33011" y="7152"/>
                  </a:lnTo>
                  <a:lnTo>
                    <a:pt x="32636" y="6590"/>
                  </a:lnTo>
                  <a:lnTo>
                    <a:pt x="32230" y="6059"/>
                  </a:lnTo>
                  <a:lnTo>
                    <a:pt x="31761" y="5560"/>
                  </a:lnTo>
                  <a:lnTo>
                    <a:pt x="31293" y="5060"/>
                  </a:lnTo>
                  <a:lnTo>
                    <a:pt x="30793" y="4592"/>
                  </a:lnTo>
                  <a:lnTo>
                    <a:pt x="30262" y="4123"/>
                  </a:lnTo>
                  <a:lnTo>
                    <a:pt x="29700" y="3686"/>
                  </a:lnTo>
                  <a:lnTo>
                    <a:pt x="29107" y="3280"/>
                  </a:lnTo>
                  <a:lnTo>
                    <a:pt x="28482" y="2874"/>
                  </a:lnTo>
                  <a:lnTo>
                    <a:pt x="27826" y="2499"/>
                  </a:lnTo>
                  <a:lnTo>
                    <a:pt x="27171" y="2156"/>
                  </a:lnTo>
                  <a:lnTo>
                    <a:pt x="26484" y="1843"/>
                  </a:lnTo>
                  <a:lnTo>
                    <a:pt x="25765" y="1531"/>
                  </a:lnTo>
                  <a:lnTo>
                    <a:pt x="25047" y="1250"/>
                  </a:lnTo>
                  <a:lnTo>
                    <a:pt x="24266" y="1000"/>
                  </a:lnTo>
                  <a:lnTo>
                    <a:pt x="23517" y="782"/>
                  </a:lnTo>
                  <a:lnTo>
                    <a:pt x="22705" y="563"/>
                  </a:lnTo>
                  <a:lnTo>
                    <a:pt x="21893" y="407"/>
                  </a:lnTo>
                  <a:lnTo>
                    <a:pt x="21081" y="282"/>
                  </a:lnTo>
                  <a:lnTo>
                    <a:pt x="20238" y="157"/>
                  </a:lnTo>
                  <a:lnTo>
                    <a:pt x="19394" y="63"/>
                  </a:lnTo>
                  <a:lnTo>
                    <a:pt x="18520" y="32"/>
                  </a:lnTo>
                  <a:lnTo>
                    <a:pt x="176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7" name="Google Shape;3907;p61"/>
            <p:cNvSpPr/>
            <p:nvPr/>
          </p:nvSpPr>
          <p:spPr>
            <a:xfrm>
              <a:off x="6264625" y="1321775"/>
              <a:ext cx="89800" cy="89800"/>
            </a:xfrm>
            <a:custGeom>
              <a:avLst/>
              <a:gdLst/>
              <a:ahLst/>
              <a:cxnLst/>
              <a:rect l="l" t="t" r="r" b="b"/>
              <a:pathLst>
                <a:path w="3592" h="3592" extrusionOk="0">
                  <a:moveTo>
                    <a:pt x="1812" y="0"/>
                  </a:moveTo>
                  <a:lnTo>
                    <a:pt x="1437" y="32"/>
                  </a:lnTo>
                  <a:lnTo>
                    <a:pt x="1094" y="156"/>
                  </a:lnTo>
                  <a:lnTo>
                    <a:pt x="813" y="313"/>
                  </a:lnTo>
                  <a:lnTo>
                    <a:pt x="531" y="531"/>
                  </a:lnTo>
                  <a:lnTo>
                    <a:pt x="313" y="781"/>
                  </a:lnTo>
                  <a:lnTo>
                    <a:pt x="157" y="1093"/>
                  </a:lnTo>
                  <a:lnTo>
                    <a:pt x="63" y="1437"/>
                  </a:lnTo>
                  <a:lnTo>
                    <a:pt x="1" y="1780"/>
                  </a:lnTo>
                  <a:lnTo>
                    <a:pt x="63" y="2155"/>
                  </a:lnTo>
                  <a:lnTo>
                    <a:pt x="157" y="2499"/>
                  </a:lnTo>
                  <a:lnTo>
                    <a:pt x="313" y="2780"/>
                  </a:lnTo>
                  <a:lnTo>
                    <a:pt x="531" y="3061"/>
                  </a:lnTo>
                  <a:lnTo>
                    <a:pt x="813" y="3279"/>
                  </a:lnTo>
                  <a:lnTo>
                    <a:pt x="1094" y="3436"/>
                  </a:lnTo>
                  <a:lnTo>
                    <a:pt x="1437" y="3529"/>
                  </a:lnTo>
                  <a:lnTo>
                    <a:pt x="1812" y="3592"/>
                  </a:lnTo>
                  <a:lnTo>
                    <a:pt x="2155" y="3529"/>
                  </a:lnTo>
                  <a:lnTo>
                    <a:pt x="2499" y="3436"/>
                  </a:lnTo>
                  <a:lnTo>
                    <a:pt x="2811" y="3279"/>
                  </a:lnTo>
                  <a:lnTo>
                    <a:pt x="3061" y="3061"/>
                  </a:lnTo>
                  <a:lnTo>
                    <a:pt x="3280" y="2780"/>
                  </a:lnTo>
                  <a:lnTo>
                    <a:pt x="3436" y="2499"/>
                  </a:lnTo>
                  <a:lnTo>
                    <a:pt x="3561" y="2155"/>
                  </a:lnTo>
                  <a:lnTo>
                    <a:pt x="3592" y="1780"/>
                  </a:lnTo>
                  <a:lnTo>
                    <a:pt x="3561" y="1437"/>
                  </a:lnTo>
                  <a:lnTo>
                    <a:pt x="3436" y="1093"/>
                  </a:lnTo>
                  <a:lnTo>
                    <a:pt x="3280" y="781"/>
                  </a:lnTo>
                  <a:lnTo>
                    <a:pt x="3061" y="531"/>
                  </a:lnTo>
                  <a:lnTo>
                    <a:pt x="2811" y="313"/>
                  </a:lnTo>
                  <a:lnTo>
                    <a:pt x="2499" y="156"/>
                  </a:lnTo>
                  <a:lnTo>
                    <a:pt x="2155" y="32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8" name="Google Shape;3908;p61"/>
            <p:cNvSpPr/>
            <p:nvPr/>
          </p:nvSpPr>
          <p:spPr>
            <a:xfrm>
              <a:off x="6067875" y="1321775"/>
              <a:ext cx="89025" cy="89800"/>
            </a:xfrm>
            <a:custGeom>
              <a:avLst/>
              <a:gdLst/>
              <a:ahLst/>
              <a:cxnLst/>
              <a:rect l="l" t="t" r="r" b="b"/>
              <a:pathLst>
                <a:path w="3561" h="3592" extrusionOk="0">
                  <a:moveTo>
                    <a:pt x="1781" y="0"/>
                  </a:moveTo>
                  <a:lnTo>
                    <a:pt x="1406" y="32"/>
                  </a:lnTo>
                  <a:lnTo>
                    <a:pt x="1094" y="156"/>
                  </a:lnTo>
                  <a:lnTo>
                    <a:pt x="781" y="313"/>
                  </a:lnTo>
                  <a:lnTo>
                    <a:pt x="500" y="531"/>
                  </a:lnTo>
                  <a:lnTo>
                    <a:pt x="282" y="781"/>
                  </a:lnTo>
                  <a:lnTo>
                    <a:pt x="126" y="1093"/>
                  </a:lnTo>
                  <a:lnTo>
                    <a:pt x="32" y="1437"/>
                  </a:lnTo>
                  <a:lnTo>
                    <a:pt x="1" y="1780"/>
                  </a:lnTo>
                  <a:lnTo>
                    <a:pt x="32" y="2155"/>
                  </a:lnTo>
                  <a:lnTo>
                    <a:pt x="126" y="2499"/>
                  </a:lnTo>
                  <a:lnTo>
                    <a:pt x="282" y="2780"/>
                  </a:lnTo>
                  <a:lnTo>
                    <a:pt x="500" y="3061"/>
                  </a:lnTo>
                  <a:lnTo>
                    <a:pt x="781" y="3279"/>
                  </a:lnTo>
                  <a:lnTo>
                    <a:pt x="1094" y="3436"/>
                  </a:lnTo>
                  <a:lnTo>
                    <a:pt x="1406" y="3529"/>
                  </a:lnTo>
                  <a:lnTo>
                    <a:pt x="1781" y="3592"/>
                  </a:lnTo>
                  <a:lnTo>
                    <a:pt x="2124" y="3529"/>
                  </a:lnTo>
                  <a:lnTo>
                    <a:pt x="2468" y="3436"/>
                  </a:lnTo>
                  <a:lnTo>
                    <a:pt x="2780" y="3279"/>
                  </a:lnTo>
                  <a:lnTo>
                    <a:pt x="3030" y="3061"/>
                  </a:lnTo>
                  <a:lnTo>
                    <a:pt x="3249" y="2780"/>
                  </a:lnTo>
                  <a:lnTo>
                    <a:pt x="3405" y="2499"/>
                  </a:lnTo>
                  <a:lnTo>
                    <a:pt x="3530" y="2155"/>
                  </a:lnTo>
                  <a:lnTo>
                    <a:pt x="3561" y="1780"/>
                  </a:lnTo>
                  <a:lnTo>
                    <a:pt x="3530" y="1437"/>
                  </a:lnTo>
                  <a:lnTo>
                    <a:pt x="3405" y="1093"/>
                  </a:lnTo>
                  <a:lnTo>
                    <a:pt x="3249" y="781"/>
                  </a:lnTo>
                  <a:lnTo>
                    <a:pt x="3030" y="531"/>
                  </a:lnTo>
                  <a:lnTo>
                    <a:pt x="2780" y="313"/>
                  </a:lnTo>
                  <a:lnTo>
                    <a:pt x="2468" y="156"/>
                  </a:lnTo>
                  <a:lnTo>
                    <a:pt x="2124" y="32"/>
                  </a:lnTo>
                  <a:lnTo>
                    <a:pt x="17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9" name="Google Shape;3909;p61"/>
            <p:cNvSpPr/>
            <p:nvPr/>
          </p:nvSpPr>
          <p:spPr>
            <a:xfrm>
              <a:off x="5870350" y="1321775"/>
              <a:ext cx="89025" cy="89800"/>
            </a:xfrm>
            <a:custGeom>
              <a:avLst/>
              <a:gdLst/>
              <a:ahLst/>
              <a:cxnLst/>
              <a:rect l="l" t="t" r="r" b="b"/>
              <a:pathLst>
                <a:path w="3561" h="3592" extrusionOk="0">
                  <a:moveTo>
                    <a:pt x="1781" y="0"/>
                  </a:moveTo>
                  <a:lnTo>
                    <a:pt x="1406" y="32"/>
                  </a:lnTo>
                  <a:lnTo>
                    <a:pt x="1094" y="156"/>
                  </a:lnTo>
                  <a:lnTo>
                    <a:pt x="781" y="313"/>
                  </a:lnTo>
                  <a:lnTo>
                    <a:pt x="500" y="531"/>
                  </a:lnTo>
                  <a:lnTo>
                    <a:pt x="282" y="781"/>
                  </a:lnTo>
                  <a:lnTo>
                    <a:pt x="126" y="1093"/>
                  </a:lnTo>
                  <a:lnTo>
                    <a:pt x="32" y="1437"/>
                  </a:lnTo>
                  <a:lnTo>
                    <a:pt x="1" y="1780"/>
                  </a:lnTo>
                  <a:lnTo>
                    <a:pt x="32" y="2155"/>
                  </a:lnTo>
                  <a:lnTo>
                    <a:pt x="126" y="2499"/>
                  </a:lnTo>
                  <a:lnTo>
                    <a:pt x="282" y="2780"/>
                  </a:lnTo>
                  <a:lnTo>
                    <a:pt x="500" y="3061"/>
                  </a:lnTo>
                  <a:lnTo>
                    <a:pt x="781" y="3279"/>
                  </a:lnTo>
                  <a:lnTo>
                    <a:pt x="1094" y="3436"/>
                  </a:lnTo>
                  <a:lnTo>
                    <a:pt x="1406" y="3529"/>
                  </a:lnTo>
                  <a:lnTo>
                    <a:pt x="1781" y="3592"/>
                  </a:lnTo>
                  <a:lnTo>
                    <a:pt x="2124" y="3529"/>
                  </a:lnTo>
                  <a:lnTo>
                    <a:pt x="2468" y="3436"/>
                  </a:lnTo>
                  <a:lnTo>
                    <a:pt x="2780" y="3279"/>
                  </a:lnTo>
                  <a:lnTo>
                    <a:pt x="3030" y="3061"/>
                  </a:lnTo>
                  <a:lnTo>
                    <a:pt x="3249" y="2780"/>
                  </a:lnTo>
                  <a:lnTo>
                    <a:pt x="3405" y="2499"/>
                  </a:lnTo>
                  <a:lnTo>
                    <a:pt x="3530" y="2155"/>
                  </a:lnTo>
                  <a:lnTo>
                    <a:pt x="3561" y="1780"/>
                  </a:lnTo>
                  <a:lnTo>
                    <a:pt x="3530" y="1437"/>
                  </a:lnTo>
                  <a:lnTo>
                    <a:pt x="3405" y="1093"/>
                  </a:lnTo>
                  <a:lnTo>
                    <a:pt x="3249" y="781"/>
                  </a:lnTo>
                  <a:lnTo>
                    <a:pt x="3030" y="531"/>
                  </a:lnTo>
                  <a:lnTo>
                    <a:pt x="2780" y="313"/>
                  </a:lnTo>
                  <a:lnTo>
                    <a:pt x="2468" y="156"/>
                  </a:lnTo>
                  <a:lnTo>
                    <a:pt x="2124" y="32"/>
                  </a:lnTo>
                  <a:lnTo>
                    <a:pt x="17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140" name="Google Shape;3140;p61"/>
          <p:cNvSpPr txBox="1"/>
          <p:nvPr>
            <p:ph type="title"/>
          </p:nvPr>
        </p:nvSpPr>
        <p:spPr>
          <a:xfrm>
            <a:off x="3723005" y="3187065"/>
            <a:ext cx="2189480" cy="6896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Thanks!</a:t>
            </a:r>
            <a:endParaRPr lang="en-GB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Marketing Proposal by Slidesgo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4D5061"/>
      </a:lt2>
      <a:accent1>
        <a:srgbClr val="61D095"/>
      </a:accent1>
      <a:accent2>
        <a:srgbClr val="48BF84"/>
      </a:accent2>
      <a:accent3>
        <a:srgbClr val="46AB7D"/>
      </a:accent3>
      <a:accent4>
        <a:srgbClr val="439775"/>
      </a:accent4>
      <a:accent5>
        <a:srgbClr val="4D5061"/>
      </a:accent5>
      <a:accent6>
        <a:srgbClr val="30323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2812</Words>
  <Application>WPS Presentation</Application>
  <PresentationFormat/>
  <Paragraphs>141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Arial</vt:lpstr>
      <vt:lpstr>Roboto</vt:lpstr>
      <vt:lpstr>Montserrat ExtraBold</vt:lpstr>
      <vt:lpstr>Montserrat Medium</vt:lpstr>
      <vt:lpstr>Segoe Print</vt:lpstr>
      <vt:lpstr>Montserrat SemiBold</vt:lpstr>
      <vt:lpstr>Roboto Black</vt:lpstr>
      <vt:lpstr>Montserrat Black</vt:lpstr>
      <vt:lpstr>Montserrat</vt:lpstr>
      <vt:lpstr>Roboto Medium</vt:lpstr>
      <vt:lpstr>Algerian</vt:lpstr>
      <vt:lpstr>Times New Roman</vt:lpstr>
      <vt:lpstr>Microsoft YaHei</vt:lpstr>
      <vt:lpstr>Arial Unicode MS</vt:lpstr>
      <vt:lpstr>Digital Marketing Proposal by Slidesgo</vt:lpstr>
      <vt:lpstr>PowerPoint 演示文稿</vt:lpstr>
      <vt:lpstr>Content  Marketing IN Digital  Marketing</vt:lpstr>
      <vt:lpstr>What Is Content Marketing?</vt:lpstr>
      <vt:lpstr>4</vt:lpstr>
      <vt:lpstr> Types of Content Marketing</vt:lpstr>
      <vt:lpstr>Keyword Research</vt:lpstr>
      <vt:lpstr>Content Distribution Channels</vt:lpstr>
      <vt:lpstr>Measuring Success in Content Marketing</vt:lpstr>
      <vt:lpstr>Tools to Measure </vt:lpstr>
      <vt:lpstr>Content Is The Key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 Marketing IN Digital  Marketing</dc:title>
  <dc:creator/>
  <cp:lastModifiedBy>Apurva Jain</cp:lastModifiedBy>
  <cp:revision>15</cp:revision>
  <dcterms:created xsi:type="dcterms:W3CDTF">2024-09-01T19:15:00Z</dcterms:created>
  <dcterms:modified xsi:type="dcterms:W3CDTF">2024-10-19T05:55:25Z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3786C7248A14404884EC93F9C213CCF6_13</vt:lpwstr>
  </property>
  <property fmtid="{D5CDD505-2E9C-101B-9397-08002B2CF9AE}" pid="3" name="KSOProductBuildVer">
    <vt:lpwstr>1033-12.2.0.18607</vt:lpwstr>
  </property>
</Properties>
</file>